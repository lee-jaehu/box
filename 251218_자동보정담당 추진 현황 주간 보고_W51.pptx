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pptx" ContentType="application/vnd.openxmlformats-officedocument.presentationml.presentation"/>
  <Default Extension="rels" ContentType="application/vnd.openxmlformats-package.relationships+xml"/>
  <Default Extension="wdp" ContentType="image/vnd.ms-photo"/>
  <Default Extension="wmf" ContentType="image/x-wmf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heme/themeOverride1.xml" ContentType="application/vnd.openxmlformats-officedocument.themeOverr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heme/themeOverride2.xml" ContentType="application/vnd.openxmlformats-officedocument.themeOverr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heme/themeOverride3.xml" ContentType="application/vnd.openxmlformats-officedocument.themeOverr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theme/themeOverride4.xml" ContentType="application/vnd.openxmlformats-officedocument.themeOverr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926" r:id="rId4"/>
  </p:sldMasterIdLst>
  <p:notesMasterIdLst>
    <p:notesMasterId r:id="rId113"/>
  </p:notesMasterIdLst>
  <p:handoutMasterIdLst>
    <p:handoutMasterId r:id="rId114"/>
  </p:handoutMasterIdLst>
  <p:sldIdLst>
    <p:sldId id="746" r:id="rId5"/>
    <p:sldId id="2147483567" r:id="rId6"/>
    <p:sldId id="2147483568" r:id="rId7"/>
    <p:sldId id="2147482011" r:id="rId8"/>
    <p:sldId id="2147483550" r:id="rId9"/>
    <p:sldId id="2147481905" r:id="rId10"/>
    <p:sldId id="2147483590" r:id="rId11"/>
    <p:sldId id="267" r:id="rId12"/>
    <p:sldId id="303" r:id="rId13"/>
    <p:sldId id="261" r:id="rId14"/>
    <p:sldId id="262" r:id="rId15"/>
    <p:sldId id="281" r:id="rId16"/>
    <p:sldId id="275" r:id="rId17"/>
    <p:sldId id="2147481923" r:id="rId18"/>
    <p:sldId id="2147483561" r:id="rId19"/>
    <p:sldId id="2278" r:id="rId20"/>
    <p:sldId id="2147481880" r:id="rId21"/>
    <p:sldId id="2147481904" r:id="rId22"/>
    <p:sldId id="2147481909" r:id="rId23"/>
    <p:sldId id="2147481924" r:id="rId24"/>
    <p:sldId id="2147481996" r:id="rId25"/>
    <p:sldId id="2147481896" r:id="rId26"/>
    <p:sldId id="301" r:id="rId27"/>
    <p:sldId id="283" r:id="rId28"/>
    <p:sldId id="256" r:id="rId29"/>
    <p:sldId id="284" r:id="rId30"/>
    <p:sldId id="318" r:id="rId31"/>
    <p:sldId id="272" r:id="rId32"/>
    <p:sldId id="287" r:id="rId33"/>
    <p:sldId id="277" r:id="rId34"/>
    <p:sldId id="282" r:id="rId35"/>
    <p:sldId id="2147483565" r:id="rId36"/>
    <p:sldId id="295" r:id="rId37"/>
    <p:sldId id="2147483559" r:id="rId38"/>
    <p:sldId id="297" r:id="rId39"/>
    <p:sldId id="294" r:id="rId40"/>
    <p:sldId id="296" r:id="rId41"/>
    <p:sldId id="298" r:id="rId42"/>
    <p:sldId id="2147481926" r:id="rId43"/>
    <p:sldId id="266" r:id="rId44"/>
    <p:sldId id="312" r:id="rId45"/>
    <p:sldId id="319" r:id="rId46"/>
    <p:sldId id="2147483614" r:id="rId47"/>
    <p:sldId id="2147482034" r:id="rId48"/>
    <p:sldId id="2147481958" r:id="rId49"/>
    <p:sldId id="2147481959" r:id="rId50"/>
    <p:sldId id="260" r:id="rId51"/>
    <p:sldId id="2147481960" r:id="rId52"/>
    <p:sldId id="2147481975" r:id="rId53"/>
    <p:sldId id="265" r:id="rId54"/>
    <p:sldId id="292" r:id="rId55"/>
    <p:sldId id="274" r:id="rId56"/>
    <p:sldId id="316" r:id="rId57"/>
    <p:sldId id="317" r:id="rId58"/>
    <p:sldId id="264" r:id="rId59"/>
    <p:sldId id="2147483638" r:id="rId60"/>
    <p:sldId id="2147483603" r:id="rId61"/>
    <p:sldId id="2147482025" r:id="rId62"/>
    <p:sldId id="288" r:id="rId63"/>
    <p:sldId id="307" r:id="rId64"/>
    <p:sldId id="308" r:id="rId65"/>
    <p:sldId id="310" r:id="rId66"/>
    <p:sldId id="311" r:id="rId67"/>
    <p:sldId id="309" r:id="rId68"/>
    <p:sldId id="313" r:id="rId69"/>
    <p:sldId id="2147482027" r:id="rId70"/>
    <p:sldId id="2147482028" r:id="rId71"/>
    <p:sldId id="302" r:id="rId72"/>
    <p:sldId id="305" r:id="rId73"/>
    <p:sldId id="291" r:id="rId74"/>
    <p:sldId id="2147483553" r:id="rId75"/>
    <p:sldId id="2147483629" r:id="rId76"/>
    <p:sldId id="2147483628" r:id="rId77"/>
    <p:sldId id="2147483640" r:id="rId78"/>
    <p:sldId id="286" r:id="rId79"/>
    <p:sldId id="293" r:id="rId80"/>
    <p:sldId id="273" r:id="rId81"/>
    <p:sldId id="290" r:id="rId82"/>
    <p:sldId id="268" r:id="rId83"/>
    <p:sldId id="2147483632" r:id="rId84"/>
    <p:sldId id="278" r:id="rId85"/>
    <p:sldId id="2147482031" r:id="rId86"/>
    <p:sldId id="2147482032" r:id="rId87"/>
    <p:sldId id="2147483612" r:id="rId88"/>
    <p:sldId id="2147483624" r:id="rId89"/>
    <p:sldId id="280" r:id="rId90"/>
    <p:sldId id="2147481936" r:id="rId91"/>
    <p:sldId id="2147481937" r:id="rId92"/>
    <p:sldId id="2147481962" r:id="rId93"/>
    <p:sldId id="304" r:id="rId94"/>
    <p:sldId id="2147482042" r:id="rId95"/>
    <p:sldId id="2147481938" r:id="rId96"/>
    <p:sldId id="2147483556" r:id="rId97"/>
    <p:sldId id="2147483555" r:id="rId98"/>
    <p:sldId id="2147483547" r:id="rId99"/>
    <p:sldId id="314" r:id="rId100"/>
    <p:sldId id="2147481941" r:id="rId101"/>
    <p:sldId id="2147481942" r:id="rId102"/>
    <p:sldId id="2147483625" r:id="rId103"/>
    <p:sldId id="2147483634" r:id="rId104"/>
    <p:sldId id="2147483647" r:id="rId105"/>
    <p:sldId id="259" r:id="rId106"/>
    <p:sldId id="258" r:id="rId107"/>
    <p:sldId id="299" r:id="rId108"/>
    <p:sldId id="300" r:id="rId109"/>
    <p:sldId id="270" r:id="rId110"/>
    <p:sldId id="285" r:id="rId111"/>
    <p:sldId id="315" r:id="rId112"/>
  </p:sldIdLst>
  <p:sldSz cx="9906000" cy="6858000" type="A4"/>
  <p:notesSz cx="6735763" cy="9866313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제조지능화 추진 현황" id="{757319E2-B87E-41C3-A0CA-96E8E34394ED}">
          <p14:sldIdLst>
            <p14:sldId id="746"/>
          </p14:sldIdLst>
        </p14:section>
        <p14:section name="자동보정선행개발팀" id="{740D9FFD-0594-4625-97CE-5365650C3793}">
          <p14:sldIdLst>
            <p14:sldId id="2147483567"/>
            <p14:sldId id="2147483568"/>
            <p14:sldId id="2147482011"/>
            <p14:sldId id="2147483550"/>
            <p14:sldId id="2147481905"/>
            <p14:sldId id="2147483590"/>
            <p14:sldId id="267"/>
            <p14:sldId id="303"/>
            <p14:sldId id="261"/>
            <p14:sldId id="262"/>
            <p14:sldId id="281"/>
            <p14:sldId id="275"/>
          </p14:sldIdLst>
        </p14:section>
        <p14:section name="조립자동보정팀_자동차" id="{AB4D7DAF-AC1B-4255-8CDD-9F2609016E62}">
          <p14:sldIdLst>
            <p14:sldId id="2147481923"/>
            <p14:sldId id="2147483561"/>
            <p14:sldId id="2278"/>
            <p14:sldId id="2147481880"/>
            <p14:sldId id="2147481904"/>
            <p14:sldId id="2147481909"/>
            <p14:sldId id="2147481924"/>
            <p14:sldId id="2147481996"/>
            <p14:sldId id="2147481896"/>
            <p14:sldId id="301"/>
            <p14:sldId id="283"/>
            <p14:sldId id="256"/>
            <p14:sldId id="284"/>
            <p14:sldId id="318"/>
            <p14:sldId id="272"/>
            <p14:sldId id="287"/>
            <p14:sldId id="277"/>
            <p14:sldId id="282"/>
            <p14:sldId id="2147483565"/>
            <p14:sldId id="295"/>
            <p14:sldId id="2147483559"/>
            <p14:sldId id="297"/>
            <p14:sldId id="294"/>
            <p14:sldId id="296"/>
            <p14:sldId id="298"/>
            <p14:sldId id="2147481926"/>
            <p14:sldId id="266"/>
            <p14:sldId id="312"/>
            <p14:sldId id="319"/>
            <p14:sldId id="2147483614"/>
            <p14:sldId id="2147482034"/>
          </p14:sldIdLst>
        </p14:section>
        <p14:section name="조립자동보정팀_원통형" id="{01A8B434-0558-46EC-8281-6430696B7BC1}">
          <p14:sldIdLst>
            <p14:sldId id="2147481958"/>
            <p14:sldId id="2147481959"/>
            <p14:sldId id="260"/>
            <p14:sldId id="2147481960"/>
            <p14:sldId id="2147481975"/>
            <p14:sldId id="265"/>
            <p14:sldId id="292"/>
            <p14:sldId id="274"/>
            <p14:sldId id="316"/>
            <p14:sldId id="317"/>
          </p14:sldIdLst>
        </p14:section>
        <p14:section name="MC자동보정팀" id="{4CDAAA1C-519B-4812-9315-C1BACBF362A7}">
          <p14:sldIdLst>
            <p14:sldId id="264"/>
            <p14:sldId id="2147483638"/>
            <p14:sldId id="2147483603"/>
            <p14:sldId id="2147482025"/>
            <p14:sldId id="288"/>
            <p14:sldId id="307"/>
            <p14:sldId id="308"/>
            <p14:sldId id="310"/>
            <p14:sldId id="311"/>
            <p14:sldId id="309"/>
            <p14:sldId id="313"/>
            <p14:sldId id="2147482027"/>
            <p14:sldId id="2147482028"/>
            <p14:sldId id="302"/>
            <p14:sldId id="305"/>
            <p14:sldId id="291"/>
            <p14:sldId id="2147483553"/>
            <p14:sldId id="2147483629"/>
            <p14:sldId id="2147483628"/>
            <p14:sldId id="2147483640"/>
            <p14:sldId id="286"/>
            <p14:sldId id="293"/>
            <p14:sldId id="273"/>
            <p14:sldId id="290"/>
            <p14:sldId id="268"/>
            <p14:sldId id="2147483632"/>
            <p14:sldId id="278"/>
            <p14:sldId id="2147482031"/>
            <p14:sldId id="2147482032"/>
            <p14:sldId id="2147483612"/>
          </p14:sldIdLst>
        </p14:section>
        <p14:section name="RSND" id="{36856421-F564-4650-B96D-1B46C939BB3D}">
          <p14:sldIdLst>
            <p14:sldId id="2147483624"/>
            <p14:sldId id="280"/>
            <p14:sldId id="2147481936"/>
            <p14:sldId id="2147481937"/>
            <p14:sldId id="2147481962"/>
            <p14:sldId id="304"/>
            <p14:sldId id="2147482042"/>
            <p14:sldId id="2147481938"/>
            <p14:sldId id="2147483556"/>
            <p14:sldId id="2147483555"/>
            <p14:sldId id="2147483547"/>
            <p14:sldId id="314"/>
            <p14:sldId id="2147481941"/>
            <p14:sldId id="2147481942"/>
            <p14:sldId id="2147483625"/>
            <p14:sldId id="2147483634"/>
            <p14:sldId id="2147483647"/>
            <p14:sldId id="259"/>
            <p14:sldId id="258"/>
            <p14:sldId id="299"/>
            <p14:sldId id="300"/>
            <p14:sldId id="270"/>
            <p14:sldId id="285"/>
            <p14:sldId id="315"/>
          </p14:sldIdLst>
        </p14:section>
      </p14:sectionLst>
    </p:ext>
    <p:ext uri="{EFAFB233-063F-42B5-8137-9DF3F51BA10A}">
      <p15:sldGuideLst xmlns:p15="http://schemas.microsoft.com/office/powerpoint/2012/main">
        <p15:guide id="2" pos="72" userDrawn="1">
          <p15:clr>
            <a:srgbClr val="A4A3A4"/>
          </p15:clr>
        </p15:guide>
        <p15:guide id="3" orient="horz" pos="3385" userDrawn="1">
          <p15:clr>
            <a:srgbClr val="A4A3A4"/>
          </p15:clr>
        </p15:guide>
        <p15:guide id="4" pos="6136" userDrawn="1">
          <p15:clr>
            <a:srgbClr val="A4A3A4"/>
          </p15:clr>
        </p15:guide>
        <p15:guide id="5" pos="5819" userDrawn="1">
          <p15:clr>
            <a:srgbClr val="A4A3A4"/>
          </p15:clr>
        </p15:guide>
        <p15:guide id="6" pos="5479" userDrawn="1">
          <p15:clr>
            <a:srgbClr val="A4A3A4"/>
          </p15:clr>
        </p15:guide>
        <p15:guide id="7" orient="horz" pos="4133" userDrawn="1">
          <p15:clr>
            <a:srgbClr val="A4A3A4"/>
          </p15:clr>
        </p15:guide>
        <p15:guide id="8" pos="3642" userDrawn="1">
          <p15:clr>
            <a:srgbClr val="A4A3A4"/>
          </p15:clr>
        </p15:guide>
        <p15:guide id="9" orient="horz" pos="890" userDrawn="1">
          <p15:clr>
            <a:srgbClr val="A4A3A4"/>
          </p15:clr>
        </p15:guide>
        <p15:guide id="10" pos="557" userDrawn="1">
          <p15:clr>
            <a:srgbClr val="A4A3A4"/>
          </p15:clr>
        </p15:guide>
        <p15:guide id="12" pos="1033" userDrawn="1">
          <p15:clr>
            <a:srgbClr val="A4A3A4"/>
          </p15:clr>
        </p15:guide>
        <p15:guide id="13" pos="1759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377" userDrawn="1">
          <p15:clr>
            <a:srgbClr val="A4A3A4"/>
          </p15:clr>
        </p15:guide>
        <p15:guide id="2" pos="2106" userDrawn="1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 " initials="" lastIdx="1" clrIdx="0">
    <p:extLst>
      <p:ext uri="{19B8F6BF-5375-455C-9EA6-DF929625EA0E}">
        <p15:presenceInfo xmlns:p15="http://schemas.microsoft.com/office/powerpoint/2012/main" userId=" " providerId="None"/>
      </p:ext>
    </p:extLst>
  </p:cmAuthor>
  <p:cmAuthor id="2" name="김설희 " initials="김" lastIdx="0" clrIdx="1">
    <p:extLst>
      <p:ext uri="{19B8F6BF-5375-455C-9EA6-DF929625EA0E}">
        <p15:presenceInfo xmlns:p15="http://schemas.microsoft.com/office/powerpoint/2012/main" userId="김설희 " providerId="None"/>
      </p:ext>
    </p:extLst>
  </p:cmAuthor>
  <p:cmAuthor id="3" name="최성민 " initials="최" lastIdx="1" clrIdx="2">
    <p:extLst>
      <p:ext uri="{19B8F6BF-5375-455C-9EA6-DF929625EA0E}">
        <p15:presenceInfo xmlns:p15="http://schemas.microsoft.com/office/powerpoint/2012/main" userId="최성민 " providerId="None"/>
      </p:ext>
    </p:extLst>
  </p:cmAuthor>
  <p:cmAuthor id="4" name="박동욱 " initials="박" lastIdx="3" clrIdx="3">
    <p:extLst>
      <p:ext uri="{19B8F6BF-5375-455C-9EA6-DF929625EA0E}">
        <p15:presenceInfo xmlns:p15="http://schemas.microsoft.com/office/powerpoint/2012/main" userId="박동욱 " providerId="None"/>
      </p:ext>
    </p:extLst>
  </p:cmAuthor>
  <p:cmAuthor id="5" name="임성묵(SungMook Lim)[muksung0084]/사원/제조지능화.제조PI.지능화기반.기반구축1팀" initials="임L" lastIdx="1" clrIdx="4">
    <p:extLst>
      <p:ext uri="{19B8F6BF-5375-455C-9EA6-DF929625EA0E}">
        <p15:presenceInfo xmlns:p15="http://schemas.microsoft.com/office/powerpoint/2012/main" userId="S-1-5-21-886851358-1450416589-2733106619-104108" providerId="AD"/>
      </p:ext>
    </p:extLst>
  </p:cmAuthor>
  <p:cmAuthor id="6" name="최성민(Seongmin Choi)[choi.sm]/책임/제조지능화.데이터솔루션.조립셀추적기술팀" initials="최C" lastIdx="1" clrIdx="5">
    <p:extLst>
      <p:ext uri="{19B8F6BF-5375-455C-9EA6-DF929625EA0E}">
        <p15:presenceInfo xmlns:p15="http://schemas.microsoft.com/office/powerpoint/2012/main" userId="S-1-5-21-886851358-1450416589-2733106619-80070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000000"/>
    <a:srgbClr val="006600"/>
    <a:srgbClr val="FAC090"/>
    <a:srgbClr val="DBEEF4"/>
    <a:srgbClr val="B366B3"/>
    <a:srgbClr val="92D050"/>
    <a:srgbClr val="D9D9D9"/>
    <a:srgbClr val="5586BF"/>
    <a:srgbClr val="47AC4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72E845C-E831-91CA-EB76-8A67CF486DEB}" v="214" dt="2025-12-16T07:56:45.919"/>
    <p1510:client id="{333799BE-8DE9-D793-48A2-E864F6E69B45}" v="698" dt="2025-12-16T07:08:23.394"/>
    <p1510:client id="{351E4F21-0506-1934-6620-AD944E55A3BE}" v="26" dt="2025-12-17T02:03:49.513"/>
    <p1510:client id="{B9ED34DD-8B41-97DF-03A4-C1AF34CFBAFB}" v="25" dt="2025-12-16T09:42:21.134"/>
    <p1510:client id="{CDC34345-BA06-8946-5A14-64C49B9231B3}" v="189" dt="2025-12-16T08:46:18.030"/>
    <p1510:client id="{E42D5CB9-CE65-2931-8F0F-9600C91E7906}" v="9" dt="2025-12-16T19:53:18.209"/>
    <p1510:client id="{EAFE3079-2344-6750-172A-1256FD672581}" v="43" dt="2025-12-16T09:08:48.524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2D5ABB26-0587-4C30-8999-92F81FD0307C}" styleName="스타일 없음, 눈금 없음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9D7B26C5-4107-4FEC-AEDC-1716B250A1EF}" styleName="밝은 스타일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D7AC3CCA-C797-4891-BE02-D94E43425B78}" styleName="보통 스타일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8EC20E35-A176-4012-BC5E-935CFFF8708E}" styleName="보통 스타일 3">
    <a:wholeTbl>
      <a:tcTxStyle>
        <a:fontRef idx="minor"/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E8034E78-7F5D-4C2E-B375-FC64B27BC917}" styleName="어두운 스타일 1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dk1">
              <a:tint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dk1">
              <a:tint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dk1">
              <a:tint val="6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BDBED569-4797-4DF1-A0F4-6AAB3CD982D8}" styleName="밝은 스타일 3 - 강조 5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  <a:tblStyle styleId="{073A0DAA-6AF3-43AB-8588-CEC1D06C72B9}" styleName="보통 스타일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793D81CF-94F2-401A-BA57-92F5A7B2D0C5}" styleName="보통 스타일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  <a:tblStyle styleId="{21E4AEA4-8DFA-4A89-87EB-49C32662AFE0}" styleName="보통 스타일 2 - 강조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F5AB1C69-6EDB-4FF4-983F-18BD219EF322}" styleName="보통 스타일 2 - 강조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00A15C55-8517-42AA-B614-E9B94910E393}" styleName="보통 스타일 2 - 강조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7DF18680-E054-41AD-8BC1-D1AEF772440D}" styleName="보통 스타일 2 - 강조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93296810-A885-4BE3-A3E7-6D5BEEA58F35}" styleName="보통 스타일 2 - 강조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775DCB02-9BB8-47FD-8907-85C794F793BA}" styleName="테마 스타일 1 - 강조 4">
    <a:tblBg>
      <a:fillRef idx="2">
        <a:schemeClr val="accent4"/>
      </a:fillRef>
      <a:effectRef idx="1">
        <a:schemeClr val="accent4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Ref idx="1">
              <a:schemeClr val="accent4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  <a:fill>
          <a:solidFill>
            <a:schemeClr val="accent4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4"/>
            </a:lnRef>
          </a:left>
          <a:right>
            <a:lnRef idx="2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2">
              <a:schemeClr val="accent4"/>
            </a:lnRef>
          </a:top>
          <a:bottom>
            <a:lnRef idx="2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4" d="100"/>
          <a:sy n="104" d="100"/>
        </p:scale>
        <p:origin x="1578" y="114"/>
      </p:cViewPr>
      <p:guideLst>
        <p:guide pos="72"/>
        <p:guide orient="horz" pos="3385"/>
        <p:guide pos="6136"/>
        <p:guide pos="5819"/>
        <p:guide pos="5479"/>
        <p:guide orient="horz" pos="4133"/>
        <p:guide pos="3642"/>
        <p:guide orient="horz" pos="890"/>
        <p:guide pos="557"/>
        <p:guide pos="1033"/>
        <p:guide pos="1759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>
        <p:scale>
          <a:sx n="1" d="2"/>
          <a:sy n="1" d="2"/>
        </p:scale>
        <p:origin x="0" y="0"/>
      </p:cViewPr>
      <p:guideLst>
        <p:guide orient="horz" pos="3377"/>
        <p:guide pos="2106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2.xml"/><Relationship Id="rId117" Type="http://schemas.openxmlformats.org/officeDocument/2006/relationships/viewProps" Target="viewProps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63" Type="http://schemas.openxmlformats.org/officeDocument/2006/relationships/slide" Target="slides/slide59.xml"/><Relationship Id="rId68" Type="http://schemas.openxmlformats.org/officeDocument/2006/relationships/slide" Target="slides/slide64.xml"/><Relationship Id="rId84" Type="http://schemas.openxmlformats.org/officeDocument/2006/relationships/slide" Target="slides/slide80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6" Type="http://schemas.openxmlformats.org/officeDocument/2006/relationships/slide" Target="slides/slide12.xml"/><Relationship Id="rId107" Type="http://schemas.openxmlformats.org/officeDocument/2006/relationships/slide" Target="slides/slide103.xml"/><Relationship Id="rId11" Type="http://schemas.openxmlformats.org/officeDocument/2006/relationships/slide" Target="slides/slide7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53" Type="http://schemas.openxmlformats.org/officeDocument/2006/relationships/slide" Target="slides/slide49.xml"/><Relationship Id="rId58" Type="http://schemas.openxmlformats.org/officeDocument/2006/relationships/slide" Target="slides/slide54.xml"/><Relationship Id="rId74" Type="http://schemas.openxmlformats.org/officeDocument/2006/relationships/slide" Target="slides/slide70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5" Type="http://schemas.openxmlformats.org/officeDocument/2006/relationships/slide" Target="slides/slide1.xml"/><Relationship Id="rId90" Type="http://schemas.openxmlformats.org/officeDocument/2006/relationships/slide" Target="slides/slide86.xml"/><Relationship Id="rId95" Type="http://schemas.openxmlformats.org/officeDocument/2006/relationships/slide" Target="slides/slide91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64" Type="http://schemas.openxmlformats.org/officeDocument/2006/relationships/slide" Target="slides/slide60.xml"/><Relationship Id="rId69" Type="http://schemas.openxmlformats.org/officeDocument/2006/relationships/slide" Target="slides/slide65.xml"/><Relationship Id="rId113" Type="http://schemas.openxmlformats.org/officeDocument/2006/relationships/notesMaster" Target="notesMasters/notesMaster1.xml"/><Relationship Id="rId118" Type="http://schemas.openxmlformats.org/officeDocument/2006/relationships/theme" Target="theme/theme1.xml"/><Relationship Id="rId80" Type="http://schemas.openxmlformats.org/officeDocument/2006/relationships/slide" Target="slides/slide76.xml"/><Relationship Id="rId85" Type="http://schemas.openxmlformats.org/officeDocument/2006/relationships/slide" Target="slides/slide81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08" Type="http://schemas.openxmlformats.org/officeDocument/2006/relationships/slide" Target="slides/slide104.xml"/><Relationship Id="rId54" Type="http://schemas.openxmlformats.org/officeDocument/2006/relationships/slide" Target="slides/slide50.xml"/><Relationship Id="rId70" Type="http://schemas.openxmlformats.org/officeDocument/2006/relationships/slide" Target="slides/slide66.xml"/><Relationship Id="rId75" Type="http://schemas.openxmlformats.org/officeDocument/2006/relationships/slide" Target="slides/slide71.xml"/><Relationship Id="rId91" Type="http://schemas.openxmlformats.org/officeDocument/2006/relationships/slide" Target="slides/slide87.xml"/><Relationship Id="rId96" Type="http://schemas.openxmlformats.org/officeDocument/2006/relationships/slide" Target="slides/slide92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handoutMaster" Target="handoutMasters/handoutMaster1.xml"/><Relationship Id="rId119" Type="http://schemas.openxmlformats.org/officeDocument/2006/relationships/tableStyles" Target="tableStyles.xml"/><Relationship Id="rId44" Type="http://schemas.openxmlformats.org/officeDocument/2006/relationships/slide" Target="slides/slide40.xml"/><Relationship Id="rId60" Type="http://schemas.openxmlformats.org/officeDocument/2006/relationships/slide" Target="slides/slide56.xml"/><Relationship Id="rId65" Type="http://schemas.openxmlformats.org/officeDocument/2006/relationships/slide" Target="slides/slide61.xml"/><Relationship Id="rId81" Type="http://schemas.openxmlformats.org/officeDocument/2006/relationships/slide" Target="slides/slide77.xml"/><Relationship Id="rId86" Type="http://schemas.openxmlformats.org/officeDocument/2006/relationships/slide" Target="slides/slide82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109" Type="http://schemas.openxmlformats.org/officeDocument/2006/relationships/slide" Target="slides/slide105.xml"/><Relationship Id="rId34" Type="http://schemas.openxmlformats.org/officeDocument/2006/relationships/slide" Target="slides/slide30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04" Type="http://schemas.openxmlformats.org/officeDocument/2006/relationships/slide" Target="slides/slide100.xml"/><Relationship Id="rId120" Type="http://schemas.microsoft.com/office/2016/11/relationships/changesInfo" Target="changesInfos/changesInfo1.xml"/><Relationship Id="rId7" Type="http://schemas.openxmlformats.org/officeDocument/2006/relationships/slide" Target="slides/slide3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4" Type="http://schemas.openxmlformats.org/officeDocument/2006/relationships/slide" Target="slides/slide20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115" Type="http://schemas.openxmlformats.org/officeDocument/2006/relationships/commentAuthors" Target="commentAuthors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105" Type="http://schemas.openxmlformats.org/officeDocument/2006/relationships/slide" Target="slides/slide101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98" Type="http://schemas.openxmlformats.org/officeDocument/2006/relationships/slide" Target="slides/slide94.xml"/><Relationship Id="rId121" Type="http://schemas.microsoft.com/office/2015/10/relationships/revisionInfo" Target="revisionInfo.xml"/><Relationship Id="rId3" Type="http://schemas.openxmlformats.org/officeDocument/2006/relationships/customXml" Target="../customXml/item3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Relationship Id="rId116" Type="http://schemas.openxmlformats.org/officeDocument/2006/relationships/presProps" Target="presProps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106" Type="http://schemas.openxmlformats.org/officeDocument/2006/relationships/slide" Target="slides/slide102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78" Type="http://schemas.openxmlformats.org/officeDocument/2006/relationships/slide" Target="slides/slide74.xml"/><Relationship Id="rId94" Type="http://schemas.openxmlformats.org/officeDocument/2006/relationships/slide" Target="slides/slide90.xml"/><Relationship Id="rId99" Type="http://schemas.openxmlformats.org/officeDocument/2006/relationships/slide" Target="slides/slide95.xml"/><Relationship Id="rId101" Type="http://schemas.openxmlformats.org/officeDocument/2006/relationships/slide" Target="slides/slide97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염지혜(JIHYE YEOM)[jhyeom7]/선임/제조DX.자동보정.자동보정선행개발팀" userId="cc0fc4dc-177a-4640-8408-e6637d07b47f" providerId="ADAL" clId="{5085B124-29D7-4B57-94BD-EA58870AB6A3}"/>
    <pc:docChg chg="custSel modSld">
      <pc:chgData name="염지혜(JIHYE YEOM)[jhyeom7]/선임/제조DX.자동보정.자동보정선행개발팀" userId="cc0fc4dc-177a-4640-8408-e6637d07b47f" providerId="ADAL" clId="{5085B124-29D7-4B57-94BD-EA58870AB6A3}" dt="2025-12-09T06:36:07.889" v="146" actId="207"/>
      <pc:docMkLst>
        <pc:docMk/>
      </pc:docMkLst>
      <pc:sldChg chg="modSp mod">
        <pc:chgData name="염지혜(JIHYE YEOM)[jhyeom7]/선임/제조DX.자동보정.자동보정선행개발팀" userId="cc0fc4dc-177a-4640-8408-e6637d07b47f" providerId="ADAL" clId="{5085B124-29D7-4B57-94BD-EA58870AB6A3}" dt="2025-12-09T06:33:51.713" v="21" actId="20577"/>
        <pc:sldMkLst>
          <pc:docMk/>
          <pc:sldMk cId="625010072" sldId="267"/>
        </pc:sldMkLst>
        <pc:spChg chg="mod">
          <ac:chgData name="염지혜(JIHYE YEOM)[jhyeom7]/선임/제조DX.자동보정.자동보정선행개발팀" userId="cc0fc4dc-177a-4640-8408-e6637d07b47f" providerId="ADAL" clId="{5085B124-29D7-4B57-94BD-EA58870AB6A3}" dt="2025-12-09T06:33:51.713" v="21" actId="20577"/>
          <ac:spMkLst>
            <pc:docMk/>
            <pc:sldMk cId="625010072" sldId="267"/>
            <ac:spMk id="2" creationId="{C63ED2EF-B7C6-FCC0-EB31-59AE6051BC74}"/>
          </ac:spMkLst>
        </pc:spChg>
        <pc:graphicFrameChg chg="modGraphic">
          <ac:chgData name="염지혜(JIHYE YEOM)[jhyeom7]/선임/제조DX.자동보정.자동보정선행개발팀" userId="cc0fc4dc-177a-4640-8408-e6637d07b47f" providerId="ADAL" clId="{5085B124-29D7-4B57-94BD-EA58870AB6A3}" dt="2025-12-09T06:33:48.155" v="19" actId="20577"/>
          <ac:graphicFrameMkLst>
            <pc:docMk/>
            <pc:sldMk cId="625010072" sldId="267"/>
            <ac:graphicFrameMk id="3" creationId="{3E86696F-E35A-4B06-9B46-63A4A6A986C1}"/>
          </ac:graphicFrameMkLst>
        </pc:graphicFrameChg>
        <pc:graphicFrameChg chg="modGraphic">
          <ac:chgData name="염지혜(JIHYE YEOM)[jhyeom7]/선임/제조DX.자동보정.자동보정선행개발팀" userId="cc0fc4dc-177a-4640-8408-e6637d07b47f" providerId="ADAL" clId="{5085B124-29D7-4B57-94BD-EA58870AB6A3}" dt="2025-12-09T06:33:40.175" v="15" actId="20577"/>
          <ac:graphicFrameMkLst>
            <pc:docMk/>
            <pc:sldMk cId="625010072" sldId="267"/>
            <ac:graphicFrameMk id="18" creationId="{4BA4557C-646C-4589-AAD3-2CDCBCEA5E39}"/>
          </ac:graphicFrameMkLst>
        </pc:graphicFrameChg>
      </pc:sldChg>
      <pc:sldChg chg="modSp mod">
        <pc:chgData name="염지혜(JIHYE YEOM)[jhyeom7]/선임/제조DX.자동보정.자동보정선행개발팀" userId="cc0fc4dc-177a-4640-8408-e6637d07b47f" providerId="ADAL" clId="{5085B124-29D7-4B57-94BD-EA58870AB6A3}" dt="2025-12-09T06:33:33.462" v="13" actId="20577"/>
        <pc:sldMkLst>
          <pc:docMk/>
          <pc:sldMk cId="3159414920" sldId="2147483590"/>
        </pc:sldMkLst>
        <pc:spChg chg="mod">
          <ac:chgData name="염지혜(JIHYE YEOM)[jhyeom7]/선임/제조DX.자동보정.자동보정선행개발팀" userId="cc0fc4dc-177a-4640-8408-e6637d07b47f" providerId="ADAL" clId="{5085B124-29D7-4B57-94BD-EA58870AB6A3}" dt="2025-12-09T06:33:21.794" v="5" actId="20577"/>
          <ac:spMkLst>
            <pc:docMk/>
            <pc:sldMk cId="3159414920" sldId="2147483590"/>
            <ac:spMk id="19" creationId="{60528C01-D584-4123-83FB-43C0A95AE421}"/>
          </ac:spMkLst>
        </pc:spChg>
        <pc:graphicFrameChg chg="modGraphic">
          <ac:chgData name="염지혜(JIHYE YEOM)[jhyeom7]/선임/제조DX.자동보정.자동보정선행개발팀" userId="cc0fc4dc-177a-4640-8408-e6637d07b47f" providerId="ADAL" clId="{5085B124-29D7-4B57-94BD-EA58870AB6A3}" dt="2025-12-09T06:33:33.462" v="13" actId="20577"/>
          <ac:graphicFrameMkLst>
            <pc:docMk/>
            <pc:sldMk cId="3159414920" sldId="2147483590"/>
            <ac:graphicFrameMk id="3" creationId="{3E86696F-E35A-4B06-9B46-63A4A6A986C1}"/>
          </ac:graphicFrameMkLst>
        </pc:graphicFrameChg>
        <pc:graphicFrameChg chg="modGraphic">
          <ac:chgData name="염지혜(JIHYE YEOM)[jhyeom7]/선임/제조DX.자동보정.자동보정선행개발팀" userId="cc0fc4dc-177a-4640-8408-e6637d07b47f" providerId="ADAL" clId="{5085B124-29D7-4B57-94BD-EA58870AB6A3}" dt="2025-12-09T06:33:27.138" v="9" actId="20577"/>
          <ac:graphicFrameMkLst>
            <pc:docMk/>
            <pc:sldMk cId="3159414920" sldId="2147483590"/>
            <ac:graphicFrameMk id="18" creationId="{4BA4557C-646C-4589-AAD3-2CDCBCEA5E39}"/>
          </ac:graphicFrameMkLst>
        </pc:graphicFrameChg>
      </pc:sldChg>
    </pc:docChg>
  </pc:docChgLst>
  <pc:docChgLst>
    <pc:chgData name="강호종(HOJONG KANG)[hojong.kang]/책임/제조DX.자동보정.MC자동보정팀" userId="bc22bbe6-6c82-4228-8cf3-ea75f80faae5" providerId="ADAL" clId="{33EFFEB5-26D4-433E-9FD4-915DE67BA673}"/>
    <pc:docChg chg="custSel modSld">
      <pc:chgData name="강호종(HOJONG KANG)[hojong.kang]/책임/제조DX.자동보정.MC자동보정팀" userId="bc22bbe6-6c82-4228-8cf3-ea75f80faae5" providerId="ADAL" clId="{33EFFEB5-26D4-433E-9FD4-915DE67BA673}" dt="2025-12-16T07:28:41.938" v="86" actId="20577"/>
      <pc:docMkLst>
        <pc:docMk/>
      </pc:docMkLst>
      <pc:sldChg chg="modSp mod">
        <pc:chgData name="강호종(HOJONG KANG)[hojong.kang]/책임/제조DX.자동보정.MC자동보정팀" userId="bc22bbe6-6c82-4228-8cf3-ea75f80faae5" providerId="ADAL" clId="{33EFFEB5-26D4-433E-9FD4-915DE67BA673}" dt="2025-12-16T07:28:41.938" v="86" actId="20577"/>
        <pc:sldMkLst>
          <pc:docMk/>
          <pc:sldMk cId="1850138686" sldId="293"/>
        </pc:sldMkLst>
        <pc:spChg chg="mod">
          <ac:chgData name="강호종(HOJONG KANG)[hojong.kang]/책임/제조DX.자동보정.MC자동보정팀" userId="bc22bbe6-6c82-4228-8cf3-ea75f80faae5" providerId="ADAL" clId="{33EFFEB5-26D4-433E-9FD4-915DE67BA673}" dt="2025-12-16T07:28:41.938" v="86" actId="20577"/>
          <ac:spMkLst>
            <pc:docMk/>
            <pc:sldMk cId="1850138686" sldId="293"/>
            <ac:spMk id="11" creationId="{8E301477-ABAE-CFF9-133C-51FA55CFD032}"/>
          </ac:spMkLst>
        </pc:spChg>
        <pc:graphicFrameChg chg="mod modGraphic">
          <ac:chgData name="강호종(HOJONG KANG)[hojong.kang]/책임/제조DX.자동보정.MC자동보정팀" userId="bc22bbe6-6c82-4228-8cf3-ea75f80faae5" providerId="ADAL" clId="{33EFFEB5-26D4-433E-9FD4-915DE67BA673}" dt="2025-12-16T04:13:02.588" v="61"/>
          <ac:graphicFrameMkLst>
            <pc:docMk/>
            <pc:sldMk cId="1850138686" sldId="293"/>
            <ac:graphicFrameMk id="13" creationId="{E5B29A97-F916-9601-F2AB-B7A9070B6CA9}"/>
          </ac:graphicFrameMkLst>
        </pc:graphicFrameChg>
      </pc:sldChg>
      <pc:sldChg chg="modSp mod">
        <pc:chgData name="강호종(HOJONG KANG)[hojong.kang]/책임/제조DX.자동보정.MC자동보정팀" userId="bc22bbe6-6c82-4228-8cf3-ea75f80faae5" providerId="ADAL" clId="{33EFFEB5-26D4-433E-9FD4-915DE67BA673}" dt="2025-12-16T04:13:47.306" v="84" actId="207"/>
        <pc:sldMkLst>
          <pc:docMk/>
          <pc:sldMk cId="3761653059" sldId="2147483638"/>
        </pc:sldMkLst>
        <pc:spChg chg="mod">
          <ac:chgData name="강호종(HOJONG KANG)[hojong.kang]/책임/제조DX.자동보정.MC자동보정팀" userId="bc22bbe6-6c82-4228-8cf3-ea75f80faae5" providerId="ADAL" clId="{33EFFEB5-26D4-433E-9FD4-915DE67BA673}" dt="2025-12-16T04:13:47.306" v="84" actId="207"/>
          <ac:spMkLst>
            <pc:docMk/>
            <pc:sldMk cId="3761653059" sldId="2147483638"/>
            <ac:spMk id="28" creationId="{564B3419-9323-12DE-9223-F5F9F478B06A}"/>
          </ac:spMkLst>
        </pc:spChg>
      </pc:sldChg>
    </pc:docChg>
  </pc:docChgLst>
  <pc:docChgLst>
    <pc:chgData name="최창락(choichanglak)[changlac]/사원/제조지능화.자동보정.로직개발팀" userId="1ed21ad3-e86e-496d-af55-ebad51ff093c" providerId="ADAL" clId="{8077C86B-783F-46D0-8A3C-B9B2A20C4315}"/>
    <pc:docChg chg="custSel modSld">
      <pc:chgData name="최창락(choichanglak)[changlac]/사원/제조지능화.자동보정.로직개발팀" userId="1ed21ad3-e86e-496d-af55-ebad51ff093c" providerId="ADAL" clId="{8077C86B-783F-46D0-8A3C-B9B2A20C4315}" dt="2025-12-02T13:51:19.091" v="311"/>
      <pc:docMkLst>
        <pc:docMk/>
      </pc:docMkLst>
      <pc:sldChg chg="modSp">
        <pc:chgData name="최창락(choichanglak)[changlac]/사원/제조지능화.자동보정.로직개발팀" userId="1ed21ad3-e86e-496d-af55-ebad51ff093c" providerId="ADAL" clId="{8077C86B-783F-46D0-8A3C-B9B2A20C4315}" dt="2025-12-02T13:50:31.357" v="303" actId="20577"/>
        <pc:sldMkLst>
          <pc:docMk/>
          <pc:sldMk cId="2465961435" sldId="291"/>
        </pc:sldMkLst>
        <pc:spChg chg="mod">
          <ac:chgData name="최창락(choichanglak)[changlac]/사원/제조지능화.자동보정.로직개발팀" userId="1ed21ad3-e86e-496d-af55-ebad51ff093c" providerId="ADAL" clId="{8077C86B-783F-46D0-8A3C-B9B2A20C4315}" dt="2025-12-02T13:50:24.736" v="301" actId="20577"/>
          <ac:spMkLst>
            <pc:docMk/>
            <pc:sldMk cId="2465961435" sldId="291"/>
            <ac:spMk id="2" creationId="{84D1CBFA-1804-85F0-4F53-ACA88DCE01D7}"/>
          </ac:spMkLst>
        </pc:spChg>
        <pc:graphicFrameChg chg="modGraphic">
          <ac:chgData name="최창락(choichanglak)[changlac]/사원/제조지능화.자동보정.로직개발팀" userId="1ed21ad3-e86e-496d-af55-ebad51ff093c" providerId="ADAL" clId="{8077C86B-783F-46D0-8A3C-B9B2A20C4315}" dt="2025-12-02T13:50:27.777" v="302" actId="20577"/>
          <ac:graphicFrameMkLst>
            <pc:docMk/>
            <pc:sldMk cId="2465961435" sldId="291"/>
            <ac:graphicFrameMk id="10" creationId="{54EC1127-A89A-4C51-957D-94DC118FA136}"/>
          </ac:graphicFrameMkLst>
        </pc:graphicFrameChg>
        <pc:graphicFrameChg chg="modGraphic">
          <ac:chgData name="최창락(choichanglak)[changlac]/사원/제조지능화.자동보정.로직개발팀" userId="1ed21ad3-e86e-496d-af55-ebad51ff093c" providerId="ADAL" clId="{8077C86B-783F-46D0-8A3C-B9B2A20C4315}" dt="2025-12-02T13:50:31.357" v="303" actId="20577"/>
          <ac:graphicFrameMkLst>
            <pc:docMk/>
            <pc:sldMk cId="2465961435" sldId="291"/>
            <ac:graphicFrameMk id="15" creationId="{56C6C784-9623-D56F-0A63-21AD1243A0C1}"/>
          </ac:graphicFrameMkLst>
        </pc:graphicFrameChg>
      </pc:sldChg>
      <pc:sldChg chg="modSp">
        <pc:chgData name="최창락(choichanglak)[changlac]/사원/제조지능화.자동보정.로직개발팀" userId="1ed21ad3-e86e-496d-af55-ebad51ff093c" providerId="ADAL" clId="{8077C86B-783F-46D0-8A3C-B9B2A20C4315}" dt="2025-12-02T13:49:02.829" v="123"/>
        <pc:sldMkLst>
          <pc:docMk/>
          <pc:sldMk cId="131521753" sldId="302"/>
        </pc:sldMkLst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6" creationId="{5EBC0924-0F54-4FDD-8350-14225E3E9F01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7" creationId="{DC690034-1A83-A003-2F4D-EBC0EE1511D2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1:40.536" v="5" actId="20577"/>
          <ac:spMkLst>
            <pc:docMk/>
            <pc:sldMk cId="131521753" sldId="302"/>
            <ac:spMk id="8" creationId="{07A09189-3112-656C-AD07-D2D881F7CDA1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10" creationId="{75617703-D046-BE21-C696-BC374B84313D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11" creationId="{F9E08380-4763-2164-ED8F-C62956D067F9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9.298" v="1" actId="1076"/>
          <ac:spMkLst>
            <pc:docMk/>
            <pc:sldMk cId="131521753" sldId="302"/>
            <ac:spMk id="12" creationId="{81765855-F18F-CC58-3F49-0936A3AF8F30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13" creationId="{E27B1FB8-A8B4-9CEA-4F8A-97F79AF16E49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14" creationId="{71543734-AC85-5E9B-BA67-60A7008E2A63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15" creationId="{21A9E754-D1AD-D9B8-AC06-8FF6CFBCEDB2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16" creationId="{226A415D-534B-3ED8-3FF9-05F68D1FE388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17" creationId="{875E4154-1A3E-F80C-F378-D14EA3E3F096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18" creationId="{3D4905E6-2F51-9DFF-E9A5-07CA2A4A1AA2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19" creationId="{43A320BC-880A-2B41-F48D-23860D4334FC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20" creationId="{8C561A83-E562-E556-E404-9CBF6A7A37F1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21" creationId="{8B6600AD-953D-5302-A31E-1797282968D9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22" creationId="{83843E63-7253-0D6C-64C2-5E811AA08374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24" creationId="{540A33AA-DC34-DA15-B2AA-686CE66E13BE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27" creationId="{802BC3F8-9A57-D09B-1AE2-783D3C0BE39F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29" creationId="{C9BC9827-5C06-6799-E8B9-4039C79AC251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30" creationId="{264DE824-D140-F383-D06F-F0F36C66BEAB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31" creationId="{2DC14B50-4CC0-4C72-8028-04C936DF639C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32" creationId="{32646B95-3B3E-14F3-B82B-58C9E153AE50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33" creationId="{6EDBDA5D-F12B-01A7-A77F-CFFEA346F466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34" creationId="{6473DA0E-15FB-4888-BE41-996DDC2780E1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35" creationId="{80A45B7F-27E3-E1CE-A1A8-C6194467A071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36" creationId="{DD02C4DB-F189-655D-D725-3AD080D0DB6C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37" creationId="{E40C5142-5C33-467F-A14C-3EEE51DBECB9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46" creationId="{F1584B5C-7ED6-4890-8C02-B3D9F282DED2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47" creationId="{E3243044-0413-4FEF-9E20-56421BC9B79A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48" creationId="{C32DDC3A-0E09-47E6-85D7-401951A71662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49" creationId="{BC6CE38A-6CD1-41B7-BE3B-AF9D6B891732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50" creationId="{FF97F48B-D295-4168-82FE-C1E2510C713A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59" creationId="{AFC1DB5F-F29F-4FAA-B48F-02D7A8B7A6B5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60" creationId="{1925D6A7-78FC-4205-B808-212AC8B07179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61" creationId="{D8950D44-870F-4183-A76D-3E56ACC31DCC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62" creationId="{507EB5A1-E75F-48E2-A420-1FB33B676D5B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63" creationId="{8CD3C312-E9E1-44D8-9A78-CACE4BB6CC2D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64" creationId="{CC6B4D3C-9912-479E-BF33-D7A44BFABE59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65" creationId="{DB4917B6-B879-4936-A4AD-84D96512950B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66" creationId="{F7C78234-98F5-472C-832A-3EA6422F5F26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67" creationId="{85348640-EB22-47AA-A6A7-EE08ECED6E79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68" creationId="{111C9B39-6AB9-41CB-9594-C9679D1772DD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69" creationId="{0826B3E0-5D14-4373-8A50-C02C0BAC1722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71" creationId="{D4F93792-365D-435A-A36E-233F9A380254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72" creationId="{EE306EC5-8BDE-40EF-8CE9-183ED8C8A450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75" creationId="{F0B66ADB-E32E-6CEF-25C3-A17617B3F950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76" creationId="{E8AFCDF9-A3C9-6996-9019-3E69FC5AB66E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86" creationId="{F4F2D894-FF76-D2B6-21AC-65C134E0589A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89" creationId="{770CAD6C-1E85-41CC-8624-4BD691AF7246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92" creationId="{A0B757F6-85F4-4167-A505-6DE9712F85E0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93" creationId="{6F1A2B03-0182-4CED-95C9-E29211079757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94" creationId="{F64DC9A8-9451-4409-8095-D67AD1D07508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95" creationId="{23D5A089-3107-4339-B19B-8705C43F84B2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96" creationId="{944499AD-4D42-47FE-9DB1-F6E377D30021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97" creationId="{44704D10-69EB-4FFE-83D0-879200248C06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98" creationId="{A0222421-C0D1-4ED6-9D4C-76E47353E390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99" creationId="{52D17B5D-0023-467B-A533-D073CE53EFDB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100" creationId="{B8212143-5034-452F-9C8E-5EBF8038E971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101" creationId="{B8FFDA76-2EC1-417F-9AFE-6987C7E05B09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102" creationId="{A30AEF5E-DF0B-4F4B-BFA4-D197A676AAB5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103" creationId="{56A892F2-FB4E-4F74-B882-D8D36E0C9DE1}"/>
          </ac:spMkLst>
        </pc:spChg>
        <pc:s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spMkLst>
            <pc:docMk/>
            <pc:sldMk cId="131521753" sldId="302"/>
            <ac:spMk id="105" creationId="{B637BE37-879C-4952-9271-C21C54C2705A}"/>
          </ac:spMkLst>
        </pc:spChg>
        <pc:gr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grpSpMkLst>
            <pc:docMk/>
            <pc:sldMk cId="131521753" sldId="302"/>
            <ac:grpSpMk id="38" creationId="{87006557-1561-4B06-93E2-6841C3F97876}"/>
          </ac:grpSpMkLst>
        </pc:grpChg>
        <pc:grp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grpSpMkLst>
            <pc:docMk/>
            <pc:sldMk cId="131521753" sldId="302"/>
            <ac:grpSpMk id="51" creationId="{6151C0E9-8273-4CCF-8549-868E9E3E56F4}"/>
          </ac:grpSpMkLst>
        </pc:grpChg>
        <pc:graphicFrameChg chg="modGraphic">
          <ac:chgData name="최창락(choichanglak)[changlac]/사원/제조지능화.자동보정.로직개발팀" userId="1ed21ad3-e86e-496d-af55-ebad51ff093c" providerId="ADAL" clId="{8077C86B-783F-46D0-8A3C-B9B2A20C4315}" dt="2025-12-02T13:21:47.256" v="6" actId="20577"/>
          <ac:graphicFrameMkLst>
            <pc:docMk/>
            <pc:sldMk cId="131521753" sldId="302"/>
            <ac:graphicFrameMk id="4" creationId="{EB5481E2-6FB4-4FB7-EF5D-7D9B040C6E64}"/>
          </ac:graphicFrameMkLst>
        </pc:graphicFrameChg>
        <pc:graphicFrameChg chg="mod modGraphic">
          <ac:chgData name="최창락(choichanglak)[changlac]/사원/제조지능화.자동보정.로직개발팀" userId="1ed21ad3-e86e-496d-af55-ebad51ff093c" providerId="ADAL" clId="{8077C86B-783F-46D0-8A3C-B9B2A20C4315}" dt="2025-12-02T13:49:02.829" v="123"/>
          <ac:graphicFrameMkLst>
            <pc:docMk/>
            <pc:sldMk cId="131521753" sldId="302"/>
            <ac:graphicFrameMk id="5" creationId="{2369CE85-B89B-6E4A-6281-356F875EAE52}"/>
          </ac:graphicFrameMkLst>
        </pc:graphicFrameChg>
        <pc:graphicFrame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graphicFrameMkLst>
            <pc:docMk/>
            <pc:sldMk cId="131521753" sldId="302"/>
            <ac:graphicFrameMk id="70" creationId="{1A3C1495-B443-4507-9798-9DA13CAE16B0}"/>
          </ac:graphicFrameMkLst>
        </pc:graphicFrameChg>
        <pc:cxn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cxnSpMkLst>
            <pc:docMk/>
            <pc:sldMk cId="131521753" sldId="302"/>
            <ac:cxnSpMk id="107" creationId="{D1DCA916-D32F-44C6-A65B-5120E514CCF5}"/>
          </ac:cxnSpMkLst>
        </pc:cxnChg>
        <pc:cxn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cxnSpMkLst>
            <pc:docMk/>
            <pc:sldMk cId="131521753" sldId="302"/>
            <ac:cxnSpMk id="110" creationId="{0B1D5074-8854-4583-87DB-8711BF3A9F07}"/>
          </ac:cxnSpMkLst>
        </pc:cxnChg>
        <pc:cxn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cxnSpMkLst>
            <pc:docMk/>
            <pc:sldMk cId="131521753" sldId="302"/>
            <ac:cxnSpMk id="111" creationId="{E4ED8E92-46A4-4C87-A0F3-B19F521EC0DA}"/>
          </ac:cxnSpMkLst>
        </pc:cxnChg>
        <pc:cxnChg chg="mod">
          <ac:chgData name="최창락(choichanglak)[changlac]/사원/제조지능화.자동보정.로직개발팀" userId="1ed21ad3-e86e-496d-af55-ebad51ff093c" providerId="ADAL" clId="{8077C86B-783F-46D0-8A3C-B9B2A20C4315}" dt="2025-12-02T13:20:33.664" v="0" actId="1076"/>
          <ac:cxnSpMkLst>
            <pc:docMk/>
            <pc:sldMk cId="131521753" sldId="302"/>
            <ac:cxnSpMk id="112" creationId="{34FCA376-7148-4F79-A83E-2D72B4BBF394}"/>
          </ac:cxnSpMkLst>
        </pc:cxnChg>
      </pc:sldChg>
      <pc:sldChg chg="modSp">
        <pc:chgData name="최창락(choichanglak)[changlac]/사원/제조지능화.자동보정.로직개발팀" userId="1ed21ad3-e86e-496d-af55-ebad51ff093c" providerId="ADAL" clId="{8077C86B-783F-46D0-8A3C-B9B2A20C4315}" dt="2025-12-02T13:50:05.625" v="298" actId="20577"/>
        <pc:sldMkLst>
          <pc:docMk/>
          <pc:sldMk cId="2352087536" sldId="305"/>
        </pc:sldMkLst>
        <pc:spChg chg="mod">
          <ac:chgData name="최창락(choichanglak)[changlac]/사원/제조지능화.자동보정.로직개발팀" userId="1ed21ad3-e86e-496d-af55-ebad51ff093c" providerId="ADAL" clId="{8077C86B-783F-46D0-8A3C-B9B2A20C4315}" dt="2025-12-02T13:47:16.419" v="69" actId="20577"/>
          <ac:spMkLst>
            <pc:docMk/>
            <pc:sldMk cId="2352087536" sldId="305"/>
            <ac:spMk id="8" creationId="{07A09189-3112-656C-AD07-D2D881F7CDA1}"/>
          </ac:spMkLst>
        </pc:spChg>
        <pc:graphicFrameChg chg="modGraphic">
          <ac:chgData name="최창락(choichanglak)[changlac]/사원/제조지능화.자동보정.로직개발팀" userId="1ed21ad3-e86e-496d-af55-ebad51ff093c" providerId="ADAL" clId="{8077C86B-783F-46D0-8A3C-B9B2A20C4315}" dt="2025-12-02T13:47:20.215" v="70" actId="20577"/>
          <ac:graphicFrameMkLst>
            <pc:docMk/>
            <pc:sldMk cId="2352087536" sldId="305"/>
            <ac:graphicFrameMk id="4" creationId="{EB5481E2-6FB4-4FB7-EF5D-7D9B040C6E64}"/>
          </ac:graphicFrameMkLst>
        </pc:graphicFrameChg>
        <pc:graphicFrameChg chg="mod modGraphic">
          <ac:chgData name="최창락(choichanglak)[changlac]/사원/제조지능화.자동보정.로직개발팀" userId="1ed21ad3-e86e-496d-af55-ebad51ff093c" providerId="ADAL" clId="{8077C86B-783F-46D0-8A3C-B9B2A20C4315}" dt="2025-12-02T13:50:05.625" v="298" actId="20577"/>
          <ac:graphicFrameMkLst>
            <pc:docMk/>
            <pc:sldMk cId="2352087536" sldId="305"/>
            <ac:graphicFrameMk id="5" creationId="{2369CE85-B89B-6E4A-6281-356F875EAE52}"/>
          </ac:graphicFrameMkLst>
        </pc:graphicFrameChg>
      </pc:sldChg>
      <pc:sldChg chg="modSp">
        <pc:chgData name="최창락(choichanglak)[changlac]/사원/제조지능화.자동보정.로직개발팀" userId="1ed21ad3-e86e-496d-af55-ebad51ff093c" providerId="ADAL" clId="{8077C86B-783F-46D0-8A3C-B9B2A20C4315}" dt="2025-12-02T13:50:45.462" v="309" actId="20577"/>
        <pc:sldMkLst>
          <pc:docMk/>
          <pc:sldMk cId="3612351290" sldId="2147483553"/>
        </pc:sldMkLst>
        <pc:spChg chg="mod">
          <ac:chgData name="최창락(choichanglak)[changlac]/사원/제조지능화.자동보정.로직개발팀" userId="1ed21ad3-e86e-496d-af55-ebad51ff093c" providerId="ADAL" clId="{8077C86B-783F-46D0-8A3C-B9B2A20C4315}" dt="2025-12-02T13:50:45.462" v="309" actId="20577"/>
          <ac:spMkLst>
            <pc:docMk/>
            <pc:sldMk cId="3612351290" sldId="2147483553"/>
            <ac:spMk id="2" creationId="{0695B7AF-560A-5981-4E47-D17686BB8CE5}"/>
          </ac:spMkLst>
        </pc:spChg>
        <pc:graphicFrameChg chg="modGraphic">
          <ac:chgData name="최창락(choichanglak)[changlac]/사원/제조지능화.자동보정.로직개발팀" userId="1ed21ad3-e86e-496d-af55-ebad51ff093c" providerId="ADAL" clId="{8077C86B-783F-46D0-8A3C-B9B2A20C4315}" dt="2025-12-02T13:50:39.885" v="305" actId="20577"/>
          <ac:graphicFrameMkLst>
            <pc:docMk/>
            <pc:sldMk cId="3612351290" sldId="2147483553"/>
            <ac:graphicFrameMk id="10" creationId="{54EC1127-A89A-4C51-957D-94DC118FA136}"/>
          </ac:graphicFrameMkLst>
        </pc:graphicFrameChg>
        <pc:graphicFrameChg chg="modGraphic">
          <ac:chgData name="최창락(choichanglak)[changlac]/사원/제조지능화.자동보정.로직개발팀" userId="1ed21ad3-e86e-496d-af55-ebad51ff093c" providerId="ADAL" clId="{8077C86B-783F-46D0-8A3C-B9B2A20C4315}" dt="2025-12-02T13:50:36.775" v="304" actId="20577"/>
          <ac:graphicFrameMkLst>
            <pc:docMk/>
            <pc:sldMk cId="3612351290" sldId="2147483553"/>
            <ac:graphicFrameMk id="15" creationId="{56C6C784-9623-D56F-0A63-21AD1243A0C1}"/>
          </ac:graphicFrameMkLst>
        </pc:graphicFrameChg>
      </pc:sldChg>
      <pc:sldChg chg="modSp">
        <pc:chgData name="최창락(choichanglak)[changlac]/사원/제조지능화.자동보정.로직개발팀" userId="1ed21ad3-e86e-496d-af55-ebad51ff093c" providerId="ADAL" clId="{8077C86B-783F-46D0-8A3C-B9B2A20C4315}" dt="2025-12-02T13:51:14.561" v="310"/>
        <pc:sldMkLst>
          <pc:docMk/>
          <pc:sldMk cId="2625735704" sldId="2147483628"/>
        </pc:sldMkLst>
        <pc:graphicFrameChg chg="mod">
          <ac:chgData name="최창락(choichanglak)[changlac]/사원/제조지능화.자동보정.로직개발팀" userId="1ed21ad3-e86e-496d-af55-ebad51ff093c" providerId="ADAL" clId="{8077C86B-783F-46D0-8A3C-B9B2A20C4315}" dt="2025-12-02T13:51:14.561" v="310"/>
          <ac:graphicFrameMkLst>
            <pc:docMk/>
            <pc:sldMk cId="2625735704" sldId="2147483628"/>
            <ac:graphicFrameMk id="14" creationId="{F7BF916D-8A9E-4800-92E6-357BE08183D6}"/>
          </ac:graphicFrameMkLst>
        </pc:graphicFrameChg>
      </pc:sldChg>
      <pc:sldChg chg="modSp">
        <pc:chgData name="최창락(choichanglak)[changlac]/사원/제조지능화.자동보정.로직개발팀" userId="1ed21ad3-e86e-496d-af55-ebad51ff093c" providerId="ADAL" clId="{8077C86B-783F-46D0-8A3C-B9B2A20C4315}" dt="2025-12-02T13:51:19.091" v="311"/>
        <pc:sldMkLst>
          <pc:docMk/>
          <pc:sldMk cId="1514616925" sldId="2147483629"/>
        </pc:sldMkLst>
        <pc:graphicFrameChg chg="mod">
          <ac:chgData name="최창락(choichanglak)[changlac]/사원/제조지능화.자동보정.로직개발팀" userId="1ed21ad3-e86e-496d-af55-ebad51ff093c" providerId="ADAL" clId="{8077C86B-783F-46D0-8A3C-B9B2A20C4315}" dt="2025-12-02T13:51:19.091" v="311"/>
          <ac:graphicFrameMkLst>
            <pc:docMk/>
            <pc:sldMk cId="1514616925" sldId="2147483629"/>
            <ac:graphicFrameMk id="14" creationId="{F7BF916D-8A9E-4800-92E6-357BE08183D6}"/>
          </ac:graphicFrameMkLst>
        </pc:graphicFrameChg>
      </pc:sldChg>
    </pc:docChg>
  </pc:docChgLst>
  <pc:docChgLst>
    <pc:chgData name="박상하(SANGHA PARK)[sangha.park]/책임/제조DX.자동보정.RSND자동보정팀" userId="507a07c6-8366-4767-be6e-cc66d4fd9711" providerId="ADAL" clId="{07F8EBC8-13F7-437F-8F2D-DC752CAB9869}"/>
    <pc:docChg chg="undo redo custSel modSld">
      <pc:chgData name="박상하(SANGHA PARK)[sangha.park]/책임/제조DX.자동보정.RSND자동보정팀" userId="507a07c6-8366-4767-be6e-cc66d4fd9711" providerId="ADAL" clId="{07F8EBC8-13F7-437F-8F2D-DC752CAB9869}" dt="2025-12-09T09:08:34.498" v="1491" actId="207"/>
      <pc:docMkLst>
        <pc:docMk/>
      </pc:docMkLst>
      <pc:sldChg chg="modSp mod">
        <pc:chgData name="박상하(SANGHA PARK)[sangha.park]/책임/제조DX.자동보정.RSND자동보정팀" userId="507a07c6-8366-4767-be6e-cc66d4fd9711" providerId="ADAL" clId="{07F8EBC8-13F7-437F-8F2D-DC752CAB9869}" dt="2025-12-09T09:08:34.498" v="1491" actId="207"/>
        <pc:sldMkLst>
          <pc:docMk/>
          <pc:sldMk cId="796425396" sldId="280"/>
        </pc:sldMkLst>
        <pc:spChg chg="mod">
          <ac:chgData name="박상하(SANGHA PARK)[sangha.park]/책임/제조DX.자동보정.RSND자동보정팀" userId="507a07c6-8366-4767-be6e-cc66d4fd9711" providerId="ADAL" clId="{07F8EBC8-13F7-437F-8F2D-DC752CAB9869}" dt="2025-12-09T06:03:13.554" v="1062" actId="20577"/>
          <ac:spMkLst>
            <pc:docMk/>
            <pc:sldMk cId="796425396" sldId="280"/>
            <ac:spMk id="7" creationId="{5FFE56CF-CC3C-4CB8-AE23-4CE66F4223A6}"/>
          </ac:spMkLst>
        </pc:spChg>
        <pc:spChg chg="mod">
          <ac:chgData name="박상하(SANGHA PARK)[sangha.park]/책임/제조DX.자동보정.RSND자동보정팀" userId="507a07c6-8366-4767-be6e-cc66d4fd9711" providerId="ADAL" clId="{07F8EBC8-13F7-437F-8F2D-DC752CAB9869}" dt="2025-12-09T09:08:34.498" v="1491" actId="207"/>
          <ac:spMkLst>
            <pc:docMk/>
            <pc:sldMk cId="796425396" sldId="280"/>
            <ac:spMk id="8" creationId="{3FD84678-0133-40B2-9FFB-B2D70B8D548E}"/>
          </ac:spMkLst>
        </pc:spChg>
      </pc:sldChg>
      <pc:sldChg chg="modSp mod">
        <pc:chgData name="박상하(SANGHA PARK)[sangha.park]/책임/제조DX.자동보정.RSND자동보정팀" userId="507a07c6-8366-4767-be6e-cc66d4fd9711" providerId="ADAL" clId="{07F8EBC8-13F7-437F-8F2D-DC752CAB9869}" dt="2025-12-09T05:39:18.717" v="429" actId="207"/>
        <pc:sldMkLst>
          <pc:docMk/>
          <pc:sldMk cId="236506849" sldId="304"/>
        </pc:sldMkLst>
        <pc:graphicFrameChg chg="modGraphic">
          <ac:chgData name="박상하(SANGHA PARK)[sangha.park]/책임/제조DX.자동보정.RSND자동보정팀" userId="507a07c6-8366-4767-be6e-cc66d4fd9711" providerId="ADAL" clId="{07F8EBC8-13F7-437F-8F2D-DC752CAB9869}" dt="2025-12-09T05:39:18.717" v="429" actId="207"/>
          <ac:graphicFrameMkLst>
            <pc:docMk/>
            <pc:sldMk cId="236506849" sldId="304"/>
            <ac:graphicFrameMk id="7" creationId="{E6C22FD3-C5C8-4206-B495-6884712C8967}"/>
          </ac:graphicFrameMkLst>
        </pc:graphicFrameChg>
      </pc:sldChg>
      <pc:sldChg chg="modSp mod">
        <pc:chgData name="박상하(SANGHA PARK)[sangha.park]/책임/제조DX.자동보정.RSND자동보정팀" userId="507a07c6-8366-4767-be6e-cc66d4fd9711" providerId="ADAL" clId="{07F8EBC8-13F7-437F-8F2D-DC752CAB9869}" dt="2025-12-09T09:04:55.513" v="1225" actId="20577"/>
        <pc:sldMkLst>
          <pc:docMk/>
          <pc:sldMk cId="1740659674" sldId="315"/>
        </pc:sldMkLst>
        <pc:spChg chg="mod">
          <ac:chgData name="박상하(SANGHA PARK)[sangha.park]/책임/제조DX.자동보정.RSND자동보정팀" userId="507a07c6-8366-4767-be6e-cc66d4fd9711" providerId="ADAL" clId="{07F8EBC8-13F7-437F-8F2D-DC752CAB9869}" dt="2025-12-09T09:02:57.217" v="1071" actId="20577"/>
          <ac:spMkLst>
            <pc:docMk/>
            <pc:sldMk cId="1740659674" sldId="315"/>
            <ac:spMk id="5" creationId="{362265A4-66FC-0582-843B-E8CCC901D349}"/>
          </ac:spMkLst>
        </pc:spChg>
        <pc:graphicFrameChg chg="mod modGraphic">
          <ac:chgData name="박상하(SANGHA PARK)[sangha.park]/책임/제조DX.자동보정.RSND자동보정팀" userId="507a07c6-8366-4767-be6e-cc66d4fd9711" providerId="ADAL" clId="{07F8EBC8-13F7-437F-8F2D-DC752CAB9869}" dt="2025-12-09T09:04:55.513" v="1225" actId="20577"/>
          <ac:graphicFrameMkLst>
            <pc:docMk/>
            <pc:sldMk cId="1740659674" sldId="315"/>
            <ac:graphicFrameMk id="16" creationId="{A8AD81CD-0759-8312-B1F9-13B54FD95FDE}"/>
          </ac:graphicFrameMkLst>
        </pc:graphicFrameChg>
      </pc:sldChg>
      <pc:sldChg chg="modSp mod">
        <pc:chgData name="박상하(SANGHA PARK)[sangha.park]/책임/제조DX.자동보정.RSND자동보정팀" userId="507a07c6-8366-4767-be6e-cc66d4fd9711" providerId="ADAL" clId="{07F8EBC8-13F7-437F-8F2D-DC752CAB9869}" dt="2025-12-09T05:41:38.267" v="438" actId="20577"/>
        <pc:sldMkLst>
          <pc:docMk/>
          <pc:sldMk cId="3211266544" sldId="2147481936"/>
        </pc:sldMkLst>
        <pc:spChg chg="mod">
          <ac:chgData name="박상하(SANGHA PARK)[sangha.park]/책임/제조DX.자동보정.RSND자동보정팀" userId="507a07c6-8366-4767-be6e-cc66d4fd9711" providerId="ADAL" clId="{07F8EBC8-13F7-437F-8F2D-DC752CAB9869}" dt="2025-12-09T05:39:02.432" v="426" actId="20577"/>
          <ac:spMkLst>
            <pc:docMk/>
            <pc:sldMk cId="3211266544" sldId="2147481936"/>
            <ac:spMk id="8" creationId="{53FC2A76-41EE-4125-BB0D-9C5F9F46FD99}"/>
          </ac:spMkLst>
        </pc:spChg>
        <pc:graphicFrameChg chg="mod modGraphic">
          <ac:chgData name="박상하(SANGHA PARK)[sangha.park]/책임/제조DX.자동보정.RSND자동보정팀" userId="507a07c6-8366-4767-be6e-cc66d4fd9711" providerId="ADAL" clId="{07F8EBC8-13F7-437F-8F2D-DC752CAB9869}" dt="2025-12-09T05:41:38.267" v="438" actId="20577"/>
          <ac:graphicFrameMkLst>
            <pc:docMk/>
            <pc:sldMk cId="3211266544" sldId="2147481936"/>
            <ac:graphicFrameMk id="13" creationId="{9264D16C-9C91-4D66-A165-E98F03FD5E21}"/>
          </ac:graphicFrameMkLst>
        </pc:graphicFrameChg>
      </pc:sldChg>
      <pc:sldChg chg="modSp mod">
        <pc:chgData name="박상하(SANGHA PARK)[sangha.park]/책임/제조DX.자동보정.RSND자동보정팀" userId="507a07c6-8366-4767-be6e-cc66d4fd9711" providerId="ADAL" clId="{07F8EBC8-13F7-437F-8F2D-DC752CAB9869}" dt="2025-12-09T05:39:47.864" v="434" actId="207"/>
        <pc:sldMkLst>
          <pc:docMk/>
          <pc:sldMk cId="2670422386" sldId="2147481938"/>
        </pc:sldMkLst>
        <pc:graphicFrameChg chg="modGraphic">
          <ac:chgData name="박상하(SANGHA PARK)[sangha.park]/책임/제조DX.자동보정.RSND자동보정팀" userId="507a07c6-8366-4767-be6e-cc66d4fd9711" providerId="ADAL" clId="{07F8EBC8-13F7-437F-8F2D-DC752CAB9869}" dt="2025-12-09T05:39:47.864" v="434" actId="207"/>
          <ac:graphicFrameMkLst>
            <pc:docMk/>
            <pc:sldMk cId="2670422386" sldId="2147481938"/>
            <ac:graphicFrameMk id="13" creationId="{CD9241CA-D098-43FB-9A45-151AAEF5B4CB}"/>
          </ac:graphicFrameMkLst>
        </pc:graphicFrameChg>
      </pc:sldChg>
      <pc:sldChg chg="modSp mod">
        <pc:chgData name="박상하(SANGHA PARK)[sangha.park]/책임/제조DX.자동보정.RSND자동보정팀" userId="507a07c6-8366-4767-be6e-cc66d4fd9711" providerId="ADAL" clId="{07F8EBC8-13F7-437F-8F2D-DC752CAB9869}" dt="2025-12-09T05:47:27.378" v="903" actId="207"/>
        <pc:sldMkLst>
          <pc:docMk/>
          <pc:sldMk cId="938929586" sldId="2147483555"/>
        </pc:sldMkLst>
        <pc:graphicFrameChg chg="mod modGraphic">
          <ac:chgData name="박상하(SANGHA PARK)[sangha.park]/책임/제조DX.자동보정.RSND자동보정팀" userId="507a07c6-8366-4767-be6e-cc66d4fd9711" providerId="ADAL" clId="{07F8EBC8-13F7-437F-8F2D-DC752CAB9869}" dt="2025-12-09T05:47:27.378" v="903" actId="207"/>
          <ac:graphicFrameMkLst>
            <pc:docMk/>
            <pc:sldMk cId="938929586" sldId="2147483555"/>
            <ac:graphicFrameMk id="21" creationId="{698AF8AB-92C6-45AB-A7E1-5FAFA10C41C5}"/>
          </ac:graphicFrameMkLst>
        </pc:graphicFrameChg>
        <pc:picChg chg="mod">
          <ac:chgData name="박상하(SANGHA PARK)[sangha.park]/책임/제조DX.자동보정.RSND자동보정팀" userId="507a07c6-8366-4767-be6e-cc66d4fd9711" providerId="ADAL" clId="{07F8EBC8-13F7-437F-8F2D-DC752CAB9869}" dt="2025-12-09T05:42:35.698" v="513" actId="1036"/>
          <ac:picMkLst>
            <pc:docMk/>
            <pc:sldMk cId="938929586" sldId="2147483555"/>
            <ac:picMk id="10" creationId="{AC6E9A1E-BED5-C75E-F025-5B1A8B9C6064}"/>
          </ac:picMkLst>
        </pc:picChg>
        <pc:picChg chg="mod">
          <ac:chgData name="박상하(SANGHA PARK)[sangha.park]/책임/제조DX.자동보정.RSND자동보정팀" userId="507a07c6-8366-4767-be6e-cc66d4fd9711" providerId="ADAL" clId="{07F8EBC8-13F7-437F-8F2D-DC752CAB9869}" dt="2025-12-09T05:42:35.698" v="513" actId="1036"/>
          <ac:picMkLst>
            <pc:docMk/>
            <pc:sldMk cId="938929586" sldId="2147483555"/>
            <ac:picMk id="11" creationId="{A9310F0C-419A-E62C-05F9-F711AAEFA6D2}"/>
          </ac:picMkLst>
        </pc:picChg>
        <pc:picChg chg="mod">
          <ac:chgData name="박상하(SANGHA PARK)[sangha.park]/책임/제조DX.자동보정.RSND자동보정팀" userId="507a07c6-8366-4767-be6e-cc66d4fd9711" providerId="ADAL" clId="{07F8EBC8-13F7-437F-8F2D-DC752CAB9869}" dt="2025-12-09T05:42:35.698" v="513" actId="1036"/>
          <ac:picMkLst>
            <pc:docMk/>
            <pc:sldMk cId="938929586" sldId="2147483555"/>
            <ac:picMk id="12" creationId="{5CEAAE65-99C6-4B37-AA75-2912F3FC99FF}"/>
          </ac:picMkLst>
        </pc:picChg>
      </pc:sldChg>
      <pc:sldChg chg="modSp mod">
        <pc:chgData name="박상하(SANGHA PARK)[sangha.park]/책임/제조DX.자동보정.RSND자동보정팀" userId="507a07c6-8366-4767-be6e-cc66d4fd9711" providerId="ADAL" clId="{07F8EBC8-13F7-437F-8F2D-DC752CAB9869}" dt="2025-12-09T05:42:18.339" v="502" actId="20577"/>
        <pc:sldMkLst>
          <pc:docMk/>
          <pc:sldMk cId="2628521279" sldId="2147483556"/>
        </pc:sldMkLst>
        <pc:graphicFrameChg chg="mod modGraphic">
          <ac:chgData name="박상하(SANGHA PARK)[sangha.park]/책임/제조DX.자동보정.RSND자동보정팀" userId="507a07c6-8366-4767-be6e-cc66d4fd9711" providerId="ADAL" clId="{07F8EBC8-13F7-437F-8F2D-DC752CAB9869}" dt="2025-12-09T05:42:18.339" v="502" actId="20577"/>
          <ac:graphicFrameMkLst>
            <pc:docMk/>
            <pc:sldMk cId="2628521279" sldId="2147483556"/>
            <ac:graphicFrameMk id="21" creationId="{698AF8AB-92C6-45AB-A7E1-5FAFA10C41C5}"/>
          </ac:graphicFrameMkLst>
        </pc:graphicFrameChg>
      </pc:sldChg>
    </pc:docChg>
  </pc:docChgLst>
  <pc:docChgLst>
    <pc:chgData name="성연욱(YEONUK SEONG)[ynk_seong]/책임/제조DX.자동보정.조립자동보정팀" userId="eb9793e5-3a20-40c8-9b24-fa4dc89e30c1" providerId="ADAL" clId="{39FBCE23-669A-432A-A5E5-206E6CAD069D}"/>
    <pc:docChg chg="undo custSel modSld">
      <pc:chgData name="성연욱(YEONUK SEONG)[ynk_seong]/책임/제조DX.자동보정.조립자동보정팀" userId="eb9793e5-3a20-40c8-9b24-fa4dc89e30c1" providerId="ADAL" clId="{39FBCE23-669A-432A-A5E5-206E6CAD069D}" dt="2025-12-10T04:48:37.953" v="542" actId="20577"/>
      <pc:docMkLst>
        <pc:docMk/>
      </pc:docMkLst>
      <pc:sldChg chg="modSp mod">
        <pc:chgData name="성연욱(YEONUK SEONG)[ynk_seong]/책임/제조DX.자동보정.조립자동보정팀" userId="eb9793e5-3a20-40c8-9b24-fa4dc89e30c1" providerId="ADAL" clId="{39FBCE23-669A-432A-A5E5-206E6CAD069D}" dt="2025-12-10T04:48:37.953" v="542" actId="20577"/>
        <pc:sldMkLst>
          <pc:docMk/>
          <pc:sldMk cId="3390719611" sldId="283"/>
        </pc:sldMkLst>
        <pc:graphicFrameChg chg="mod modGraphic">
          <ac:chgData name="성연욱(YEONUK SEONG)[ynk_seong]/책임/제조DX.자동보정.조립자동보정팀" userId="eb9793e5-3a20-40c8-9b24-fa4dc89e30c1" providerId="ADAL" clId="{39FBCE23-669A-432A-A5E5-206E6CAD069D}" dt="2025-12-10T04:48:37.953" v="542" actId="20577"/>
          <ac:graphicFrameMkLst>
            <pc:docMk/>
            <pc:sldMk cId="3390719611" sldId="283"/>
            <ac:graphicFrameMk id="9" creationId="{6E3DE1AF-98C0-1DAE-A5F1-AF6F8C5E0456}"/>
          </ac:graphicFrameMkLst>
        </pc:graphicFrameChg>
      </pc:sldChg>
      <pc:sldChg chg="modSp mod">
        <pc:chgData name="성연욱(YEONUK SEONG)[ynk_seong]/책임/제조DX.자동보정.조립자동보정팀" userId="eb9793e5-3a20-40c8-9b24-fa4dc89e30c1" providerId="ADAL" clId="{39FBCE23-669A-432A-A5E5-206E6CAD069D}" dt="2025-12-10T04:48:05.833" v="533" actId="14100"/>
        <pc:sldMkLst>
          <pc:docMk/>
          <pc:sldMk cId="2197512071" sldId="2147481880"/>
        </pc:sldMkLst>
        <pc:spChg chg="mod">
          <ac:chgData name="성연욱(YEONUK SEONG)[ynk_seong]/책임/제조DX.자동보정.조립자동보정팀" userId="eb9793e5-3a20-40c8-9b24-fa4dc89e30c1" providerId="ADAL" clId="{39FBCE23-669A-432A-A5E5-206E6CAD069D}" dt="2025-12-10T04:47:43.674" v="531" actId="207"/>
          <ac:spMkLst>
            <pc:docMk/>
            <pc:sldMk cId="2197512071" sldId="2147481880"/>
            <ac:spMk id="2" creationId="{1ACB4113-449D-35E0-8A77-8F4328365A93}"/>
          </ac:spMkLst>
        </pc:spChg>
        <pc:spChg chg="mod">
          <ac:chgData name="성연욱(YEONUK SEONG)[ynk_seong]/책임/제조DX.자동보정.조립자동보정팀" userId="eb9793e5-3a20-40c8-9b24-fa4dc89e30c1" providerId="ADAL" clId="{39FBCE23-669A-432A-A5E5-206E6CAD069D}" dt="2025-12-10T04:45:45.315" v="395" actId="20577"/>
          <ac:spMkLst>
            <pc:docMk/>
            <pc:sldMk cId="2197512071" sldId="2147481880"/>
            <ac:spMk id="4" creationId="{178883BF-37DD-26E8-D2BD-63F77F9C6355}"/>
          </ac:spMkLst>
        </pc:spChg>
        <pc:spChg chg="mod">
          <ac:chgData name="성연욱(YEONUK SEONG)[ynk_seong]/책임/제조DX.자동보정.조립자동보정팀" userId="eb9793e5-3a20-40c8-9b24-fa4dc89e30c1" providerId="ADAL" clId="{39FBCE23-669A-432A-A5E5-206E6CAD069D}" dt="2025-12-10T04:46:32.223" v="459" actId="1035"/>
          <ac:spMkLst>
            <pc:docMk/>
            <pc:sldMk cId="2197512071" sldId="2147481880"/>
            <ac:spMk id="16" creationId="{2C6AA1F3-1855-4BF3-BAAB-338048D2994F}"/>
          </ac:spMkLst>
        </pc:spChg>
        <pc:spChg chg="mod">
          <ac:chgData name="성연욱(YEONUK SEONG)[ynk_seong]/책임/제조DX.자동보정.조립자동보정팀" userId="eb9793e5-3a20-40c8-9b24-fa4dc89e30c1" providerId="ADAL" clId="{39FBCE23-669A-432A-A5E5-206E6CAD069D}" dt="2025-12-10T04:48:05.833" v="533" actId="14100"/>
          <ac:spMkLst>
            <pc:docMk/>
            <pc:sldMk cId="2197512071" sldId="2147481880"/>
            <ac:spMk id="22" creationId="{B9DE3FAA-6979-48A7-8D73-201FBFA8D91F}"/>
          </ac:spMkLst>
        </pc:spChg>
        <pc:spChg chg="mod">
          <ac:chgData name="성연욱(YEONUK SEONG)[ynk_seong]/책임/제조DX.자동보정.조립자동보정팀" userId="eb9793e5-3a20-40c8-9b24-fa4dc89e30c1" providerId="ADAL" clId="{39FBCE23-669A-432A-A5E5-206E6CAD069D}" dt="2025-12-10T04:41:16.412" v="128" actId="20577"/>
          <ac:spMkLst>
            <pc:docMk/>
            <pc:sldMk cId="2197512071" sldId="2147481880"/>
            <ac:spMk id="42" creationId="{51BF0D86-1DF9-4CDD-9ADF-D9D78254A144}"/>
          </ac:spMkLst>
        </pc:spChg>
        <pc:grpChg chg="mod">
          <ac:chgData name="성연욱(YEONUK SEONG)[ynk_seong]/책임/제조DX.자동보정.조립자동보정팀" userId="eb9793e5-3a20-40c8-9b24-fa4dc89e30c1" providerId="ADAL" clId="{39FBCE23-669A-432A-A5E5-206E6CAD069D}" dt="2025-12-10T04:46:32.223" v="459" actId="1035"/>
          <ac:grpSpMkLst>
            <pc:docMk/>
            <pc:sldMk cId="2197512071" sldId="2147481880"/>
            <ac:grpSpMk id="5" creationId="{3B7A9847-0BAA-4640-9E34-A866A51B22E9}"/>
          </ac:grpSpMkLst>
        </pc:grpChg>
        <pc:graphicFrameChg chg="mod modGraphic">
          <ac:chgData name="성연욱(YEONUK SEONG)[ynk_seong]/책임/제조DX.자동보정.조립자동보정팀" userId="eb9793e5-3a20-40c8-9b24-fa4dc89e30c1" providerId="ADAL" clId="{39FBCE23-669A-432A-A5E5-206E6CAD069D}" dt="2025-12-10T04:46:32.223" v="459" actId="1035"/>
          <ac:graphicFrameMkLst>
            <pc:docMk/>
            <pc:sldMk cId="2197512071" sldId="2147481880"/>
            <ac:graphicFrameMk id="7" creationId="{4F64C6C7-96A2-4F2A-9A7E-7FEF8ED76143}"/>
          </ac:graphicFrameMkLst>
        </pc:graphicFrameChg>
      </pc:sldChg>
    </pc:docChg>
  </pc:docChgLst>
  <pc:docChgLst>
    <pc:chgData name="임형찬(HYEONG CHAN LIM)[ils0201]/선임/제조DX.자동보정.조립자동보정팀" userId="S::ils0201@lgensol.com::a5fc29a0-7bf6-4271-9ae5-792bccdcacb0" providerId="AD" clId="Web-{1B2694E0-1DFB-BE60-3E57-BFA5CA38C481}"/>
    <pc:docChg chg="modSld">
      <pc:chgData name="임형찬(HYEONG CHAN LIM)[ils0201]/선임/제조DX.자동보정.조립자동보정팀" userId="S::ils0201@lgensol.com::a5fc29a0-7bf6-4271-9ae5-792bccdcacb0" providerId="AD" clId="Web-{1B2694E0-1DFB-BE60-3E57-BFA5CA38C481}" dt="2025-11-18T02:47:09.648" v="208" actId="20577"/>
      <pc:docMkLst>
        <pc:docMk/>
      </pc:docMkLst>
      <pc:sldChg chg="modSp">
        <pc:chgData name="임형찬(HYEONG CHAN LIM)[ils0201]/선임/제조DX.자동보정.조립자동보정팀" userId="S::ils0201@lgensol.com::a5fc29a0-7bf6-4271-9ae5-792bccdcacb0" providerId="AD" clId="Web-{1B2694E0-1DFB-BE60-3E57-BFA5CA38C481}" dt="2025-11-18T02:42:05.064" v="97" actId="20577"/>
        <pc:sldMkLst>
          <pc:docMk/>
          <pc:sldMk cId="3442612884" sldId="266"/>
        </pc:sldMkLst>
        <pc:spChg chg="mod">
          <ac:chgData name="임형찬(HYEONG CHAN LIM)[ils0201]/선임/제조DX.자동보정.조립자동보정팀" userId="S::ils0201@lgensol.com::a5fc29a0-7bf6-4271-9ae5-792bccdcacb0" providerId="AD" clId="Web-{1B2694E0-1DFB-BE60-3E57-BFA5CA38C481}" dt="2025-11-18T02:42:05.064" v="97" actId="20577"/>
          <ac:spMkLst>
            <pc:docMk/>
            <pc:sldMk cId="3442612884" sldId="266"/>
            <ac:spMk id="6" creationId="{49712B95-677A-9B08-7D3C-497B9A4943F7}"/>
          </ac:spMkLst>
        </pc:spChg>
      </pc:sldChg>
      <pc:sldChg chg="modSp">
        <pc:chgData name="임형찬(HYEONG CHAN LIM)[ils0201]/선임/제조DX.자동보정.조립자동보정팀" userId="S::ils0201@lgensol.com::a5fc29a0-7bf6-4271-9ae5-792bccdcacb0" providerId="AD" clId="Web-{1B2694E0-1DFB-BE60-3E57-BFA5CA38C481}" dt="2025-11-18T02:42:37.829" v="105" actId="20577"/>
        <pc:sldMkLst>
          <pc:docMk/>
          <pc:sldMk cId="2162312557" sldId="271"/>
        </pc:sldMkLst>
        <pc:spChg chg="mod">
          <ac:chgData name="임형찬(HYEONG CHAN LIM)[ils0201]/선임/제조DX.자동보정.조립자동보정팀" userId="S::ils0201@lgensol.com::a5fc29a0-7bf6-4271-9ae5-792bccdcacb0" providerId="AD" clId="Web-{1B2694E0-1DFB-BE60-3E57-BFA5CA38C481}" dt="2025-11-18T02:32:21.010" v="49" actId="20577"/>
          <ac:spMkLst>
            <pc:docMk/>
            <pc:sldMk cId="2162312557" sldId="271"/>
            <ac:spMk id="7" creationId="{987FCC41-6A76-EB4C-B244-9D0E391690FA}"/>
          </ac:spMkLst>
        </pc:spChg>
        <pc:spChg chg="mod">
          <ac:chgData name="임형찬(HYEONG CHAN LIM)[ils0201]/선임/제조DX.자동보정.조립자동보정팀" userId="S::ils0201@lgensol.com::a5fc29a0-7bf6-4271-9ae5-792bccdcacb0" providerId="AD" clId="Web-{1B2694E0-1DFB-BE60-3E57-BFA5CA38C481}" dt="2025-11-18T02:42:37.829" v="105" actId="20577"/>
          <ac:spMkLst>
            <pc:docMk/>
            <pc:sldMk cId="2162312557" sldId="271"/>
            <ac:spMk id="8" creationId="{60CF452A-A31F-602F-BF61-605869B3975D}"/>
          </ac:spMkLst>
        </pc:spChg>
        <pc:graphicFrameChg chg="mod modGraphic">
          <ac:chgData name="임형찬(HYEONG CHAN LIM)[ils0201]/선임/제조DX.자동보정.조립자동보정팀" userId="S::ils0201@lgensol.com::a5fc29a0-7bf6-4271-9ae5-792bccdcacb0" providerId="AD" clId="Web-{1B2694E0-1DFB-BE60-3E57-BFA5CA38C481}" dt="2025-11-18T02:36:51.906" v="73"/>
          <ac:graphicFrameMkLst>
            <pc:docMk/>
            <pc:sldMk cId="2162312557" sldId="271"/>
            <ac:graphicFrameMk id="3" creationId="{3E86696F-E35A-4B06-9B46-63A4A6A986C1}"/>
          </ac:graphicFrameMkLst>
        </pc:graphicFrameChg>
        <pc:graphicFrameChg chg="mod modGraphic">
          <ac:chgData name="임형찬(HYEONG CHAN LIM)[ils0201]/선임/제조DX.자동보정.조립자동보정팀" userId="S::ils0201@lgensol.com::a5fc29a0-7bf6-4271-9ae5-792bccdcacb0" providerId="AD" clId="Web-{1B2694E0-1DFB-BE60-3E57-BFA5CA38C481}" dt="2025-11-18T02:31:02.585" v="31"/>
          <ac:graphicFrameMkLst>
            <pc:docMk/>
            <pc:sldMk cId="2162312557" sldId="271"/>
            <ac:graphicFrameMk id="14" creationId="{F7BF916D-8A9E-4800-92E6-357BE08183D6}"/>
          </ac:graphicFrameMkLst>
        </pc:graphicFrameChg>
      </pc:sldChg>
      <pc:sldChg chg="modSp">
        <pc:chgData name="임형찬(HYEONG CHAN LIM)[ils0201]/선임/제조DX.자동보정.조립자동보정팀" userId="S::ils0201@lgensol.com::a5fc29a0-7bf6-4271-9ae5-792bccdcacb0" providerId="AD" clId="Web-{1B2694E0-1DFB-BE60-3E57-BFA5CA38C481}" dt="2025-11-18T02:42:52.579" v="107" actId="20577"/>
        <pc:sldMkLst>
          <pc:docMk/>
          <pc:sldMk cId="581361013" sldId="276"/>
        </pc:sldMkLst>
        <pc:spChg chg="mod">
          <ac:chgData name="임형찬(HYEONG CHAN LIM)[ils0201]/선임/제조DX.자동보정.조립자동보정팀" userId="S::ils0201@lgensol.com::a5fc29a0-7bf6-4271-9ae5-792bccdcacb0" providerId="AD" clId="Web-{1B2694E0-1DFB-BE60-3E57-BFA5CA38C481}" dt="2025-11-18T02:32:42.963" v="51" actId="20577"/>
          <ac:spMkLst>
            <pc:docMk/>
            <pc:sldMk cId="581361013" sldId="276"/>
            <ac:spMk id="7" creationId="{987FCC41-6A76-EB4C-B244-9D0E391690FA}"/>
          </ac:spMkLst>
        </pc:spChg>
        <pc:spChg chg="mod">
          <ac:chgData name="임형찬(HYEONG CHAN LIM)[ils0201]/선임/제조DX.자동보정.조립자동보정팀" userId="S::ils0201@lgensol.com::a5fc29a0-7bf6-4271-9ae5-792bccdcacb0" providerId="AD" clId="Web-{1B2694E0-1DFB-BE60-3E57-BFA5CA38C481}" dt="2025-11-18T02:42:52.579" v="107" actId="20577"/>
          <ac:spMkLst>
            <pc:docMk/>
            <pc:sldMk cId="581361013" sldId="276"/>
            <ac:spMk id="8" creationId="{60CF452A-A31F-602F-BF61-605869B3975D}"/>
          </ac:spMkLst>
        </pc:spChg>
        <pc:graphicFrameChg chg="mod modGraphic">
          <ac:chgData name="임형찬(HYEONG CHAN LIM)[ils0201]/선임/제조DX.자동보정.조립자동보정팀" userId="S::ils0201@lgensol.com::a5fc29a0-7bf6-4271-9ae5-792bccdcacb0" providerId="AD" clId="Web-{1B2694E0-1DFB-BE60-3E57-BFA5CA38C481}" dt="2025-11-18T02:37:06.563" v="75"/>
          <ac:graphicFrameMkLst>
            <pc:docMk/>
            <pc:sldMk cId="581361013" sldId="276"/>
            <ac:graphicFrameMk id="3" creationId="{3E86696F-E35A-4B06-9B46-63A4A6A986C1}"/>
          </ac:graphicFrameMkLst>
        </pc:graphicFrameChg>
        <pc:graphicFrameChg chg="mod modGraphic">
          <ac:chgData name="임형찬(HYEONG CHAN LIM)[ils0201]/선임/제조DX.자동보정.조립자동보정팀" userId="S::ils0201@lgensol.com::a5fc29a0-7bf6-4271-9ae5-792bccdcacb0" providerId="AD" clId="Web-{1B2694E0-1DFB-BE60-3E57-BFA5CA38C481}" dt="2025-11-18T02:31:19.476" v="33"/>
          <ac:graphicFrameMkLst>
            <pc:docMk/>
            <pc:sldMk cId="581361013" sldId="276"/>
            <ac:graphicFrameMk id="14" creationId="{F7BF916D-8A9E-4800-92E6-357BE08183D6}"/>
          </ac:graphicFrameMkLst>
        </pc:graphicFrameChg>
      </pc:sldChg>
      <pc:sldChg chg="modSp">
        <pc:chgData name="임형찬(HYEONG CHAN LIM)[ils0201]/선임/제조DX.자동보정.조립자동보정팀" userId="S::ils0201@lgensol.com::a5fc29a0-7bf6-4271-9ae5-792bccdcacb0" providerId="AD" clId="Web-{1B2694E0-1DFB-BE60-3E57-BFA5CA38C481}" dt="2025-11-18T02:46:05.329" v="140"/>
        <pc:sldMkLst>
          <pc:docMk/>
          <pc:sldMk cId="2967565303" sldId="294"/>
        </pc:sldMkLst>
        <pc:spChg chg="mod">
          <ac:chgData name="임형찬(HYEONG CHAN LIM)[ils0201]/선임/제조DX.자동보정.조립자동보정팀" userId="S::ils0201@lgensol.com::a5fc29a0-7bf6-4271-9ae5-792bccdcacb0" providerId="AD" clId="Web-{1B2694E0-1DFB-BE60-3E57-BFA5CA38C481}" dt="2025-11-18T02:44:36.282" v="114" actId="20577"/>
          <ac:spMkLst>
            <pc:docMk/>
            <pc:sldMk cId="2967565303" sldId="294"/>
            <ac:spMk id="13" creationId="{B2BCB7C6-7FF2-4166-82A2-E3FE4B0B4E2A}"/>
          </ac:spMkLst>
        </pc:spChg>
        <pc:spChg chg="mod">
          <ac:chgData name="임형찬(HYEONG CHAN LIM)[ils0201]/선임/제조DX.자동보정.조립자동보정팀" userId="S::ils0201@lgensol.com::a5fc29a0-7bf6-4271-9ae5-792bccdcacb0" providerId="AD" clId="Web-{1B2694E0-1DFB-BE60-3E57-BFA5CA38C481}" dt="2025-11-18T02:44:35.563" v="113" actId="20577"/>
          <ac:spMkLst>
            <pc:docMk/>
            <pc:sldMk cId="2967565303" sldId="294"/>
            <ac:spMk id="147" creationId="{FDBFD616-77D7-4EB3-AD68-7E51C76D14DB}"/>
          </ac:spMkLst>
        </pc:spChg>
        <pc:graphicFrameChg chg="mod modGraphic">
          <ac:chgData name="임형찬(HYEONG CHAN LIM)[ils0201]/선임/제조DX.자동보정.조립자동보정팀" userId="S::ils0201@lgensol.com::a5fc29a0-7bf6-4271-9ae5-792bccdcacb0" providerId="AD" clId="Web-{1B2694E0-1DFB-BE60-3E57-BFA5CA38C481}" dt="2025-11-18T02:46:05.329" v="140"/>
          <ac:graphicFrameMkLst>
            <pc:docMk/>
            <pc:sldMk cId="2967565303" sldId="294"/>
            <ac:graphicFrameMk id="12" creationId="{E4591B7C-FD24-4C94-B784-24331C2373E4}"/>
          </ac:graphicFrameMkLst>
        </pc:graphicFrameChg>
      </pc:sldChg>
      <pc:sldChg chg="modSp">
        <pc:chgData name="임형찬(HYEONG CHAN LIM)[ils0201]/선임/제조DX.자동보정.조립자동보정팀" userId="S::ils0201@lgensol.com::a5fc29a0-7bf6-4271-9ae5-792bccdcacb0" providerId="AD" clId="Web-{1B2694E0-1DFB-BE60-3E57-BFA5CA38C481}" dt="2025-11-18T02:47:09.648" v="208" actId="20577"/>
        <pc:sldMkLst>
          <pc:docMk/>
          <pc:sldMk cId="1790242576" sldId="296"/>
        </pc:sldMkLst>
        <pc:spChg chg="mod">
          <ac:chgData name="임형찬(HYEONG CHAN LIM)[ils0201]/선임/제조DX.자동보정.조립자동보정팀" userId="S::ils0201@lgensol.com::a5fc29a0-7bf6-4271-9ae5-792bccdcacb0" providerId="AD" clId="Web-{1B2694E0-1DFB-BE60-3E57-BFA5CA38C481}" dt="2025-11-18T02:47:09.648" v="208" actId="20577"/>
          <ac:spMkLst>
            <pc:docMk/>
            <pc:sldMk cId="1790242576" sldId="296"/>
            <ac:spMk id="14" creationId="{013AF43B-D3C4-4C28-85D3-FB6E596A3BC5}"/>
          </ac:spMkLst>
        </pc:spChg>
        <pc:graphicFrameChg chg="mod modGraphic">
          <ac:chgData name="임형찬(HYEONG CHAN LIM)[ils0201]/선임/제조DX.자동보정.조립자동보정팀" userId="S::ils0201@lgensol.com::a5fc29a0-7bf6-4271-9ae5-792bccdcacb0" providerId="AD" clId="Web-{1B2694E0-1DFB-BE60-3E57-BFA5CA38C481}" dt="2025-11-18T02:46:20.486" v="154"/>
          <ac:graphicFrameMkLst>
            <pc:docMk/>
            <pc:sldMk cId="1790242576" sldId="296"/>
            <ac:graphicFrameMk id="12" creationId="{E4591B7C-FD24-4C94-B784-24331C2373E4}"/>
          </ac:graphicFrameMkLst>
        </pc:graphicFrameChg>
      </pc:sldChg>
      <pc:sldChg chg="modSp">
        <pc:chgData name="임형찬(HYEONG CHAN LIM)[ils0201]/선임/제조DX.자동보정.조립자동보정팀" userId="S::ils0201@lgensol.com::a5fc29a0-7bf6-4271-9ae5-792bccdcacb0" providerId="AD" clId="Web-{1B2694E0-1DFB-BE60-3E57-BFA5CA38C481}" dt="2025-11-18T02:46:46.365" v="174" actId="20577"/>
        <pc:sldMkLst>
          <pc:docMk/>
          <pc:sldMk cId="627465572" sldId="298"/>
        </pc:sldMkLst>
        <pc:spChg chg="mod">
          <ac:chgData name="임형찬(HYEONG CHAN LIM)[ils0201]/선임/제조DX.자동보정.조립자동보정팀" userId="S::ils0201@lgensol.com::a5fc29a0-7bf6-4271-9ae5-792bccdcacb0" providerId="AD" clId="Web-{1B2694E0-1DFB-BE60-3E57-BFA5CA38C481}" dt="2025-11-18T02:46:46.365" v="174" actId="20577"/>
          <ac:spMkLst>
            <pc:docMk/>
            <pc:sldMk cId="627465572" sldId="298"/>
            <ac:spMk id="14" creationId="{013AF43B-D3C4-4C28-85D3-FB6E596A3BC5}"/>
          </ac:spMkLst>
        </pc:spChg>
        <pc:graphicFrameChg chg="mod modGraphic">
          <ac:chgData name="임형찬(HYEONG CHAN LIM)[ils0201]/선임/제조DX.자동보정.조립자동보정팀" userId="S::ils0201@lgensol.com::a5fc29a0-7bf6-4271-9ae5-792bccdcacb0" providerId="AD" clId="Web-{1B2694E0-1DFB-BE60-3E57-BFA5CA38C481}" dt="2025-11-18T02:46:35.223" v="164"/>
          <ac:graphicFrameMkLst>
            <pc:docMk/>
            <pc:sldMk cId="627465572" sldId="298"/>
            <ac:graphicFrameMk id="12" creationId="{E4591B7C-FD24-4C94-B784-24331C2373E4}"/>
          </ac:graphicFrameMkLst>
        </pc:graphicFrameChg>
      </pc:sldChg>
      <pc:sldChg chg="modSp">
        <pc:chgData name="임형찬(HYEONG CHAN LIM)[ils0201]/선임/제조DX.자동보정.조립자동보정팀" userId="S::ils0201@lgensol.com::a5fc29a0-7bf6-4271-9ae5-792bccdcacb0" providerId="AD" clId="Web-{1B2694E0-1DFB-BE60-3E57-BFA5CA38C481}" dt="2025-11-18T02:42:28.438" v="103" actId="20577"/>
        <pc:sldMkLst>
          <pc:docMk/>
          <pc:sldMk cId="1989204422" sldId="312"/>
        </pc:sldMkLst>
        <pc:spChg chg="mod">
          <ac:chgData name="임형찬(HYEONG CHAN LIM)[ils0201]/선임/제조DX.자동보정.조립자동보정팀" userId="S::ils0201@lgensol.com::a5fc29a0-7bf6-4271-9ae5-792bccdcacb0" providerId="AD" clId="Web-{1B2694E0-1DFB-BE60-3E57-BFA5CA38C481}" dt="2025-11-18T02:42:28.438" v="103" actId="20577"/>
          <ac:spMkLst>
            <pc:docMk/>
            <pc:sldMk cId="1989204422" sldId="312"/>
            <ac:spMk id="6" creationId="{81B01801-D860-B669-70FE-881285D4355C}"/>
          </ac:spMkLst>
        </pc:spChg>
      </pc:sldChg>
      <pc:sldChg chg="modSp">
        <pc:chgData name="임형찬(HYEONG CHAN LIM)[ils0201]/선임/제조DX.자동보정.조립자동보정팀" userId="S::ils0201@lgensol.com::a5fc29a0-7bf6-4271-9ae5-792bccdcacb0" providerId="AD" clId="Web-{1B2694E0-1DFB-BE60-3E57-BFA5CA38C481}" dt="2025-11-18T02:23:07.985" v="7" actId="20577"/>
        <pc:sldMkLst>
          <pc:docMk/>
          <pc:sldMk cId="2197512071" sldId="2147481880"/>
        </pc:sldMkLst>
        <pc:spChg chg="mod">
          <ac:chgData name="임형찬(HYEONG CHAN LIM)[ils0201]/선임/제조DX.자동보정.조립자동보정팀" userId="S::ils0201@lgensol.com::a5fc29a0-7bf6-4271-9ae5-792bccdcacb0" providerId="AD" clId="Web-{1B2694E0-1DFB-BE60-3E57-BFA5CA38C481}" dt="2025-11-18T02:23:07.985" v="7" actId="20577"/>
          <ac:spMkLst>
            <pc:docMk/>
            <pc:sldMk cId="2197512071" sldId="2147481880"/>
            <ac:spMk id="42" creationId="{51BF0D86-1DF9-4CDD-9ADF-D9D78254A144}"/>
          </ac:spMkLst>
        </pc:spChg>
      </pc:sldChg>
      <pc:sldChg chg="modSp">
        <pc:chgData name="임형찬(HYEONG CHAN LIM)[ils0201]/선임/제조DX.자동보정.조립자동보정팀" userId="S::ils0201@lgensol.com::a5fc29a0-7bf6-4271-9ae5-792bccdcacb0" providerId="AD" clId="Web-{1B2694E0-1DFB-BE60-3E57-BFA5CA38C481}" dt="2025-11-18T02:23:15.985" v="11" actId="20577"/>
        <pc:sldMkLst>
          <pc:docMk/>
          <pc:sldMk cId="3023140332" sldId="2147481924"/>
        </pc:sldMkLst>
        <pc:spChg chg="mod">
          <ac:chgData name="임형찬(HYEONG CHAN LIM)[ils0201]/선임/제조DX.자동보정.조립자동보정팀" userId="S::ils0201@lgensol.com::a5fc29a0-7bf6-4271-9ae5-792bccdcacb0" providerId="AD" clId="Web-{1B2694E0-1DFB-BE60-3E57-BFA5CA38C481}" dt="2025-11-18T02:23:15.985" v="11" actId="20577"/>
          <ac:spMkLst>
            <pc:docMk/>
            <pc:sldMk cId="3023140332" sldId="2147481924"/>
            <ac:spMk id="20" creationId="{4D624FED-7016-411F-B716-6B26AD4A3BC3}"/>
          </ac:spMkLst>
        </pc:spChg>
        <pc:spChg chg="mod">
          <ac:chgData name="임형찬(HYEONG CHAN LIM)[ils0201]/선임/제조DX.자동보정.조립자동보정팀" userId="S::ils0201@lgensol.com::a5fc29a0-7bf6-4271-9ae5-792bccdcacb0" providerId="AD" clId="Web-{1B2694E0-1DFB-BE60-3E57-BFA5CA38C481}" dt="2025-11-18T02:22:07.235" v="1" actId="20577"/>
          <ac:spMkLst>
            <pc:docMk/>
            <pc:sldMk cId="3023140332" sldId="2147481924"/>
            <ac:spMk id="25" creationId="{A6ACE88A-A1AB-461F-AEE3-1464873574DC}"/>
          </ac:spMkLst>
        </pc:spChg>
      </pc:sldChg>
      <pc:sldChg chg="modSp">
        <pc:chgData name="임형찬(HYEONG CHAN LIM)[ils0201]/선임/제조DX.자동보정.조립자동보정팀" userId="S::ils0201@lgensol.com::a5fc29a0-7bf6-4271-9ae5-792bccdcacb0" providerId="AD" clId="Web-{1B2694E0-1DFB-BE60-3E57-BFA5CA38C481}" dt="2025-11-18T02:41:28.548" v="91" actId="20577"/>
        <pc:sldMkLst>
          <pc:docMk/>
          <pc:sldMk cId="1781785319" sldId="2147481926"/>
        </pc:sldMkLst>
        <pc:spChg chg="mod">
          <ac:chgData name="임형찬(HYEONG CHAN LIM)[ils0201]/선임/제조DX.자동보정.조립자동보정팀" userId="S::ils0201@lgensol.com::a5fc29a0-7bf6-4271-9ae5-792bccdcacb0" providerId="AD" clId="Web-{1B2694E0-1DFB-BE60-3E57-BFA5CA38C481}" dt="2025-11-18T02:41:28.548" v="91" actId="20577"/>
          <ac:spMkLst>
            <pc:docMk/>
            <pc:sldMk cId="1781785319" sldId="2147481926"/>
            <ac:spMk id="9" creationId="{640C4A06-A942-55A7-D79E-00A711AB6DD7}"/>
          </ac:spMkLst>
        </pc:spChg>
      </pc:sldChg>
      <pc:sldChg chg="modSp">
        <pc:chgData name="임형찬(HYEONG CHAN LIM)[ils0201]/선임/제조DX.자동보정.조립자동보정팀" userId="S::ils0201@lgensol.com::a5fc29a0-7bf6-4271-9ae5-792bccdcacb0" providerId="AD" clId="Web-{1B2694E0-1DFB-BE60-3E57-BFA5CA38C481}" dt="2025-11-18T02:41:08.470" v="89" actId="20577"/>
        <pc:sldMkLst>
          <pc:docMk/>
          <pc:sldMk cId="177098289" sldId="2147481996"/>
        </pc:sldMkLst>
        <pc:spChg chg="mod">
          <ac:chgData name="임형찬(HYEONG CHAN LIM)[ils0201]/선임/제조DX.자동보정.조립자동보정팀" userId="S::ils0201@lgensol.com::a5fc29a0-7bf6-4271-9ae5-792bccdcacb0" providerId="AD" clId="Web-{1B2694E0-1DFB-BE60-3E57-BFA5CA38C481}" dt="2025-11-18T02:23:36.657" v="15" actId="20577"/>
          <ac:spMkLst>
            <pc:docMk/>
            <pc:sldMk cId="177098289" sldId="2147481996"/>
            <ac:spMk id="2" creationId="{4BC5104A-80BF-E474-F21A-B2B2939F9382}"/>
          </ac:spMkLst>
        </pc:spChg>
        <pc:spChg chg="mod">
          <ac:chgData name="임형찬(HYEONG CHAN LIM)[ils0201]/선임/제조DX.자동보정.조립자동보정팀" userId="S::ils0201@lgensol.com::a5fc29a0-7bf6-4271-9ae5-792bccdcacb0" providerId="AD" clId="Web-{1B2694E0-1DFB-BE60-3E57-BFA5CA38C481}" dt="2025-11-18T02:41:08.470" v="89" actId="20577"/>
          <ac:spMkLst>
            <pc:docMk/>
            <pc:sldMk cId="177098289" sldId="2147481996"/>
            <ac:spMk id="3" creationId="{CA68DF9D-3E74-16BF-BD3F-EDAC6BF16784}"/>
          </ac:spMkLst>
        </pc:spChg>
        <pc:spChg chg="mod">
          <ac:chgData name="임형찬(HYEONG CHAN LIM)[ils0201]/선임/제조DX.자동보정.조립자동보정팀" userId="S::ils0201@lgensol.com::a5fc29a0-7bf6-4271-9ae5-792bccdcacb0" providerId="AD" clId="Web-{1B2694E0-1DFB-BE60-3E57-BFA5CA38C481}" dt="2025-11-18T02:22:28.891" v="3" actId="20577"/>
          <ac:spMkLst>
            <pc:docMk/>
            <pc:sldMk cId="177098289" sldId="2147481996"/>
            <ac:spMk id="45" creationId="{CE63F292-B2EE-4FCA-F201-82C9D71BB8F8}"/>
          </ac:spMkLst>
        </pc:spChg>
      </pc:sldChg>
      <pc:sldChg chg="modSp">
        <pc:chgData name="임형찬(HYEONG CHAN LIM)[ils0201]/선임/제조DX.자동보정.조립자동보정팀" userId="S::ils0201@lgensol.com::a5fc29a0-7bf6-4271-9ae5-792bccdcacb0" providerId="AD" clId="Web-{1B2694E0-1DFB-BE60-3E57-BFA5CA38C481}" dt="2025-11-18T02:39:21.685" v="85"/>
        <pc:sldMkLst>
          <pc:docMk/>
          <pc:sldMk cId="1661639708" sldId="2147482034"/>
        </pc:sldMkLst>
        <pc:spChg chg="mod">
          <ac:chgData name="임형찬(HYEONG CHAN LIM)[ils0201]/선임/제조DX.자동보정.조립자동보정팀" userId="S::ils0201@lgensol.com::a5fc29a0-7bf6-4271-9ae5-792bccdcacb0" providerId="AD" clId="Web-{1B2694E0-1DFB-BE60-3E57-BFA5CA38C481}" dt="2025-11-18T02:35:20.187" v="66" actId="20577"/>
          <ac:spMkLst>
            <pc:docMk/>
            <pc:sldMk cId="1661639708" sldId="2147482034"/>
            <ac:spMk id="17" creationId="{53BD2C0A-5A07-4ADD-8F3B-76031B186FF8}"/>
          </ac:spMkLst>
        </pc:spChg>
        <pc:graphicFrameChg chg="mod modGraphic">
          <ac:chgData name="임형찬(HYEONG CHAN LIM)[ils0201]/선임/제조DX.자동보정.조립자동보정팀" userId="S::ils0201@lgensol.com::a5fc29a0-7bf6-4271-9ae5-792bccdcacb0" providerId="AD" clId="Web-{1B2694E0-1DFB-BE60-3E57-BFA5CA38C481}" dt="2025-11-18T02:39:21.685" v="85"/>
          <ac:graphicFrameMkLst>
            <pc:docMk/>
            <pc:sldMk cId="1661639708" sldId="2147482034"/>
            <ac:graphicFrameMk id="13" creationId="{749EDA29-3892-4D6C-B422-D508526099A4}"/>
          </ac:graphicFrameMkLst>
        </pc:graphicFrameChg>
      </pc:sldChg>
    </pc:docChg>
  </pc:docChgLst>
  <pc:docChgLst>
    <pc:chgData name="성연욱(YEONUK SEONG)[ynk_seong]/책임/제조DX.자동보정.조립자동보정팀" userId="e35e28c9-df85-49eb-a4f7-8264f1c4e040" providerId="ADAL" clId="{89FDC667-9474-40BB-B471-4D54804C4823}"/>
    <pc:docChg chg="undo custSel addSld delSld modSld modSection">
      <pc:chgData name="성연욱(YEONUK SEONG)[ynk_seong]/책임/제조DX.자동보정.조립자동보정팀" userId="e35e28c9-df85-49eb-a4f7-8264f1c4e040" providerId="ADAL" clId="{89FDC667-9474-40BB-B471-4D54804C4823}" dt="2025-11-18T08:09:18.914" v="1630" actId="478"/>
      <pc:docMkLst>
        <pc:docMk/>
      </pc:docMkLst>
      <pc:sldChg chg="addSp delSp modSp">
        <pc:chgData name="성연욱(YEONUK SEONG)[ynk_seong]/책임/제조DX.자동보정.조립자동보정팀" userId="e35e28c9-df85-49eb-a4f7-8264f1c4e040" providerId="ADAL" clId="{89FDC667-9474-40BB-B471-4D54804C4823}" dt="2025-11-18T08:09:18.914" v="1630" actId="478"/>
        <pc:sldMkLst>
          <pc:docMk/>
          <pc:sldMk cId="3390719611" sldId="283"/>
        </pc:sldMkLst>
        <pc:spChg chg="mod">
          <ac:chgData name="성연욱(YEONUK SEONG)[ynk_seong]/책임/제조DX.자동보정.조립자동보정팀" userId="e35e28c9-df85-49eb-a4f7-8264f1c4e040" providerId="ADAL" clId="{89FDC667-9474-40BB-B471-4D54804C4823}" dt="2025-11-18T00:44:58.598" v="1029" actId="20577"/>
          <ac:spMkLst>
            <pc:docMk/>
            <pc:sldMk cId="3390719611" sldId="283"/>
            <ac:spMk id="11" creationId="{039DCAA6-8194-72DD-79B6-20151011D799}"/>
          </ac:spMkLst>
        </pc:spChg>
        <pc:spChg chg="mod">
          <ac:chgData name="성연욱(YEONUK SEONG)[ynk_seong]/책임/제조DX.자동보정.조립자동보정팀" userId="e35e28c9-df85-49eb-a4f7-8264f1c4e040" providerId="ADAL" clId="{89FDC667-9474-40BB-B471-4D54804C4823}" dt="2025-11-18T00:04:59.897" v="585" actId="1076"/>
          <ac:spMkLst>
            <pc:docMk/>
            <pc:sldMk cId="3390719611" sldId="283"/>
            <ac:spMk id="48" creationId="{B37AAD3B-3C8E-4C45-AAC1-1E342DFF1167}"/>
          </ac:spMkLst>
        </pc:spChg>
        <pc:graphicFrameChg chg="modGraphic">
          <ac:chgData name="성연욱(YEONUK SEONG)[ynk_seong]/책임/제조DX.자동보정.조립자동보정팀" userId="e35e28c9-df85-49eb-a4f7-8264f1c4e040" providerId="ADAL" clId="{89FDC667-9474-40BB-B471-4D54804C4823}" dt="2025-11-18T00:46:20.068" v="1056" actId="20577"/>
          <ac:graphicFrameMkLst>
            <pc:docMk/>
            <pc:sldMk cId="3390719611" sldId="283"/>
            <ac:graphicFrameMk id="3" creationId="{CCB8AE76-AB5D-CEAA-BCF7-5B514F34E44A}"/>
          </ac:graphicFrameMkLst>
        </pc:graphicFrameChg>
        <pc:graphicFrameChg chg="mod modGraphic">
          <ac:chgData name="성연욱(YEONUK SEONG)[ynk_seong]/책임/제조DX.자동보정.조립자동보정팀" userId="e35e28c9-df85-49eb-a4f7-8264f1c4e040" providerId="ADAL" clId="{89FDC667-9474-40BB-B471-4D54804C4823}" dt="2025-11-18T08:09:15.848" v="1629" actId="6549"/>
          <ac:graphicFrameMkLst>
            <pc:docMk/>
            <pc:sldMk cId="3390719611" sldId="283"/>
            <ac:graphicFrameMk id="9" creationId="{6E3DE1AF-98C0-1DAE-A5F1-AF6F8C5E0456}"/>
          </ac:graphicFrameMkLst>
        </pc:graphicFrameChg>
      </pc:sldChg>
      <pc:sldChg chg="modSp">
        <pc:chgData name="성연욱(YEONUK SEONG)[ynk_seong]/책임/제조DX.자동보정.조립자동보정팀" userId="e35e28c9-df85-49eb-a4f7-8264f1c4e040" providerId="ADAL" clId="{89FDC667-9474-40BB-B471-4D54804C4823}" dt="2025-11-18T00:48:49.435" v="1151" actId="207"/>
        <pc:sldMkLst>
          <pc:docMk/>
          <pc:sldMk cId="2197512071" sldId="2147481880"/>
        </pc:sldMkLst>
        <pc:spChg chg="mod">
          <ac:chgData name="성연욱(YEONUK SEONG)[ynk_seong]/책임/제조DX.자동보정.조립자동보정팀" userId="e35e28c9-df85-49eb-a4f7-8264f1c4e040" providerId="ADAL" clId="{89FDC667-9474-40BB-B471-4D54804C4823}" dt="2025-11-17T23:53:07.527" v="524" actId="6549"/>
          <ac:spMkLst>
            <pc:docMk/>
            <pc:sldMk cId="2197512071" sldId="2147481880"/>
            <ac:spMk id="2" creationId="{1ACB4113-449D-35E0-8A77-8F4328365A93}"/>
          </ac:spMkLst>
        </pc:spChg>
        <pc:spChg chg="mod">
          <ac:chgData name="성연욱(YEONUK SEONG)[ynk_seong]/책임/제조DX.자동보정.조립자동보정팀" userId="e35e28c9-df85-49eb-a4f7-8264f1c4e040" providerId="ADAL" clId="{89FDC667-9474-40BB-B471-4D54804C4823}" dt="2025-11-17T23:51:55.464" v="478" actId="20577"/>
          <ac:spMkLst>
            <pc:docMk/>
            <pc:sldMk cId="2197512071" sldId="2147481880"/>
            <ac:spMk id="4" creationId="{178883BF-37DD-26E8-D2BD-63F77F9C6355}"/>
          </ac:spMkLst>
        </pc:spChg>
        <pc:spChg chg="mod">
          <ac:chgData name="성연욱(YEONUK SEONG)[ynk_seong]/책임/제조DX.자동보정.조립자동보정팀" userId="e35e28c9-df85-49eb-a4f7-8264f1c4e040" providerId="ADAL" clId="{89FDC667-9474-40BB-B471-4D54804C4823}" dt="2025-11-17T23:52:01.668" v="479" actId="20577"/>
          <ac:spMkLst>
            <pc:docMk/>
            <pc:sldMk cId="2197512071" sldId="2147481880"/>
            <ac:spMk id="42" creationId="{51BF0D86-1DF9-4CDD-9ADF-D9D78254A144}"/>
          </ac:spMkLst>
        </pc:spChg>
        <pc:graphicFrameChg chg="mod modGraphic">
          <ac:chgData name="성연욱(YEONUK SEONG)[ynk_seong]/책임/제조DX.자동보정.조립자동보정팀" userId="e35e28c9-df85-49eb-a4f7-8264f1c4e040" providerId="ADAL" clId="{89FDC667-9474-40BB-B471-4D54804C4823}" dt="2025-11-18T00:48:49.435" v="1151" actId="207"/>
          <ac:graphicFrameMkLst>
            <pc:docMk/>
            <pc:sldMk cId="2197512071" sldId="2147481880"/>
            <ac:graphicFrameMk id="7" creationId="{4F64C6C7-96A2-4F2A-9A7E-7FEF8ED76143}"/>
          </ac:graphicFrameMkLst>
        </pc:graphicFrameChg>
      </pc:sldChg>
    </pc:docChg>
  </pc:docChgLst>
  <pc:docChgLst>
    <pc:chgData name="심은찬(EUNCHAN SIM)[sec1021]/선임/제조DX.자동보정.조립자동보정팀" userId="S::sec1021@lgensol.com::9090956e-ab5b-49d1-9c87-2078b7755aae" providerId="AD" clId="Web-{24A217BD-1B67-257E-C36B-EEAA5C9D3929}"/>
    <pc:docChg chg="modSld">
      <pc:chgData name="심은찬(EUNCHAN SIM)[sec1021]/선임/제조DX.자동보정.조립자동보정팀" userId="S::sec1021@lgensol.com::9090956e-ab5b-49d1-9c87-2078b7755aae" providerId="AD" clId="Web-{24A217BD-1B67-257E-C36B-EEAA5C9D3929}" dt="2025-11-18T09:17:43.069" v="389"/>
      <pc:docMkLst>
        <pc:docMk/>
      </pc:docMkLst>
      <pc:sldChg chg="modSp">
        <pc:chgData name="심은찬(EUNCHAN SIM)[sec1021]/선임/제조DX.자동보정.조립자동보정팀" userId="S::sec1021@lgensol.com::9090956e-ab5b-49d1-9c87-2078b7755aae" providerId="AD" clId="Web-{24A217BD-1B67-257E-C36B-EEAA5C9D3929}" dt="2025-11-18T09:17:43.069" v="389"/>
        <pc:sldMkLst>
          <pc:docMk/>
          <pc:sldMk cId="3005009049" sldId="284"/>
        </pc:sldMkLst>
        <pc:graphicFrameChg chg="mod modGraphic">
          <ac:chgData name="심은찬(EUNCHAN SIM)[sec1021]/선임/제조DX.자동보정.조립자동보정팀" userId="S::sec1021@lgensol.com::9090956e-ab5b-49d1-9c87-2078b7755aae" providerId="AD" clId="Web-{24A217BD-1B67-257E-C36B-EEAA5C9D3929}" dt="2025-11-18T09:17:43.069" v="389"/>
          <ac:graphicFrameMkLst>
            <pc:docMk/>
            <pc:sldMk cId="3005009049" sldId="284"/>
            <ac:graphicFrameMk id="9" creationId="{459FC5F3-1FD5-01E7-B1BA-B39813120590}"/>
          </ac:graphicFrameMkLst>
        </pc:graphicFrameChg>
      </pc:sldChg>
    </pc:docChg>
  </pc:docChgLst>
  <pc:docChgLst>
    <pc:chgData name="조동현(DONGHYUN CHO)[donghyun.cho]/사원/제조DX.자동보정.자동보정선행개발팀" userId="S::donghyun.cho@lgensol.com::4048f0f4-eb5f-46e7-a9ba-3ca26743ffb3" providerId="AD" clId="Web-{DC2C4FE0-C168-9A2F-27B5-199BE2BEBB16}"/>
    <pc:docChg chg="modSld">
      <pc:chgData name="조동현(DONGHYUN CHO)[donghyun.cho]/사원/제조DX.자동보정.자동보정선행개발팀" userId="S::donghyun.cho@lgensol.com::4048f0f4-eb5f-46e7-a9ba-3ca26743ffb3" providerId="AD" clId="Web-{DC2C4FE0-C168-9A2F-27B5-199BE2BEBB16}" dt="2025-12-03T01:44:20.223" v="789" actId="20577"/>
      <pc:docMkLst>
        <pc:docMk/>
      </pc:docMkLst>
      <pc:sldChg chg="modSp">
        <pc:chgData name="조동현(DONGHYUN CHO)[donghyun.cho]/사원/제조DX.자동보정.자동보정선행개발팀" userId="S::donghyun.cho@lgensol.com::4048f0f4-eb5f-46e7-a9ba-3ca26743ffb3" providerId="AD" clId="Web-{DC2C4FE0-C168-9A2F-27B5-199BE2BEBB16}" dt="2025-12-03T01:44:20.223" v="789" actId="20577"/>
        <pc:sldMkLst>
          <pc:docMk/>
          <pc:sldMk cId="1260814657" sldId="2147481905"/>
        </pc:sldMkLst>
        <pc:spChg chg="mod">
          <ac:chgData name="조동현(DONGHYUN CHO)[donghyun.cho]/사원/제조DX.자동보정.자동보정선행개발팀" userId="S::donghyun.cho@lgensol.com::4048f0f4-eb5f-46e7-a9ba-3ca26743ffb3" providerId="AD" clId="Web-{DC2C4FE0-C168-9A2F-27B5-199BE2BEBB16}" dt="2025-12-03T01:44:20.223" v="789" actId="20577"/>
          <ac:spMkLst>
            <pc:docMk/>
            <pc:sldMk cId="1260814657" sldId="2147481905"/>
            <ac:spMk id="19" creationId="{6D33EF45-A043-472E-B0C7-E818C118347C}"/>
          </ac:spMkLst>
        </pc:spChg>
        <pc:graphicFrameChg chg="mod modGraphic">
          <ac:chgData name="조동현(DONGHYUN CHO)[donghyun.cho]/사원/제조DX.자동보정.자동보정선행개발팀" userId="S::donghyun.cho@lgensol.com::4048f0f4-eb5f-46e7-a9ba-3ca26743ffb3" providerId="AD" clId="Web-{DC2C4FE0-C168-9A2F-27B5-199BE2BEBB16}" dt="2025-12-03T01:44:08.692" v="785"/>
          <ac:graphicFrameMkLst>
            <pc:docMk/>
            <pc:sldMk cId="1260814657" sldId="2147481905"/>
            <ac:graphicFrameMk id="13" creationId="{7FC8BFA7-9C72-4368-BAA5-09BA3B1A2B9F}"/>
          </ac:graphicFrameMkLst>
        </pc:graphicFrameChg>
      </pc:sldChg>
      <pc:sldChg chg="modSp">
        <pc:chgData name="조동현(DONGHYUN CHO)[donghyun.cho]/사원/제조DX.자동보정.자동보정선행개발팀" userId="S::donghyun.cho@lgensol.com::4048f0f4-eb5f-46e7-a9ba-3ca26743ffb3" providerId="AD" clId="Web-{DC2C4FE0-C168-9A2F-27B5-199BE2BEBB16}" dt="2025-12-03T01:43:31.988" v="781"/>
        <pc:sldMkLst>
          <pc:docMk/>
          <pc:sldMk cId="3535331620" sldId="2147483550"/>
        </pc:sldMkLst>
        <pc:spChg chg="mod">
          <ac:chgData name="조동현(DONGHYUN CHO)[donghyun.cho]/사원/제조DX.자동보정.자동보정선행개발팀" userId="S::donghyun.cho@lgensol.com::4048f0f4-eb5f-46e7-a9ba-3ca26743ffb3" providerId="AD" clId="Web-{DC2C4FE0-C168-9A2F-27B5-199BE2BEBB16}" dt="2025-12-03T01:36:31.044" v="539" actId="20577"/>
          <ac:spMkLst>
            <pc:docMk/>
            <pc:sldMk cId="3535331620" sldId="2147483550"/>
            <ac:spMk id="19" creationId="{60528C01-D584-4123-83FB-43C0A95AE421}"/>
          </ac:spMkLst>
        </pc:spChg>
        <pc:graphicFrameChg chg="mod modGraphic">
          <ac:chgData name="조동현(DONGHYUN CHO)[donghyun.cho]/사원/제조DX.자동보정.자동보정선행개발팀" userId="S::donghyun.cho@lgensol.com::4048f0f4-eb5f-46e7-a9ba-3ca26743ffb3" providerId="AD" clId="Web-{DC2C4FE0-C168-9A2F-27B5-199BE2BEBB16}" dt="2025-12-03T01:34:34.930" v="525"/>
          <ac:graphicFrameMkLst>
            <pc:docMk/>
            <pc:sldMk cId="3535331620" sldId="2147483550"/>
            <ac:graphicFrameMk id="3" creationId="{3E86696F-E35A-4B06-9B46-63A4A6A986C1}"/>
          </ac:graphicFrameMkLst>
        </pc:graphicFrameChg>
        <pc:graphicFrameChg chg="mod modGraphic">
          <ac:chgData name="조동현(DONGHYUN CHO)[donghyun.cho]/사원/제조DX.자동보정.자동보정선행개발팀" userId="S::donghyun.cho@lgensol.com::4048f0f4-eb5f-46e7-a9ba-3ca26743ffb3" providerId="AD" clId="Web-{DC2C4FE0-C168-9A2F-27B5-199BE2BEBB16}" dt="2025-12-03T01:43:31.988" v="781"/>
          <ac:graphicFrameMkLst>
            <pc:docMk/>
            <pc:sldMk cId="3535331620" sldId="2147483550"/>
            <ac:graphicFrameMk id="18" creationId="{4BA4557C-646C-4589-AAD3-2CDCBCEA5E39}"/>
          </ac:graphicFrameMkLst>
        </pc:graphicFrameChg>
        <pc:picChg chg="mod">
          <ac:chgData name="조동현(DONGHYUN CHO)[donghyun.cho]/사원/제조DX.자동보정.자동보정선행개발팀" userId="S::donghyun.cho@lgensol.com::4048f0f4-eb5f-46e7-a9ba-3ca26743ffb3" providerId="AD" clId="Web-{DC2C4FE0-C168-9A2F-27B5-199BE2BEBB16}" dt="2025-12-03T01:09:00.818" v="258" actId="1076"/>
          <ac:picMkLst>
            <pc:docMk/>
            <pc:sldMk cId="3535331620" sldId="2147483550"/>
            <ac:picMk id="32" creationId="{3E9BAF4E-C671-C1E4-99B6-C31112E133AC}"/>
          </ac:picMkLst>
        </pc:picChg>
      </pc:sldChg>
    </pc:docChg>
  </pc:docChgLst>
  <pc:docChgLst>
    <pc:chgData name="강호종(HOJONG KANG)[hojong.kang]/책임/제조DX.자동보정.MC자동보정팀" userId="bc22bbe6-6c82-4228-8cf3-ea75f80faae5" providerId="ADAL" clId="{41D759A1-1228-49C9-9BD6-FFF77DB3CBC1}"/>
    <pc:docChg chg="custSel modSld">
      <pc:chgData name="강호종(HOJONG KANG)[hojong.kang]/책임/제조DX.자동보정.MC자동보정팀" userId="bc22bbe6-6c82-4228-8cf3-ea75f80faae5" providerId="ADAL" clId="{41D759A1-1228-49C9-9BD6-FFF77DB3CBC1}" dt="2025-12-09T01:58:42.599" v="13" actId="207"/>
      <pc:docMkLst>
        <pc:docMk/>
      </pc:docMkLst>
      <pc:sldChg chg="modSp mod">
        <pc:chgData name="강호종(HOJONG KANG)[hojong.kang]/책임/제조DX.자동보정.MC자동보정팀" userId="bc22bbe6-6c82-4228-8cf3-ea75f80faae5" providerId="ADAL" clId="{41D759A1-1228-49C9-9BD6-FFF77DB3CBC1}" dt="2025-12-09T01:58:42.599" v="13" actId="207"/>
        <pc:sldMkLst>
          <pc:docMk/>
          <pc:sldMk cId="1850138686" sldId="293"/>
        </pc:sldMkLst>
        <pc:spChg chg="mod">
          <ac:chgData name="강호종(HOJONG KANG)[hojong.kang]/책임/제조DX.자동보정.MC자동보정팀" userId="bc22bbe6-6c82-4228-8cf3-ea75f80faae5" providerId="ADAL" clId="{41D759A1-1228-49C9-9BD6-FFF77DB3CBC1}" dt="2025-12-09T01:58:01.865" v="5" actId="20577"/>
          <ac:spMkLst>
            <pc:docMk/>
            <pc:sldMk cId="1850138686" sldId="293"/>
            <ac:spMk id="11" creationId="{8E301477-ABAE-CFF9-133C-51FA55CFD032}"/>
          </ac:spMkLst>
        </pc:spChg>
        <pc:graphicFrameChg chg="modGraphic">
          <ac:chgData name="강호종(HOJONG KANG)[hojong.kang]/책임/제조DX.자동보정.MC자동보정팀" userId="bc22bbe6-6c82-4228-8cf3-ea75f80faae5" providerId="ADAL" clId="{41D759A1-1228-49C9-9BD6-FFF77DB3CBC1}" dt="2025-12-09T01:58:42.599" v="13" actId="207"/>
          <ac:graphicFrameMkLst>
            <pc:docMk/>
            <pc:sldMk cId="1850138686" sldId="293"/>
            <ac:graphicFrameMk id="13" creationId="{E5B29A97-F916-9601-F2AB-B7A9070B6CA9}"/>
          </ac:graphicFrameMkLst>
        </pc:graphicFrameChg>
      </pc:sldChg>
    </pc:docChg>
  </pc:docChgLst>
  <pc:docChgLst>
    <pc:chgData name="박준오(JUNO PARK)[jopark]/책임/제조DX.자동보정.조립자동보정팀" userId="dfbd9ddd-59b5-454f-bd02-e0d22258a3f0" providerId="ADAL" clId="{29F372D1-E04E-40AA-AF14-426589841D88}"/>
    <pc:docChg chg="custSel modSld">
      <pc:chgData name="박준오(JUNO PARK)[jopark]/책임/제조DX.자동보정.조립자동보정팀" userId="dfbd9ddd-59b5-454f-bd02-e0d22258a3f0" providerId="ADAL" clId="{29F372D1-E04E-40AA-AF14-426589841D88}" dt="2025-11-18T08:29:10.467" v="5"/>
      <pc:docMkLst>
        <pc:docMk/>
      </pc:docMkLst>
      <pc:sldChg chg="addSp delSp">
        <pc:chgData name="박준오(JUNO PARK)[jopark]/책임/제조DX.자동보정.조립자동보정팀" userId="dfbd9ddd-59b5-454f-bd02-e0d22258a3f0" providerId="ADAL" clId="{29F372D1-E04E-40AA-AF14-426589841D88}" dt="2025-11-18T08:29:10.467" v="5"/>
        <pc:sldMkLst>
          <pc:docMk/>
          <pc:sldMk cId="3806794940" sldId="2147481896"/>
        </pc:sldMkLst>
        <pc:spChg chg="add">
          <ac:chgData name="박준오(JUNO PARK)[jopark]/책임/제조DX.자동보정.조립자동보정팀" userId="dfbd9ddd-59b5-454f-bd02-e0d22258a3f0" providerId="ADAL" clId="{29F372D1-E04E-40AA-AF14-426589841D88}" dt="2025-11-18T08:29:10.467" v="5"/>
          <ac:spMkLst>
            <pc:docMk/>
            <pc:sldMk cId="3806794940" sldId="2147481896"/>
            <ac:spMk id="21" creationId="{DAF7EAF6-6B27-4003-A330-1EB91BE77B96}"/>
          </ac:spMkLst>
        </pc:spChg>
        <pc:spChg chg="add">
          <ac:chgData name="박준오(JUNO PARK)[jopark]/책임/제조DX.자동보정.조립자동보정팀" userId="dfbd9ddd-59b5-454f-bd02-e0d22258a3f0" providerId="ADAL" clId="{29F372D1-E04E-40AA-AF14-426589841D88}" dt="2025-11-18T08:29:10.467" v="5"/>
          <ac:spMkLst>
            <pc:docMk/>
            <pc:sldMk cId="3806794940" sldId="2147481896"/>
            <ac:spMk id="23" creationId="{6D984AD0-E192-40C8-83F8-373E0C44F19B}"/>
          </ac:spMkLst>
        </pc:spChg>
        <pc:spChg chg="add">
          <ac:chgData name="박준오(JUNO PARK)[jopark]/책임/제조DX.자동보정.조립자동보정팀" userId="dfbd9ddd-59b5-454f-bd02-e0d22258a3f0" providerId="ADAL" clId="{29F372D1-E04E-40AA-AF14-426589841D88}" dt="2025-11-18T08:29:10.467" v="5"/>
          <ac:spMkLst>
            <pc:docMk/>
            <pc:sldMk cId="3806794940" sldId="2147481896"/>
            <ac:spMk id="26" creationId="{8BA0FECA-4BC7-4016-A5AE-0F85FBF50749}"/>
          </ac:spMkLst>
        </pc:spChg>
        <pc:spChg chg="add">
          <ac:chgData name="박준오(JUNO PARK)[jopark]/책임/제조DX.자동보정.조립자동보정팀" userId="dfbd9ddd-59b5-454f-bd02-e0d22258a3f0" providerId="ADAL" clId="{29F372D1-E04E-40AA-AF14-426589841D88}" dt="2025-11-18T08:29:10.467" v="5"/>
          <ac:spMkLst>
            <pc:docMk/>
            <pc:sldMk cId="3806794940" sldId="2147481896"/>
            <ac:spMk id="27" creationId="{B5CFA24C-71E0-49D1-B7CC-1A3F0CFC5EBE}"/>
          </ac:spMkLst>
        </pc:spChg>
        <pc:spChg chg="add">
          <ac:chgData name="박준오(JUNO PARK)[jopark]/책임/제조DX.자동보정.조립자동보정팀" userId="dfbd9ddd-59b5-454f-bd02-e0d22258a3f0" providerId="ADAL" clId="{29F372D1-E04E-40AA-AF14-426589841D88}" dt="2025-11-18T08:29:10.467" v="5"/>
          <ac:spMkLst>
            <pc:docMk/>
            <pc:sldMk cId="3806794940" sldId="2147481896"/>
            <ac:spMk id="31" creationId="{D93EC94B-2C09-4F2C-AFB0-17D4D26A2000}"/>
          </ac:spMkLst>
        </pc:spChg>
        <pc:spChg chg="add">
          <ac:chgData name="박준오(JUNO PARK)[jopark]/책임/제조DX.자동보정.조립자동보정팀" userId="dfbd9ddd-59b5-454f-bd02-e0d22258a3f0" providerId="ADAL" clId="{29F372D1-E04E-40AA-AF14-426589841D88}" dt="2025-11-18T08:29:10.467" v="5"/>
          <ac:spMkLst>
            <pc:docMk/>
            <pc:sldMk cId="3806794940" sldId="2147481896"/>
            <ac:spMk id="36" creationId="{4B607C20-34A3-458F-B33F-9AB5B042D7E0}"/>
          </ac:spMkLst>
        </pc:spChg>
        <pc:spChg chg="add">
          <ac:chgData name="박준오(JUNO PARK)[jopark]/책임/제조DX.자동보정.조립자동보정팀" userId="dfbd9ddd-59b5-454f-bd02-e0d22258a3f0" providerId="ADAL" clId="{29F372D1-E04E-40AA-AF14-426589841D88}" dt="2025-11-18T08:29:10.467" v="5"/>
          <ac:spMkLst>
            <pc:docMk/>
            <pc:sldMk cId="3806794940" sldId="2147481896"/>
            <ac:spMk id="37" creationId="{04AC4B74-7B1A-4433-90F6-92CCB675D50B}"/>
          </ac:spMkLst>
        </pc:spChg>
        <pc:spChg chg="add">
          <ac:chgData name="박준오(JUNO PARK)[jopark]/책임/제조DX.자동보정.조립자동보정팀" userId="dfbd9ddd-59b5-454f-bd02-e0d22258a3f0" providerId="ADAL" clId="{29F372D1-E04E-40AA-AF14-426589841D88}" dt="2025-11-18T08:29:10.467" v="5"/>
          <ac:spMkLst>
            <pc:docMk/>
            <pc:sldMk cId="3806794940" sldId="2147481896"/>
            <ac:spMk id="39" creationId="{35A19147-95B2-445E-9EA9-7C629BED958D}"/>
          </ac:spMkLst>
        </pc:spChg>
        <pc:spChg chg="add">
          <ac:chgData name="박준오(JUNO PARK)[jopark]/책임/제조DX.자동보정.조립자동보정팀" userId="dfbd9ddd-59b5-454f-bd02-e0d22258a3f0" providerId="ADAL" clId="{29F372D1-E04E-40AA-AF14-426589841D88}" dt="2025-11-18T08:29:10.467" v="5"/>
          <ac:spMkLst>
            <pc:docMk/>
            <pc:sldMk cId="3806794940" sldId="2147481896"/>
            <ac:spMk id="42" creationId="{34EBA0D0-5974-49C4-92BD-1C771FE62C66}"/>
          </ac:spMkLst>
        </pc:spChg>
        <pc:grpChg chg="add">
          <ac:chgData name="박준오(JUNO PARK)[jopark]/책임/제조DX.자동보정.조립자동보정팀" userId="dfbd9ddd-59b5-454f-bd02-e0d22258a3f0" providerId="ADAL" clId="{29F372D1-E04E-40AA-AF14-426589841D88}" dt="2025-11-18T08:29:10.467" v="5"/>
          <ac:grpSpMkLst>
            <pc:docMk/>
            <pc:sldMk cId="3806794940" sldId="2147481896"/>
            <ac:grpSpMk id="32" creationId="{2AD209E6-8503-4953-BD33-89153A43AE3E}"/>
          </ac:grpSpMkLst>
        </pc:grpChg>
        <pc:graphicFrameChg chg="add">
          <ac:chgData name="박준오(JUNO PARK)[jopark]/책임/제조DX.자동보정.조립자동보정팀" userId="dfbd9ddd-59b5-454f-bd02-e0d22258a3f0" providerId="ADAL" clId="{29F372D1-E04E-40AA-AF14-426589841D88}" dt="2025-11-18T08:29:10.467" v="5"/>
          <ac:graphicFrameMkLst>
            <pc:docMk/>
            <pc:sldMk cId="3806794940" sldId="2147481896"/>
            <ac:graphicFrameMk id="19" creationId="{D2BA5168-ADFD-4435-B791-C0FFB32FA49C}"/>
          </ac:graphicFrameMkLst>
        </pc:graphicFrameChg>
        <pc:graphicFrameChg chg="add">
          <ac:chgData name="박준오(JUNO PARK)[jopark]/책임/제조DX.자동보정.조립자동보정팀" userId="dfbd9ddd-59b5-454f-bd02-e0d22258a3f0" providerId="ADAL" clId="{29F372D1-E04E-40AA-AF14-426589841D88}" dt="2025-11-18T08:29:10.467" v="5"/>
          <ac:graphicFrameMkLst>
            <pc:docMk/>
            <pc:sldMk cId="3806794940" sldId="2147481896"/>
            <ac:graphicFrameMk id="20" creationId="{2DA94209-4BE0-4B68-B69F-D3BFF8EDF90F}"/>
          </ac:graphicFrameMkLst>
        </pc:graphicFrameChg>
        <pc:graphicFrameChg chg="add">
          <ac:chgData name="박준오(JUNO PARK)[jopark]/책임/제조DX.자동보정.조립자동보정팀" userId="dfbd9ddd-59b5-454f-bd02-e0d22258a3f0" providerId="ADAL" clId="{29F372D1-E04E-40AA-AF14-426589841D88}" dt="2025-11-18T08:29:10.467" v="5"/>
          <ac:graphicFrameMkLst>
            <pc:docMk/>
            <pc:sldMk cId="3806794940" sldId="2147481896"/>
            <ac:graphicFrameMk id="24" creationId="{EE25D773-57A8-4A35-B7A5-664A556DA172}"/>
          </ac:graphicFrameMkLst>
        </pc:graphicFrameChg>
        <pc:graphicFrameChg chg="add">
          <ac:chgData name="박준오(JUNO PARK)[jopark]/책임/제조DX.자동보정.조립자동보정팀" userId="dfbd9ddd-59b5-454f-bd02-e0d22258a3f0" providerId="ADAL" clId="{29F372D1-E04E-40AA-AF14-426589841D88}" dt="2025-11-18T08:29:10.467" v="5"/>
          <ac:graphicFrameMkLst>
            <pc:docMk/>
            <pc:sldMk cId="3806794940" sldId="2147481896"/>
            <ac:graphicFrameMk id="25" creationId="{3BC9799D-CC5C-4DBA-88A4-5E0AD149EBD0}"/>
          </ac:graphicFrameMkLst>
        </pc:graphicFrameChg>
      </pc:sldChg>
      <pc:sldChg chg="addSp delSp">
        <pc:chgData name="박준오(JUNO PARK)[jopark]/책임/제조DX.자동보정.조립자동보정팀" userId="dfbd9ddd-59b5-454f-bd02-e0d22258a3f0" providerId="ADAL" clId="{29F372D1-E04E-40AA-AF14-426589841D88}" dt="2025-11-18T02:18:52.592" v="3"/>
        <pc:sldMkLst>
          <pc:docMk/>
          <pc:sldMk cId="603145438" sldId="2147483614"/>
        </pc:sldMkLst>
        <pc:spChg chg="add">
          <ac:chgData name="박준오(JUNO PARK)[jopark]/책임/제조DX.자동보정.조립자동보정팀" userId="dfbd9ddd-59b5-454f-bd02-e0d22258a3f0" providerId="ADAL" clId="{29F372D1-E04E-40AA-AF14-426589841D88}" dt="2025-11-18T02:18:52.592" v="3"/>
          <ac:spMkLst>
            <pc:docMk/>
            <pc:sldMk cId="603145438" sldId="2147483614"/>
            <ac:spMk id="11" creationId="{8C3C4006-37AE-4FAF-A02B-F59741150B7B}"/>
          </ac:spMkLst>
        </pc:spChg>
        <pc:spChg chg="add">
          <ac:chgData name="박준오(JUNO PARK)[jopark]/책임/제조DX.자동보정.조립자동보정팀" userId="dfbd9ddd-59b5-454f-bd02-e0d22258a3f0" providerId="ADAL" clId="{29F372D1-E04E-40AA-AF14-426589841D88}" dt="2025-11-18T02:18:52.592" v="3"/>
          <ac:spMkLst>
            <pc:docMk/>
            <pc:sldMk cId="603145438" sldId="2147483614"/>
            <ac:spMk id="17" creationId="{E59C6D43-9A9B-4BC4-B37D-D1783B5F5CE3}"/>
          </ac:spMkLst>
        </pc:spChg>
        <pc:spChg chg="add">
          <ac:chgData name="박준오(JUNO PARK)[jopark]/책임/제조DX.자동보정.조립자동보정팀" userId="dfbd9ddd-59b5-454f-bd02-e0d22258a3f0" providerId="ADAL" clId="{29F372D1-E04E-40AA-AF14-426589841D88}" dt="2025-11-18T02:18:52.592" v="3"/>
          <ac:spMkLst>
            <pc:docMk/>
            <pc:sldMk cId="603145438" sldId="2147483614"/>
            <ac:spMk id="19" creationId="{B6AA6852-1A43-4D1B-92C0-BD92ADC69B88}"/>
          </ac:spMkLst>
        </pc:spChg>
        <pc:spChg chg="add">
          <ac:chgData name="박준오(JUNO PARK)[jopark]/책임/제조DX.자동보정.조립자동보정팀" userId="dfbd9ddd-59b5-454f-bd02-e0d22258a3f0" providerId="ADAL" clId="{29F372D1-E04E-40AA-AF14-426589841D88}" dt="2025-11-18T02:18:52.592" v="3"/>
          <ac:spMkLst>
            <pc:docMk/>
            <pc:sldMk cId="603145438" sldId="2147483614"/>
            <ac:spMk id="20" creationId="{648157F5-2E60-4D66-852E-379AF9DD6036}"/>
          </ac:spMkLst>
        </pc:spChg>
        <pc:grpChg chg="add">
          <ac:chgData name="박준오(JUNO PARK)[jopark]/책임/제조DX.자동보정.조립자동보정팀" userId="dfbd9ddd-59b5-454f-bd02-e0d22258a3f0" providerId="ADAL" clId="{29F372D1-E04E-40AA-AF14-426589841D88}" dt="2025-11-18T02:18:52.592" v="3"/>
          <ac:grpSpMkLst>
            <pc:docMk/>
            <pc:sldMk cId="603145438" sldId="2147483614"/>
            <ac:grpSpMk id="22" creationId="{BB72466A-9A12-4EF5-AE49-CD93E40E9F1D}"/>
          </ac:grpSpMkLst>
        </pc:grpChg>
        <pc:graphicFrameChg chg="add">
          <ac:chgData name="박준오(JUNO PARK)[jopark]/책임/제조DX.자동보정.조립자동보정팀" userId="dfbd9ddd-59b5-454f-bd02-e0d22258a3f0" providerId="ADAL" clId="{29F372D1-E04E-40AA-AF14-426589841D88}" dt="2025-11-18T02:18:52.592" v="3"/>
          <ac:graphicFrameMkLst>
            <pc:docMk/>
            <pc:sldMk cId="603145438" sldId="2147483614"/>
            <ac:graphicFrameMk id="15" creationId="{9BC22E7F-57EF-4204-8D6D-A0D86416CCF9}"/>
          </ac:graphicFrameMkLst>
        </pc:graphicFrameChg>
        <pc:graphicFrameChg chg="add">
          <ac:chgData name="박준오(JUNO PARK)[jopark]/책임/제조DX.자동보정.조립자동보정팀" userId="dfbd9ddd-59b5-454f-bd02-e0d22258a3f0" providerId="ADAL" clId="{29F372D1-E04E-40AA-AF14-426589841D88}" dt="2025-11-18T02:18:52.592" v="3"/>
          <ac:graphicFrameMkLst>
            <pc:docMk/>
            <pc:sldMk cId="603145438" sldId="2147483614"/>
            <ac:graphicFrameMk id="21" creationId="{A859C0BD-2AC7-408E-A09F-82560F1C7251}"/>
          </ac:graphicFrameMkLst>
        </pc:graphicFrameChg>
      </pc:sldChg>
    </pc:docChg>
  </pc:docChgLst>
  <pc:docChgLst>
    <pc:chgData name="이상협(SANGHYEOP LEE)[sanghyeop]/사원/제조DX.자동보정.조립자동보정팀" userId="S::sanghyeop@lgensol.com::5552135f-6963-428b-bea2-805b2fcf614b" providerId="AD" clId="Web-{0EDF2941-50DF-D625-A12B-D8196D7C73F8}"/>
    <pc:docChg chg="sldOrd">
      <pc:chgData name="이상협(SANGHYEOP LEE)[sanghyeop]/사원/제조DX.자동보정.조립자동보정팀" userId="S::sanghyeop@lgensol.com::5552135f-6963-428b-bea2-805b2fcf614b" providerId="AD" clId="Web-{0EDF2941-50DF-D625-A12B-D8196D7C73F8}" dt="2025-12-08T01:12:23.485" v="0"/>
      <pc:docMkLst>
        <pc:docMk/>
      </pc:docMkLst>
      <pc:sldChg chg="ord">
        <pc:chgData name="이상협(SANGHYEOP LEE)[sanghyeop]/사원/제조DX.자동보정.조립자동보정팀" userId="S::sanghyeop@lgensol.com::5552135f-6963-428b-bea2-805b2fcf614b" providerId="AD" clId="Web-{0EDF2941-50DF-D625-A12B-D8196D7C73F8}" dt="2025-12-08T01:12:23.485" v="0"/>
        <pc:sldMkLst>
          <pc:docMk/>
          <pc:sldMk cId="1790242576" sldId="296"/>
        </pc:sldMkLst>
      </pc:sldChg>
    </pc:docChg>
  </pc:docChgLst>
  <pc:docChgLst>
    <pc:chgData name="김형준(HYUNGJUN KIM)[hkim810]/책임/제조DX.자동보정.MC자동보정팀" userId="S::hkim810@lgensol.com::76eaafad-027b-42f8-8d92-ede6d1a17ed2" providerId="AD" clId="Web-{2C055314-47D0-1BBA-8AF5-982175FFB3AF}"/>
    <pc:docChg chg="sldOrd">
      <pc:chgData name="김형준(HYUNGJUN KIM)[hkim810]/책임/제조DX.자동보정.MC자동보정팀" userId="S::hkim810@lgensol.com::76eaafad-027b-42f8-8d92-ede6d1a17ed2" providerId="AD" clId="Web-{2C055314-47D0-1BBA-8AF5-982175FFB3AF}" dt="2025-11-24T05:12:17.180" v="0"/>
      <pc:docMkLst>
        <pc:docMk/>
      </pc:docMkLst>
      <pc:sldChg chg="ord">
        <pc:chgData name="김형준(HYUNGJUN KIM)[hkim810]/책임/제조DX.자동보정.MC자동보정팀" userId="S::hkim810@lgensol.com::76eaafad-027b-42f8-8d92-ede6d1a17ed2" providerId="AD" clId="Web-{2C055314-47D0-1BBA-8AF5-982175FFB3AF}" dt="2025-11-24T05:12:17.180" v="0"/>
        <pc:sldMkLst>
          <pc:docMk/>
          <pc:sldMk cId="2926393564" sldId="285"/>
        </pc:sldMkLst>
      </pc:sldChg>
    </pc:docChg>
  </pc:docChgLst>
  <pc:docChgLst>
    <pc:chgData name="박연탁(YEONTARK PARK)[parkyt]/책임/제조DX.자동보정.자동보정선행개발팀" userId="S::parkyt@lgensol.com::ed32861b-bebc-4d6e-be9d-42a82b4a008b" providerId="AD" clId="Web-{39BBC658-4144-C3CA-FE1A-0ED964C5B651}"/>
    <pc:docChg chg="modSld">
      <pc:chgData name="박연탁(YEONTARK PARK)[parkyt]/책임/제조DX.자동보정.자동보정선행개발팀" userId="S::parkyt@lgensol.com::ed32861b-bebc-4d6e-be9d-42a82b4a008b" providerId="AD" clId="Web-{39BBC658-4144-C3CA-FE1A-0ED964C5B651}" dt="2025-12-10T12:26:39.761" v="295"/>
      <pc:docMkLst>
        <pc:docMk/>
      </pc:docMkLst>
      <pc:sldChg chg="delSp modSp">
        <pc:chgData name="박연탁(YEONTARK PARK)[parkyt]/책임/제조DX.자동보정.자동보정선행개발팀" userId="S::parkyt@lgensol.com::ed32861b-bebc-4d6e-be9d-42a82b4a008b" providerId="AD" clId="Web-{39BBC658-4144-C3CA-FE1A-0ED964C5B651}" dt="2025-12-10T12:26:39.761" v="295"/>
        <pc:sldMkLst>
          <pc:docMk/>
          <pc:sldMk cId="3535331620" sldId="2147483550"/>
        </pc:sldMkLst>
        <pc:graphicFrameChg chg="mod modGraphic">
          <ac:chgData name="박연탁(YEONTARK PARK)[parkyt]/책임/제조DX.자동보정.자동보정선행개발팀" userId="S::parkyt@lgensol.com::ed32861b-bebc-4d6e-be9d-42a82b4a008b" providerId="AD" clId="Web-{39BBC658-4144-C3CA-FE1A-0ED964C5B651}" dt="2025-12-10T12:26:39.761" v="295"/>
          <ac:graphicFrameMkLst>
            <pc:docMk/>
            <pc:sldMk cId="3535331620" sldId="2147483550"/>
            <ac:graphicFrameMk id="18" creationId="{4BA4557C-646C-4589-AAD3-2CDCBCEA5E39}"/>
          </ac:graphicFrameMkLst>
        </pc:graphicFrameChg>
        <pc:picChg chg="mod">
          <ac:chgData name="박연탁(YEONTARK PARK)[parkyt]/책임/제조DX.자동보정.자동보정선행개발팀" userId="S::parkyt@lgensol.com::ed32861b-bebc-4d6e-be9d-42a82b4a008b" providerId="AD" clId="Web-{39BBC658-4144-C3CA-FE1A-0ED964C5B651}" dt="2025-12-10T12:05:42.381" v="217" actId="1076"/>
          <ac:picMkLst>
            <pc:docMk/>
            <pc:sldMk cId="3535331620" sldId="2147483550"/>
            <ac:picMk id="32" creationId="{3E9BAF4E-C671-C1E4-99B6-C31112E133AC}"/>
          </ac:picMkLst>
        </pc:picChg>
      </pc:sldChg>
    </pc:docChg>
  </pc:docChgLst>
  <pc:docChgLst>
    <pc:chgData name="성연욱(YEONUK SEONG)[ynk_seong]/책임/제조DX.자동보정.조립자동보정팀" userId="e35e28c9-df85-49eb-a4f7-8264f1c4e040" providerId="ADAL" clId="{18AEE5DE-65C9-42E8-AE83-018ED3491B56}"/>
    <pc:docChg chg="undo custSel addSld delSld modSld modSection">
      <pc:chgData name="성연욱(YEONUK SEONG)[ynk_seong]/책임/제조DX.자동보정.조립자동보정팀" userId="e35e28c9-df85-49eb-a4f7-8264f1c4e040" providerId="ADAL" clId="{18AEE5DE-65C9-42E8-AE83-018ED3491B56}" dt="2025-11-26T05:00:15.137" v="212"/>
      <pc:docMkLst>
        <pc:docMk/>
      </pc:docMkLst>
      <pc:sldChg chg="modSp">
        <pc:chgData name="성연욱(YEONUK SEONG)[ynk_seong]/책임/제조DX.자동보정.조립자동보정팀" userId="e35e28c9-df85-49eb-a4f7-8264f1c4e040" providerId="ADAL" clId="{18AEE5DE-65C9-42E8-AE83-018ED3491B56}" dt="2025-11-26T04:14:29.192" v="15" actId="20577"/>
        <pc:sldMkLst>
          <pc:docMk/>
          <pc:sldMk cId="3390719611" sldId="283"/>
        </pc:sldMkLst>
        <pc:spChg chg="mod">
          <ac:chgData name="성연욱(YEONUK SEONG)[ynk_seong]/책임/제조DX.자동보정.조립자동보정팀" userId="e35e28c9-df85-49eb-a4f7-8264f1c4e040" providerId="ADAL" clId="{18AEE5DE-65C9-42E8-AE83-018ED3491B56}" dt="2025-11-26T04:11:02.677" v="6" actId="20577"/>
          <ac:spMkLst>
            <pc:docMk/>
            <pc:sldMk cId="3390719611" sldId="283"/>
            <ac:spMk id="11" creationId="{039DCAA6-8194-72DD-79B6-20151011D799}"/>
          </ac:spMkLst>
        </pc:spChg>
        <pc:graphicFrameChg chg="modGraphic">
          <ac:chgData name="성연욱(YEONUK SEONG)[ynk_seong]/책임/제조DX.자동보정.조립자동보정팀" userId="e35e28c9-df85-49eb-a4f7-8264f1c4e040" providerId="ADAL" clId="{18AEE5DE-65C9-42E8-AE83-018ED3491B56}" dt="2025-11-26T04:14:29.192" v="15" actId="20577"/>
          <ac:graphicFrameMkLst>
            <pc:docMk/>
            <pc:sldMk cId="3390719611" sldId="283"/>
            <ac:graphicFrameMk id="9" creationId="{6E3DE1AF-98C0-1DAE-A5F1-AF6F8C5E0456}"/>
          </ac:graphicFrameMkLst>
        </pc:graphicFrameChg>
      </pc:sldChg>
      <pc:sldChg chg="modSp">
        <pc:chgData name="성연욱(YEONUK SEONG)[ynk_seong]/책임/제조DX.자동보정.조립자동보정팀" userId="e35e28c9-df85-49eb-a4f7-8264f1c4e040" providerId="ADAL" clId="{18AEE5DE-65C9-42E8-AE83-018ED3491B56}" dt="2025-11-26T05:00:15.137" v="212"/>
        <pc:sldMkLst>
          <pc:docMk/>
          <pc:sldMk cId="2197512071" sldId="2147481880"/>
        </pc:sldMkLst>
        <pc:spChg chg="mod">
          <ac:chgData name="성연욱(YEONUK SEONG)[ynk_seong]/책임/제조DX.자동보정.조립자동보정팀" userId="e35e28c9-df85-49eb-a4f7-8264f1c4e040" providerId="ADAL" clId="{18AEE5DE-65C9-42E8-AE83-018ED3491B56}" dt="2025-11-26T05:00:15.137" v="212"/>
          <ac:spMkLst>
            <pc:docMk/>
            <pc:sldMk cId="2197512071" sldId="2147481880"/>
            <ac:spMk id="2" creationId="{1ACB4113-449D-35E0-8A77-8F4328365A93}"/>
          </ac:spMkLst>
        </pc:spChg>
        <pc:spChg chg="mod">
          <ac:chgData name="성연욱(YEONUK SEONG)[ynk_seong]/책임/제조DX.자동보정.조립자동보정팀" userId="e35e28c9-df85-49eb-a4f7-8264f1c4e040" providerId="ADAL" clId="{18AEE5DE-65C9-42E8-AE83-018ED3491B56}" dt="2025-11-26T04:09:56.551" v="0" actId="20577"/>
          <ac:spMkLst>
            <pc:docMk/>
            <pc:sldMk cId="2197512071" sldId="2147481880"/>
            <ac:spMk id="4" creationId="{178883BF-37DD-26E8-D2BD-63F77F9C6355}"/>
          </ac:spMkLst>
        </pc:spChg>
        <pc:spChg chg="mod">
          <ac:chgData name="성연욱(YEONUK SEONG)[ynk_seong]/책임/제조DX.자동보정.조립자동보정팀" userId="e35e28c9-df85-49eb-a4f7-8264f1c4e040" providerId="ADAL" clId="{18AEE5DE-65C9-42E8-AE83-018ED3491B56}" dt="2025-11-26T04:10:44.211" v="4" actId="20577"/>
          <ac:spMkLst>
            <pc:docMk/>
            <pc:sldMk cId="2197512071" sldId="2147481880"/>
            <ac:spMk id="42" creationId="{51BF0D86-1DF9-4CDD-9ADF-D9D78254A144}"/>
          </ac:spMkLst>
        </pc:spChg>
        <pc:graphicFrameChg chg="mod modGraphic">
          <ac:chgData name="성연욱(YEONUK SEONG)[ynk_seong]/책임/제조DX.자동보정.조립자동보정팀" userId="e35e28c9-df85-49eb-a4f7-8264f1c4e040" providerId="ADAL" clId="{18AEE5DE-65C9-42E8-AE83-018ED3491B56}" dt="2025-11-26T04:59:43.541" v="197" actId="20577"/>
          <ac:graphicFrameMkLst>
            <pc:docMk/>
            <pc:sldMk cId="2197512071" sldId="2147481880"/>
            <ac:graphicFrameMk id="7" creationId="{4F64C6C7-96A2-4F2A-9A7E-7FEF8ED76143}"/>
          </ac:graphicFrameMkLst>
        </pc:graphicFrameChg>
      </pc:sldChg>
    </pc:docChg>
  </pc:docChgLst>
  <pc:docChgLst>
    <pc:chgData name="김기백(GIBAEK KIM)[gibaek.kim]/팀장/제조DX.자동보정.자동보정선행개발팀" userId="55e45d38-c472-4a38-804c-486c2f4c45c8" providerId="ADAL" clId="{57CCADE9-FC5C-44B2-9758-014EA5CD1102}"/>
    <pc:docChg chg="undo custSel modSld sldOrd">
      <pc:chgData name="김기백(GIBAEK KIM)[gibaek.kim]/팀장/제조DX.자동보정.자동보정선행개발팀" userId="55e45d38-c472-4a38-804c-486c2f4c45c8" providerId="ADAL" clId="{57CCADE9-FC5C-44B2-9758-014EA5CD1102}" dt="2025-11-19T07:46:09.753" v="2641" actId="20577"/>
      <pc:docMkLst>
        <pc:docMk/>
      </pc:docMkLst>
      <pc:sldChg chg="modSp mod">
        <pc:chgData name="김기백(GIBAEK KIM)[gibaek.kim]/팀장/제조DX.자동보정.자동보정선행개발팀" userId="55e45d38-c472-4a38-804c-486c2f4c45c8" providerId="ADAL" clId="{57CCADE9-FC5C-44B2-9758-014EA5CD1102}" dt="2025-11-17T05:11:53.422" v="26" actId="20577"/>
        <pc:sldMkLst>
          <pc:docMk/>
          <pc:sldMk cId="3266697761" sldId="2278"/>
        </pc:sldMkLst>
        <pc:spChg chg="mod">
          <ac:chgData name="김기백(GIBAEK KIM)[gibaek.kim]/팀장/제조DX.자동보정.자동보정선행개발팀" userId="55e45d38-c472-4a38-804c-486c2f4c45c8" providerId="ADAL" clId="{57CCADE9-FC5C-44B2-9758-014EA5CD1102}" dt="2025-11-17T05:11:53.422" v="26" actId="20577"/>
          <ac:spMkLst>
            <pc:docMk/>
            <pc:sldMk cId="3266697761" sldId="2278"/>
            <ac:spMk id="64" creationId="{00000000-0000-0000-0000-000000000000}"/>
          </ac:spMkLst>
        </pc:spChg>
      </pc:sldChg>
      <pc:sldChg chg="modSp mod">
        <pc:chgData name="김기백(GIBAEK KIM)[gibaek.kim]/팀장/제조DX.자동보정.자동보정선행개발팀" userId="55e45d38-c472-4a38-804c-486c2f4c45c8" providerId="ADAL" clId="{57CCADE9-FC5C-44B2-9758-014EA5CD1102}" dt="2025-11-17T05:11:42.531" v="16" actId="20577"/>
        <pc:sldMkLst>
          <pc:docMk/>
          <pc:sldMk cId="2440852975" sldId="2147481923"/>
        </pc:sldMkLst>
        <pc:spChg chg="mod">
          <ac:chgData name="김기백(GIBAEK KIM)[gibaek.kim]/팀장/제조DX.자동보정.자동보정선행개발팀" userId="55e45d38-c472-4a38-804c-486c2f4c45c8" providerId="ADAL" clId="{57CCADE9-FC5C-44B2-9758-014EA5CD1102}" dt="2025-11-17T05:11:42.531" v="16" actId="20577"/>
          <ac:spMkLst>
            <pc:docMk/>
            <pc:sldMk cId="2440852975" sldId="2147481923"/>
            <ac:spMk id="64" creationId="{00000000-0000-0000-0000-000000000000}"/>
          </ac:spMkLst>
        </pc:spChg>
      </pc:sldChg>
      <pc:sldChg chg="modSp mod">
        <pc:chgData name="김기백(GIBAEK KIM)[gibaek.kim]/팀장/제조DX.자동보정.자동보정선행개발팀" userId="55e45d38-c472-4a38-804c-486c2f4c45c8" providerId="ADAL" clId="{57CCADE9-FC5C-44B2-9758-014EA5CD1102}" dt="2025-11-19T04:34:22.203" v="582" actId="14100"/>
        <pc:sldMkLst>
          <pc:docMk/>
          <pc:sldMk cId="3535331620" sldId="2147483550"/>
        </pc:sldMkLst>
      </pc:sldChg>
      <pc:sldChg chg="modSp mod">
        <pc:chgData name="김기백(GIBAEK KIM)[gibaek.kim]/팀장/제조DX.자동보정.자동보정선행개발팀" userId="55e45d38-c472-4a38-804c-486c2f4c45c8" providerId="ADAL" clId="{57CCADE9-FC5C-44B2-9758-014EA5CD1102}" dt="2025-11-17T05:11:47.665" v="21" actId="20577"/>
        <pc:sldMkLst>
          <pc:docMk/>
          <pc:sldMk cId="2543445665" sldId="2147483561"/>
        </pc:sldMkLst>
        <pc:spChg chg="mod">
          <ac:chgData name="김기백(GIBAEK KIM)[gibaek.kim]/팀장/제조DX.자동보정.자동보정선행개발팀" userId="55e45d38-c472-4a38-804c-486c2f4c45c8" providerId="ADAL" clId="{57CCADE9-FC5C-44B2-9758-014EA5CD1102}" dt="2025-11-17T05:11:47.665" v="21" actId="20577"/>
          <ac:spMkLst>
            <pc:docMk/>
            <pc:sldMk cId="2543445665" sldId="2147483561"/>
            <ac:spMk id="64" creationId="{00000000-0000-0000-0000-000000000000}"/>
          </ac:spMkLst>
        </pc:spChg>
      </pc:sldChg>
      <pc:sldChg chg="addSp delSp modSp mod ord">
        <pc:chgData name="김기백(GIBAEK KIM)[gibaek.kim]/팀장/제조DX.자동보정.자동보정선행개발팀" userId="55e45d38-c472-4a38-804c-486c2f4c45c8" providerId="ADAL" clId="{57CCADE9-FC5C-44B2-9758-014EA5CD1102}" dt="2025-11-19T07:46:09.753" v="2641" actId="20577"/>
        <pc:sldMkLst>
          <pc:docMk/>
          <pc:sldMk cId="2078861670" sldId="2147483568"/>
        </pc:sldMkLst>
        <pc:spChg chg="mod">
          <ac:chgData name="김기백(GIBAEK KIM)[gibaek.kim]/팀장/제조DX.자동보정.자동보정선행개발팀" userId="55e45d38-c472-4a38-804c-486c2f4c45c8" providerId="ADAL" clId="{57CCADE9-FC5C-44B2-9758-014EA5CD1102}" dt="2025-11-17T05:11:24.875" v="11" actId="20577"/>
          <ac:spMkLst>
            <pc:docMk/>
            <pc:sldMk cId="2078861670" sldId="2147483568"/>
            <ac:spMk id="16" creationId="{49DF342E-4401-4D7B-B75B-558FB02193FB}"/>
          </ac:spMkLst>
        </pc:spChg>
      </pc:sldChg>
      <pc:sldChg chg="modSp mod">
        <pc:chgData name="김기백(GIBAEK KIM)[gibaek.kim]/팀장/제조DX.자동보정.자동보정선행개발팀" userId="55e45d38-c472-4a38-804c-486c2f4c45c8" providerId="ADAL" clId="{57CCADE9-FC5C-44B2-9758-014EA5CD1102}" dt="2025-11-17T05:12:17.328" v="41" actId="20577"/>
        <pc:sldMkLst>
          <pc:docMk/>
          <pc:sldMk cId="4076155716" sldId="2147483603"/>
        </pc:sldMkLst>
        <pc:spChg chg="mod">
          <ac:chgData name="김기백(GIBAEK KIM)[gibaek.kim]/팀장/제조DX.자동보정.자동보정선행개발팀" userId="55e45d38-c472-4a38-804c-486c2f4c45c8" providerId="ADAL" clId="{57CCADE9-FC5C-44B2-9758-014EA5CD1102}" dt="2025-11-17T05:12:17.328" v="41" actId="20577"/>
          <ac:spMkLst>
            <pc:docMk/>
            <pc:sldMk cId="4076155716" sldId="2147483603"/>
            <ac:spMk id="2" creationId="{A91576D2-AF0F-4AA1-AC06-EE4AF3CDF4F8}"/>
          </ac:spMkLst>
        </pc:spChg>
      </pc:sldChg>
    </pc:docChg>
  </pc:docChgLst>
  <pc:docChgLst>
    <pc:chgData name="엄광호(KWANGHO EUM)[eum_kh]/팀장/제조DX.자동보정.MC자동보정팀" userId="0c104bed-bfc5-4d8d-93da-4ded022c412f" providerId="ADAL" clId="{292C60E0-AC85-4A1E-AEAF-D03D372E8485}"/>
    <pc:docChg chg="undo custSel delSld modSld modSection">
      <pc:chgData name="엄광호(KWANGHO EUM)[eum_kh]/팀장/제조DX.자동보정.MC자동보정팀" userId="0c104bed-bfc5-4d8d-93da-4ded022c412f" providerId="ADAL" clId="{292C60E0-AC85-4A1E-AEAF-D03D372E8485}" dt="2025-11-19T09:04:11.285" v="5958" actId="113"/>
      <pc:docMkLst>
        <pc:docMk/>
      </pc:docMkLst>
      <pc:sldChg chg="modSp mod">
        <pc:chgData name="엄광호(KWANGHO EUM)[eum_kh]/팀장/제조DX.자동보정.MC자동보정팀" userId="0c104bed-bfc5-4d8d-93da-4ded022c412f" providerId="ADAL" clId="{292C60E0-AC85-4A1E-AEAF-D03D372E8485}" dt="2025-11-19T06:26:24.132" v="1652" actId="20577"/>
        <pc:sldMkLst>
          <pc:docMk/>
          <pc:sldMk cId="131521753" sldId="302"/>
        </pc:sldMkLst>
        <pc:graphicFrameChg chg="modGraphic">
          <ac:chgData name="엄광호(KWANGHO EUM)[eum_kh]/팀장/제조DX.자동보정.MC자동보정팀" userId="0c104bed-bfc5-4d8d-93da-4ded022c412f" providerId="ADAL" clId="{292C60E0-AC85-4A1E-AEAF-D03D372E8485}" dt="2025-11-19T06:26:24.132" v="1652" actId="20577"/>
          <ac:graphicFrameMkLst>
            <pc:docMk/>
            <pc:sldMk cId="131521753" sldId="302"/>
            <ac:graphicFrameMk id="5" creationId="{2369CE85-B89B-6E4A-6281-356F875EAE52}"/>
          </ac:graphicFrameMkLst>
        </pc:graphicFrameChg>
      </pc:sldChg>
      <pc:sldChg chg="addSp modSp mod">
        <pc:chgData name="엄광호(KWANGHO EUM)[eum_kh]/팀장/제조DX.자동보정.MC자동보정팀" userId="0c104bed-bfc5-4d8d-93da-4ded022c412f" providerId="ADAL" clId="{292C60E0-AC85-4A1E-AEAF-D03D372E8485}" dt="2025-11-19T08:55:52.542" v="5897" actId="20577"/>
        <pc:sldMkLst>
          <pc:docMk/>
          <pc:sldMk cId="2352087536" sldId="305"/>
        </pc:sldMkLst>
        <pc:spChg chg="mod">
          <ac:chgData name="엄광호(KWANGHO EUM)[eum_kh]/팀장/제조DX.자동보정.MC자동보정팀" userId="0c104bed-bfc5-4d8d-93da-4ded022c412f" providerId="ADAL" clId="{292C60E0-AC85-4A1E-AEAF-D03D372E8485}" dt="2025-11-19T08:17:40.167" v="3978" actId="1076"/>
          <ac:spMkLst>
            <pc:docMk/>
            <pc:sldMk cId="2352087536" sldId="305"/>
            <ac:spMk id="91" creationId="{00D03894-0F56-48C2-85A1-3D9CD3303374}"/>
          </ac:spMkLst>
        </pc:spChg>
        <pc:graphicFrameChg chg="mod modGraphic">
          <ac:chgData name="엄광호(KWANGHO EUM)[eum_kh]/팀장/제조DX.자동보정.MC자동보정팀" userId="0c104bed-bfc5-4d8d-93da-4ded022c412f" providerId="ADAL" clId="{292C60E0-AC85-4A1E-AEAF-D03D372E8485}" dt="2025-11-19T08:55:29.120" v="5883" actId="1076"/>
          <ac:graphicFrameMkLst>
            <pc:docMk/>
            <pc:sldMk cId="2352087536" sldId="305"/>
            <ac:graphicFrameMk id="5" creationId="{2369CE85-B89B-6E4A-6281-356F875EAE52}"/>
          </ac:graphicFrameMkLst>
        </pc:graphicFrameChg>
      </pc:sldChg>
      <pc:sldChg chg="modSp mod">
        <pc:chgData name="엄광호(KWANGHO EUM)[eum_kh]/팀장/제조DX.자동보정.MC자동보정팀" userId="0c104bed-bfc5-4d8d-93da-4ded022c412f" providerId="ADAL" clId="{292C60E0-AC85-4A1E-AEAF-D03D372E8485}" dt="2025-11-19T06:02:46.453" v="54" actId="20577"/>
        <pc:sldMkLst>
          <pc:docMk/>
          <pc:sldMk cId="2881803193" sldId="313"/>
        </pc:sldMkLst>
        <pc:graphicFrameChg chg="mod modGraphic">
          <ac:chgData name="엄광호(KWANGHO EUM)[eum_kh]/팀장/제조DX.자동보정.MC자동보정팀" userId="0c104bed-bfc5-4d8d-93da-4ded022c412f" providerId="ADAL" clId="{292C60E0-AC85-4A1E-AEAF-D03D372E8485}" dt="2025-11-19T06:02:46.453" v="54" actId="20577"/>
          <ac:graphicFrameMkLst>
            <pc:docMk/>
            <pc:sldMk cId="2881803193" sldId="313"/>
            <ac:graphicFrameMk id="5" creationId="{2369CE85-B89B-6E4A-6281-356F875EAE52}"/>
          </ac:graphicFrameMkLst>
        </pc:graphicFrameChg>
      </pc:sldChg>
    </pc:docChg>
  </pc:docChgLst>
  <pc:docChgLst>
    <pc:chgData name="박연탁(YEONTARK PARK)[parkyt]/책임/제조DX.자동보정.자동보정선행개발팀" userId="S::parkyt@lgensol.com::ed32861b-bebc-4d6e-be9d-42a82b4a008b" providerId="AD" clId="Web-{B1BEB889-C4E6-9A41-977D-7A63B9F00D0D}"/>
    <pc:docChg chg="modSld">
      <pc:chgData name="박연탁(YEONTARK PARK)[parkyt]/책임/제조DX.자동보정.자동보정선행개발팀" userId="S::parkyt@lgensol.com::ed32861b-bebc-4d6e-be9d-42a82b4a008b" providerId="AD" clId="Web-{B1BEB889-C4E6-9A41-977D-7A63B9F00D0D}" dt="2025-11-27T07:20:36.541" v="530"/>
      <pc:docMkLst>
        <pc:docMk/>
      </pc:docMkLst>
      <pc:sldChg chg="modSp">
        <pc:chgData name="박연탁(YEONTARK PARK)[parkyt]/책임/제조DX.자동보정.자동보정선행개발팀" userId="S::parkyt@lgensol.com::ed32861b-bebc-4d6e-be9d-42a82b4a008b" providerId="AD" clId="Web-{B1BEB889-C4E6-9A41-977D-7A63B9F00D0D}" dt="2025-11-27T07:18:33.551" v="486"/>
        <pc:sldMkLst>
          <pc:docMk/>
          <pc:sldMk cId="1260814657" sldId="2147481905"/>
        </pc:sldMkLst>
        <pc:graphicFrameChg chg="mod modGraphic">
          <ac:chgData name="박연탁(YEONTARK PARK)[parkyt]/책임/제조DX.자동보정.자동보정선행개발팀" userId="S::parkyt@lgensol.com::ed32861b-bebc-4d6e-be9d-42a82b4a008b" providerId="AD" clId="Web-{B1BEB889-C4E6-9A41-977D-7A63B9F00D0D}" dt="2025-11-27T07:18:33.551" v="486"/>
          <ac:graphicFrameMkLst>
            <pc:docMk/>
            <pc:sldMk cId="1260814657" sldId="2147481905"/>
            <ac:graphicFrameMk id="13" creationId="{7FC8BFA7-9C72-4368-BAA5-09BA3B1A2B9F}"/>
          </ac:graphicFrameMkLst>
        </pc:graphicFrameChg>
      </pc:sldChg>
      <pc:sldChg chg="modSp">
        <pc:chgData name="박연탁(YEONTARK PARK)[parkyt]/책임/제조DX.자동보정.자동보정선행개발팀" userId="S::parkyt@lgensol.com::ed32861b-bebc-4d6e-be9d-42a82b4a008b" providerId="AD" clId="Web-{B1BEB889-C4E6-9A41-977D-7A63B9F00D0D}" dt="2025-11-27T07:20:36.541" v="530"/>
        <pc:sldMkLst>
          <pc:docMk/>
          <pc:sldMk cId="3535331620" sldId="2147483550"/>
        </pc:sldMkLst>
        <pc:spChg chg="mod">
          <ac:chgData name="박연탁(YEONTARK PARK)[parkyt]/책임/제조DX.자동보정.자동보정선행개발팀" userId="S::parkyt@lgensol.com::ed32861b-bebc-4d6e-be9d-42a82b4a008b" providerId="AD" clId="Web-{B1BEB889-C4E6-9A41-977D-7A63B9F00D0D}" dt="2025-11-27T07:16:42.748" v="416" actId="1076"/>
          <ac:spMkLst>
            <pc:docMk/>
            <pc:sldMk cId="3535331620" sldId="2147483550"/>
            <ac:spMk id="27" creationId="{7276C125-95AD-491F-8DBC-EA6486253F55}"/>
          </ac:spMkLst>
        </pc:spChg>
        <pc:graphicFrameChg chg="mod modGraphic">
          <ac:chgData name="박연탁(YEONTARK PARK)[parkyt]/책임/제조DX.자동보정.자동보정선행개발팀" userId="S::parkyt@lgensol.com::ed32861b-bebc-4d6e-be9d-42a82b4a008b" providerId="AD" clId="Web-{B1BEB889-C4E6-9A41-977D-7A63B9F00D0D}" dt="2025-11-27T07:14:44.222" v="402"/>
          <ac:graphicFrameMkLst>
            <pc:docMk/>
            <pc:sldMk cId="3535331620" sldId="2147483550"/>
            <ac:graphicFrameMk id="3" creationId="{3E86696F-E35A-4B06-9B46-63A4A6A986C1}"/>
          </ac:graphicFrameMkLst>
        </pc:graphicFrameChg>
        <pc:graphicFrameChg chg="mod modGraphic">
          <ac:chgData name="박연탁(YEONTARK PARK)[parkyt]/책임/제조DX.자동보정.자동보정선행개발팀" userId="S::parkyt@lgensol.com::ed32861b-bebc-4d6e-be9d-42a82b4a008b" providerId="AD" clId="Web-{B1BEB889-C4E6-9A41-977D-7A63B9F00D0D}" dt="2025-11-27T07:20:36.541" v="530"/>
          <ac:graphicFrameMkLst>
            <pc:docMk/>
            <pc:sldMk cId="3535331620" sldId="2147483550"/>
            <ac:graphicFrameMk id="18" creationId="{4BA4557C-646C-4589-AAD3-2CDCBCEA5E39}"/>
          </ac:graphicFrameMkLst>
        </pc:graphicFrameChg>
        <pc:picChg chg="mod">
          <ac:chgData name="박연탁(YEONTARK PARK)[parkyt]/책임/제조DX.자동보정.자동보정선행개발팀" userId="S::parkyt@lgensol.com::ed32861b-bebc-4d6e-be9d-42a82b4a008b" providerId="AD" clId="Web-{B1BEB889-C4E6-9A41-977D-7A63B9F00D0D}" dt="2025-11-27T07:15:45.431" v="405" actId="1076"/>
          <ac:picMkLst>
            <pc:docMk/>
            <pc:sldMk cId="3535331620" sldId="2147483550"/>
            <ac:picMk id="10" creationId="{F16D9A73-AF40-A907-9708-2101DAD749A5}"/>
          </ac:picMkLst>
        </pc:picChg>
        <pc:picChg chg="mod">
          <ac:chgData name="박연탁(YEONTARK PARK)[parkyt]/책임/제조DX.자동보정.자동보정선행개발팀" userId="S::parkyt@lgensol.com::ed32861b-bebc-4d6e-be9d-42a82b4a008b" providerId="AD" clId="Web-{B1BEB889-C4E6-9A41-977D-7A63B9F00D0D}" dt="2025-11-27T07:15:45.540" v="406" actId="1076"/>
          <ac:picMkLst>
            <pc:docMk/>
            <pc:sldMk cId="3535331620" sldId="2147483550"/>
            <ac:picMk id="31" creationId="{9F84127C-358B-86B7-AE73-44A18C76C6AA}"/>
          </ac:picMkLst>
        </pc:picChg>
        <pc:picChg chg="mod">
          <ac:chgData name="박연탁(YEONTARK PARK)[parkyt]/책임/제조DX.자동보정.자동보정선행개발팀" userId="S::parkyt@lgensol.com::ed32861b-bebc-4d6e-be9d-42a82b4a008b" providerId="AD" clId="Web-{B1BEB889-C4E6-9A41-977D-7A63B9F00D0D}" dt="2025-11-27T07:15:54.463" v="407" actId="1076"/>
          <ac:picMkLst>
            <pc:docMk/>
            <pc:sldMk cId="3535331620" sldId="2147483550"/>
            <ac:picMk id="32" creationId="{3E9BAF4E-C671-C1E4-99B6-C31112E133AC}"/>
          </ac:picMkLst>
        </pc:picChg>
      </pc:sldChg>
    </pc:docChg>
  </pc:docChgLst>
  <pc:docChgLst>
    <pc:chgData name="심은찬(EUNCHAN SIM)[sec1021]/선임/제조DX.자동보정.조립자동보정팀" userId="S::sec1021@lgensol.com::9090956e-ab5b-49d1-9c87-2078b7755aae" providerId="AD" clId="Web-{1D4B39A9-63EB-1B10-5FD5-49356917FF67}"/>
    <pc:docChg chg="modSld sldOrd">
      <pc:chgData name="심은찬(EUNCHAN SIM)[sec1021]/선임/제조DX.자동보정.조립자동보정팀" userId="S::sec1021@lgensol.com::9090956e-ab5b-49d1-9c87-2078b7755aae" providerId="AD" clId="Web-{1D4B39A9-63EB-1B10-5FD5-49356917FF67}" dt="2025-11-26T02:12:15.415" v="221"/>
      <pc:docMkLst>
        <pc:docMk/>
      </pc:docMkLst>
      <pc:sldChg chg="modSp">
        <pc:chgData name="심은찬(EUNCHAN SIM)[sec1021]/선임/제조DX.자동보정.조립자동보정팀" userId="S::sec1021@lgensol.com::9090956e-ab5b-49d1-9c87-2078b7755aae" providerId="AD" clId="Web-{1D4B39A9-63EB-1B10-5FD5-49356917FF67}" dt="2025-11-26T01:42:26.077" v="87" actId="20577"/>
        <pc:sldMkLst>
          <pc:docMk/>
          <pc:sldMk cId="1197446796" sldId="256"/>
        </pc:sldMkLst>
        <pc:spChg chg="mod">
          <ac:chgData name="심은찬(EUNCHAN SIM)[sec1021]/선임/제조DX.자동보정.조립자동보정팀" userId="S::sec1021@lgensol.com::9090956e-ab5b-49d1-9c87-2078b7755aae" providerId="AD" clId="Web-{1D4B39A9-63EB-1B10-5FD5-49356917FF67}" dt="2025-11-26T01:42:26.077" v="87" actId="20577"/>
          <ac:spMkLst>
            <pc:docMk/>
            <pc:sldMk cId="1197446796" sldId="256"/>
            <ac:spMk id="6" creationId="{B3BB1961-3F71-0018-CA2B-9894ED0A96D8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1D4B39A9-63EB-1B10-5FD5-49356917FF67}" dt="2025-11-26T01:42:25.811" v="86"/>
          <ac:graphicFrameMkLst>
            <pc:docMk/>
            <pc:sldMk cId="1197446796" sldId="256"/>
            <ac:graphicFrameMk id="5" creationId="{03A8162C-C521-077A-0120-8EB01DA19A52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1D4B39A9-63EB-1B10-5FD5-49356917FF67}" dt="2025-11-26T01:42:25.499" v="84"/>
          <ac:graphicFrameMkLst>
            <pc:docMk/>
            <pc:sldMk cId="1197446796" sldId="256"/>
            <ac:graphicFrameMk id="9" creationId="{459FC5F3-1FD5-01E7-B1BA-B39813120590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1D4B39A9-63EB-1B10-5FD5-49356917FF67}" dt="2025-11-26T01:41:31.107" v="58"/>
          <ac:graphicFrameMkLst>
            <pc:docMk/>
            <pc:sldMk cId="1197446796" sldId="256"/>
            <ac:graphicFrameMk id="33" creationId="{0EBD5018-B5BC-42C0-83A8-B30ED54BB6DC}"/>
          </ac:graphicFrameMkLst>
        </pc:graphicFrameChg>
      </pc:sldChg>
      <pc:sldChg chg="modSp ord">
        <pc:chgData name="심은찬(EUNCHAN SIM)[sec1021]/선임/제조DX.자동보정.조립자동보정팀" userId="S::sec1021@lgensol.com::9090956e-ab5b-49d1-9c87-2078b7755aae" providerId="AD" clId="Web-{1D4B39A9-63EB-1B10-5FD5-49356917FF67}" dt="2025-11-26T01:57:39.395" v="207"/>
        <pc:sldMkLst>
          <pc:docMk/>
          <pc:sldMk cId="3152614394" sldId="272"/>
        </pc:sldMkLst>
        <pc:spChg chg="mod">
          <ac:chgData name="심은찬(EUNCHAN SIM)[sec1021]/선임/제조DX.자동보정.조립자동보정팀" userId="S::sec1021@lgensol.com::9090956e-ab5b-49d1-9c87-2078b7755aae" providerId="AD" clId="Web-{1D4B39A9-63EB-1B10-5FD5-49356917FF67}" dt="2025-11-26T01:44:33.923" v="94" actId="20577"/>
          <ac:spMkLst>
            <pc:docMk/>
            <pc:sldMk cId="3152614394" sldId="272"/>
            <ac:spMk id="6" creationId="{05773D21-E444-94AC-7BF3-D0B9E1BC9F91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1D4B39A9-63EB-1B10-5FD5-49356917FF67}" dt="2025-11-26T01:44:42.783" v="102"/>
          <ac:graphicFrameMkLst>
            <pc:docMk/>
            <pc:sldMk cId="3152614394" sldId="272"/>
            <ac:graphicFrameMk id="5" creationId="{121A634B-5A70-7493-F45C-36F3130C1F6D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1D4B39A9-63EB-1B10-5FD5-49356917FF67}" dt="2025-11-26T01:43:25.031" v="91"/>
          <ac:graphicFrameMkLst>
            <pc:docMk/>
            <pc:sldMk cId="3152614394" sldId="272"/>
            <ac:graphicFrameMk id="9" creationId="{F9E76470-5813-4108-9658-C9DA922B60EF}"/>
          </ac:graphicFrameMkLst>
        </pc:graphicFrameChg>
      </pc:sldChg>
      <pc:sldChg chg="modSp">
        <pc:chgData name="심은찬(EUNCHAN SIM)[sec1021]/선임/제조DX.자동보정.조립자동보정팀" userId="S::sec1021@lgensol.com::9090956e-ab5b-49d1-9c87-2078b7755aae" providerId="AD" clId="Web-{1D4B39A9-63EB-1B10-5FD5-49356917FF67}" dt="2025-11-26T02:11:43.521" v="219"/>
        <pc:sldMkLst>
          <pc:docMk/>
          <pc:sldMk cId="1984979464" sldId="277"/>
        </pc:sldMkLst>
        <pc:graphicFrameChg chg="mod modGraphic">
          <ac:chgData name="심은찬(EUNCHAN SIM)[sec1021]/선임/제조DX.자동보정.조립자동보정팀" userId="S::sec1021@lgensol.com::9090956e-ab5b-49d1-9c87-2078b7755aae" providerId="AD" clId="Web-{1D4B39A9-63EB-1B10-5FD5-49356917FF67}" dt="2025-11-26T02:11:43.521" v="219"/>
          <ac:graphicFrameMkLst>
            <pc:docMk/>
            <pc:sldMk cId="1984979464" sldId="277"/>
            <ac:graphicFrameMk id="9" creationId="{8FDB63AD-0852-F4A6-4748-366EC5BD265C}"/>
          </ac:graphicFrameMkLst>
        </pc:graphicFrameChg>
      </pc:sldChg>
      <pc:sldChg chg="modSp">
        <pc:chgData name="심은찬(EUNCHAN SIM)[sec1021]/선임/제조DX.자동보정.조립자동보정팀" userId="S::sec1021@lgensol.com::9090956e-ab5b-49d1-9c87-2078b7755aae" providerId="AD" clId="Web-{1D4B39A9-63EB-1B10-5FD5-49356917FF67}" dt="2025-11-26T02:12:15.415" v="221"/>
        <pc:sldMkLst>
          <pc:docMk/>
          <pc:sldMk cId="3110584877" sldId="282"/>
        </pc:sldMkLst>
        <pc:graphicFrameChg chg="mod modGraphic">
          <ac:chgData name="심은찬(EUNCHAN SIM)[sec1021]/선임/제조DX.자동보정.조립자동보정팀" userId="S::sec1021@lgensol.com::9090956e-ab5b-49d1-9c87-2078b7755aae" providerId="AD" clId="Web-{1D4B39A9-63EB-1B10-5FD5-49356917FF67}" dt="2025-11-26T02:12:15.415" v="221"/>
          <ac:graphicFrameMkLst>
            <pc:docMk/>
            <pc:sldMk cId="3110584877" sldId="282"/>
            <ac:graphicFrameMk id="9" creationId="{8FDB63AD-0852-F4A6-4748-366EC5BD265C}"/>
          </ac:graphicFrameMkLst>
        </pc:graphicFrameChg>
      </pc:sldChg>
      <pc:sldChg chg="modSp">
        <pc:chgData name="심은찬(EUNCHAN SIM)[sec1021]/선임/제조DX.자동보정.조립자동보정팀" userId="S::sec1021@lgensol.com::9090956e-ab5b-49d1-9c87-2078b7755aae" providerId="AD" clId="Web-{1D4B39A9-63EB-1B10-5FD5-49356917FF67}" dt="2025-11-26T01:53:03.984" v="206"/>
        <pc:sldMkLst>
          <pc:docMk/>
          <pc:sldMk cId="980722720" sldId="287"/>
        </pc:sldMkLst>
        <pc:spChg chg="mod">
          <ac:chgData name="심은찬(EUNCHAN SIM)[sec1021]/선임/제조DX.자동보정.조립자동보정팀" userId="S::sec1021@lgensol.com::9090956e-ab5b-49d1-9c87-2078b7755aae" providerId="AD" clId="Web-{1D4B39A9-63EB-1B10-5FD5-49356917FF67}" dt="2025-11-26T01:46:30.128" v="111" actId="20577"/>
          <ac:spMkLst>
            <pc:docMk/>
            <pc:sldMk cId="980722720" sldId="287"/>
            <ac:spMk id="6" creationId="{4E1E8773-DC85-D4E2-9228-C2B401218374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1D4B39A9-63EB-1B10-5FD5-49356917FF67}" dt="2025-11-26T01:46:41.285" v="115"/>
          <ac:graphicFrameMkLst>
            <pc:docMk/>
            <pc:sldMk cId="980722720" sldId="287"/>
            <ac:graphicFrameMk id="5" creationId="{334963D2-7BB3-DB88-7CD8-853B51F8D5F2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1D4B39A9-63EB-1B10-5FD5-49356917FF67}" dt="2025-11-26T01:53:03.984" v="206"/>
          <ac:graphicFrameMkLst>
            <pc:docMk/>
            <pc:sldMk cId="980722720" sldId="287"/>
            <ac:graphicFrameMk id="9" creationId="{6418FABD-9FDF-D221-AA86-B60755751675}"/>
          </ac:graphicFrameMkLst>
        </pc:graphicFrameChg>
      </pc:sldChg>
    </pc:docChg>
  </pc:docChgLst>
  <pc:docChgLst>
    <pc:chgData name="임인섭(INSUP LIM)[insup_lim]/선임/제조DX.자동보정.조립자동보정팀" userId="46c23904-ff79-42c9-9e41-2f57972a901c" providerId="ADAL" clId="{1FDB0EB2-97CD-4E78-B1CA-0EA453E5243D}"/>
    <pc:docChg chg="undo custSel modSld">
      <pc:chgData name="임인섭(INSUP LIM)[insup_lim]/선임/제조DX.자동보정.조립자동보정팀" userId="46c23904-ff79-42c9-9e41-2f57972a901c" providerId="ADAL" clId="{1FDB0EB2-97CD-4E78-B1CA-0EA453E5243D}" dt="2025-12-03T02:39:29.817" v="440" actId="20577"/>
      <pc:docMkLst>
        <pc:docMk/>
      </pc:docMkLst>
      <pc:sldChg chg="modSp mod">
        <pc:chgData name="임인섭(INSUP LIM)[insup_lim]/선임/제조DX.자동보정.조립자동보정팀" userId="46c23904-ff79-42c9-9e41-2f57972a901c" providerId="ADAL" clId="{1FDB0EB2-97CD-4E78-B1CA-0EA453E5243D}" dt="2025-12-03T01:38:38.469" v="225" actId="20577"/>
        <pc:sldMkLst>
          <pc:docMk/>
          <pc:sldMk cId="2772027129" sldId="260"/>
        </pc:sldMkLst>
        <pc:spChg chg="mod">
          <ac:chgData name="임인섭(INSUP LIM)[insup_lim]/선임/제조DX.자동보정.조립자동보정팀" userId="46c23904-ff79-42c9-9e41-2f57972a901c" providerId="ADAL" clId="{1FDB0EB2-97CD-4E78-B1CA-0EA453E5243D}" dt="2025-12-03T01:38:21.386" v="224" actId="20577"/>
          <ac:spMkLst>
            <pc:docMk/>
            <pc:sldMk cId="2772027129" sldId="260"/>
            <ac:spMk id="13" creationId="{6F04AF11-50D5-49B6-A265-556E9598BDBE}"/>
          </ac:spMkLst>
        </pc:spChg>
        <pc:spChg chg="mod">
          <ac:chgData name="임인섭(INSUP LIM)[insup_lim]/선임/제조DX.자동보정.조립자동보정팀" userId="46c23904-ff79-42c9-9e41-2f57972a901c" providerId="ADAL" clId="{1FDB0EB2-97CD-4E78-B1CA-0EA453E5243D}" dt="2025-12-03T01:38:38.469" v="225" actId="20577"/>
          <ac:spMkLst>
            <pc:docMk/>
            <pc:sldMk cId="2772027129" sldId="260"/>
            <ac:spMk id="14" creationId="{22538F03-743C-4E4C-83CE-319524F14C18}"/>
          </ac:spMkLst>
        </pc:spChg>
      </pc:sldChg>
      <pc:sldChg chg="modSp mod">
        <pc:chgData name="임인섭(INSUP LIM)[insup_lim]/선임/제조DX.자동보정.조립자동보정팀" userId="46c23904-ff79-42c9-9e41-2f57972a901c" providerId="ADAL" clId="{1FDB0EB2-97CD-4E78-B1CA-0EA453E5243D}" dt="2025-12-03T01:37:34.965" v="209" actId="20577"/>
        <pc:sldMkLst>
          <pc:docMk/>
          <pc:sldMk cId="4091322217" sldId="265"/>
        </pc:sldMkLst>
        <pc:spChg chg="mod">
          <ac:chgData name="임인섭(INSUP LIM)[insup_lim]/선임/제조DX.자동보정.조립자동보정팀" userId="46c23904-ff79-42c9-9e41-2f57972a901c" providerId="ADAL" clId="{1FDB0EB2-97CD-4E78-B1CA-0EA453E5243D}" dt="2025-12-03T01:37:34.965" v="209" actId="20577"/>
          <ac:spMkLst>
            <pc:docMk/>
            <pc:sldMk cId="4091322217" sldId="265"/>
            <ac:spMk id="58" creationId="{186787BD-0D0A-4FBF-B605-16D76EB626E6}"/>
          </ac:spMkLst>
        </pc:spChg>
        <pc:graphicFrameChg chg="mod modGraphic">
          <ac:chgData name="임인섭(INSUP LIM)[insup_lim]/선임/제조DX.자동보정.조립자동보정팀" userId="46c23904-ff79-42c9-9e41-2f57972a901c" providerId="ADAL" clId="{1FDB0EB2-97CD-4E78-B1CA-0EA453E5243D}" dt="2025-12-03T01:37:25.534" v="198" actId="20577"/>
          <ac:graphicFrameMkLst>
            <pc:docMk/>
            <pc:sldMk cId="4091322217" sldId="265"/>
            <ac:graphicFrameMk id="14" creationId="{F7BF916D-8A9E-4800-92E6-357BE08183D6}"/>
          </ac:graphicFrameMkLst>
        </pc:graphicFrameChg>
      </pc:sldChg>
      <pc:sldChg chg="modSp mod">
        <pc:chgData name="임인섭(INSUP LIM)[insup_lim]/선임/제조DX.자동보정.조립자동보정팀" userId="46c23904-ff79-42c9-9e41-2f57972a901c" providerId="ADAL" clId="{1FDB0EB2-97CD-4E78-B1CA-0EA453E5243D}" dt="2025-12-03T01:37:13.263" v="194" actId="6549"/>
        <pc:sldMkLst>
          <pc:docMk/>
          <pc:sldMk cId="2551372592" sldId="274"/>
        </pc:sldMkLst>
        <pc:graphicFrameChg chg="mod modGraphic">
          <ac:chgData name="임인섭(INSUP LIM)[insup_lim]/선임/제조DX.자동보정.조립자동보정팀" userId="46c23904-ff79-42c9-9e41-2f57972a901c" providerId="ADAL" clId="{1FDB0EB2-97CD-4E78-B1CA-0EA453E5243D}" dt="2025-12-03T01:37:13.263" v="194" actId="6549"/>
          <ac:graphicFrameMkLst>
            <pc:docMk/>
            <pc:sldMk cId="2551372592" sldId="274"/>
            <ac:graphicFrameMk id="19" creationId="{AC0E64D7-C678-4BFA-BA23-CADEA743A611}"/>
          </ac:graphicFrameMkLst>
        </pc:graphicFrameChg>
      </pc:sldChg>
      <pc:sldChg chg="modSp mod">
        <pc:chgData name="임인섭(INSUP LIM)[insup_lim]/선임/제조DX.자동보정.조립자동보정팀" userId="46c23904-ff79-42c9-9e41-2f57972a901c" providerId="ADAL" clId="{1FDB0EB2-97CD-4E78-B1CA-0EA453E5243D}" dt="2025-12-03T02:39:24.793" v="434" actId="20577"/>
        <pc:sldMkLst>
          <pc:docMk/>
          <pc:sldMk cId="521974953" sldId="295"/>
        </pc:sldMkLst>
        <pc:spChg chg="mod">
          <ac:chgData name="임인섭(INSUP LIM)[insup_lim]/선임/제조DX.자동보정.조립자동보정팀" userId="46c23904-ff79-42c9-9e41-2f57972a901c" providerId="ADAL" clId="{1FDB0EB2-97CD-4E78-B1CA-0EA453E5243D}" dt="2025-12-03T02:39:24.793" v="434" actId="20577"/>
          <ac:spMkLst>
            <pc:docMk/>
            <pc:sldMk cId="521974953" sldId="295"/>
            <ac:spMk id="5" creationId="{6545B495-B50E-9C37-AB02-6EFD11C77479}"/>
          </ac:spMkLst>
        </pc:spChg>
        <pc:graphicFrameChg chg="mod">
          <ac:chgData name="임인섭(INSUP LIM)[insup_lim]/선임/제조DX.자동보정.조립자동보정팀" userId="46c23904-ff79-42c9-9e41-2f57972a901c" providerId="ADAL" clId="{1FDB0EB2-97CD-4E78-B1CA-0EA453E5243D}" dt="2025-12-03T02:39:17.603" v="428"/>
          <ac:graphicFrameMkLst>
            <pc:docMk/>
            <pc:sldMk cId="521974953" sldId="295"/>
            <ac:graphicFrameMk id="14" creationId="{F7BF916D-8A9E-4800-92E6-357BE08183D6}"/>
          </ac:graphicFrameMkLst>
        </pc:graphicFrameChg>
      </pc:sldChg>
      <pc:sldChg chg="modSp mod">
        <pc:chgData name="임인섭(INSUP LIM)[insup_lim]/선임/제조DX.자동보정.조립자동보정팀" userId="46c23904-ff79-42c9-9e41-2f57972a901c" providerId="ADAL" clId="{1FDB0EB2-97CD-4E78-B1CA-0EA453E5243D}" dt="2025-12-03T02:14:04.573" v="361"/>
        <pc:sldMkLst>
          <pc:docMk/>
          <pc:sldMk cId="2519093233" sldId="316"/>
        </pc:sldMkLst>
        <pc:spChg chg="mod">
          <ac:chgData name="임인섭(INSUP LIM)[insup_lim]/선임/제조DX.자동보정.조립자동보정팀" userId="46c23904-ff79-42c9-9e41-2f57972a901c" providerId="ADAL" clId="{1FDB0EB2-97CD-4E78-B1CA-0EA453E5243D}" dt="2025-12-03T01:40:50.946" v="233" actId="20577"/>
          <ac:spMkLst>
            <pc:docMk/>
            <pc:sldMk cId="2519093233" sldId="316"/>
            <ac:spMk id="70" creationId="{DF67FEB9-4AB7-4D44-9D13-B27C7C303C42}"/>
          </ac:spMkLst>
        </pc:spChg>
        <pc:graphicFrameChg chg="mod modGraphic">
          <ac:chgData name="임인섭(INSUP LIM)[insup_lim]/선임/제조DX.자동보정.조립자동보정팀" userId="46c23904-ff79-42c9-9e41-2f57972a901c" providerId="ADAL" clId="{1FDB0EB2-97CD-4E78-B1CA-0EA453E5243D}" dt="2025-12-03T02:14:04.573" v="361"/>
          <ac:graphicFrameMkLst>
            <pc:docMk/>
            <pc:sldMk cId="2519093233" sldId="316"/>
            <ac:graphicFrameMk id="19" creationId="{AC0E64D7-C678-4BFA-BA23-CADEA743A611}"/>
          </ac:graphicFrameMkLst>
        </pc:graphicFrameChg>
      </pc:sldChg>
      <pc:sldChg chg="modSp mod">
        <pc:chgData name="임인섭(INSUP LIM)[insup_lim]/선임/제조DX.자동보정.조립자동보정팀" userId="46c23904-ff79-42c9-9e41-2f57972a901c" providerId="ADAL" clId="{1FDB0EB2-97CD-4E78-B1CA-0EA453E5243D}" dt="2025-12-03T02:15:08.599" v="368" actId="20577"/>
        <pc:sldMkLst>
          <pc:docMk/>
          <pc:sldMk cId="3631484623" sldId="317"/>
        </pc:sldMkLst>
        <pc:spChg chg="mod">
          <ac:chgData name="임인섭(INSUP LIM)[insup_lim]/선임/제조DX.자동보정.조립자동보정팀" userId="46c23904-ff79-42c9-9e41-2f57972a901c" providerId="ADAL" clId="{1FDB0EB2-97CD-4E78-B1CA-0EA453E5243D}" dt="2025-12-03T02:15:08.599" v="368" actId="20577"/>
          <ac:spMkLst>
            <pc:docMk/>
            <pc:sldMk cId="3631484623" sldId="317"/>
            <ac:spMk id="70" creationId="{DF67FEB9-4AB7-4D44-9D13-B27C7C303C42}"/>
          </ac:spMkLst>
        </pc:spChg>
        <pc:graphicFrameChg chg="mod modGraphic">
          <ac:chgData name="임인섭(INSUP LIM)[insup_lim]/선임/제조DX.자동보정.조립자동보정팀" userId="46c23904-ff79-42c9-9e41-2f57972a901c" providerId="ADAL" clId="{1FDB0EB2-97CD-4E78-B1CA-0EA453E5243D}" dt="2025-12-03T02:15:05.244" v="362"/>
          <ac:graphicFrameMkLst>
            <pc:docMk/>
            <pc:sldMk cId="3631484623" sldId="317"/>
            <ac:graphicFrameMk id="19" creationId="{AC0E64D7-C678-4BFA-BA23-CADEA743A611}"/>
          </ac:graphicFrameMkLst>
        </pc:graphicFrameChg>
      </pc:sldChg>
      <pc:sldChg chg="modSp mod">
        <pc:chgData name="임인섭(INSUP LIM)[insup_lim]/선임/제조DX.자동보정.조립자동보정팀" userId="46c23904-ff79-42c9-9e41-2f57972a901c" providerId="ADAL" clId="{1FDB0EB2-97CD-4E78-B1CA-0EA453E5243D}" dt="2025-12-03T02:37:14.348" v="375" actId="20577"/>
        <pc:sldMkLst>
          <pc:docMk/>
          <pc:sldMk cId="624474230" sldId="2147481904"/>
        </pc:sldMkLst>
        <pc:spChg chg="mod">
          <ac:chgData name="임인섭(INSUP LIM)[insup_lim]/선임/제조DX.자동보정.조립자동보정팀" userId="46c23904-ff79-42c9-9e41-2f57972a901c" providerId="ADAL" clId="{1FDB0EB2-97CD-4E78-B1CA-0EA453E5243D}" dt="2025-12-03T02:37:10.706" v="370" actId="20577"/>
          <ac:spMkLst>
            <pc:docMk/>
            <pc:sldMk cId="624474230" sldId="2147481904"/>
            <ac:spMk id="6" creationId="{2CB0F2F2-CDBB-B3E6-AE09-A445462049EE}"/>
          </ac:spMkLst>
        </pc:spChg>
        <pc:spChg chg="mod">
          <ac:chgData name="임인섭(INSUP LIM)[insup_lim]/선임/제조DX.자동보정.조립자동보정팀" userId="46c23904-ff79-42c9-9e41-2f57972a901c" providerId="ADAL" clId="{1FDB0EB2-97CD-4E78-B1CA-0EA453E5243D}" dt="2025-12-03T02:37:14.348" v="375" actId="20577"/>
          <ac:spMkLst>
            <pc:docMk/>
            <pc:sldMk cId="624474230" sldId="2147481904"/>
            <ac:spMk id="42" creationId="{51BF0D86-1DF9-4CDD-9ADF-D9D78254A144}"/>
          </ac:spMkLst>
        </pc:spChg>
      </pc:sldChg>
      <pc:sldChg chg="modSp mod">
        <pc:chgData name="임인섭(INSUP LIM)[insup_lim]/선임/제조DX.자동보정.조립자동보정팀" userId="46c23904-ff79-42c9-9e41-2f57972a901c" providerId="ADAL" clId="{1FDB0EB2-97CD-4E78-B1CA-0EA453E5243D}" dt="2025-12-03T01:38:16.331" v="222" actId="20577"/>
        <pc:sldMkLst>
          <pc:docMk/>
          <pc:sldMk cId="3901532967" sldId="2147481959"/>
        </pc:sldMkLst>
        <pc:spChg chg="mod">
          <ac:chgData name="임인섭(INSUP LIM)[insup_lim]/선임/제조DX.자동보정.조립자동보정팀" userId="46c23904-ff79-42c9-9e41-2f57972a901c" providerId="ADAL" clId="{1FDB0EB2-97CD-4E78-B1CA-0EA453E5243D}" dt="2025-12-03T01:38:11.749" v="220" actId="6549"/>
          <ac:spMkLst>
            <pc:docMk/>
            <pc:sldMk cId="3901532967" sldId="2147481959"/>
            <ac:spMk id="5" creationId="{1615D8B7-2F76-467E-B74D-9F119B978A4C}"/>
          </ac:spMkLst>
        </pc:spChg>
        <pc:spChg chg="mod">
          <ac:chgData name="임인섭(INSUP LIM)[insup_lim]/선임/제조DX.자동보정.조립자동보정팀" userId="46c23904-ff79-42c9-9e41-2f57972a901c" providerId="ADAL" clId="{1FDB0EB2-97CD-4E78-B1CA-0EA453E5243D}" dt="2025-12-03T01:38:16.331" v="222" actId="20577"/>
          <ac:spMkLst>
            <pc:docMk/>
            <pc:sldMk cId="3901532967" sldId="2147481959"/>
            <ac:spMk id="13" creationId="{6F04AF11-50D5-49B6-A265-556E9598BDBE}"/>
          </ac:spMkLst>
        </pc:spChg>
        <pc:spChg chg="mod">
          <ac:chgData name="임인섭(INSUP LIM)[insup_lim]/선임/제조DX.자동보정.조립자동보정팀" userId="46c23904-ff79-42c9-9e41-2f57972a901c" providerId="ADAL" clId="{1FDB0EB2-97CD-4E78-B1CA-0EA453E5243D}" dt="2025-12-03T01:38:00.292" v="219" actId="20577"/>
          <ac:spMkLst>
            <pc:docMk/>
            <pc:sldMk cId="3901532967" sldId="2147481959"/>
            <ac:spMk id="14" creationId="{22538F03-743C-4E4C-83CE-319524F14C18}"/>
          </ac:spMkLst>
        </pc:spChg>
      </pc:sldChg>
      <pc:sldChg chg="modSp mod">
        <pc:chgData name="임인섭(INSUP LIM)[insup_lim]/선임/제조DX.자동보정.조립자동보정팀" userId="46c23904-ff79-42c9-9e41-2f57972a901c" providerId="ADAL" clId="{1FDB0EB2-97CD-4E78-B1CA-0EA453E5243D}" dt="2025-12-03T02:39:29.817" v="440" actId="20577"/>
        <pc:sldMkLst>
          <pc:docMk/>
          <pc:sldMk cId="3755998146" sldId="2147483565"/>
        </pc:sldMkLst>
        <pc:spChg chg="mod">
          <ac:chgData name="임인섭(INSUP LIM)[insup_lim]/선임/제조DX.자동보정.조립자동보정팀" userId="46c23904-ff79-42c9-9e41-2f57972a901c" providerId="ADAL" clId="{1FDB0EB2-97CD-4E78-B1CA-0EA453E5243D}" dt="2025-12-03T02:39:29.817" v="440" actId="20577"/>
          <ac:spMkLst>
            <pc:docMk/>
            <pc:sldMk cId="3755998146" sldId="2147483565"/>
            <ac:spMk id="5" creationId="{6545B495-B50E-9C37-AB02-6EFD11C77479}"/>
          </ac:spMkLst>
        </pc:spChg>
        <pc:graphicFrameChg chg="mod modGraphic">
          <ac:chgData name="임인섭(INSUP LIM)[insup_lim]/선임/제조DX.자동보정.조립자동보정팀" userId="46c23904-ff79-42c9-9e41-2f57972a901c" providerId="ADAL" clId="{1FDB0EB2-97CD-4E78-B1CA-0EA453E5243D}" dt="2025-12-03T02:39:10.185" v="427" actId="20577"/>
          <ac:graphicFrameMkLst>
            <pc:docMk/>
            <pc:sldMk cId="3755998146" sldId="2147483565"/>
            <ac:graphicFrameMk id="14" creationId="{F7BF916D-8A9E-4800-92E6-357BE08183D6}"/>
          </ac:graphicFrameMkLst>
        </pc:graphicFrameChg>
      </pc:sldChg>
    </pc:docChg>
  </pc:docChgLst>
  <pc:docChgLst>
    <pc:chgData name="김형원(HYUNGWON KIM)[hyungwon]/사원/제조DX.자동보정.조립자동보정팀" userId="7d3d3187-387b-4f0d-81bf-ac57af5a795a" providerId="ADAL" clId="{8D3A64A0-D907-4807-8F98-D67F552EAD8A}"/>
    <pc:docChg chg="custSel modSld">
      <pc:chgData name="김형원(HYUNGWON KIM)[hyungwon]/사원/제조DX.자동보정.조립자동보정팀" userId="7d3d3187-387b-4f0d-81bf-ac57af5a795a" providerId="ADAL" clId="{8D3A64A0-D907-4807-8F98-D67F552EAD8A}" dt="2025-12-03T04:54:02.948" v="250"/>
      <pc:docMkLst>
        <pc:docMk/>
      </pc:docMkLst>
      <pc:sldChg chg="modSp">
        <pc:chgData name="김형원(HYUNGWON KIM)[hyungwon]/사원/제조DX.자동보정.조립자동보정팀" userId="7d3d3187-387b-4f0d-81bf-ac57af5a795a" providerId="ADAL" clId="{8D3A64A0-D907-4807-8F98-D67F552EAD8A}" dt="2025-12-03T04:54:02.948" v="250"/>
        <pc:sldMkLst>
          <pc:docMk/>
          <pc:sldMk cId="2967565303" sldId="294"/>
        </pc:sldMkLst>
        <pc:spChg chg="mod">
          <ac:chgData name="김형원(HYUNGWON KIM)[hyungwon]/사원/제조DX.자동보정.조립자동보정팀" userId="7d3d3187-387b-4f0d-81bf-ac57af5a795a" providerId="ADAL" clId="{8D3A64A0-D907-4807-8F98-D67F552EAD8A}" dt="2025-12-03T04:37:26.227" v="7" actId="20577"/>
          <ac:spMkLst>
            <pc:docMk/>
            <pc:sldMk cId="2967565303" sldId="294"/>
            <ac:spMk id="13" creationId="{B2BCB7C6-7FF2-4166-82A2-E3FE4B0B4E2A}"/>
          </ac:spMkLst>
        </pc:spChg>
        <pc:graphicFrameChg chg="mod modGraphic">
          <ac:chgData name="김형원(HYUNGWON KIM)[hyungwon]/사원/제조DX.자동보정.조립자동보정팀" userId="7d3d3187-387b-4f0d-81bf-ac57af5a795a" providerId="ADAL" clId="{8D3A64A0-D907-4807-8F98-D67F552EAD8A}" dt="2025-12-03T04:54:02.948" v="250"/>
          <ac:graphicFrameMkLst>
            <pc:docMk/>
            <pc:sldMk cId="2967565303" sldId="294"/>
            <ac:graphicFrameMk id="12" creationId="{E4591B7C-FD24-4C94-B784-24331C2373E4}"/>
          </ac:graphicFrameMkLst>
        </pc:graphicFrameChg>
      </pc:sldChg>
      <pc:sldChg chg="addSp delSp modSp">
        <pc:chgData name="김형원(HYUNGWON KIM)[hyungwon]/사원/제조DX.자동보정.조립자동보정팀" userId="7d3d3187-387b-4f0d-81bf-ac57af5a795a" providerId="ADAL" clId="{8D3A64A0-D907-4807-8F98-D67F552EAD8A}" dt="2025-12-03T04:53:59.135" v="249" actId="20577"/>
        <pc:sldMkLst>
          <pc:docMk/>
          <pc:sldMk cId="1790242576" sldId="296"/>
        </pc:sldMkLst>
        <pc:spChg chg="mod">
          <ac:chgData name="김형원(HYUNGWON KIM)[hyungwon]/사원/제조DX.자동보정.조립자동보정팀" userId="7d3d3187-387b-4f0d-81bf-ac57af5a795a" providerId="ADAL" clId="{8D3A64A0-D907-4807-8F98-D67F552EAD8A}" dt="2025-12-03T04:39:13.978" v="133" actId="207"/>
          <ac:spMkLst>
            <pc:docMk/>
            <pc:sldMk cId="1790242576" sldId="296"/>
            <ac:spMk id="11" creationId="{3D76E3F6-9403-4FD1-8424-C44E76584DB5}"/>
          </ac:spMkLst>
        </pc:spChg>
        <pc:spChg chg="mod">
          <ac:chgData name="김형원(HYUNGWON KIM)[hyungwon]/사원/제조DX.자동보정.조립자동보정팀" userId="7d3d3187-387b-4f0d-81bf-ac57af5a795a" providerId="ADAL" clId="{8D3A64A0-D907-4807-8F98-D67F552EAD8A}" dt="2025-12-03T04:39:19.493" v="135" actId="207"/>
          <ac:spMkLst>
            <pc:docMk/>
            <pc:sldMk cId="1790242576" sldId="296"/>
            <ac:spMk id="21" creationId="{2914ABB7-E77F-4758-AF6E-E244692D3B78}"/>
          </ac:spMkLst>
        </pc:spChg>
        <pc:spChg chg="mod">
          <ac:chgData name="김형원(HYUNGWON KIM)[hyungwon]/사원/제조DX.자동보정.조립자동보정팀" userId="7d3d3187-387b-4f0d-81bf-ac57af5a795a" providerId="ADAL" clId="{8D3A64A0-D907-4807-8F98-D67F552EAD8A}" dt="2025-12-03T04:39:16.687" v="134" actId="207"/>
          <ac:spMkLst>
            <pc:docMk/>
            <pc:sldMk cId="1790242576" sldId="296"/>
            <ac:spMk id="40" creationId="{32C7EA2A-62C9-4EBD-89B0-A143A1A2A2E4}"/>
          </ac:spMkLst>
        </pc:spChg>
        <pc:spChg chg="add">
          <ac:chgData name="김형원(HYUNGWON KIM)[hyungwon]/사원/제조DX.자동보정.조립자동보정팀" userId="7d3d3187-387b-4f0d-81bf-ac57af5a795a" providerId="ADAL" clId="{8D3A64A0-D907-4807-8F98-D67F552EAD8A}" dt="2025-12-03T04:37:34.149" v="9"/>
          <ac:spMkLst>
            <pc:docMk/>
            <pc:sldMk cId="1790242576" sldId="296"/>
            <ac:spMk id="63" creationId="{FF0AD748-AAE3-4D32-8F8D-20732CE9F554}"/>
          </ac:spMkLst>
        </pc:spChg>
        <pc:graphicFrameChg chg="mod modGraphic">
          <ac:chgData name="김형원(HYUNGWON KIM)[hyungwon]/사원/제조DX.자동보정.조립자동보정팀" userId="7d3d3187-387b-4f0d-81bf-ac57af5a795a" providerId="ADAL" clId="{8D3A64A0-D907-4807-8F98-D67F552EAD8A}" dt="2025-12-03T04:53:59.135" v="249" actId="20577"/>
          <ac:graphicFrameMkLst>
            <pc:docMk/>
            <pc:sldMk cId="1790242576" sldId="296"/>
            <ac:graphicFrameMk id="12" creationId="{E4591B7C-FD24-4C94-B784-24331C2373E4}"/>
          </ac:graphicFrameMkLst>
        </pc:graphicFrameChg>
      </pc:sldChg>
      <pc:sldChg chg="addSp delSp modSp">
        <pc:chgData name="김형원(HYUNGWON KIM)[hyungwon]/사원/제조DX.자동보정.조립자동보정팀" userId="7d3d3187-387b-4f0d-81bf-ac57af5a795a" providerId="ADAL" clId="{8D3A64A0-D907-4807-8F98-D67F552EAD8A}" dt="2025-12-03T04:53:49.137" v="246" actId="20577"/>
        <pc:sldMkLst>
          <pc:docMk/>
          <pc:sldMk cId="627465572" sldId="298"/>
        </pc:sldMkLst>
        <pc:spChg chg="add">
          <ac:chgData name="김형원(HYUNGWON KIM)[hyungwon]/사원/제조DX.자동보정.조립자동보정팀" userId="7d3d3187-387b-4f0d-81bf-ac57af5a795a" providerId="ADAL" clId="{8D3A64A0-D907-4807-8F98-D67F552EAD8A}" dt="2025-12-03T04:37:38.596" v="11"/>
          <ac:spMkLst>
            <pc:docMk/>
            <pc:sldMk cId="627465572" sldId="298"/>
            <ac:spMk id="10" creationId="{A76FFA9C-A54F-409E-9173-F9E37156E6A3}"/>
          </ac:spMkLst>
        </pc:spChg>
        <pc:graphicFrameChg chg="add mod modGraphic">
          <ac:chgData name="김형원(HYUNGWON KIM)[hyungwon]/사원/제조DX.자동보정.조립자동보정팀" userId="7d3d3187-387b-4f0d-81bf-ac57af5a795a" providerId="ADAL" clId="{8D3A64A0-D907-4807-8F98-D67F552EAD8A}" dt="2025-12-03T04:46:47.503" v="244" actId="1076"/>
          <ac:graphicFrameMkLst>
            <pc:docMk/>
            <pc:sldMk cId="627465572" sldId="298"/>
            <ac:graphicFrameMk id="11" creationId="{00D73E1C-F37E-4C31-BA04-566C0B6F8CED}"/>
          </ac:graphicFrameMkLst>
        </pc:graphicFrameChg>
        <pc:graphicFrameChg chg="mod modGraphic">
          <ac:chgData name="김형원(HYUNGWON KIM)[hyungwon]/사원/제조DX.자동보정.조립자동보정팀" userId="7d3d3187-387b-4f0d-81bf-ac57af5a795a" providerId="ADAL" clId="{8D3A64A0-D907-4807-8F98-D67F552EAD8A}" dt="2025-12-03T04:53:49.137" v="246" actId="20577"/>
          <ac:graphicFrameMkLst>
            <pc:docMk/>
            <pc:sldMk cId="627465572" sldId="298"/>
            <ac:graphicFrameMk id="12" creationId="{E4591B7C-FD24-4C94-B784-24331C2373E4}"/>
          </ac:graphicFrameMkLst>
        </pc:graphicFrameChg>
      </pc:sldChg>
    </pc:docChg>
  </pc:docChgLst>
  <pc:docChgLst>
    <pc:chgData name="김형준(HYUNGJUN KIM)[hkim810]/책임/제조DX.자동보정.MC자동보정팀" userId="76eaafad-027b-42f8-8d92-ede6d1a17ed2" providerId="ADAL" clId="{794262F2-B919-4ED8-B90E-56F8D568D62E}"/>
    <pc:docChg chg="undo custSel modSld">
      <pc:chgData name="김형준(HYUNGJUN KIM)[hkim810]/책임/제조DX.자동보정.MC자동보정팀" userId="76eaafad-027b-42f8-8d92-ede6d1a17ed2" providerId="ADAL" clId="{794262F2-B919-4ED8-B90E-56F8D568D62E}" dt="2025-12-16T21:37:13.788" v="1336"/>
      <pc:docMkLst>
        <pc:docMk/>
      </pc:docMkLst>
      <pc:sldChg chg="addSp delSp modSp mod">
        <pc:chgData name="김형준(HYUNGJUN KIM)[hkim810]/책임/제조DX.자동보정.MC자동보정팀" userId="76eaafad-027b-42f8-8d92-ede6d1a17ed2" providerId="ADAL" clId="{794262F2-B919-4ED8-B90E-56F8D568D62E}" dt="2025-12-16T21:34:01.023" v="1142" actId="1036"/>
        <pc:sldMkLst>
          <pc:docMk/>
          <pc:sldMk cId="528501483" sldId="264"/>
        </pc:sldMkLst>
        <pc:spChg chg="mod">
          <ac:chgData name="김형준(HYUNGJUN KIM)[hkim810]/책임/제조DX.자동보정.MC자동보정팀" userId="76eaafad-027b-42f8-8d92-ede6d1a17ed2" providerId="ADAL" clId="{794262F2-B919-4ED8-B90E-56F8D568D62E}" dt="2025-12-16T21:34:01.023" v="1142" actId="1036"/>
          <ac:spMkLst>
            <pc:docMk/>
            <pc:sldMk cId="528501483" sldId="264"/>
            <ac:spMk id="8" creationId="{9A1AFDD3-0124-4AF4-173A-8D36DE226272}"/>
          </ac:spMkLst>
        </pc:spChg>
        <pc:spChg chg="mod">
          <ac:chgData name="김형준(HYUNGJUN KIM)[hkim810]/책임/제조DX.자동보정.MC자동보정팀" userId="76eaafad-027b-42f8-8d92-ede6d1a17ed2" providerId="ADAL" clId="{794262F2-B919-4ED8-B90E-56F8D568D62E}" dt="2025-12-16T21:33:39.178" v="1107" actId="20577"/>
          <ac:spMkLst>
            <pc:docMk/>
            <pc:sldMk cId="528501483" sldId="264"/>
            <ac:spMk id="10" creationId="{622256A6-C7CD-F573-B117-F304392ACE9E}"/>
          </ac:spMkLst>
        </pc:spChg>
        <pc:spChg chg="mod">
          <ac:chgData name="김형준(HYUNGJUN KIM)[hkim810]/책임/제조DX.자동보정.MC자동보정팀" userId="76eaafad-027b-42f8-8d92-ede6d1a17ed2" providerId="ADAL" clId="{794262F2-B919-4ED8-B90E-56F8D568D62E}" dt="2025-12-16T21:27:52.070" v="1060" actId="20577"/>
          <ac:spMkLst>
            <pc:docMk/>
            <pc:sldMk cId="528501483" sldId="264"/>
            <ac:spMk id="12" creationId="{6F1B67F7-3FCA-8C3B-A398-028735996A77}"/>
          </ac:spMkLst>
        </pc:spChg>
        <pc:graphicFrameChg chg="add del mod">
          <ac:chgData name="김형준(HYUNGJUN KIM)[hkim810]/책임/제조DX.자동보정.MC자동보정팀" userId="76eaafad-027b-42f8-8d92-ede6d1a17ed2" providerId="ADAL" clId="{794262F2-B919-4ED8-B90E-56F8D568D62E}" dt="2025-12-16T21:12:05.399" v="1008" actId="478"/>
          <ac:graphicFrameMkLst>
            <pc:docMk/>
            <pc:sldMk cId="528501483" sldId="264"/>
            <ac:graphicFrameMk id="4" creationId="{CF9E450D-B8B2-10AE-EB3E-9EF7425EA154}"/>
          </ac:graphicFrameMkLst>
        </pc:graphicFrameChg>
        <pc:graphicFrameChg chg="add mod">
          <ac:chgData name="김형준(HYUNGJUN KIM)[hkim810]/책임/제조DX.자동보정.MC자동보정팀" userId="76eaafad-027b-42f8-8d92-ede6d1a17ed2" providerId="ADAL" clId="{794262F2-B919-4ED8-B90E-56F8D568D62E}" dt="2025-12-16T21:24:06.041" v="1009"/>
          <ac:graphicFrameMkLst>
            <pc:docMk/>
            <pc:sldMk cId="528501483" sldId="264"/>
            <ac:graphicFrameMk id="5" creationId="{D97D736F-C1C4-7AF4-3BD6-08B220B0190B}"/>
          </ac:graphicFrameMkLst>
        </pc:graphicFrameChg>
        <pc:graphicFrameChg chg="add mod modGraphic">
          <ac:chgData name="김형준(HYUNGJUN KIM)[hkim810]/책임/제조DX.자동보정.MC자동보정팀" userId="76eaafad-027b-42f8-8d92-ede6d1a17ed2" providerId="ADAL" clId="{794262F2-B919-4ED8-B90E-56F8D568D62E}" dt="2025-12-16T21:31:40.965" v="1087"/>
          <ac:graphicFrameMkLst>
            <pc:docMk/>
            <pc:sldMk cId="528501483" sldId="264"/>
            <ac:graphicFrameMk id="6" creationId="{F0D777F0-9D85-A48D-EEAE-2D670515CFF2}"/>
          </ac:graphicFrameMkLst>
        </pc:graphicFrameChg>
        <pc:graphicFrameChg chg="add del">
          <ac:chgData name="김형준(HYUNGJUN KIM)[hkim810]/책임/제조DX.자동보정.MC자동보정팀" userId="76eaafad-027b-42f8-8d92-ede6d1a17ed2" providerId="ADAL" clId="{794262F2-B919-4ED8-B90E-56F8D568D62E}" dt="2025-12-16T21:31:44.816" v="1088" actId="478"/>
          <ac:graphicFrameMkLst>
            <pc:docMk/>
            <pc:sldMk cId="528501483" sldId="264"/>
            <ac:graphicFrameMk id="7" creationId="{ACABF4A8-BA1E-1465-548F-928804E0657E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794262F2-B919-4ED8-B90E-56F8D568D62E}" dt="2025-12-16T19:55:49.682" v="68"/>
        <pc:sldMkLst>
          <pc:docMk/>
          <pc:sldMk cId="2852005536" sldId="288"/>
        </pc:sldMkLst>
        <pc:spChg chg="mod">
          <ac:chgData name="김형준(HYUNGJUN KIM)[hkim810]/책임/제조DX.자동보정.MC자동보정팀" userId="76eaafad-027b-42f8-8d92-ede6d1a17ed2" providerId="ADAL" clId="{794262F2-B919-4ED8-B90E-56F8D568D62E}" dt="2025-12-16T19:55:49.682" v="68"/>
          <ac:spMkLst>
            <pc:docMk/>
            <pc:sldMk cId="2852005536" sldId="288"/>
            <ac:spMk id="7" creationId="{B6C8A63D-202F-740A-3CCC-6B105B14BB0F}"/>
          </ac:spMkLst>
        </pc:spChg>
        <pc:graphicFrameChg chg="modGraphic">
          <ac:chgData name="김형준(HYUNGJUN KIM)[hkim810]/책임/제조DX.자동보정.MC자동보정팀" userId="76eaafad-027b-42f8-8d92-ede6d1a17ed2" providerId="ADAL" clId="{794262F2-B919-4ED8-B90E-56F8D568D62E}" dt="2025-12-16T19:55:13.315" v="35" actId="20577"/>
          <ac:graphicFrameMkLst>
            <pc:docMk/>
            <pc:sldMk cId="2852005536" sldId="288"/>
            <ac:graphicFrameMk id="3" creationId="{3E86696F-E35A-4B06-9B46-63A4A6A986C1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794262F2-B919-4ED8-B90E-56F8D568D62E}" dt="2025-12-16T19:55:21.535" v="63" actId="20577"/>
          <ac:graphicFrameMkLst>
            <pc:docMk/>
            <pc:sldMk cId="2852005536" sldId="288"/>
            <ac:graphicFrameMk id="14" creationId="{F7BF916D-8A9E-4800-92E6-357BE08183D6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794262F2-B919-4ED8-B90E-56F8D568D62E}" dt="2025-12-16T19:55:06.010" v="33" actId="20577"/>
        <pc:sldMkLst>
          <pc:docMk/>
          <pc:sldMk cId="3308190164" sldId="2147482025"/>
        </pc:sldMkLst>
        <pc:graphicFrameChg chg="modGraphic">
          <ac:chgData name="김형준(HYUNGJUN KIM)[hkim810]/책임/제조DX.자동보정.MC자동보정팀" userId="76eaafad-027b-42f8-8d92-ede6d1a17ed2" providerId="ADAL" clId="{794262F2-B919-4ED8-B90E-56F8D568D62E}" dt="2025-12-16T19:55:03.122" v="32" actId="20577"/>
          <ac:graphicFrameMkLst>
            <pc:docMk/>
            <pc:sldMk cId="3308190164" sldId="2147482025"/>
            <ac:graphicFrameMk id="3" creationId="{3E86696F-E35A-4B06-9B46-63A4A6A986C1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794262F2-B919-4ED8-B90E-56F8D568D62E}" dt="2025-12-16T19:55:06.010" v="33" actId="20577"/>
          <ac:graphicFrameMkLst>
            <pc:docMk/>
            <pc:sldMk cId="3308190164" sldId="2147482025"/>
            <ac:graphicFrameMk id="14" creationId="{F7BF916D-8A9E-4800-92E6-357BE08183D6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794262F2-B919-4ED8-B90E-56F8D568D62E}" dt="2025-12-16T21:09:22.096" v="942" actId="113"/>
        <pc:sldMkLst>
          <pc:docMk/>
          <pc:sldMk cId="2498954843" sldId="2147482027"/>
        </pc:sldMkLst>
        <pc:spChg chg="mod">
          <ac:chgData name="김형준(HYUNGJUN KIM)[hkim810]/책임/제조DX.자동보정.MC자동보정팀" userId="76eaafad-027b-42f8-8d92-ede6d1a17ed2" providerId="ADAL" clId="{794262F2-B919-4ED8-B90E-56F8D568D62E}" dt="2025-12-16T19:56:53.731" v="82"/>
          <ac:spMkLst>
            <pc:docMk/>
            <pc:sldMk cId="2498954843" sldId="2147482027"/>
            <ac:spMk id="92" creationId="{13CDFC16-554A-49B6-A4D8-2A9DFE65EFC7}"/>
          </ac:spMkLst>
        </pc:spChg>
        <pc:graphicFrameChg chg="modGraphic">
          <ac:chgData name="김형준(HYUNGJUN KIM)[hkim810]/책임/제조DX.자동보정.MC자동보정팀" userId="76eaafad-027b-42f8-8d92-ede6d1a17ed2" providerId="ADAL" clId="{794262F2-B919-4ED8-B90E-56F8D568D62E}" dt="2025-12-16T19:56:16.323" v="69" actId="20577"/>
          <ac:graphicFrameMkLst>
            <pc:docMk/>
            <pc:sldMk cId="2498954843" sldId="2147482027"/>
            <ac:graphicFrameMk id="63" creationId="{70AA915B-889A-4A75-A7AD-D2F8B7F2A37E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794262F2-B919-4ED8-B90E-56F8D568D62E}" dt="2025-12-16T21:09:22.096" v="942" actId="113"/>
          <ac:graphicFrameMkLst>
            <pc:docMk/>
            <pc:sldMk cId="2498954843" sldId="2147482027"/>
            <ac:graphicFrameMk id="65" creationId="{91A76A10-8A60-4643-B690-6F503385D026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794262F2-B919-4ED8-B90E-56F8D568D62E}" dt="2025-12-16T21:09:31.083" v="943"/>
        <pc:sldMkLst>
          <pc:docMk/>
          <pc:sldMk cId="2889583951" sldId="2147482028"/>
        </pc:sldMkLst>
        <pc:spChg chg="mod">
          <ac:chgData name="김형준(HYUNGJUN KIM)[hkim810]/책임/제조DX.자동보정.MC자동보정팀" userId="76eaafad-027b-42f8-8d92-ede6d1a17ed2" providerId="ADAL" clId="{794262F2-B919-4ED8-B90E-56F8D568D62E}" dt="2025-12-16T19:56:42.545" v="77"/>
          <ac:spMkLst>
            <pc:docMk/>
            <pc:sldMk cId="2889583951" sldId="2147482028"/>
            <ac:spMk id="19" creationId="{A1BE8DD3-E58F-491D-859F-D6362136CD78}"/>
          </ac:spMkLst>
        </pc:spChg>
        <pc:graphicFrameChg chg="modGraphic">
          <ac:chgData name="김형준(HYUNGJUN KIM)[hkim810]/책임/제조DX.자동보정.MC자동보정팀" userId="76eaafad-027b-42f8-8d92-ede6d1a17ed2" providerId="ADAL" clId="{794262F2-B919-4ED8-B90E-56F8D568D62E}" dt="2025-12-16T19:56:26.996" v="72" actId="20577"/>
          <ac:graphicFrameMkLst>
            <pc:docMk/>
            <pc:sldMk cId="2889583951" sldId="2147482028"/>
            <ac:graphicFrameMk id="9" creationId="{46C0305A-7583-4C36-B6FB-7599E8598DC9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794262F2-B919-4ED8-B90E-56F8D568D62E}" dt="2025-12-16T21:09:31.083" v="943"/>
          <ac:graphicFrameMkLst>
            <pc:docMk/>
            <pc:sldMk cId="2889583951" sldId="2147482028"/>
            <ac:graphicFrameMk id="13" creationId="{464CFD32-F0C1-4BC8-83E7-D88F486D8DB2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794262F2-B919-4ED8-B90E-56F8D568D62E}" dt="2025-12-16T21:37:04.122" v="1332"/>
        <pc:sldMkLst>
          <pc:docMk/>
          <pc:sldMk cId="2625735704" sldId="2147483628"/>
        </pc:sldMkLst>
        <pc:spChg chg="mod">
          <ac:chgData name="김형준(HYUNGJUN KIM)[hkim810]/책임/제조DX.자동보정.MC자동보정팀" userId="76eaafad-027b-42f8-8d92-ede6d1a17ed2" providerId="ADAL" clId="{794262F2-B919-4ED8-B90E-56F8D568D62E}" dt="2025-12-16T21:37:04.122" v="1332"/>
          <ac:spMkLst>
            <pc:docMk/>
            <pc:sldMk cId="2625735704" sldId="2147483628"/>
            <ac:spMk id="9" creationId="{B5840AC6-D288-4190-89A9-88F0476A4F12}"/>
          </ac:spMkLst>
        </pc:spChg>
        <pc:graphicFrameChg chg="modGraphic">
          <ac:chgData name="김형준(HYUNGJUN KIM)[hkim810]/책임/제조DX.자동보정.MC자동보정팀" userId="76eaafad-027b-42f8-8d92-ede6d1a17ed2" providerId="ADAL" clId="{794262F2-B919-4ED8-B90E-56F8D568D62E}" dt="2025-12-16T21:34:43.205" v="1144" actId="20577"/>
          <ac:graphicFrameMkLst>
            <pc:docMk/>
            <pc:sldMk cId="2625735704" sldId="2147483628"/>
            <ac:graphicFrameMk id="3" creationId="{3E86696F-E35A-4B06-9B46-63A4A6A986C1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794262F2-B919-4ED8-B90E-56F8D568D62E}" dt="2025-12-16T21:36:31.133" v="1325"/>
          <ac:graphicFrameMkLst>
            <pc:docMk/>
            <pc:sldMk cId="2625735704" sldId="2147483628"/>
            <ac:graphicFrameMk id="14" creationId="{F7BF916D-8A9E-4800-92E6-357BE08183D6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794262F2-B919-4ED8-B90E-56F8D568D62E}" dt="2025-12-16T21:37:13.788" v="1336"/>
        <pc:sldMkLst>
          <pc:docMk/>
          <pc:sldMk cId="1514616925" sldId="2147483629"/>
        </pc:sldMkLst>
        <pc:spChg chg="mod">
          <ac:chgData name="김형준(HYUNGJUN KIM)[hkim810]/책임/제조DX.자동보정.MC자동보정팀" userId="76eaafad-027b-42f8-8d92-ede6d1a17ed2" providerId="ADAL" clId="{794262F2-B919-4ED8-B90E-56F8D568D62E}" dt="2025-12-16T21:37:13.788" v="1336"/>
          <ac:spMkLst>
            <pc:docMk/>
            <pc:sldMk cId="1514616925" sldId="2147483629"/>
            <ac:spMk id="68" creationId="{0791A128-377F-47F2-AB21-67B038F94CE2}"/>
          </ac:spMkLst>
        </pc:spChg>
        <pc:graphicFrameChg chg="modGraphic">
          <ac:chgData name="김형준(HYUNGJUN KIM)[hkim810]/책임/제조DX.자동보정.MC자동보정팀" userId="76eaafad-027b-42f8-8d92-ede6d1a17ed2" providerId="ADAL" clId="{794262F2-B919-4ED8-B90E-56F8D568D62E}" dt="2025-12-16T21:34:38.136" v="1143" actId="20577"/>
          <ac:graphicFrameMkLst>
            <pc:docMk/>
            <pc:sldMk cId="1514616925" sldId="2147483629"/>
            <ac:graphicFrameMk id="3" creationId="{3E86696F-E35A-4B06-9B46-63A4A6A986C1}"/>
          </ac:graphicFrameMkLst>
        </pc:graphicFrameChg>
        <pc:graphicFrameChg chg="mod">
          <ac:chgData name="김형준(HYUNGJUN KIM)[hkim810]/책임/제조DX.자동보정.MC자동보정팀" userId="76eaafad-027b-42f8-8d92-ede6d1a17ed2" providerId="ADAL" clId="{794262F2-B919-4ED8-B90E-56F8D568D62E}" dt="2025-12-16T21:36:37.738" v="1326"/>
          <ac:graphicFrameMkLst>
            <pc:docMk/>
            <pc:sldMk cId="1514616925" sldId="2147483629"/>
            <ac:graphicFrameMk id="14" creationId="{F7BF916D-8A9E-4800-92E6-357BE08183D6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794262F2-B919-4ED8-B90E-56F8D568D62E}" dt="2025-12-16T21:36:18.948" v="1324"/>
        <pc:sldMkLst>
          <pc:docMk/>
          <pc:sldMk cId="1194096424" sldId="2147483640"/>
        </pc:sldMkLst>
        <pc:spChg chg="mod">
          <ac:chgData name="김형준(HYUNGJUN KIM)[hkim810]/책임/제조DX.자동보정.MC자동보정팀" userId="76eaafad-027b-42f8-8d92-ede6d1a17ed2" providerId="ADAL" clId="{794262F2-B919-4ED8-B90E-56F8D568D62E}" dt="2025-12-16T21:36:18.948" v="1324"/>
          <ac:spMkLst>
            <pc:docMk/>
            <pc:sldMk cId="1194096424" sldId="2147483640"/>
            <ac:spMk id="8" creationId="{762E3F0D-300B-4D34-A940-DB28B406F838}"/>
          </ac:spMkLst>
        </pc:spChg>
        <pc:graphicFrameChg chg="modGraphic">
          <ac:chgData name="김형준(HYUNGJUN KIM)[hkim810]/책임/제조DX.자동보정.MC자동보정팀" userId="76eaafad-027b-42f8-8d92-ede6d1a17ed2" providerId="ADAL" clId="{794262F2-B919-4ED8-B90E-56F8D568D62E}" dt="2025-12-16T21:34:53.685" v="1147" actId="20577"/>
          <ac:graphicFrameMkLst>
            <pc:docMk/>
            <pc:sldMk cId="1194096424" sldId="2147483640"/>
            <ac:graphicFrameMk id="3" creationId="{3E86696F-E35A-4B06-9B46-63A4A6A986C1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794262F2-B919-4ED8-B90E-56F8D568D62E}" dt="2025-12-16T21:36:04.318" v="1318" actId="20577"/>
          <ac:graphicFrameMkLst>
            <pc:docMk/>
            <pc:sldMk cId="1194096424" sldId="2147483640"/>
            <ac:graphicFrameMk id="14" creationId="{F7BF916D-8A9E-4800-92E6-357BE08183D6}"/>
          </ac:graphicFrameMkLst>
        </pc:graphicFrameChg>
      </pc:sldChg>
    </pc:docChg>
  </pc:docChgLst>
  <pc:docChgLst>
    <pc:chgData name="차영은(YEONGEUN CHA)[yeongeun.cha]/선임/제조DX.자동보정.RSND자동보정팀" userId="e4ba232c-cf2d-4452-bd1b-f0a465a6692d" providerId="ADAL" clId="{D78B5648-1F98-48D0-83D7-F4B19B0B08CA}"/>
    <pc:docChg chg="undo custSel modSld">
      <pc:chgData name="차영은(YEONGEUN CHA)[yeongeun.cha]/선임/제조DX.자동보정.RSND자동보정팀" userId="e4ba232c-cf2d-4452-bd1b-f0a465a6692d" providerId="ADAL" clId="{D78B5648-1F98-48D0-83D7-F4B19B0B08CA}" dt="2025-12-10T09:33:16.191" v="790" actId="1076"/>
      <pc:docMkLst>
        <pc:docMk/>
      </pc:docMkLst>
      <pc:sldChg chg="modSp mod">
        <pc:chgData name="차영은(YEONGEUN CHA)[yeongeun.cha]/선임/제조DX.자동보정.RSND자동보정팀" userId="e4ba232c-cf2d-4452-bd1b-f0a465a6692d" providerId="ADAL" clId="{D78B5648-1F98-48D0-83D7-F4B19B0B08CA}" dt="2025-12-09T08:46:22.161" v="759" actId="14100"/>
        <pc:sldMkLst>
          <pc:docMk/>
          <pc:sldMk cId="3442893762" sldId="2147481942"/>
        </pc:sldMkLst>
        <pc:spChg chg="mod">
          <ac:chgData name="차영은(YEONGEUN CHA)[yeongeun.cha]/선임/제조DX.자동보정.RSND자동보정팀" userId="e4ba232c-cf2d-4452-bd1b-f0a465a6692d" providerId="ADAL" clId="{D78B5648-1F98-48D0-83D7-F4B19B0B08CA}" dt="2025-12-09T08:45:42.208" v="736" actId="20577"/>
          <ac:spMkLst>
            <pc:docMk/>
            <pc:sldMk cId="3442893762" sldId="2147481942"/>
            <ac:spMk id="65" creationId="{5C2245B1-B08E-4132-B0D3-088A3B2C5B54}"/>
          </ac:spMkLst>
        </pc:spChg>
        <pc:graphicFrameChg chg="mod modGraphic">
          <ac:chgData name="차영은(YEONGEUN CHA)[yeongeun.cha]/선임/제조DX.자동보정.RSND자동보정팀" userId="e4ba232c-cf2d-4452-bd1b-f0a465a6692d" providerId="ADAL" clId="{D78B5648-1F98-48D0-83D7-F4B19B0B08CA}" dt="2025-12-09T08:46:22.161" v="759" actId="14100"/>
          <ac:graphicFrameMkLst>
            <pc:docMk/>
            <pc:sldMk cId="3442893762" sldId="2147481942"/>
            <ac:graphicFrameMk id="60" creationId="{8E6A1745-E1D7-4E26-948B-BF2B71149CAF}"/>
          </ac:graphicFrameMkLst>
        </pc:graphicFrameChg>
      </pc:sldChg>
      <pc:sldChg chg="addSp modSp mod">
        <pc:chgData name="차영은(YEONGEUN CHA)[yeongeun.cha]/선임/제조DX.자동보정.RSND자동보정팀" userId="e4ba232c-cf2d-4452-bd1b-f0a465a6692d" providerId="ADAL" clId="{D78B5648-1F98-48D0-83D7-F4B19B0B08CA}" dt="2025-12-10T09:33:16.191" v="790" actId="1076"/>
        <pc:sldMkLst>
          <pc:docMk/>
          <pc:sldMk cId="525786264" sldId="2147483624"/>
        </pc:sldMkLst>
        <pc:spChg chg="mod">
          <ac:chgData name="차영은(YEONGEUN CHA)[yeongeun.cha]/선임/제조DX.자동보정.RSND자동보정팀" userId="e4ba232c-cf2d-4452-bd1b-f0a465a6692d" providerId="ADAL" clId="{D78B5648-1F98-48D0-83D7-F4B19B0B08CA}" dt="2025-12-09T08:43:59.604" v="577" actId="207"/>
          <ac:spMkLst>
            <pc:docMk/>
            <pc:sldMk cId="525786264" sldId="2147483624"/>
            <ac:spMk id="4" creationId="{CEBB0812-F196-46E5-A546-53F25D17E7E5}"/>
          </ac:spMkLst>
        </pc:spChg>
        <pc:graphicFrameChg chg="add mod modGraphic">
          <ac:chgData name="차영은(YEONGEUN CHA)[yeongeun.cha]/선임/제조DX.자동보정.RSND자동보정팀" userId="e4ba232c-cf2d-4452-bd1b-f0a465a6692d" providerId="ADAL" clId="{D78B5648-1F98-48D0-83D7-F4B19B0B08CA}" dt="2025-12-10T09:33:16.191" v="790" actId="1076"/>
          <ac:graphicFrameMkLst>
            <pc:docMk/>
            <pc:sldMk cId="525786264" sldId="2147483624"/>
            <ac:graphicFrameMk id="2" creationId="{7DB081E0-BDF1-0743-750B-968E1E0A846A}"/>
          </ac:graphicFrameMkLst>
        </pc:graphicFrameChg>
      </pc:sldChg>
    </pc:docChg>
  </pc:docChgLst>
  <pc:docChgLst>
    <pc:chgData name="신재우(JAEWOO SHIN)[jaewoo.s]/선임/제조DX.자동보정.자동보정선행개발팀" userId="e0840e83-c9b5-4a8f-92d7-5eca1a37c5af" providerId="ADAL" clId="{4637DA36-A724-4441-B133-E4757F186570}"/>
    <pc:docChg chg="undo custSel modSld sldOrd">
      <pc:chgData name="신재우(JAEWOO SHIN)[jaewoo.s]/선임/제조DX.자동보정.자동보정선행개발팀" userId="e0840e83-c9b5-4a8f-92d7-5eca1a37c5af" providerId="ADAL" clId="{4637DA36-A724-4441-B133-E4757F186570}" dt="2025-11-19T08:06:14.082" v="2685"/>
      <pc:docMkLst>
        <pc:docMk/>
      </pc:docMkLst>
      <pc:sldChg chg="addSp delSp modSp mod ord">
        <pc:chgData name="신재우(JAEWOO SHIN)[jaewoo.s]/선임/제조DX.자동보정.자동보정선행개발팀" userId="e0840e83-c9b5-4a8f-92d7-5eca1a37c5af" providerId="ADAL" clId="{4637DA36-A724-4441-B133-E4757F186570}" dt="2025-11-18T02:02:37.575" v="2667" actId="20577"/>
        <pc:sldMkLst>
          <pc:docMk/>
          <pc:sldMk cId="892003337" sldId="2147482011"/>
        </pc:sldMkLst>
        <pc:spChg chg="add mod">
          <ac:chgData name="신재우(JAEWOO SHIN)[jaewoo.s]/선임/제조DX.자동보정.자동보정선행개발팀" userId="e0840e83-c9b5-4a8f-92d7-5eca1a37c5af" providerId="ADAL" clId="{4637DA36-A724-4441-B133-E4757F186570}" dt="2025-11-18T02:01:53.170" v="2639" actId="20577"/>
          <ac:spMkLst>
            <pc:docMk/>
            <pc:sldMk cId="892003337" sldId="2147482011"/>
            <ac:spMk id="7" creationId="{37D4CC4E-8F49-1F82-1157-99C013C091A5}"/>
          </ac:spMkLst>
        </pc:spChg>
        <pc:spChg chg="mod">
          <ac:chgData name="신재우(JAEWOO SHIN)[jaewoo.s]/선임/제조DX.자동보정.자동보정선행개발팀" userId="e0840e83-c9b5-4a8f-92d7-5eca1a37c5af" providerId="ADAL" clId="{4637DA36-A724-4441-B133-E4757F186570}" dt="2025-11-18T01:58:15.949" v="2494" actId="1035"/>
          <ac:spMkLst>
            <pc:docMk/>
            <pc:sldMk cId="892003337" sldId="2147482011"/>
            <ac:spMk id="21" creationId="{F0EFD6B0-D01B-40A7-8400-A24E2E3D8C9B}"/>
          </ac:spMkLst>
        </pc:spChg>
        <pc:spChg chg="mod">
          <ac:chgData name="신재우(JAEWOO SHIN)[jaewoo.s]/선임/제조DX.자동보정.자동보정선행개발팀" userId="e0840e83-c9b5-4a8f-92d7-5eca1a37c5af" providerId="ADAL" clId="{4637DA36-A724-4441-B133-E4757F186570}" dt="2025-11-18T01:22:45.074" v="29" actId="20577"/>
          <ac:spMkLst>
            <pc:docMk/>
            <pc:sldMk cId="892003337" sldId="2147482011"/>
            <ac:spMk id="35" creationId="{51EF3097-C672-499A-AD2F-8D4030151E6B}"/>
          </ac:spMkLst>
        </pc:spChg>
        <pc:spChg chg="mod">
          <ac:chgData name="신재우(JAEWOO SHIN)[jaewoo.s]/선임/제조DX.자동보정.자동보정선행개발팀" userId="e0840e83-c9b5-4a8f-92d7-5eca1a37c5af" providerId="ADAL" clId="{4637DA36-A724-4441-B133-E4757F186570}" dt="2025-11-18T01:59:40.802" v="2543" actId="14100"/>
          <ac:spMkLst>
            <pc:docMk/>
            <pc:sldMk cId="892003337" sldId="2147482011"/>
            <ac:spMk id="38" creationId="{BBD939A1-83E6-D546-F1D0-B6F5C2F9D8C0}"/>
          </ac:spMkLst>
        </pc:spChg>
        <pc:spChg chg="mod">
          <ac:chgData name="신재우(JAEWOO SHIN)[jaewoo.s]/선임/제조DX.자동보정.자동보정선행개발팀" userId="e0840e83-c9b5-4a8f-92d7-5eca1a37c5af" providerId="ADAL" clId="{4637DA36-A724-4441-B133-E4757F186570}" dt="2025-11-18T01:59:00.496" v="2530" actId="1035"/>
          <ac:spMkLst>
            <pc:docMk/>
            <pc:sldMk cId="892003337" sldId="2147482011"/>
            <ac:spMk id="39" creationId="{7C17AE26-7E25-42D6-408B-89271D0593FB}"/>
          </ac:spMkLst>
        </pc:spChg>
        <pc:grpChg chg="mod">
          <ac:chgData name="신재우(JAEWOO SHIN)[jaewoo.s]/선임/제조DX.자동보정.자동보정선행개발팀" userId="e0840e83-c9b5-4a8f-92d7-5eca1a37c5af" providerId="ADAL" clId="{4637DA36-A724-4441-B133-E4757F186570}" dt="2025-11-18T01:59:32.162" v="2542" actId="1036"/>
          <ac:grpSpMkLst>
            <pc:docMk/>
            <pc:sldMk cId="892003337" sldId="2147482011"/>
            <ac:grpSpMk id="36" creationId="{4FB33D92-919F-54AF-5034-C19A9DDAF8AC}"/>
          </ac:grpSpMkLst>
        </pc:grpChg>
        <pc:grpChg chg="mod">
          <ac:chgData name="신재우(JAEWOO SHIN)[jaewoo.s]/선임/제조DX.자동보정.자동보정선행개발팀" userId="e0840e83-c9b5-4a8f-92d7-5eca1a37c5af" providerId="ADAL" clId="{4637DA36-A724-4441-B133-E4757F186570}" dt="2025-11-18T01:59:00.496" v="2530" actId="1035"/>
          <ac:grpSpMkLst>
            <pc:docMk/>
            <pc:sldMk cId="892003337" sldId="2147482011"/>
            <ac:grpSpMk id="40" creationId="{47173F78-B018-8BB7-9A70-153C55FEA22B}"/>
          </ac:grpSpMkLst>
        </pc:grpChg>
        <pc:graphicFrameChg chg="mod modGraphic">
          <ac:chgData name="신재우(JAEWOO SHIN)[jaewoo.s]/선임/제조DX.자동보정.자동보정선행개발팀" userId="e0840e83-c9b5-4a8f-92d7-5eca1a37c5af" providerId="ADAL" clId="{4637DA36-A724-4441-B133-E4757F186570}" dt="2025-11-18T02:02:37.575" v="2667" actId="20577"/>
          <ac:graphicFrameMkLst>
            <pc:docMk/>
            <pc:sldMk cId="892003337" sldId="2147482011"/>
            <ac:graphicFrameMk id="3" creationId="{3E86696F-E35A-4B06-9B46-63A4A6A986C1}"/>
          </ac:graphicFrameMkLst>
        </pc:graphicFrameChg>
        <pc:graphicFrameChg chg="mod modGraphic">
          <ac:chgData name="신재우(JAEWOO SHIN)[jaewoo.s]/선임/제조DX.자동보정.자동보정선행개발팀" userId="e0840e83-c9b5-4a8f-92d7-5eca1a37c5af" providerId="ADAL" clId="{4637DA36-A724-4441-B133-E4757F186570}" dt="2025-11-18T01:59:32.162" v="2542" actId="1036"/>
          <ac:graphicFrameMkLst>
            <pc:docMk/>
            <pc:sldMk cId="892003337" sldId="2147482011"/>
            <ac:graphicFrameMk id="27" creationId="{5BB4BDEE-11C9-8FCE-EC38-ABCC3B754A6D}"/>
          </ac:graphicFrameMkLst>
        </pc:graphicFrameChg>
        <pc:graphicFrameChg chg="mod modGraphic">
          <ac:chgData name="신재우(JAEWOO SHIN)[jaewoo.s]/선임/제조DX.자동보정.자동보정선행개발팀" userId="e0840e83-c9b5-4a8f-92d7-5eca1a37c5af" providerId="ADAL" clId="{4637DA36-A724-4441-B133-E4757F186570}" dt="2025-11-18T01:59:07.245" v="2531" actId="1076"/>
          <ac:graphicFrameMkLst>
            <pc:docMk/>
            <pc:sldMk cId="892003337" sldId="2147482011"/>
            <ac:graphicFrameMk id="43" creationId="{0824F682-C1FC-96FD-DF56-E246FD32A83E}"/>
          </ac:graphicFrameMkLst>
        </pc:graphicFrameChg>
        <pc:picChg chg="add mod">
          <ac:chgData name="신재우(JAEWOO SHIN)[jaewoo.s]/선임/제조DX.자동보정.자동보정선행개발팀" userId="e0840e83-c9b5-4a8f-92d7-5eca1a37c5af" providerId="ADAL" clId="{4637DA36-A724-4441-B133-E4757F186570}" dt="2025-11-18T01:59:16.809" v="2535" actId="1036"/>
          <ac:picMkLst>
            <pc:docMk/>
            <pc:sldMk cId="892003337" sldId="2147482011"/>
            <ac:picMk id="6" creationId="{8725D0FC-DD88-CCA8-A0BC-AE78058F642A}"/>
          </ac:picMkLst>
        </pc:picChg>
        <pc:picChg chg="add mod">
          <ac:chgData name="신재우(JAEWOO SHIN)[jaewoo.s]/선임/제조DX.자동보정.자동보정선행개발팀" userId="e0840e83-c9b5-4a8f-92d7-5eca1a37c5af" providerId="ADAL" clId="{4637DA36-A724-4441-B133-E4757F186570}" dt="2025-11-18T01:59:16.809" v="2535" actId="1036"/>
          <ac:picMkLst>
            <pc:docMk/>
            <pc:sldMk cId="892003337" sldId="2147482011"/>
            <ac:picMk id="9" creationId="{0B3736F5-1615-1776-CF7D-4EB1AA25F7EB}"/>
          </ac:picMkLst>
        </pc:picChg>
      </pc:sldChg>
      <pc:sldChg chg="modSp mod">
        <pc:chgData name="신재우(JAEWOO SHIN)[jaewoo.s]/선임/제조DX.자동보정.자동보정선행개발팀" userId="e0840e83-c9b5-4a8f-92d7-5eca1a37c5af" providerId="ADAL" clId="{4637DA36-A724-4441-B133-E4757F186570}" dt="2025-11-19T08:06:14.082" v="2685"/>
        <pc:sldMkLst>
          <pc:docMk/>
          <pc:sldMk cId="722830885" sldId="2147483567"/>
        </pc:sldMkLst>
      </pc:sldChg>
    </pc:docChg>
  </pc:docChgLst>
  <pc:docChgLst>
    <pc:chgData name="박준오(JUNO PARK)[jopark]/책임/제조DX.자동보정.조립자동보정팀" userId="b07c4842-d582-4cfa-bd05-8310818ebb5c" providerId="ADAL" clId="{7F622F58-45F9-40C0-BE23-E75D65BCB35A}"/>
    <pc:docChg chg="undo custSel modSld">
      <pc:chgData name="박준오(JUNO PARK)[jopark]/책임/제조DX.자동보정.조립자동보정팀" userId="b07c4842-d582-4cfa-bd05-8310818ebb5c" providerId="ADAL" clId="{7F622F58-45F9-40C0-BE23-E75D65BCB35A}" dt="2025-12-03T07:13:22.462" v="3977"/>
      <pc:docMkLst>
        <pc:docMk/>
      </pc:docMkLst>
      <pc:sldChg chg="modSp mod">
        <pc:chgData name="박준오(JUNO PARK)[jopark]/책임/제조DX.자동보정.조립자동보정팀" userId="b07c4842-d582-4cfa-bd05-8310818ebb5c" providerId="ADAL" clId="{7F622F58-45F9-40C0-BE23-E75D65BCB35A}" dt="2025-12-03T07:13:22.462" v="3977"/>
        <pc:sldMkLst>
          <pc:docMk/>
          <pc:sldMk cId="3806794940" sldId="2147481896"/>
        </pc:sldMkLst>
        <pc:spChg chg="mod">
          <ac:chgData name="박준오(JUNO PARK)[jopark]/책임/제조DX.자동보정.조립자동보정팀" userId="b07c4842-d582-4cfa-bd05-8310818ebb5c" providerId="ADAL" clId="{7F622F58-45F9-40C0-BE23-E75D65BCB35A}" dt="2025-12-03T01:31:34.976" v="2" actId="20577"/>
          <ac:spMkLst>
            <pc:docMk/>
            <pc:sldMk cId="3806794940" sldId="2147481896"/>
            <ac:spMk id="39" creationId="{35A19147-95B2-445E-9EA9-7C629BED958D}"/>
          </ac:spMkLst>
        </pc:spChg>
        <pc:graphicFrameChg chg="mod modGraphic">
          <ac:chgData name="박준오(JUNO PARK)[jopark]/책임/제조DX.자동보정.조립자동보정팀" userId="b07c4842-d582-4cfa-bd05-8310818ebb5c" providerId="ADAL" clId="{7F622F58-45F9-40C0-BE23-E75D65BCB35A}" dt="2025-12-03T01:44:55.567" v="676" actId="20577"/>
          <ac:graphicFrameMkLst>
            <pc:docMk/>
            <pc:sldMk cId="3806794940" sldId="2147481896"/>
            <ac:graphicFrameMk id="20" creationId="{2DA94209-4BE0-4B68-B69F-D3BFF8EDF90F}"/>
          </ac:graphicFrameMkLst>
        </pc:graphicFrameChg>
        <pc:graphicFrameChg chg="mod modGraphic">
          <ac:chgData name="박준오(JUNO PARK)[jopark]/책임/제조DX.자동보정.조립자동보정팀" userId="b07c4842-d582-4cfa-bd05-8310818ebb5c" providerId="ADAL" clId="{7F622F58-45F9-40C0-BE23-E75D65BCB35A}" dt="2025-12-03T07:13:22.462" v="3977"/>
          <ac:graphicFrameMkLst>
            <pc:docMk/>
            <pc:sldMk cId="3806794940" sldId="2147481896"/>
            <ac:graphicFrameMk id="24" creationId="{EE25D773-57A8-4A35-B7A5-664A556DA172}"/>
          </ac:graphicFrameMkLst>
        </pc:graphicFrameChg>
      </pc:sldChg>
      <pc:sldChg chg="modSp mod">
        <pc:chgData name="박준오(JUNO PARK)[jopark]/책임/제조DX.자동보정.조립자동보정팀" userId="b07c4842-d582-4cfa-bd05-8310818ebb5c" providerId="ADAL" clId="{7F622F58-45F9-40C0-BE23-E75D65BCB35A}" dt="2025-12-03T02:18:58.793" v="3429" actId="207"/>
        <pc:sldMkLst>
          <pc:docMk/>
          <pc:sldMk cId="603145438" sldId="2147483614"/>
        </pc:sldMkLst>
        <pc:spChg chg="mod">
          <ac:chgData name="박준오(JUNO PARK)[jopark]/책임/제조DX.자동보정.조립자동보정팀" userId="b07c4842-d582-4cfa-bd05-8310818ebb5c" providerId="ADAL" clId="{7F622F58-45F9-40C0-BE23-E75D65BCB35A}" dt="2025-12-03T02:18:37.238" v="3395" actId="20577"/>
          <ac:spMkLst>
            <pc:docMk/>
            <pc:sldMk cId="603145438" sldId="2147483614"/>
            <ac:spMk id="17" creationId="{E59C6D43-9A9B-4BC4-B37D-D1783B5F5CE3}"/>
          </ac:spMkLst>
        </pc:spChg>
        <pc:graphicFrameChg chg="mod modGraphic">
          <ac:chgData name="박준오(JUNO PARK)[jopark]/책임/제조DX.자동보정.조립자동보정팀" userId="b07c4842-d582-4cfa-bd05-8310818ebb5c" providerId="ADAL" clId="{7F622F58-45F9-40C0-BE23-E75D65BCB35A}" dt="2025-12-03T02:18:58.793" v="3429" actId="207"/>
          <ac:graphicFrameMkLst>
            <pc:docMk/>
            <pc:sldMk cId="603145438" sldId="2147483614"/>
            <ac:graphicFrameMk id="15" creationId="{9BC22E7F-57EF-4204-8D6D-A0D86416CCF9}"/>
          </ac:graphicFrameMkLst>
        </pc:graphicFrameChg>
      </pc:sldChg>
    </pc:docChg>
  </pc:docChgLst>
  <pc:docChgLst>
    <pc:chgData name="박연탁(YEONTARK PARK)[parkyt]/책임/제조DX.자동보정.자동보정선행개발팀" userId="S::parkyt@lgensol.com::ed32861b-bebc-4d6e-be9d-42a82b4a008b" providerId="AD" clId="Web-{91FA824F-498A-F55F-C645-BBCCD15F412B}"/>
    <pc:docChg chg="modSld">
      <pc:chgData name="박연탁(YEONTARK PARK)[parkyt]/책임/제조DX.자동보정.자동보정선행개발팀" userId="S::parkyt@lgensol.com::ed32861b-bebc-4d6e-be9d-42a82b4a008b" providerId="AD" clId="Web-{91FA824F-498A-F55F-C645-BBCCD15F412B}" dt="2025-12-10T06:06:30.255" v="13" actId="20577"/>
      <pc:docMkLst>
        <pc:docMk/>
      </pc:docMkLst>
    </pc:docChg>
  </pc:docChgLst>
  <pc:docChgLst>
    <pc:chgData name="정돈규(DON KYU JUNG)[donkyu]/팀장/제조DX.자동보정.RSND자동보정팀" userId="129dd0d3-f7f1-47f5-9573-5d4a6dd9ccfb" providerId="ADAL" clId="{BCDEAC45-A387-41F3-B874-D5E9B07A3B4C}"/>
    <pc:docChg chg="undo custSel modSld">
      <pc:chgData name="정돈규(DON KYU JUNG)[donkyu]/팀장/제조DX.자동보정.RSND자동보정팀" userId="129dd0d3-f7f1-47f5-9573-5d4a6dd9ccfb" providerId="ADAL" clId="{BCDEAC45-A387-41F3-B874-D5E9B07A3B4C}" dt="2025-12-10T03:14:27.484" v="1100" actId="1035"/>
      <pc:docMkLst>
        <pc:docMk/>
      </pc:docMkLst>
    </pc:docChg>
  </pc:docChgLst>
  <pc:docChgLst>
    <pc:chgData name="최문석(MOON SEOK CHOI)[mschoi19]/책임/제조DX.자동보정.자동보정선행개발팀" userId="b461c574-904d-49dd-b4c4-a0a522fe5e7c" providerId="ADAL" clId="{DC0EB214-7332-45A3-BF9F-AD1D45EB1CA4}"/>
    <pc:docChg chg="undo custSel delSld modSld modSection">
      <pc:chgData name="최문석(MOON SEOK CHOI)[mschoi19]/책임/제조DX.자동보정.자동보정선행개발팀" userId="b461c574-904d-49dd-b4c4-a0a522fe5e7c" providerId="ADAL" clId="{DC0EB214-7332-45A3-BF9F-AD1D45EB1CA4}" dt="2025-12-03T00:40:13.641" v="343"/>
      <pc:docMkLst>
        <pc:docMk/>
      </pc:docMkLst>
      <pc:sldChg chg="addSp delSp modSp mod">
        <pc:chgData name="최문석(MOON SEOK CHOI)[mschoi19]/책임/제조DX.자동보정.자동보정선행개발팀" userId="b461c574-904d-49dd-b4c4-a0a522fe5e7c" providerId="ADAL" clId="{DC0EB214-7332-45A3-BF9F-AD1D45EB1CA4}" dt="2025-12-03T00:38:26.890" v="339"/>
        <pc:sldMkLst>
          <pc:docMk/>
          <pc:sldMk cId="2246734517" sldId="261"/>
        </pc:sldMkLst>
        <pc:graphicFrameChg chg="modGraphic">
          <ac:chgData name="최문석(MOON SEOK CHOI)[mschoi19]/책임/제조DX.자동보정.자동보정선행개발팀" userId="b461c574-904d-49dd-b4c4-a0a522fe5e7c" providerId="ADAL" clId="{DC0EB214-7332-45A3-BF9F-AD1D45EB1CA4}" dt="2025-12-03T00:37:41.026" v="334" actId="20577"/>
          <ac:graphicFrameMkLst>
            <pc:docMk/>
            <pc:sldMk cId="2246734517" sldId="261"/>
            <ac:graphicFrameMk id="3" creationId="{1B538319-E744-914C-0D08-26296EEC9C81}"/>
          </ac:graphicFrameMkLst>
        </pc:graphicFrameChg>
        <pc:graphicFrameChg chg="mod modGraphic">
          <ac:chgData name="최문석(MOON SEOK CHOI)[mschoi19]/책임/제조DX.자동보정.자동보정선행개발팀" userId="b461c574-904d-49dd-b4c4-a0a522fe5e7c" providerId="ADAL" clId="{DC0EB214-7332-45A3-BF9F-AD1D45EB1CA4}" dt="2025-12-03T00:38:26.890" v="339"/>
          <ac:graphicFrameMkLst>
            <pc:docMk/>
            <pc:sldMk cId="2246734517" sldId="261"/>
            <ac:graphicFrameMk id="32" creationId="{C75B2E3A-6367-47F5-9C2E-36D1B1E1DCAE}"/>
          </ac:graphicFrameMkLst>
        </pc:graphicFrameChg>
      </pc:sldChg>
      <pc:sldChg chg="addSp delSp modSp mod">
        <pc:chgData name="최문석(MOON SEOK CHOI)[mschoi19]/책임/제조DX.자동보정.자동보정선행개발팀" userId="b461c574-904d-49dd-b4c4-a0a522fe5e7c" providerId="ADAL" clId="{DC0EB214-7332-45A3-BF9F-AD1D45EB1CA4}" dt="2025-12-03T00:40:13.641" v="343"/>
        <pc:sldMkLst>
          <pc:docMk/>
          <pc:sldMk cId="3244941362" sldId="303"/>
        </pc:sldMkLst>
        <pc:spChg chg="mod">
          <ac:chgData name="최문석(MOON SEOK CHOI)[mschoi19]/책임/제조DX.자동보정.자동보정선행개발팀" userId="b461c574-904d-49dd-b4c4-a0a522fe5e7c" providerId="ADAL" clId="{DC0EB214-7332-45A3-BF9F-AD1D45EB1CA4}" dt="2025-12-03T00:40:13.641" v="343"/>
          <ac:spMkLst>
            <pc:docMk/>
            <pc:sldMk cId="3244941362" sldId="303"/>
            <ac:spMk id="23" creationId="{702908A2-D49F-80F3-D6EF-7D36F78CC9AD}"/>
          </ac:spMkLst>
        </pc:spChg>
        <pc:spChg chg="mod">
          <ac:chgData name="최문석(MOON SEOK CHOI)[mschoi19]/책임/제조DX.자동보정.자동보정선행개발팀" userId="b461c574-904d-49dd-b4c4-a0a522fe5e7c" providerId="ADAL" clId="{DC0EB214-7332-45A3-BF9F-AD1D45EB1CA4}" dt="2025-12-03T00:40:13.641" v="343"/>
          <ac:spMkLst>
            <pc:docMk/>
            <pc:sldMk cId="3244941362" sldId="303"/>
            <ac:spMk id="24" creationId="{2E7F21D6-B856-42A0-F43F-0160669AC1F1}"/>
          </ac:spMkLst>
        </pc:spChg>
        <pc:grpChg chg="add mod">
          <ac:chgData name="최문석(MOON SEOK CHOI)[mschoi19]/책임/제조DX.자동보정.자동보정선행개발팀" userId="b461c574-904d-49dd-b4c4-a0a522fe5e7c" providerId="ADAL" clId="{DC0EB214-7332-45A3-BF9F-AD1D45EB1CA4}" dt="2025-12-03T00:40:13.641" v="343"/>
          <ac:grpSpMkLst>
            <pc:docMk/>
            <pc:sldMk cId="3244941362" sldId="303"/>
            <ac:grpSpMk id="22" creationId="{9549A65D-A13B-B161-627C-AD7654DB970E}"/>
          </ac:grpSpMkLst>
        </pc:grpChg>
        <pc:graphicFrameChg chg="modGraphic">
          <ac:chgData name="최문석(MOON SEOK CHOI)[mschoi19]/책임/제조DX.자동보정.자동보정선행개발팀" userId="b461c574-904d-49dd-b4c4-a0a522fe5e7c" providerId="ADAL" clId="{DC0EB214-7332-45A3-BF9F-AD1D45EB1CA4}" dt="2025-12-03T00:37:36.300" v="332" actId="20577"/>
          <ac:graphicFrameMkLst>
            <pc:docMk/>
            <pc:sldMk cId="3244941362" sldId="303"/>
            <ac:graphicFrameMk id="3" creationId="{1B538319-E744-914C-0D08-26296EEC9C81}"/>
          </ac:graphicFrameMkLst>
        </pc:graphicFrameChg>
        <pc:graphicFrameChg chg="add mod">
          <ac:chgData name="최문석(MOON SEOK CHOI)[mschoi19]/책임/제조DX.자동보정.자동보정선행개발팀" userId="b461c574-904d-49dd-b4c4-a0a522fe5e7c" providerId="ADAL" clId="{DC0EB214-7332-45A3-BF9F-AD1D45EB1CA4}" dt="2025-12-03T00:34:59.788" v="16" actId="1076"/>
          <ac:graphicFrameMkLst>
            <pc:docMk/>
            <pc:sldMk cId="3244941362" sldId="303"/>
            <ac:graphicFrameMk id="21" creationId="{7ABA8972-4FCF-ED76-9B2A-1055402F99E2}"/>
          </ac:graphicFrameMkLst>
        </pc:graphicFrameChg>
        <pc:graphicFrameChg chg="mod modGraphic">
          <ac:chgData name="최문석(MOON SEOK CHOI)[mschoi19]/책임/제조DX.자동보정.자동보정선행개발팀" userId="b461c574-904d-49dd-b4c4-a0a522fe5e7c" providerId="ADAL" clId="{DC0EB214-7332-45A3-BF9F-AD1D45EB1CA4}" dt="2025-12-03T00:39:51.074" v="340"/>
          <ac:graphicFrameMkLst>
            <pc:docMk/>
            <pc:sldMk cId="3244941362" sldId="303"/>
            <ac:graphicFrameMk id="32" creationId="{C75B2E3A-6367-47F5-9C2E-36D1B1E1DCAE}"/>
          </ac:graphicFrameMkLst>
        </pc:graphicFrameChg>
      </pc:sldChg>
    </pc:docChg>
  </pc:docChgLst>
  <pc:docChgLst>
    <pc:chgData name="원종래(JONG LAE WON)[jlwon]/책임/제조DX.자동보정.조립자동보정팀" userId="b47432fc-6904-4550-9f81-749fde7e3ec4" providerId="ADAL" clId="{BA326CDD-742A-4868-B97D-3008535D22E9}"/>
    <pc:docChg chg="undo custSel modSld">
      <pc:chgData name="원종래(JONG LAE WON)[jlwon]/책임/제조DX.자동보정.조립자동보정팀" userId="b47432fc-6904-4550-9f81-749fde7e3ec4" providerId="ADAL" clId="{BA326CDD-742A-4868-B97D-3008535D22E9}" dt="2025-11-19T08:19:51.130" v="4697"/>
      <pc:docMkLst>
        <pc:docMk/>
      </pc:docMkLst>
      <pc:sldChg chg="modSp mod">
        <pc:chgData name="원종래(JONG LAE WON)[jlwon]/책임/제조DX.자동보정.조립자동보정팀" userId="b47432fc-6904-4550-9f81-749fde7e3ec4" providerId="ADAL" clId="{BA326CDD-742A-4868-B97D-3008535D22E9}" dt="2025-11-18T02:40:32.465" v="870" actId="20577"/>
        <pc:sldMkLst>
          <pc:docMk/>
          <pc:sldMk cId="4091322217" sldId="265"/>
        </pc:sldMkLst>
        <pc:spChg chg="mod">
          <ac:chgData name="원종래(JONG LAE WON)[jlwon]/책임/제조DX.자동보정.조립자동보정팀" userId="b47432fc-6904-4550-9f81-749fde7e3ec4" providerId="ADAL" clId="{BA326CDD-742A-4868-B97D-3008535D22E9}" dt="2025-11-18T02:40:20.371" v="866" actId="20577"/>
          <ac:spMkLst>
            <pc:docMk/>
            <pc:sldMk cId="4091322217" sldId="265"/>
            <ac:spMk id="58" creationId="{186787BD-0D0A-4FBF-B605-16D76EB626E6}"/>
          </ac:spMkLst>
        </pc:spChg>
        <pc:graphicFrameChg chg="modGraphic">
          <ac:chgData name="원종래(JONG LAE WON)[jlwon]/책임/제조DX.자동보정.조립자동보정팀" userId="b47432fc-6904-4550-9f81-749fde7e3ec4" providerId="ADAL" clId="{BA326CDD-742A-4868-B97D-3008535D22E9}" dt="2025-11-18T02:40:26.340" v="868" actId="20577"/>
          <ac:graphicFrameMkLst>
            <pc:docMk/>
            <pc:sldMk cId="4091322217" sldId="265"/>
            <ac:graphicFrameMk id="3" creationId="{3E86696F-E35A-4B06-9B46-63A4A6A986C1}"/>
          </ac:graphicFrameMkLst>
        </pc:graphicFrameChg>
        <pc:graphicFrameChg chg="modGraphic">
          <ac:chgData name="원종래(JONG LAE WON)[jlwon]/책임/제조DX.자동보정.조립자동보정팀" userId="b47432fc-6904-4550-9f81-749fde7e3ec4" providerId="ADAL" clId="{BA326CDD-742A-4868-B97D-3008535D22E9}" dt="2025-11-18T02:40:32.465" v="870" actId="20577"/>
          <ac:graphicFrameMkLst>
            <pc:docMk/>
            <pc:sldMk cId="4091322217" sldId="265"/>
            <ac:graphicFrameMk id="14" creationId="{F7BF916D-8A9E-4800-92E6-357BE08183D6}"/>
          </ac:graphicFrameMkLst>
        </pc:graphicFrameChg>
      </pc:sldChg>
      <pc:sldChg chg="addSp delSp modSp mod">
        <pc:chgData name="원종래(JONG LAE WON)[jlwon]/책임/제조DX.자동보정.조립자동보정팀" userId="b47432fc-6904-4550-9f81-749fde7e3ec4" providerId="ADAL" clId="{BA326CDD-742A-4868-B97D-3008535D22E9}" dt="2025-11-18T08:39:32.072" v="2822" actId="20577"/>
        <pc:sldMkLst>
          <pc:docMk/>
          <pc:sldMk cId="3152614394" sldId="272"/>
        </pc:sldMkLst>
        <pc:spChg chg="mod">
          <ac:chgData name="원종래(JONG LAE WON)[jlwon]/책임/제조DX.자동보정.조립자동보정팀" userId="b47432fc-6904-4550-9f81-749fde7e3ec4" providerId="ADAL" clId="{BA326CDD-742A-4868-B97D-3008535D22E9}" dt="2025-11-18T02:21:28.479" v="1" actId="20577"/>
          <ac:spMkLst>
            <pc:docMk/>
            <pc:sldMk cId="3152614394" sldId="272"/>
            <ac:spMk id="6" creationId="{05773D21-E444-94AC-7BF3-D0B9E1BC9F91}"/>
          </ac:spMkLst>
        </pc:spChg>
        <pc:graphicFrameChg chg="mod modGraphic">
          <ac:chgData name="원종래(JONG LAE WON)[jlwon]/책임/제조DX.자동보정.조립자동보정팀" userId="b47432fc-6904-4550-9f81-749fde7e3ec4" providerId="ADAL" clId="{BA326CDD-742A-4868-B97D-3008535D22E9}" dt="2025-11-18T08:39:32.072" v="2822" actId="20577"/>
          <ac:graphicFrameMkLst>
            <pc:docMk/>
            <pc:sldMk cId="3152614394" sldId="272"/>
            <ac:graphicFrameMk id="9" creationId="{F9E76470-5813-4108-9658-C9DA922B60EF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BA326CDD-742A-4868-B97D-3008535D22E9}" dt="2025-11-18T08:43:57.261" v="3173" actId="1036"/>
        <pc:sldMkLst>
          <pc:docMk/>
          <pc:sldMk cId="2551372592" sldId="274"/>
        </pc:sldMkLst>
        <pc:graphicFrameChg chg="mod modGraphic">
          <ac:chgData name="원종래(JONG LAE WON)[jlwon]/책임/제조DX.자동보정.조립자동보정팀" userId="b47432fc-6904-4550-9f81-749fde7e3ec4" providerId="ADAL" clId="{BA326CDD-742A-4868-B97D-3008535D22E9}" dt="2025-11-18T08:43:51.761" v="3162"/>
          <ac:graphicFrameMkLst>
            <pc:docMk/>
            <pc:sldMk cId="2551372592" sldId="274"/>
            <ac:graphicFrameMk id="19" creationId="{AC0E64D7-C678-4BFA-BA23-CADEA743A611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BA326CDD-742A-4868-B97D-3008535D22E9}" dt="2025-11-18T02:22:26.292" v="11" actId="20577"/>
        <pc:sldMkLst>
          <pc:docMk/>
          <pc:sldMk cId="1984979464" sldId="277"/>
        </pc:sldMkLst>
        <pc:spChg chg="mod">
          <ac:chgData name="원종래(JONG LAE WON)[jlwon]/책임/제조DX.자동보정.조립자동보정팀" userId="b47432fc-6904-4550-9f81-749fde7e3ec4" providerId="ADAL" clId="{BA326CDD-742A-4868-B97D-3008535D22E9}" dt="2025-11-18T02:22:26.292" v="11" actId="20577"/>
          <ac:spMkLst>
            <pc:docMk/>
            <pc:sldMk cId="1984979464" sldId="277"/>
            <ac:spMk id="6" creationId="{83CFA496-A814-27C3-3FB8-E454A7B5C13A}"/>
          </ac:spMkLst>
        </pc:spChg>
      </pc:sldChg>
      <pc:sldChg chg="modSp mod">
        <pc:chgData name="원종래(JONG LAE WON)[jlwon]/책임/제조DX.자동보정.조립자동보정팀" userId="b47432fc-6904-4550-9f81-749fde7e3ec4" providerId="ADAL" clId="{BA326CDD-742A-4868-B97D-3008535D22E9}" dt="2025-11-18T02:22:58.842" v="15" actId="947"/>
        <pc:sldMkLst>
          <pc:docMk/>
          <pc:sldMk cId="3110584877" sldId="282"/>
        </pc:sldMkLst>
        <pc:spChg chg="mod">
          <ac:chgData name="원종래(JONG LAE WON)[jlwon]/책임/제조DX.자동보정.조립자동보정팀" userId="b47432fc-6904-4550-9f81-749fde7e3ec4" providerId="ADAL" clId="{BA326CDD-742A-4868-B97D-3008535D22E9}" dt="2025-11-18T02:22:30.261" v="13" actId="20577"/>
          <ac:spMkLst>
            <pc:docMk/>
            <pc:sldMk cId="3110584877" sldId="282"/>
            <ac:spMk id="6" creationId="{83CFA496-A814-27C3-3FB8-E454A7B5C13A}"/>
          </ac:spMkLst>
        </pc:spChg>
        <pc:graphicFrameChg chg="modGraphic">
          <ac:chgData name="원종래(JONG LAE WON)[jlwon]/책임/제조DX.자동보정.조립자동보정팀" userId="b47432fc-6904-4550-9f81-749fde7e3ec4" providerId="ADAL" clId="{BA326CDD-742A-4868-B97D-3008535D22E9}" dt="2025-11-18T02:22:58.842" v="15" actId="947"/>
          <ac:graphicFrameMkLst>
            <pc:docMk/>
            <pc:sldMk cId="3110584877" sldId="282"/>
            <ac:graphicFrameMk id="10" creationId="{A24BD8E1-C394-61D4-40A0-C4C98556C4DD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BA326CDD-742A-4868-B97D-3008535D22E9}" dt="2025-11-18T02:37:35.965" v="864"/>
        <pc:sldMkLst>
          <pc:docMk/>
          <pc:sldMk cId="521974953" sldId="295"/>
        </pc:sldMkLst>
        <pc:spChg chg="mod">
          <ac:chgData name="원종래(JONG LAE WON)[jlwon]/책임/제조DX.자동보정.조립자동보정팀" userId="b47432fc-6904-4550-9f81-749fde7e3ec4" providerId="ADAL" clId="{BA326CDD-742A-4868-B97D-3008535D22E9}" dt="2025-11-18T02:31:44.512" v="679" actId="20577"/>
          <ac:spMkLst>
            <pc:docMk/>
            <pc:sldMk cId="521974953" sldId="295"/>
            <ac:spMk id="72" creationId="{0F9C2609-C287-4193-B74B-8D946EB076C3}"/>
          </ac:spMkLst>
        </pc:spChg>
        <pc:graphicFrameChg chg="mod modGraphic">
          <ac:chgData name="원종래(JONG LAE WON)[jlwon]/책임/제조DX.자동보정.조립자동보정팀" userId="b47432fc-6904-4550-9f81-749fde7e3ec4" providerId="ADAL" clId="{BA326CDD-742A-4868-B97D-3008535D22E9}" dt="2025-11-18T02:37:35.965" v="864"/>
          <ac:graphicFrameMkLst>
            <pc:docMk/>
            <pc:sldMk cId="521974953" sldId="295"/>
            <ac:graphicFrameMk id="14" creationId="{F7BF916D-8A9E-4800-92E6-357BE08183D6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BA326CDD-742A-4868-B97D-3008535D22E9}" dt="2025-11-18T02:23:39.902" v="17" actId="20577"/>
        <pc:sldMkLst>
          <pc:docMk/>
          <pc:sldMk cId="2657643038" sldId="306"/>
        </pc:sldMkLst>
        <pc:spChg chg="mod">
          <ac:chgData name="원종래(JONG LAE WON)[jlwon]/책임/제조DX.자동보정.조립자동보정팀" userId="b47432fc-6904-4550-9f81-749fde7e3ec4" providerId="ADAL" clId="{BA326CDD-742A-4868-B97D-3008535D22E9}" dt="2025-11-18T02:23:39.902" v="17" actId="20577"/>
          <ac:spMkLst>
            <pc:docMk/>
            <pc:sldMk cId="2657643038" sldId="306"/>
            <ac:spMk id="6" creationId="{83CFA496-A814-27C3-3FB8-E454A7B5C13A}"/>
          </ac:spMkLst>
        </pc:spChg>
      </pc:sldChg>
      <pc:sldChg chg="modSp mod">
        <pc:chgData name="원종래(JONG LAE WON)[jlwon]/책임/제조DX.자동보정.조립자동보정팀" userId="b47432fc-6904-4550-9f81-749fde7e3ec4" providerId="ADAL" clId="{BA326CDD-742A-4868-B97D-3008535D22E9}" dt="2025-11-19T04:49:22.209" v="4691" actId="6549"/>
        <pc:sldMkLst>
          <pc:docMk/>
          <pc:sldMk cId="3266697761" sldId="2278"/>
        </pc:sldMkLst>
        <pc:spChg chg="mod">
          <ac:chgData name="원종래(JONG LAE WON)[jlwon]/책임/제조DX.자동보정.조립자동보정팀" userId="b47432fc-6904-4550-9f81-749fde7e3ec4" providerId="ADAL" clId="{BA326CDD-742A-4868-B97D-3008535D22E9}" dt="2025-11-19T04:49:22.209" v="4691" actId="6549"/>
          <ac:spMkLst>
            <pc:docMk/>
            <pc:sldMk cId="3266697761" sldId="2278"/>
            <ac:spMk id="5" creationId="{9F5FF4B7-2926-4D73-A8B9-82803C7166FE}"/>
          </ac:spMkLst>
        </pc:spChg>
      </pc:sldChg>
      <pc:sldChg chg="modSp mod">
        <pc:chgData name="원종래(JONG LAE WON)[jlwon]/책임/제조DX.자동보정.조립자동보정팀" userId="b47432fc-6904-4550-9f81-749fde7e3ec4" providerId="ADAL" clId="{BA326CDD-742A-4868-B97D-3008535D22E9}" dt="2025-11-19T01:39:31.428" v="3237" actId="20577"/>
        <pc:sldMkLst>
          <pc:docMk/>
          <pc:sldMk cId="2197512071" sldId="2147481880"/>
        </pc:sldMkLst>
        <pc:spChg chg="mod">
          <ac:chgData name="원종래(JONG LAE WON)[jlwon]/책임/제조DX.자동보정.조립자동보정팀" userId="b47432fc-6904-4550-9f81-749fde7e3ec4" providerId="ADAL" clId="{BA326CDD-742A-4868-B97D-3008535D22E9}" dt="2025-11-19T01:39:31.428" v="3237" actId="20577"/>
          <ac:spMkLst>
            <pc:docMk/>
            <pc:sldMk cId="2197512071" sldId="2147481880"/>
            <ac:spMk id="2" creationId="{1ACB4113-449D-35E0-8A77-8F4328365A93}"/>
          </ac:spMkLst>
        </pc:spChg>
      </pc:sldChg>
      <pc:sldChg chg="modSp mod">
        <pc:chgData name="원종래(JONG LAE WON)[jlwon]/책임/제조DX.자동보정.조립자동보정팀" userId="b47432fc-6904-4550-9f81-749fde7e3ec4" providerId="ADAL" clId="{BA326CDD-742A-4868-B97D-3008535D22E9}" dt="2025-11-19T02:15:31.005" v="3424"/>
        <pc:sldMkLst>
          <pc:docMk/>
          <pc:sldMk cId="2440852975" sldId="2147481923"/>
        </pc:sldMkLst>
        <pc:spChg chg="mod">
          <ac:chgData name="원종래(JONG LAE WON)[jlwon]/책임/제조DX.자동보정.조립자동보정팀" userId="b47432fc-6904-4550-9f81-749fde7e3ec4" providerId="ADAL" clId="{BA326CDD-742A-4868-B97D-3008535D22E9}" dt="2025-11-19T02:15:31.005" v="3424"/>
          <ac:spMkLst>
            <pc:docMk/>
            <pc:sldMk cId="2440852975" sldId="2147481923"/>
            <ac:spMk id="8" creationId="{CB0B3E35-76C1-4ED7-A859-2CC8E85EA27D}"/>
          </ac:spMkLst>
        </pc:spChg>
      </pc:sldChg>
      <pc:sldChg chg="modSp mod">
        <pc:chgData name="원종래(JONG LAE WON)[jlwon]/책임/제조DX.자동보정.조립자동보정팀" userId="b47432fc-6904-4550-9f81-749fde7e3ec4" providerId="ADAL" clId="{BA326CDD-742A-4868-B97D-3008535D22E9}" dt="2025-11-19T08:19:51.130" v="4697"/>
        <pc:sldMkLst>
          <pc:docMk/>
          <pc:sldMk cId="2543445665" sldId="2147483561"/>
        </pc:sldMkLst>
        <pc:spChg chg="mod">
          <ac:chgData name="원종래(JONG LAE WON)[jlwon]/책임/제조DX.자동보정.조립자동보정팀" userId="b47432fc-6904-4550-9f81-749fde7e3ec4" providerId="ADAL" clId="{BA326CDD-742A-4868-B97D-3008535D22E9}" dt="2025-11-19T08:19:51.130" v="4697"/>
          <ac:spMkLst>
            <pc:docMk/>
            <pc:sldMk cId="2543445665" sldId="2147483561"/>
            <ac:spMk id="7" creationId="{2BC7F42E-092C-4FC0-A5C6-9F625CADC1F5}"/>
          </ac:spMkLst>
        </pc:spChg>
      </pc:sldChg>
      <pc:sldChg chg="modSp mod">
        <pc:chgData name="원종래(JONG LAE WON)[jlwon]/책임/제조DX.자동보정.조립자동보정팀" userId="b47432fc-6904-4550-9f81-749fde7e3ec4" providerId="ADAL" clId="{BA326CDD-742A-4868-B97D-3008535D22E9}" dt="2025-11-18T02:37:26.291" v="863"/>
        <pc:sldMkLst>
          <pc:docMk/>
          <pc:sldMk cId="3755998146" sldId="2147483565"/>
        </pc:sldMkLst>
        <pc:graphicFrameChg chg="mod modGraphic">
          <ac:chgData name="원종래(JONG LAE WON)[jlwon]/책임/제조DX.자동보정.조립자동보정팀" userId="b47432fc-6904-4550-9f81-749fde7e3ec4" providerId="ADAL" clId="{BA326CDD-742A-4868-B97D-3008535D22E9}" dt="2025-11-18T02:37:26.291" v="863"/>
          <ac:graphicFrameMkLst>
            <pc:docMk/>
            <pc:sldMk cId="3755998146" sldId="2147483565"/>
            <ac:graphicFrameMk id="14" creationId="{F7BF916D-8A9E-4800-92E6-357BE08183D6}"/>
          </ac:graphicFrameMkLst>
        </pc:graphicFrameChg>
      </pc:sldChg>
    </pc:docChg>
  </pc:docChgLst>
  <pc:docChgLst>
    <pc:chgData name="이상협(SANGHYEOP LEE)[sanghyeop]/사원/제조DX.자동보정.조립자동보정팀" userId="S::sanghyeop@lgensol.com::5552135f-6963-428b-bea2-805b2fcf614b" providerId="AD" clId="Web-{EAFE3079-2344-6750-172A-1256FD672581}"/>
    <pc:docChg chg="modSld">
      <pc:chgData name="이상협(SANGHYEOP LEE)[sanghyeop]/사원/제조DX.자동보정.조립자동보정팀" userId="S::sanghyeop@lgensol.com::5552135f-6963-428b-bea2-805b2fcf614b" providerId="AD" clId="Web-{EAFE3079-2344-6750-172A-1256FD672581}" dt="2025-12-16T09:08:48.524" v="29"/>
      <pc:docMkLst>
        <pc:docMk/>
      </pc:docMkLst>
      <pc:sldChg chg="modSp">
        <pc:chgData name="이상협(SANGHYEOP LEE)[sanghyeop]/사원/제조DX.자동보정.조립자동보정팀" userId="S::sanghyeop@lgensol.com::5552135f-6963-428b-bea2-805b2fcf614b" providerId="AD" clId="Web-{EAFE3079-2344-6750-172A-1256FD672581}" dt="2025-12-16T09:08:48.524" v="29"/>
        <pc:sldMkLst>
          <pc:docMk/>
          <pc:sldMk cId="1166024108" sldId="319"/>
        </pc:sldMkLst>
        <pc:graphicFrameChg chg="mod modGraphic">
          <ac:chgData name="이상협(SANGHYEOP LEE)[sanghyeop]/사원/제조DX.자동보정.조립자동보정팀" userId="S::sanghyeop@lgensol.com::5552135f-6963-428b-bea2-805b2fcf614b" providerId="AD" clId="Web-{EAFE3079-2344-6750-172A-1256FD672581}" dt="2025-12-16T09:08:48.524" v="29"/>
          <ac:graphicFrameMkLst>
            <pc:docMk/>
            <pc:sldMk cId="1166024108" sldId="319"/>
            <ac:graphicFrameMk id="7" creationId="{48294C27-9E9C-142C-E8A0-7C0FA71538E3}"/>
          </ac:graphicFrameMkLst>
        </pc:graphicFrameChg>
      </pc:sldChg>
    </pc:docChg>
  </pc:docChgLst>
  <pc:docChgLst>
    <pc:chgData name="김태욱(TAEWOOK KIM)[twkiii]/사원/제조DX.자동보정.자동보정선행개발팀" userId="S::twkiii@lgensol.com::7550169e-81b5-4b23-9cda-68528cfbbc51" providerId="AD" clId="Web-{496CE742-93C2-C62F-D139-8345D1845602}"/>
    <pc:docChg chg="modSld">
      <pc:chgData name="김태욱(TAEWOOK KIM)[twkiii]/사원/제조DX.자동보정.자동보정선행개발팀" userId="S::twkiii@lgensol.com::7550169e-81b5-4b23-9cda-68528cfbbc51" providerId="AD" clId="Web-{496CE742-93C2-C62F-D139-8345D1845602}" dt="2025-12-03T00:53:42.390" v="345"/>
      <pc:docMkLst>
        <pc:docMk/>
      </pc:docMkLst>
      <pc:sldChg chg="modSp">
        <pc:chgData name="김태욱(TAEWOOK KIM)[twkiii]/사원/제조DX.자동보정.자동보정선행개발팀" userId="S::twkiii@lgensol.com::7550169e-81b5-4b23-9cda-68528cfbbc51" providerId="AD" clId="Web-{496CE742-93C2-C62F-D139-8345D1845602}" dt="2025-12-03T00:53:42.390" v="345"/>
        <pc:sldMkLst>
          <pc:docMk/>
          <pc:sldMk cId="2246734517" sldId="261"/>
        </pc:sldMkLst>
        <pc:spChg chg="mod">
          <ac:chgData name="김태욱(TAEWOOK KIM)[twkiii]/사원/제조DX.자동보정.자동보정선행개발팀" userId="S::twkiii@lgensol.com::7550169e-81b5-4b23-9cda-68528cfbbc51" providerId="AD" clId="Web-{496CE742-93C2-C62F-D139-8345D1845602}" dt="2025-12-03T00:52:17.553" v="266" actId="1076"/>
          <ac:spMkLst>
            <pc:docMk/>
            <pc:sldMk cId="2246734517" sldId="261"/>
            <ac:spMk id="11" creationId="{2CAF4F3E-F144-9520-CD27-0B3E2282DADD}"/>
          </ac:spMkLst>
        </pc:spChg>
        <pc:spChg chg="mod">
          <ac:chgData name="김태욱(TAEWOOK KIM)[twkiii]/사원/제조DX.자동보정.자동보정선행개발팀" userId="S::twkiii@lgensol.com::7550169e-81b5-4b23-9cda-68528cfbbc51" providerId="AD" clId="Web-{496CE742-93C2-C62F-D139-8345D1845602}" dt="2025-12-03T00:52:17.616" v="267" actId="1076"/>
          <ac:spMkLst>
            <pc:docMk/>
            <pc:sldMk cId="2246734517" sldId="261"/>
            <ac:spMk id="12" creationId="{15A6F197-F59B-0F80-7FD2-8CAE5BB0003B}"/>
          </ac:spMkLst>
        </pc:spChg>
        <pc:spChg chg="mod">
          <ac:chgData name="김태욱(TAEWOOK KIM)[twkiii]/사원/제조DX.자동보정.자동보정선행개발팀" userId="S::twkiii@lgensol.com::7550169e-81b5-4b23-9cda-68528cfbbc51" providerId="AD" clId="Web-{496CE742-93C2-C62F-D139-8345D1845602}" dt="2025-12-03T00:52:17.678" v="268" actId="1076"/>
          <ac:spMkLst>
            <pc:docMk/>
            <pc:sldMk cId="2246734517" sldId="261"/>
            <ac:spMk id="16" creationId="{09278820-2D6E-50EB-714D-695781462EE5}"/>
          </ac:spMkLst>
        </pc:spChg>
        <pc:spChg chg="mod">
          <ac:chgData name="김태욱(TAEWOOK KIM)[twkiii]/사원/제조DX.자동보정.자동보정선행개발팀" userId="S::twkiii@lgensol.com::7550169e-81b5-4b23-9cda-68528cfbbc51" providerId="AD" clId="Web-{496CE742-93C2-C62F-D139-8345D1845602}" dt="2025-12-03T00:52:17.850" v="270" actId="1076"/>
          <ac:spMkLst>
            <pc:docMk/>
            <pc:sldMk cId="2246734517" sldId="261"/>
            <ac:spMk id="47" creationId="{AED69500-797E-1F1D-BB4D-BFEFDBC89CFA}"/>
          </ac:spMkLst>
        </pc:spChg>
        <pc:spChg chg="mod">
          <ac:chgData name="김태욱(TAEWOOK KIM)[twkiii]/사원/제조DX.자동보정.자동보정선행개발팀" userId="S::twkiii@lgensol.com::7550169e-81b5-4b23-9cda-68528cfbbc51" providerId="AD" clId="Web-{496CE742-93C2-C62F-D139-8345D1845602}" dt="2025-12-03T00:52:17.944" v="271" actId="1076"/>
          <ac:spMkLst>
            <pc:docMk/>
            <pc:sldMk cId="2246734517" sldId="261"/>
            <ac:spMk id="48" creationId="{3888CB04-5400-F43F-0DC9-B320A5810D64}"/>
          </ac:spMkLst>
        </pc:spChg>
        <pc:grpChg chg="mod">
          <ac:chgData name="김태욱(TAEWOOK KIM)[twkiii]/사원/제조DX.자동보정.자동보정선행개발팀" userId="S::twkiii@lgensol.com::7550169e-81b5-4b23-9cda-68528cfbbc51" providerId="AD" clId="Web-{496CE742-93C2-C62F-D139-8345D1845602}" dt="2025-12-03T00:52:17.491" v="265" actId="1076"/>
          <ac:grpSpMkLst>
            <pc:docMk/>
            <pc:sldMk cId="2246734517" sldId="261"/>
            <ac:grpSpMk id="10" creationId="{3F84D5FC-B0EA-E6EC-D1B1-E84318B3955D}"/>
          </ac:grpSpMkLst>
        </pc:grpChg>
        <pc:graphicFrameChg chg="mod">
          <ac:chgData name="김태욱(TAEWOOK KIM)[twkiii]/사원/제조DX.자동보정.자동보정선행개발팀" userId="S::twkiii@lgensol.com::7550169e-81b5-4b23-9cda-68528cfbbc51" providerId="AD" clId="Web-{496CE742-93C2-C62F-D139-8345D1845602}" dt="2025-12-03T00:49:38.586" v="147" actId="1076"/>
          <ac:graphicFrameMkLst>
            <pc:docMk/>
            <pc:sldMk cId="2246734517" sldId="261"/>
            <ac:graphicFrameMk id="3" creationId="{1B538319-E744-914C-0D08-26296EEC9C81}"/>
          </ac:graphicFrameMkLst>
        </pc:graphicFrameChg>
        <pc:graphicFrameChg chg="mod modGraphic">
          <ac:chgData name="김태욱(TAEWOOK KIM)[twkiii]/사원/제조DX.자동보정.자동보정선행개발팀" userId="S::twkiii@lgensol.com::7550169e-81b5-4b23-9cda-68528cfbbc51" providerId="AD" clId="Web-{496CE742-93C2-C62F-D139-8345D1845602}" dt="2025-12-03T00:53:42.390" v="345"/>
          <ac:graphicFrameMkLst>
            <pc:docMk/>
            <pc:sldMk cId="2246734517" sldId="261"/>
            <ac:graphicFrameMk id="32" creationId="{C75B2E3A-6367-47F5-9C2E-36D1B1E1DCAE}"/>
          </ac:graphicFrameMkLst>
        </pc:graphicFrameChg>
        <pc:cxnChg chg="mod">
          <ac:chgData name="김태욱(TAEWOOK KIM)[twkiii]/사원/제조DX.자동보정.자동보정선행개발팀" userId="S::twkiii@lgensol.com::7550169e-81b5-4b23-9cda-68528cfbbc51" providerId="AD" clId="Web-{496CE742-93C2-C62F-D139-8345D1845602}" dt="2025-12-03T00:52:17.757" v="269" actId="1076"/>
          <ac:cxnSpMkLst>
            <pc:docMk/>
            <pc:sldMk cId="2246734517" sldId="261"/>
            <ac:cxnSpMk id="20" creationId="{7127D184-8622-1608-7E4D-DE9A629746FC}"/>
          </ac:cxnSpMkLst>
        </pc:cxnChg>
      </pc:sldChg>
    </pc:docChg>
  </pc:docChgLst>
  <pc:docChgLst>
    <pc:chgData name="박연탁(YEONTARK PARK)[parkyt]/책임/제조DX.자동보정.자동보정선행개발팀" userId="S::parkyt@lgensol.com::ed32861b-bebc-4d6e-be9d-42a82b4a008b" providerId="AD" clId="Web-{52B5C0B9-AD9A-4027-C3ED-8EC5334C987A}"/>
    <pc:docChg chg="modSld">
      <pc:chgData name="박연탁(YEONTARK PARK)[parkyt]/책임/제조DX.자동보정.자동보정선행개발팀" userId="S::parkyt@lgensol.com::ed32861b-bebc-4d6e-be9d-42a82b4a008b" providerId="AD" clId="Web-{52B5C0B9-AD9A-4027-C3ED-8EC5334C987A}" dt="2025-11-19T05:07:30.831" v="64"/>
      <pc:docMkLst>
        <pc:docMk/>
      </pc:docMkLst>
    </pc:docChg>
  </pc:docChgLst>
  <pc:docChgLst>
    <pc:chgData name="성연욱(YEONUK SEONG)[ynk_seong]/책임/제조DX.자동보정.조립자동보정팀" userId="eb9793e5-3a20-40c8-9b24-fa4dc89e30c1" providerId="ADAL" clId="{70D4DDE8-A00F-43D2-83F8-C7E41D2AE0EA}"/>
    <pc:docChg chg="undo custSel modSld">
      <pc:chgData name="성연욱(YEONUK SEONG)[ynk_seong]/책임/제조DX.자동보정.조립자동보정팀" userId="eb9793e5-3a20-40c8-9b24-fa4dc89e30c1" providerId="ADAL" clId="{70D4DDE8-A00F-43D2-83F8-C7E41D2AE0EA}" dt="2025-12-16T23:56:16.616" v="765" actId="20577"/>
      <pc:docMkLst>
        <pc:docMk/>
      </pc:docMkLst>
      <pc:sldChg chg="modSp mod">
        <pc:chgData name="성연욱(YEONUK SEONG)[ynk_seong]/책임/제조DX.자동보정.조립자동보정팀" userId="eb9793e5-3a20-40c8-9b24-fa4dc89e30c1" providerId="ADAL" clId="{70D4DDE8-A00F-43D2-83F8-C7E41D2AE0EA}" dt="2025-12-16T23:56:16.616" v="765" actId="20577"/>
        <pc:sldMkLst>
          <pc:docMk/>
          <pc:sldMk cId="2197512071" sldId="2147481880"/>
        </pc:sldMkLst>
        <pc:spChg chg="mod ord">
          <ac:chgData name="성연욱(YEONUK SEONG)[ynk_seong]/책임/제조DX.자동보정.조립자동보정팀" userId="eb9793e5-3a20-40c8-9b24-fa4dc89e30c1" providerId="ADAL" clId="{70D4DDE8-A00F-43D2-83F8-C7E41D2AE0EA}" dt="2025-12-16T23:54:49.656" v="760" actId="6549"/>
          <ac:spMkLst>
            <pc:docMk/>
            <pc:sldMk cId="2197512071" sldId="2147481880"/>
            <ac:spMk id="2" creationId="{1ACB4113-449D-35E0-8A77-8F4328365A93}"/>
          </ac:spMkLst>
        </pc:spChg>
        <pc:spChg chg="mod">
          <ac:chgData name="성연욱(YEONUK SEONG)[ynk_seong]/책임/제조DX.자동보정.조립자동보정팀" userId="eb9793e5-3a20-40c8-9b24-fa4dc89e30c1" providerId="ADAL" clId="{70D4DDE8-A00F-43D2-83F8-C7E41D2AE0EA}" dt="2025-12-16T23:55:16.634" v="762" actId="20577"/>
          <ac:spMkLst>
            <pc:docMk/>
            <pc:sldMk cId="2197512071" sldId="2147481880"/>
            <ac:spMk id="4" creationId="{178883BF-37DD-26E8-D2BD-63F77F9C6355}"/>
          </ac:spMkLst>
        </pc:spChg>
        <pc:spChg chg="mod">
          <ac:chgData name="성연욱(YEONUK SEONG)[ynk_seong]/책임/제조DX.자동보정.조립자동보정팀" userId="eb9793e5-3a20-40c8-9b24-fa4dc89e30c1" providerId="ADAL" clId="{70D4DDE8-A00F-43D2-83F8-C7E41D2AE0EA}" dt="2025-12-16T05:05:56.594" v="323" actId="14100"/>
          <ac:spMkLst>
            <pc:docMk/>
            <pc:sldMk cId="2197512071" sldId="2147481880"/>
            <ac:spMk id="22" creationId="{B9DE3FAA-6979-48A7-8D73-201FBFA8D91F}"/>
          </ac:spMkLst>
        </pc:spChg>
        <pc:spChg chg="mod">
          <ac:chgData name="성연욱(YEONUK SEONG)[ynk_seong]/책임/제조DX.자동보정.조립자동보정팀" userId="eb9793e5-3a20-40c8-9b24-fa4dc89e30c1" providerId="ADAL" clId="{70D4DDE8-A00F-43D2-83F8-C7E41D2AE0EA}" dt="2025-12-16T04:51:01.978" v="0" actId="20577"/>
          <ac:spMkLst>
            <pc:docMk/>
            <pc:sldMk cId="2197512071" sldId="2147481880"/>
            <ac:spMk id="42" creationId="{51BF0D86-1DF9-4CDD-9ADF-D9D78254A144}"/>
          </ac:spMkLst>
        </pc:spChg>
        <pc:grpChg chg="mod">
          <ac:chgData name="성연욱(YEONUK SEONG)[ynk_seong]/책임/제조DX.자동보정.조립자동보정팀" userId="eb9793e5-3a20-40c8-9b24-fa4dc89e30c1" providerId="ADAL" clId="{70D4DDE8-A00F-43D2-83F8-C7E41D2AE0EA}" dt="2025-12-16T23:55:32.120" v="764" actId="14100"/>
          <ac:grpSpMkLst>
            <pc:docMk/>
            <pc:sldMk cId="2197512071" sldId="2147481880"/>
            <ac:grpSpMk id="5" creationId="{3B7A9847-0BAA-4640-9E34-A866A51B22E9}"/>
          </ac:grpSpMkLst>
        </pc:grpChg>
        <pc:graphicFrameChg chg="mod modGraphic">
          <ac:chgData name="성연욱(YEONUK SEONG)[ynk_seong]/책임/제조DX.자동보정.조립자동보정팀" userId="eb9793e5-3a20-40c8-9b24-fa4dc89e30c1" providerId="ADAL" clId="{70D4DDE8-A00F-43D2-83F8-C7E41D2AE0EA}" dt="2025-12-16T23:56:16.616" v="765" actId="20577"/>
          <ac:graphicFrameMkLst>
            <pc:docMk/>
            <pc:sldMk cId="2197512071" sldId="2147481880"/>
            <ac:graphicFrameMk id="7" creationId="{4F64C6C7-96A2-4F2A-9A7E-7FEF8ED76143}"/>
          </ac:graphicFrameMkLst>
        </pc:graphicFrameChg>
      </pc:sldChg>
    </pc:docChg>
  </pc:docChgLst>
  <pc:docChgLst>
    <pc:chgData name="박상하(SANGHA PARK)[sangha.park]/책임/제조DX.자동보정.RSND자동보정팀" userId="d8210dce-489f-49ff-9447-774a5aaba186" providerId="ADAL" clId="{ED558A4D-4809-45AC-A7AA-0E65A6279EC2}"/>
    <pc:docChg chg="undo redo custSel modSld">
      <pc:chgData name="박상하(SANGHA PARK)[sangha.park]/책임/제조DX.자동보정.RSND자동보정팀" userId="d8210dce-489f-49ff-9447-774a5aaba186" providerId="ADAL" clId="{ED558A4D-4809-45AC-A7AA-0E65A6279EC2}" dt="2025-11-19T08:14:44.516" v="2540"/>
      <pc:docMkLst>
        <pc:docMk/>
      </pc:docMkLst>
      <pc:sldChg chg="modSp">
        <pc:chgData name="박상하(SANGHA PARK)[sangha.park]/책임/제조DX.자동보정.RSND자동보정팀" userId="d8210dce-489f-49ff-9447-774a5aaba186" providerId="ADAL" clId="{ED558A4D-4809-45AC-A7AA-0E65A6279EC2}" dt="2025-11-18T09:25:23.667" v="2527" actId="20577"/>
        <pc:sldMkLst>
          <pc:docMk/>
          <pc:sldMk cId="2670422386" sldId="2147481938"/>
        </pc:sldMkLst>
        <pc:graphicFrameChg chg="modGraphic">
          <ac:chgData name="박상하(SANGHA PARK)[sangha.park]/책임/제조DX.자동보정.RSND자동보정팀" userId="d8210dce-489f-49ff-9447-774a5aaba186" providerId="ADAL" clId="{ED558A4D-4809-45AC-A7AA-0E65A6279EC2}" dt="2025-11-18T09:25:23.667" v="2527" actId="20577"/>
          <ac:graphicFrameMkLst>
            <pc:docMk/>
            <pc:sldMk cId="2670422386" sldId="2147481938"/>
            <ac:graphicFrameMk id="13" creationId="{CD9241CA-D098-43FB-9A45-151AAEF5B4CB}"/>
          </ac:graphicFrameMkLst>
        </pc:graphicFrameChg>
      </pc:sldChg>
      <pc:sldChg chg="modSp">
        <pc:chgData name="박상하(SANGHA PARK)[sangha.park]/책임/제조DX.자동보정.RSND자동보정팀" userId="d8210dce-489f-49ff-9447-774a5aaba186" providerId="ADAL" clId="{ED558A4D-4809-45AC-A7AA-0E65A6279EC2}" dt="2025-11-18T09:30:27.358" v="2536" actId="20577"/>
        <pc:sldMkLst>
          <pc:docMk/>
          <pc:sldMk cId="1568104921" sldId="2147483634"/>
        </pc:sldMkLst>
        <pc:spChg chg="mod">
          <ac:chgData name="박상하(SANGHA PARK)[sangha.park]/책임/제조DX.자동보정.RSND자동보정팀" userId="d8210dce-489f-49ff-9447-774a5aaba186" providerId="ADAL" clId="{ED558A4D-4809-45AC-A7AA-0E65A6279EC2}" dt="2025-11-18T09:30:27.358" v="2536" actId="20577"/>
          <ac:spMkLst>
            <pc:docMk/>
            <pc:sldMk cId="1568104921" sldId="2147483634"/>
            <ac:spMk id="5" creationId="{058D9290-B6FE-4188-A628-169045B30DE8}"/>
          </ac:spMkLst>
        </pc:spChg>
        <pc:graphicFrameChg chg="modGraphic">
          <ac:chgData name="박상하(SANGHA PARK)[sangha.park]/책임/제조DX.자동보정.RSND자동보정팀" userId="d8210dce-489f-49ff-9447-774a5aaba186" providerId="ADAL" clId="{ED558A4D-4809-45AC-A7AA-0E65A6279EC2}" dt="2025-11-18T09:25:41.948" v="2530" actId="20577"/>
          <ac:graphicFrameMkLst>
            <pc:docMk/>
            <pc:sldMk cId="1568104921" sldId="2147483634"/>
            <ac:graphicFrameMk id="2" creationId="{14126919-6681-402B-B8DC-D9D2730CDB15}"/>
          </ac:graphicFrameMkLst>
        </pc:graphicFrameChg>
      </pc:sldChg>
    </pc:docChg>
  </pc:docChgLst>
  <pc:docChgLst>
    <pc:chgData name="김태욱(TAEWOOK KIM)[twkiii]/사원/제조DX.자동보정.자동보정선행개발팀" userId="S::twkiii@lgensol.com::7550169e-81b5-4b23-9cda-68528cfbbc51" providerId="AD" clId="Web-{C387733C-1F0C-299C-77A5-B9D3F1B15F51}"/>
    <pc:docChg chg="modSld">
      <pc:chgData name="김태욱(TAEWOOK KIM)[twkiii]/사원/제조DX.자동보정.자동보정선행개발팀" userId="S::twkiii@lgensol.com::7550169e-81b5-4b23-9cda-68528cfbbc51" providerId="AD" clId="Web-{C387733C-1F0C-299C-77A5-B9D3F1B15F51}" dt="2025-12-10T02:13:15.809" v="9" actId="1076"/>
      <pc:docMkLst>
        <pc:docMk/>
      </pc:docMkLst>
    </pc:docChg>
  </pc:docChgLst>
  <pc:docChgLst>
    <pc:chgData name="오두섭(DOOSEOB OH)[jack.oh]/선임/제조DX.자동보정.자동보정선행개발팀" userId="4f0a6e31-5f23-40ca-a7fe-97e6784d5889" providerId="ADAL" clId="{83F15528-6A1D-4230-82DC-E15261BC85CC}"/>
    <pc:docChg chg="undo custSel modSld">
      <pc:chgData name="오두섭(DOOSEOB OH)[jack.oh]/선임/제조DX.자동보정.자동보정선행개발팀" userId="4f0a6e31-5f23-40ca-a7fe-97e6784d5889" providerId="ADAL" clId="{83F15528-6A1D-4230-82DC-E15261BC85CC}" dt="2025-11-19T06:53:21.228" v="4276" actId="20577"/>
      <pc:docMkLst>
        <pc:docMk/>
      </pc:docMkLst>
      <pc:sldChg chg="addSp delSp modSp mod">
        <pc:chgData name="오두섭(DOOSEOB OH)[jack.oh]/선임/제조DX.자동보정.자동보정선행개발팀" userId="4f0a6e31-5f23-40ca-a7fe-97e6784d5889" providerId="ADAL" clId="{83F15528-6A1D-4230-82DC-E15261BC85CC}" dt="2025-11-19T06:53:21.228" v="4276" actId="20577"/>
        <pc:sldMkLst>
          <pc:docMk/>
          <pc:sldMk cId="2786048932" sldId="262"/>
        </pc:sldMkLst>
        <pc:spChg chg="add mod">
          <ac:chgData name="오두섭(DOOSEOB OH)[jack.oh]/선임/제조DX.자동보정.자동보정선행개발팀" userId="4f0a6e31-5f23-40ca-a7fe-97e6784d5889" providerId="ADAL" clId="{83F15528-6A1D-4230-82DC-E15261BC85CC}" dt="2025-11-18T02:31:42.434" v="2398" actId="1076"/>
          <ac:spMkLst>
            <pc:docMk/>
            <pc:sldMk cId="2786048932" sldId="262"/>
            <ac:spMk id="4" creationId="{0E0A24CB-741B-7116-587A-09C8723786A8}"/>
          </ac:spMkLst>
        </pc:spChg>
        <pc:spChg chg="mod">
          <ac:chgData name="오두섭(DOOSEOB OH)[jack.oh]/선임/제조DX.자동보정.자동보정선행개발팀" userId="4f0a6e31-5f23-40ca-a7fe-97e6784d5889" providerId="ADAL" clId="{83F15528-6A1D-4230-82DC-E15261BC85CC}" dt="2025-11-18T02:15:03.622" v="1105"/>
          <ac:spMkLst>
            <pc:docMk/>
            <pc:sldMk cId="2786048932" sldId="262"/>
            <ac:spMk id="7" creationId="{5391C5FA-3553-6390-9C2A-152D897B279B}"/>
          </ac:spMkLst>
        </pc:spChg>
        <pc:spChg chg="mod">
          <ac:chgData name="오두섭(DOOSEOB OH)[jack.oh]/선임/제조DX.자동보정.자동보정선행개발팀" userId="4f0a6e31-5f23-40ca-a7fe-97e6784d5889" providerId="ADAL" clId="{83F15528-6A1D-4230-82DC-E15261BC85CC}" dt="2025-11-18T02:15:03.622" v="1105"/>
          <ac:spMkLst>
            <pc:docMk/>
            <pc:sldMk cId="2786048932" sldId="262"/>
            <ac:spMk id="8" creationId="{9D93DD95-4D74-3515-49CC-7D103AC7F13F}"/>
          </ac:spMkLst>
        </pc:spChg>
        <pc:spChg chg="mod">
          <ac:chgData name="오두섭(DOOSEOB OH)[jack.oh]/선임/제조DX.자동보정.자동보정선행개발팀" userId="4f0a6e31-5f23-40ca-a7fe-97e6784d5889" providerId="ADAL" clId="{83F15528-6A1D-4230-82DC-E15261BC85CC}" dt="2025-11-18T02:15:03.622" v="1105"/>
          <ac:spMkLst>
            <pc:docMk/>
            <pc:sldMk cId="2786048932" sldId="262"/>
            <ac:spMk id="9" creationId="{7B3A2A57-56A5-88B8-EFFB-8F6DC4106210}"/>
          </ac:spMkLst>
        </pc:spChg>
        <pc:spChg chg="mod">
          <ac:chgData name="오두섭(DOOSEOB OH)[jack.oh]/선임/제조DX.자동보정.자동보정선행개발팀" userId="4f0a6e31-5f23-40ca-a7fe-97e6784d5889" providerId="ADAL" clId="{83F15528-6A1D-4230-82DC-E15261BC85CC}" dt="2025-11-18T02:15:03.622" v="1105"/>
          <ac:spMkLst>
            <pc:docMk/>
            <pc:sldMk cId="2786048932" sldId="262"/>
            <ac:spMk id="10" creationId="{701BA9E3-DFD0-9435-5073-4E21F4E1DC10}"/>
          </ac:spMkLst>
        </pc:spChg>
        <pc:spChg chg="mod">
          <ac:chgData name="오두섭(DOOSEOB OH)[jack.oh]/선임/제조DX.자동보정.자동보정선행개발팀" userId="4f0a6e31-5f23-40ca-a7fe-97e6784d5889" providerId="ADAL" clId="{83F15528-6A1D-4230-82DC-E15261BC85CC}" dt="2025-11-18T02:15:03.622" v="1105"/>
          <ac:spMkLst>
            <pc:docMk/>
            <pc:sldMk cId="2786048932" sldId="262"/>
            <ac:spMk id="11" creationId="{70308FE7-98C4-998F-7637-5460173BEF0C}"/>
          </ac:spMkLst>
        </pc:spChg>
        <pc:spChg chg="mod">
          <ac:chgData name="오두섭(DOOSEOB OH)[jack.oh]/선임/제조DX.자동보정.자동보정선행개발팀" userId="4f0a6e31-5f23-40ca-a7fe-97e6784d5889" providerId="ADAL" clId="{83F15528-6A1D-4230-82DC-E15261BC85CC}" dt="2025-11-18T02:15:03.622" v="1105"/>
          <ac:spMkLst>
            <pc:docMk/>
            <pc:sldMk cId="2786048932" sldId="262"/>
            <ac:spMk id="12" creationId="{2A5D57ED-1611-BA44-EBE9-B95123D93558}"/>
          </ac:spMkLst>
        </pc:spChg>
        <pc:spChg chg="mod">
          <ac:chgData name="오두섭(DOOSEOB OH)[jack.oh]/선임/제조DX.자동보정.자동보정선행개발팀" userId="4f0a6e31-5f23-40ca-a7fe-97e6784d5889" providerId="ADAL" clId="{83F15528-6A1D-4230-82DC-E15261BC85CC}" dt="2025-11-18T02:15:03.622" v="1105"/>
          <ac:spMkLst>
            <pc:docMk/>
            <pc:sldMk cId="2786048932" sldId="262"/>
            <ac:spMk id="13" creationId="{A64369AD-F578-8A4C-A935-F130BF97E53E}"/>
          </ac:spMkLst>
        </pc:spChg>
        <pc:spChg chg="mod">
          <ac:chgData name="오두섭(DOOSEOB OH)[jack.oh]/선임/제조DX.자동보정.자동보정선행개발팀" userId="4f0a6e31-5f23-40ca-a7fe-97e6784d5889" providerId="ADAL" clId="{83F15528-6A1D-4230-82DC-E15261BC85CC}" dt="2025-11-18T02:15:03.622" v="1105"/>
          <ac:spMkLst>
            <pc:docMk/>
            <pc:sldMk cId="2786048932" sldId="262"/>
            <ac:spMk id="14" creationId="{E5CD727A-8543-02CE-DB6D-EE20F3E579A3}"/>
          </ac:spMkLst>
        </pc:spChg>
        <pc:spChg chg="mod">
          <ac:chgData name="오두섭(DOOSEOB OH)[jack.oh]/선임/제조DX.자동보정.자동보정선행개발팀" userId="4f0a6e31-5f23-40ca-a7fe-97e6784d5889" providerId="ADAL" clId="{83F15528-6A1D-4230-82DC-E15261BC85CC}" dt="2025-11-18T02:15:03.622" v="1105"/>
          <ac:spMkLst>
            <pc:docMk/>
            <pc:sldMk cId="2786048932" sldId="262"/>
            <ac:spMk id="15" creationId="{7E4BDDF4-5681-8913-CA5D-B2E65E8A76DB}"/>
          </ac:spMkLst>
        </pc:spChg>
        <pc:spChg chg="mod">
          <ac:chgData name="오두섭(DOOSEOB OH)[jack.oh]/선임/제조DX.자동보정.자동보정선행개발팀" userId="4f0a6e31-5f23-40ca-a7fe-97e6784d5889" providerId="ADAL" clId="{83F15528-6A1D-4230-82DC-E15261BC85CC}" dt="2025-11-18T02:15:03.622" v="1105"/>
          <ac:spMkLst>
            <pc:docMk/>
            <pc:sldMk cId="2786048932" sldId="262"/>
            <ac:spMk id="16" creationId="{97270285-5FF0-4723-C99B-691B127FE190}"/>
          </ac:spMkLst>
        </pc:spChg>
        <pc:spChg chg="mod">
          <ac:chgData name="오두섭(DOOSEOB OH)[jack.oh]/선임/제조DX.자동보정.자동보정선행개발팀" userId="4f0a6e31-5f23-40ca-a7fe-97e6784d5889" providerId="ADAL" clId="{83F15528-6A1D-4230-82DC-E15261BC85CC}" dt="2025-11-18T02:15:03.622" v="1105"/>
          <ac:spMkLst>
            <pc:docMk/>
            <pc:sldMk cId="2786048932" sldId="262"/>
            <ac:spMk id="18" creationId="{E6B89A41-48E5-2337-164B-71E5011BA8FC}"/>
          </ac:spMkLst>
        </pc:spChg>
        <pc:spChg chg="add mod">
          <ac:chgData name="오두섭(DOOSEOB OH)[jack.oh]/선임/제조DX.자동보정.자동보정선행개발팀" userId="4f0a6e31-5f23-40ca-a7fe-97e6784d5889" providerId="ADAL" clId="{83F15528-6A1D-4230-82DC-E15261BC85CC}" dt="2025-11-18T02:15:03.622" v="1105"/>
          <ac:spMkLst>
            <pc:docMk/>
            <pc:sldMk cId="2786048932" sldId="262"/>
            <ac:spMk id="27" creationId="{01779FFB-2909-B9D5-CFDE-33B7022D8EB7}"/>
          </ac:spMkLst>
        </pc:spChg>
        <pc:spChg chg="add mod">
          <ac:chgData name="오두섭(DOOSEOB OH)[jack.oh]/선임/제조DX.자동보정.자동보정선행개발팀" userId="4f0a6e31-5f23-40ca-a7fe-97e6784d5889" providerId="ADAL" clId="{83F15528-6A1D-4230-82DC-E15261BC85CC}" dt="2025-11-18T06:02:00.006" v="3251" actId="1036"/>
          <ac:spMkLst>
            <pc:docMk/>
            <pc:sldMk cId="2786048932" sldId="262"/>
            <ac:spMk id="28" creationId="{015EAA83-9A65-A0ED-1025-D9D8B4332ADB}"/>
          </ac:spMkLst>
        </pc:spChg>
        <pc:spChg chg="mod">
          <ac:chgData name="오두섭(DOOSEOB OH)[jack.oh]/선임/제조DX.자동보정.자동보정선행개발팀" userId="4f0a6e31-5f23-40ca-a7fe-97e6784d5889" providerId="ADAL" clId="{83F15528-6A1D-4230-82DC-E15261BC85CC}" dt="2025-11-18T02:21:36.496" v="1498" actId="1076"/>
          <ac:spMkLst>
            <pc:docMk/>
            <pc:sldMk cId="2786048932" sldId="262"/>
            <ac:spMk id="2054" creationId="{A7F424C6-E482-8660-9138-3CB02052551F}"/>
          </ac:spMkLst>
        </pc:spChg>
        <pc:grpChg chg="add mod">
          <ac:chgData name="오두섭(DOOSEOB OH)[jack.oh]/선임/제조DX.자동보정.자동보정선행개발팀" userId="4f0a6e31-5f23-40ca-a7fe-97e6784d5889" providerId="ADAL" clId="{83F15528-6A1D-4230-82DC-E15261BC85CC}" dt="2025-11-18T02:31:54.441" v="2402" actId="1076"/>
          <ac:grpSpMkLst>
            <pc:docMk/>
            <pc:sldMk cId="2786048932" sldId="262"/>
            <ac:grpSpMk id="5" creationId="{3293720F-909F-A808-F607-2ABCC0080718}"/>
          </ac:grpSpMkLst>
        </pc:grpChg>
        <pc:graphicFrameChg chg="add mod">
          <ac:chgData name="오두섭(DOOSEOB OH)[jack.oh]/선임/제조DX.자동보정.자동보정선행개발팀" userId="4f0a6e31-5f23-40ca-a7fe-97e6784d5889" providerId="ADAL" clId="{83F15528-6A1D-4230-82DC-E15261BC85CC}" dt="2025-11-18T02:31:57.606" v="2403" actId="1076"/>
          <ac:graphicFrameMkLst>
            <pc:docMk/>
            <pc:sldMk cId="2786048932" sldId="262"/>
            <ac:graphicFrameMk id="26" creationId="{F50B34A1-BFF0-4AB5-9FEA-EF1677DED3EA}"/>
          </ac:graphicFrameMkLst>
        </pc:graphicFrameChg>
        <pc:graphicFrameChg chg="mod modGraphic">
          <ac:chgData name="오두섭(DOOSEOB OH)[jack.oh]/선임/제조DX.자동보정.자동보정선행개발팀" userId="4f0a6e31-5f23-40ca-a7fe-97e6784d5889" providerId="ADAL" clId="{83F15528-6A1D-4230-82DC-E15261BC85CC}" dt="2025-11-19T06:53:21.228" v="4276" actId="20577"/>
          <ac:graphicFrameMkLst>
            <pc:docMk/>
            <pc:sldMk cId="2786048932" sldId="262"/>
            <ac:graphicFrameMk id="32" creationId="{C75B2E3A-6367-47F5-9C2E-36D1B1E1DCAE}"/>
          </ac:graphicFrameMkLst>
        </pc:graphicFrameChg>
        <pc:picChg chg="add mod">
          <ac:chgData name="오두섭(DOOSEOB OH)[jack.oh]/선임/제조DX.자동보정.자동보정선행개발팀" userId="4f0a6e31-5f23-40ca-a7fe-97e6784d5889" providerId="ADAL" clId="{83F15528-6A1D-4230-82DC-E15261BC85CC}" dt="2025-11-18T02:32:15.150" v="2408" actId="14100"/>
          <ac:picMkLst>
            <pc:docMk/>
            <pc:sldMk cId="2786048932" sldId="262"/>
            <ac:picMk id="36" creationId="{ED46D1B1-C288-7F5E-2AE0-6B39E726D7C8}"/>
          </ac:picMkLst>
        </pc:picChg>
        <pc:picChg chg="add mod">
          <ac:chgData name="오두섭(DOOSEOB OH)[jack.oh]/선임/제조DX.자동보정.자동보정선행개발팀" userId="4f0a6e31-5f23-40ca-a7fe-97e6784d5889" providerId="ADAL" clId="{83F15528-6A1D-4230-82DC-E15261BC85CC}" dt="2025-11-18T02:32:19.638" v="2409" actId="1076"/>
          <ac:picMkLst>
            <pc:docMk/>
            <pc:sldMk cId="2786048932" sldId="262"/>
            <ac:picMk id="39" creationId="{74FB4CA6-50AF-6122-3849-B2D303CDCA7A}"/>
          </ac:picMkLst>
        </pc:picChg>
        <pc:cxnChg chg="mod">
          <ac:chgData name="오두섭(DOOSEOB OH)[jack.oh]/선임/제조DX.자동보정.자동보정선행개발팀" userId="4f0a6e31-5f23-40ca-a7fe-97e6784d5889" providerId="ADAL" clId="{83F15528-6A1D-4230-82DC-E15261BC85CC}" dt="2025-11-18T02:15:03.622" v="1105"/>
          <ac:cxnSpMkLst>
            <pc:docMk/>
            <pc:sldMk cId="2786048932" sldId="262"/>
            <ac:cxnSpMk id="6" creationId="{F58B20E0-A819-E2E1-4585-6A8178B26FF1}"/>
          </ac:cxnSpMkLst>
        </pc:cxnChg>
      </pc:sldChg>
      <pc:sldChg chg="modSp mod">
        <pc:chgData name="오두섭(DOOSEOB OH)[jack.oh]/선임/제조DX.자동보정.자동보정선행개발팀" userId="4f0a6e31-5f23-40ca-a7fe-97e6784d5889" providerId="ADAL" clId="{83F15528-6A1D-4230-82DC-E15261BC85CC}" dt="2025-11-19T05:49:29.605" v="3708" actId="1076"/>
        <pc:sldMkLst>
          <pc:docMk/>
          <pc:sldMk cId="625010072" sldId="267"/>
        </pc:sldMkLst>
        <pc:cxnChg chg="mod">
          <ac:chgData name="오두섭(DOOSEOB OH)[jack.oh]/선임/제조DX.자동보정.자동보정선행개발팀" userId="4f0a6e31-5f23-40ca-a7fe-97e6784d5889" providerId="ADAL" clId="{83F15528-6A1D-4230-82DC-E15261BC85CC}" dt="2025-11-19T05:49:29.605" v="3708" actId="1076"/>
          <ac:cxnSpMkLst>
            <pc:docMk/>
            <pc:sldMk cId="625010072" sldId="267"/>
            <ac:cxnSpMk id="70" creationId="{B647E0E6-43EE-2D3B-A798-62978AAD181D}"/>
          </ac:cxnSpMkLst>
        </pc:cxnChg>
      </pc:sldChg>
      <pc:sldChg chg="addSp delSp modSp mod">
        <pc:chgData name="오두섭(DOOSEOB OH)[jack.oh]/선임/제조DX.자동보정.자동보정선행개발팀" userId="4f0a6e31-5f23-40ca-a7fe-97e6784d5889" providerId="ADAL" clId="{83F15528-6A1D-4230-82DC-E15261BC85CC}" dt="2025-11-19T05:53:20.357" v="3940" actId="14100"/>
        <pc:sldMkLst>
          <pc:docMk/>
          <pc:sldMk cId="1962659383" sldId="275"/>
        </pc:sldMkLst>
        <pc:spChg chg="mod">
          <ac:chgData name="오두섭(DOOSEOB OH)[jack.oh]/선임/제조DX.자동보정.자동보정선행개발팀" userId="4f0a6e31-5f23-40ca-a7fe-97e6784d5889" providerId="ADAL" clId="{83F15528-6A1D-4230-82DC-E15261BC85CC}" dt="2025-11-18T02:36:13.110" v="2671" actId="20577"/>
          <ac:spMkLst>
            <pc:docMk/>
            <pc:sldMk cId="1962659383" sldId="275"/>
            <ac:spMk id="33" creationId="{28953EDA-490C-414A-829A-5166309284BE}"/>
          </ac:spMkLst>
        </pc:spChg>
        <pc:graphicFrameChg chg="modGraphic">
          <ac:chgData name="오두섭(DOOSEOB OH)[jack.oh]/선임/제조DX.자동보정.자동보정선행개발팀" userId="4f0a6e31-5f23-40ca-a7fe-97e6784d5889" providerId="ADAL" clId="{83F15528-6A1D-4230-82DC-E15261BC85CC}" dt="2025-11-18T02:36:17.333" v="2673" actId="20577"/>
          <ac:graphicFrameMkLst>
            <pc:docMk/>
            <pc:sldMk cId="1962659383" sldId="275"/>
            <ac:graphicFrameMk id="3" creationId="{1B538319-E744-914C-0D08-26296EEC9C81}"/>
          </ac:graphicFrameMkLst>
        </pc:graphicFrameChg>
        <pc:graphicFrameChg chg="mod modGraphic">
          <ac:chgData name="오두섭(DOOSEOB OH)[jack.oh]/선임/제조DX.자동보정.자동보정선행개발팀" userId="4f0a6e31-5f23-40ca-a7fe-97e6784d5889" providerId="ADAL" clId="{83F15528-6A1D-4230-82DC-E15261BC85CC}" dt="2025-11-19T05:53:13.998" v="3939" actId="20577"/>
          <ac:graphicFrameMkLst>
            <pc:docMk/>
            <pc:sldMk cId="1962659383" sldId="275"/>
            <ac:graphicFrameMk id="32" creationId="{C75B2E3A-6367-47F5-9C2E-36D1B1E1DCAE}"/>
          </ac:graphicFrameMkLst>
        </pc:graphicFrameChg>
      </pc:sldChg>
      <pc:sldChg chg="modSp mod">
        <pc:chgData name="오두섭(DOOSEOB OH)[jack.oh]/선임/제조DX.자동보정.자동보정선행개발팀" userId="4f0a6e31-5f23-40ca-a7fe-97e6784d5889" providerId="ADAL" clId="{83F15528-6A1D-4230-82DC-E15261BC85CC}" dt="2025-11-19T05:52:23.792" v="3795"/>
        <pc:sldMkLst>
          <pc:docMk/>
          <pc:sldMk cId="1926470574" sldId="281"/>
        </pc:sldMkLst>
        <pc:spChg chg="mod">
          <ac:chgData name="오두섭(DOOSEOB OH)[jack.oh]/선임/제조DX.자동보정.자동보정선행개발팀" userId="4f0a6e31-5f23-40ca-a7fe-97e6784d5889" providerId="ADAL" clId="{83F15528-6A1D-4230-82DC-E15261BC85CC}" dt="2025-11-18T02:36:08.380" v="2669" actId="20577"/>
          <ac:spMkLst>
            <pc:docMk/>
            <pc:sldMk cId="1926470574" sldId="281"/>
            <ac:spMk id="33" creationId="{28953EDA-490C-414A-829A-5166309284BE}"/>
          </ac:spMkLst>
        </pc:spChg>
        <pc:graphicFrameChg chg="modGraphic">
          <ac:chgData name="오두섭(DOOSEOB OH)[jack.oh]/선임/제조DX.자동보정.자동보정선행개발팀" userId="4f0a6e31-5f23-40ca-a7fe-97e6784d5889" providerId="ADAL" clId="{83F15528-6A1D-4230-82DC-E15261BC85CC}" dt="2025-11-18T01:30:10.303" v="3" actId="20577"/>
          <ac:graphicFrameMkLst>
            <pc:docMk/>
            <pc:sldMk cId="1926470574" sldId="281"/>
            <ac:graphicFrameMk id="3" creationId="{1B538319-E744-914C-0D08-26296EEC9C81}"/>
          </ac:graphicFrameMkLst>
        </pc:graphicFrameChg>
        <pc:graphicFrameChg chg="mod modGraphic">
          <ac:chgData name="오두섭(DOOSEOB OH)[jack.oh]/선임/제조DX.자동보정.자동보정선행개발팀" userId="4f0a6e31-5f23-40ca-a7fe-97e6784d5889" providerId="ADAL" clId="{83F15528-6A1D-4230-82DC-E15261BC85CC}" dt="2025-11-19T05:52:23.792" v="3795"/>
          <ac:graphicFrameMkLst>
            <pc:docMk/>
            <pc:sldMk cId="1926470574" sldId="281"/>
            <ac:graphicFrameMk id="32" creationId="{C75B2E3A-6367-47F5-9C2E-36D1B1E1DCAE}"/>
          </ac:graphicFrameMkLst>
        </pc:graphicFrameChg>
      </pc:sldChg>
      <pc:sldChg chg="addSp modSp mod">
        <pc:chgData name="오두섭(DOOSEOB OH)[jack.oh]/선임/제조DX.자동보정.자동보정선행개발팀" userId="4f0a6e31-5f23-40ca-a7fe-97e6784d5889" providerId="ADAL" clId="{83F15528-6A1D-4230-82DC-E15261BC85CC}" dt="2025-11-19T06:42:59.245" v="4118" actId="20577"/>
        <pc:sldMkLst>
          <pc:docMk/>
          <pc:sldMk cId="3159414920" sldId="2147483590"/>
        </pc:sldMkLst>
        <pc:spChg chg="mod">
          <ac:chgData name="오두섭(DOOSEOB OH)[jack.oh]/선임/제조DX.자동보정.자동보정선행개발팀" userId="4f0a6e31-5f23-40ca-a7fe-97e6784d5889" providerId="ADAL" clId="{83F15528-6A1D-4230-82DC-E15261BC85CC}" dt="2025-11-19T06:40:30.121" v="3979" actId="20577"/>
          <ac:spMkLst>
            <pc:docMk/>
            <pc:sldMk cId="3159414920" sldId="2147483590"/>
            <ac:spMk id="2" creationId="{F3A9771C-0F30-7437-C8E2-2743272A23A4}"/>
          </ac:spMkLst>
        </pc:spChg>
        <pc:spChg chg="mod">
          <ac:chgData name="오두섭(DOOSEOB OH)[jack.oh]/선임/제조DX.자동보정.자동보정선행개발팀" userId="4f0a6e31-5f23-40ca-a7fe-97e6784d5889" providerId="ADAL" clId="{83F15528-6A1D-4230-82DC-E15261BC85CC}" dt="2025-11-19T06:40:50.754" v="4004" actId="1036"/>
          <ac:spMkLst>
            <pc:docMk/>
            <pc:sldMk cId="3159414920" sldId="2147483590"/>
            <ac:spMk id="12" creationId="{9C4B529A-802A-1E05-12B7-E3EFE3D7DEC8}"/>
          </ac:spMkLst>
        </pc:spChg>
        <pc:spChg chg="mod">
          <ac:chgData name="오두섭(DOOSEOB OH)[jack.oh]/선임/제조DX.자동보정.자동보정선행개발팀" userId="4f0a6e31-5f23-40ca-a7fe-97e6784d5889" providerId="ADAL" clId="{83F15528-6A1D-4230-82DC-E15261BC85CC}" dt="2025-11-19T06:40:46.502" v="3990" actId="1036"/>
          <ac:spMkLst>
            <pc:docMk/>
            <pc:sldMk cId="3159414920" sldId="2147483590"/>
            <ac:spMk id="15" creationId="{4E60D5EA-6B53-CD81-2028-0EFAC58B9C32}"/>
          </ac:spMkLst>
        </pc:spChg>
        <pc:spChg chg="add mod">
          <ac:chgData name="오두섭(DOOSEOB OH)[jack.oh]/선임/제조DX.자동보정.자동보정선행개발팀" userId="4f0a6e31-5f23-40ca-a7fe-97e6784d5889" providerId="ADAL" clId="{83F15528-6A1D-4230-82DC-E15261BC85CC}" dt="2025-11-19T06:42:59.245" v="4118" actId="20577"/>
          <ac:spMkLst>
            <pc:docMk/>
            <pc:sldMk cId="3159414920" sldId="2147483590"/>
            <ac:spMk id="16" creationId="{D27C86DB-C752-981D-4DED-14BA52DB05E4}"/>
          </ac:spMkLst>
        </pc:spChg>
        <pc:spChg chg="add mod">
          <ac:chgData name="오두섭(DOOSEOB OH)[jack.oh]/선임/제조DX.자동보정.자동보정선행개발팀" userId="4f0a6e31-5f23-40ca-a7fe-97e6784d5889" providerId="ADAL" clId="{83F15528-6A1D-4230-82DC-E15261BC85CC}" dt="2025-11-19T06:40:58.145" v="4018"/>
          <ac:spMkLst>
            <pc:docMk/>
            <pc:sldMk cId="3159414920" sldId="2147483590"/>
            <ac:spMk id="17" creationId="{200531D7-C20A-F867-0637-8B79A95C6380}"/>
          </ac:spMkLst>
        </pc:spChg>
        <pc:graphicFrameChg chg="mod modGraphic">
          <ac:chgData name="오두섭(DOOSEOB OH)[jack.oh]/선임/제조DX.자동보정.자동보정선행개발팀" userId="4f0a6e31-5f23-40ca-a7fe-97e6784d5889" providerId="ADAL" clId="{83F15528-6A1D-4230-82DC-E15261BC85CC}" dt="2025-11-19T06:38:25.366" v="3956"/>
          <ac:graphicFrameMkLst>
            <pc:docMk/>
            <pc:sldMk cId="3159414920" sldId="2147483590"/>
            <ac:graphicFrameMk id="18" creationId="{4BA4557C-646C-4589-AAD3-2CDCBCEA5E39}"/>
          </ac:graphicFrameMkLst>
        </pc:graphicFrameChg>
      </pc:sldChg>
    </pc:docChg>
  </pc:docChgLst>
  <pc:docChgLst>
    <pc:chgData name="박수종(SUJONG PARK)[sujong.park]/팀장/제조DX.자동보정.조립자동보정팀" userId="ab82824d-b00b-4730-b1d5-e6a89197d8e8" providerId="ADAL" clId="{5CC1D9E5-B81E-41D7-9A44-7D7EDC665B46}"/>
    <pc:docChg chg="undo custSel modSld">
      <pc:chgData name="박수종(SUJONG PARK)[sujong.park]/팀장/제조DX.자동보정.조립자동보정팀" userId="ab82824d-b00b-4730-b1d5-e6a89197d8e8" providerId="ADAL" clId="{5CC1D9E5-B81E-41D7-9A44-7D7EDC665B46}" dt="2025-12-12T02:51:16.890" v="4424"/>
      <pc:docMkLst>
        <pc:docMk/>
      </pc:docMkLst>
      <pc:sldChg chg="addSp delSp modSp mod">
        <pc:chgData name="박수종(SUJONG PARK)[sujong.park]/팀장/제조DX.자동보정.조립자동보정팀" userId="ab82824d-b00b-4730-b1d5-e6a89197d8e8" providerId="ADAL" clId="{5CC1D9E5-B81E-41D7-9A44-7D7EDC665B46}" dt="2025-12-12T02:51:16.890" v="4424"/>
        <pc:sldMkLst>
          <pc:docMk/>
          <pc:sldMk cId="3266697761" sldId="2278"/>
        </pc:sldMkLst>
        <pc:spChg chg="mod">
          <ac:chgData name="박수종(SUJONG PARK)[sujong.park]/팀장/제조DX.자동보정.조립자동보정팀" userId="ab82824d-b00b-4730-b1d5-e6a89197d8e8" providerId="ADAL" clId="{5CC1D9E5-B81E-41D7-9A44-7D7EDC665B46}" dt="2025-12-12T02:51:16.890" v="4424"/>
          <ac:spMkLst>
            <pc:docMk/>
            <pc:sldMk cId="3266697761" sldId="2278"/>
            <ac:spMk id="5" creationId="{9F5FF4B7-2926-4D73-A8B9-82803C7166FE}"/>
          </ac:spMkLst>
        </pc:spChg>
      </pc:sldChg>
      <pc:sldChg chg="addSp delSp modSp mod">
        <pc:chgData name="박수종(SUJONG PARK)[sujong.park]/팀장/제조DX.자동보정.조립자동보정팀" userId="ab82824d-b00b-4730-b1d5-e6a89197d8e8" providerId="ADAL" clId="{5CC1D9E5-B81E-41D7-9A44-7D7EDC665B46}" dt="2025-12-12T02:49:49.379" v="4406" actId="478"/>
        <pc:sldMkLst>
          <pc:docMk/>
          <pc:sldMk cId="2440852975" sldId="2147481923"/>
        </pc:sldMkLst>
        <pc:spChg chg="mod">
          <ac:chgData name="박수종(SUJONG PARK)[sujong.park]/팀장/제조DX.자동보정.조립자동보정팀" userId="ab82824d-b00b-4730-b1d5-e6a89197d8e8" providerId="ADAL" clId="{5CC1D9E5-B81E-41D7-9A44-7D7EDC665B46}" dt="2025-12-12T02:49:46.470" v="4405" actId="6549"/>
          <ac:spMkLst>
            <pc:docMk/>
            <pc:sldMk cId="2440852975" sldId="2147481923"/>
            <ac:spMk id="8" creationId="{CB0B3E35-76C1-4ED7-A859-2CC8E85EA27D}"/>
          </ac:spMkLst>
        </pc:spChg>
      </pc:sldChg>
      <pc:sldChg chg="addSp delSp modSp mod">
        <pc:chgData name="박수종(SUJONG PARK)[sujong.park]/팀장/제조DX.자동보정.조립자동보정팀" userId="ab82824d-b00b-4730-b1d5-e6a89197d8e8" providerId="ADAL" clId="{5CC1D9E5-B81E-41D7-9A44-7D7EDC665B46}" dt="2025-12-10T13:19:40.762" v="2462" actId="207"/>
        <pc:sldMkLst>
          <pc:docMk/>
          <pc:sldMk cId="2543445665" sldId="2147483561"/>
        </pc:sldMkLst>
        <pc:spChg chg="mod">
          <ac:chgData name="박수종(SUJONG PARK)[sujong.park]/팀장/제조DX.자동보정.조립자동보정팀" userId="ab82824d-b00b-4730-b1d5-e6a89197d8e8" providerId="ADAL" clId="{5CC1D9E5-B81E-41D7-9A44-7D7EDC665B46}" dt="2025-12-10T13:19:40.762" v="2462" actId="207"/>
          <ac:spMkLst>
            <pc:docMk/>
            <pc:sldMk cId="2543445665" sldId="2147483561"/>
            <ac:spMk id="7" creationId="{2BC7F42E-092C-4FC0-A5C6-9F625CADC1F5}"/>
          </ac:spMkLst>
        </pc:spChg>
      </pc:sldChg>
    </pc:docChg>
  </pc:docChgLst>
  <pc:docChgLst>
    <pc:chgData name="최창락(choichanglak)[changlac]/사원/제조지능화.자동보정.로직개발팀" userId="1ed21ad3-e86e-496d-af55-ebad51ff093c" providerId="ADAL" clId="{2C072004-FAA5-46B1-BFAF-19172BAC8B94}"/>
    <pc:docChg chg="undo custSel modSld">
      <pc:chgData name="최창락(choichanglak)[changlac]/사원/제조지능화.자동보정.로직개발팀" userId="1ed21ad3-e86e-496d-af55-ebad51ff093c" providerId="ADAL" clId="{2C072004-FAA5-46B1-BFAF-19172BAC8B94}" dt="2025-11-19T13:43:08.340" v="4468" actId="207"/>
      <pc:docMkLst>
        <pc:docMk/>
      </pc:docMkLst>
      <pc:sldChg chg="modSp">
        <pc:chgData name="최창락(choichanglak)[changlac]/사원/제조지능화.자동보정.로직개발팀" userId="1ed21ad3-e86e-496d-af55-ebad51ff093c" providerId="ADAL" clId="{2C072004-FAA5-46B1-BFAF-19172BAC8B94}" dt="2025-11-18T09:59:04.119" v="1574" actId="20577"/>
        <pc:sldMkLst>
          <pc:docMk/>
          <pc:sldMk cId="2465961435" sldId="291"/>
        </pc:sldMkLst>
        <pc:graphicFrameChg chg="modGraphic">
          <ac:chgData name="최창락(choichanglak)[changlac]/사원/제조지능화.자동보정.로직개발팀" userId="1ed21ad3-e86e-496d-af55-ebad51ff093c" providerId="ADAL" clId="{2C072004-FAA5-46B1-BFAF-19172BAC8B94}" dt="2025-11-18T09:58:59.056" v="1570" actId="20577"/>
          <ac:graphicFrameMkLst>
            <pc:docMk/>
            <pc:sldMk cId="2465961435" sldId="291"/>
            <ac:graphicFrameMk id="10" creationId="{54EC1127-A89A-4C51-957D-94DC118FA136}"/>
          </ac:graphicFrameMkLst>
        </pc:graphicFrameChg>
        <pc:graphicFrameChg chg="modGraphic">
          <ac:chgData name="최창락(choichanglak)[changlac]/사원/제조지능화.자동보정.로직개발팀" userId="1ed21ad3-e86e-496d-af55-ebad51ff093c" providerId="ADAL" clId="{2C072004-FAA5-46B1-BFAF-19172BAC8B94}" dt="2025-11-18T09:59:04.119" v="1574" actId="20577"/>
          <ac:graphicFrameMkLst>
            <pc:docMk/>
            <pc:sldMk cId="2465961435" sldId="291"/>
            <ac:graphicFrameMk id="15" creationId="{56C6C784-9623-D56F-0A63-21AD1243A0C1}"/>
          </ac:graphicFrameMkLst>
        </pc:graphicFrameChg>
      </pc:sldChg>
      <pc:sldChg chg="modSp">
        <pc:chgData name="최창락(choichanglak)[changlac]/사원/제조지능화.자동보정.로직개발팀" userId="1ed21ad3-e86e-496d-af55-ebad51ff093c" providerId="ADAL" clId="{2C072004-FAA5-46B1-BFAF-19172BAC8B94}" dt="2025-11-18T09:58:10.749" v="1568"/>
        <pc:sldMkLst>
          <pc:docMk/>
          <pc:sldMk cId="131521753" sldId="302"/>
        </pc:sldMkLst>
        <pc:spChg chg="mod">
          <ac:chgData name="최창락(choichanglak)[changlac]/사원/제조지능화.자동보정.로직개발팀" userId="1ed21ad3-e86e-496d-af55-ebad51ff093c" providerId="ADAL" clId="{2C072004-FAA5-46B1-BFAF-19172BAC8B94}" dt="2025-11-18T09:32:21.355" v="270" actId="20577"/>
          <ac:spMkLst>
            <pc:docMk/>
            <pc:sldMk cId="131521753" sldId="302"/>
            <ac:spMk id="8" creationId="{07A09189-3112-656C-AD07-D2D881F7CDA1}"/>
          </ac:spMkLst>
        </pc:spChg>
        <pc:graphicFrameChg chg="modGraphic">
          <ac:chgData name="최창락(choichanglak)[changlac]/사원/제조지능화.자동보정.로직개발팀" userId="1ed21ad3-e86e-496d-af55-ebad51ff093c" providerId="ADAL" clId="{2C072004-FAA5-46B1-BFAF-19172BAC8B94}" dt="2025-11-18T09:32:10.916" v="268" actId="20577"/>
          <ac:graphicFrameMkLst>
            <pc:docMk/>
            <pc:sldMk cId="131521753" sldId="302"/>
            <ac:graphicFrameMk id="4" creationId="{EB5481E2-6FB4-4FB7-EF5D-7D9B040C6E64}"/>
          </ac:graphicFrameMkLst>
        </pc:graphicFrameChg>
        <pc:graphicFrameChg chg="mod modGraphic">
          <ac:chgData name="최창락(choichanglak)[changlac]/사원/제조지능화.자동보정.로직개발팀" userId="1ed21ad3-e86e-496d-af55-ebad51ff093c" providerId="ADAL" clId="{2C072004-FAA5-46B1-BFAF-19172BAC8B94}" dt="2025-11-18T09:58:10.749" v="1568"/>
          <ac:graphicFrameMkLst>
            <pc:docMk/>
            <pc:sldMk cId="131521753" sldId="302"/>
            <ac:graphicFrameMk id="5" creationId="{2369CE85-B89B-6E4A-6281-356F875EAE52}"/>
          </ac:graphicFrameMkLst>
        </pc:graphicFrameChg>
      </pc:sldChg>
      <pc:sldChg chg="addSp delSp modSp">
        <pc:chgData name="최창락(choichanglak)[changlac]/사원/제조지능화.자동보정.로직개발팀" userId="1ed21ad3-e86e-496d-af55-ebad51ff093c" providerId="ADAL" clId="{2C072004-FAA5-46B1-BFAF-19172BAC8B94}" dt="2025-11-19T13:43:08.340" v="4468" actId="207"/>
        <pc:sldMkLst>
          <pc:docMk/>
          <pc:sldMk cId="2352087536" sldId="305"/>
        </pc:sldMkLst>
        <pc:spChg chg="mod">
          <ac:chgData name="최창락(choichanglak)[changlac]/사원/제조지능화.자동보정.로직개발팀" userId="1ed21ad3-e86e-496d-af55-ebad51ff093c" providerId="ADAL" clId="{2C072004-FAA5-46B1-BFAF-19172BAC8B94}" dt="2025-11-18T09:32:29.598" v="272" actId="20577"/>
          <ac:spMkLst>
            <pc:docMk/>
            <pc:sldMk cId="2352087536" sldId="305"/>
            <ac:spMk id="8" creationId="{07A09189-3112-656C-AD07-D2D881F7CDA1}"/>
          </ac:spMkLst>
        </pc:spChg>
        <pc:spChg chg="mod">
          <ac:chgData name="최창락(choichanglak)[changlac]/사원/제조지능화.자동보정.로직개발팀" userId="1ed21ad3-e86e-496d-af55-ebad51ff093c" providerId="ADAL" clId="{2C072004-FAA5-46B1-BFAF-19172BAC8B94}" dt="2025-11-19T13:34:56.352" v="4465" actId="207"/>
          <ac:spMkLst>
            <pc:docMk/>
            <pc:sldMk cId="2352087536" sldId="305"/>
            <ac:spMk id="33" creationId="{D7E33960-BF57-4893-A6B1-41E74826788C}"/>
          </ac:spMkLst>
        </pc:spChg>
        <pc:spChg chg="mod">
          <ac:chgData name="최창락(choichanglak)[changlac]/사원/제조지능화.자동보정.로직개발팀" userId="1ed21ad3-e86e-496d-af55-ebad51ff093c" providerId="ADAL" clId="{2C072004-FAA5-46B1-BFAF-19172BAC8B94}" dt="2025-11-19T13:34:56.352" v="4465" actId="207"/>
          <ac:spMkLst>
            <pc:docMk/>
            <pc:sldMk cId="2352087536" sldId="305"/>
            <ac:spMk id="34" creationId="{68B1C32A-3343-4E14-BDB2-A33F4348F06A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spMkLst>
            <pc:docMk/>
            <pc:sldMk cId="2352087536" sldId="305"/>
            <ac:spMk id="44" creationId="{E0B8BC3D-9370-4B2E-9F17-2F93BEF76DC8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spMkLst>
            <pc:docMk/>
            <pc:sldMk cId="2352087536" sldId="305"/>
            <ac:spMk id="45" creationId="{DBD9612B-C8A2-4536-A2FD-6480F61D3E21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4:44.049" v="4280" actId="1076"/>
          <ac:spMkLst>
            <pc:docMk/>
            <pc:sldMk cId="2352087536" sldId="305"/>
            <ac:spMk id="46" creationId="{C9E9EAC3-A4F1-4C9B-814E-8F0B1870EA7A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spMkLst>
            <pc:docMk/>
            <pc:sldMk cId="2352087536" sldId="305"/>
            <ac:spMk id="47" creationId="{A1B728B4-724C-414C-94FC-948F0DAA0857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5:28.483" v="4288" actId="6549"/>
          <ac:spMkLst>
            <pc:docMk/>
            <pc:sldMk cId="2352087536" sldId="305"/>
            <ac:spMk id="63" creationId="{1709A93F-19EC-492B-BB1F-0A0B6E15D8F8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5:18.895" v="4286" actId="571"/>
          <ac:spMkLst>
            <pc:docMk/>
            <pc:sldMk cId="2352087536" sldId="305"/>
            <ac:spMk id="65" creationId="{BC246B95-2512-4D75-B370-C4D5E4C12B92}"/>
          </ac:spMkLst>
        </pc:spChg>
        <pc:sp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spMkLst>
            <pc:docMk/>
            <pc:sldMk cId="2352087536" sldId="305"/>
            <ac:spMk id="79" creationId="{E3794989-1E85-4BC7-B173-781B8E9576ED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spMkLst>
            <pc:docMk/>
            <pc:sldMk cId="2352087536" sldId="305"/>
            <ac:spMk id="82" creationId="{147C26BB-449D-4C5D-B432-D5F12235447E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spMkLst>
            <pc:docMk/>
            <pc:sldMk cId="2352087536" sldId="305"/>
            <ac:spMk id="83" creationId="{A44DACB3-1C6C-4F02-908A-BC5C4745DF30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spMkLst>
            <pc:docMk/>
            <pc:sldMk cId="2352087536" sldId="305"/>
            <ac:spMk id="84" creationId="{13029875-4D5B-4B1F-8FC3-89DC88A6A9AE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spMkLst>
            <pc:docMk/>
            <pc:sldMk cId="2352087536" sldId="305"/>
            <ac:spMk id="85" creationId="{DDBBC9C6-4E19-4490-A89B-5CBD1C67C772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spMkLst>
            <pc:docMk/>
            <pc:sldMk cId="2352087536" sldId="305"/>
            <ac:spMk id="86" creationId="{11BFD62F-C216-44F4-B36C-01BAA698B2EB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spMkLst>
            <pc:docMk/>
            <pc:sldMk cId="2352087536" sldId="305"/>
            <ac:spMk id="87" creationId="{40D6D3D1-8B6C-4CC8-830E-403CA5F000B8}"/>
          </ac:spMkLst>
        </pc:spChg>
        <pc:sp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spMkLst>
            <pc:docMk/>
            <pc:sldMk cId="2352087536" sldId="305"/>
            <ac:spMk id="89" creationId="{8D27B1C6-8214-4FFD-AEC4-3C392A9B70CC}"/>
          </ac:spMkLst>
        </pc:spChg>
        <pc:sp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spMkLst>
            <pc:docMk/>
            <pc:sldMk cId="2352087536" sldId="305"/>
            <ac:spMk id="90" creationId="{E627EAC9-5128-4F1F-8EEA-ADA8718CAD0F}"/>
          </ac:spMkLst>
        </pc:spChg>
        <pc:sp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spMkLst>
            <pc:docMk/>
            <pc:sldMk cId="2352087536" sldId="305"/>
            <ac:spMk id="91" creationId="{00D03894-0F56-48C2-85A1-3D9CD3303374}"/>
          </ac:spMkLst>
        </pc:spChg>
        <pc:sp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spMkLst>
            <pc:docMk/>
            <pc:sldMk cId="2352087536" sldId="305"/>
            <ac:spMk id="104" creationId="{504AEBB9-0316-4211-89ED-CBB70BC9A8D1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34:56.352" v="4465" actId="207"/>
          <ac:spMkLst>
            <pc:docMk/>
            <pc:sldMk cId="2352087536" sldId="305"/>
            <ac:spMk id="105" creationId="{2D10106D-6CF2-4525-86AD-E057F37994F6}"/>
          </ac:spMkLst>
        </pc:spChg>
        <pc:sp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spMkLst>
            <pc:docMk/>
            <pc:sldMk cId="2352087536" sldId="305"/>
            <ac:spMk id="106" creationId="{E140A789-54F1-4107-B0F5-0D6B0DD620B6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34:56.352" v="4465" actId="207"/>
          <ac:spMkLst>
            <pc:docMk/>
            <pc:sldMk cId="2352087536" sldId="305"/>
            <ac:spMk id="107" creationId="{08786F8B-E847-447E-A45B-9BB6D0B9CAD4}"/>
          </ac:spMkLst>
        </pc:spChg>
        <pc:spChg chg="mod">
          <ac:chgData name="최창락(choichanglak)[changlac]/사원/제조지능화.자동보정.로직개발팀" userId="1ed21ad3-e86e-496d-af55-ebad51ff093c" providerId="ADAL" clId="{2C072004-FAA5-46B1-BFAF-19172BAC8B94}" dt="2025-11-19T13:28:02.349" v="4297" actId="14100"/>
          <ac:spMkLst>
            <pc:docMk/>
            <pc:sldMk cId="2352087536" sldId="305"/>
            <ac:spMk id="108" creationId="{661CCB81-B71A-4499-8455-537E76BD6E6F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spMkLst>
            <pc:docMk/>
            <pc:sldMk cId="2352087536" sldId="305"/>
            <ac:spMk id="110" creationId="{A171BE7C-09B6-494B-B014-EFD62215132C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spMkLst>
            <pc:docMk/>
            <pc:sldMk cId="2352087536" sldId="305"/>
            <ac:spMk id="111" creationId="{051373F4-CE6F-44A4-BF53-AA9E101AE655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spMkLst>
            <pc:docMk/>
            <pc:sldMk cId="2352087536" sldId="305"/>
            <ac:spMk id="112" creationId="{FBB0D41B-DBB2-42A5-BEA9-0BDD4ADF5935}"/>
          </ac:spMkLst>
        </pc:spChg>
        <pc:spChg chg="mod">
          <ac:chgData name="최창락(choichanglak)[changlac]/사원/제조지능화.자동보정.로직개발팀" userId="1ed21ad3-e86e-496d-af55-ebad51ff093c" providerId="ADAL" clId="{2C072004-FAA5-46B1-BFAF-19172BAC8B94}" dt="2025-11-19T13:29:31.433" v="4313" actId="20577"/>
          <ac:spMkLst>
            <pc:docMk/>
            <pc:sldMk cId="2352087536" sldId="305"/>
            <ac:spMk id="122" creationId="{6699A135-D28A-4955-9831-129D0F0233CB}"/>
          </ac:spMkLst>
        </pc:spChg>
        <pc:spChg chg="mod">
          <ac:chgData name="최창락(choichanglak)[changlac]/사원/제조지능화.자동보정.로직개발팀" userId="1ed21ad3-e86e-496d-af55-ebad51ff093c" providerId="ADAL" clId="{2C072004-FAA5-46B1-BFAF-19172BAC8B94}" dt="2025-11-19T13:29:43.993" v="4339"/>
          <ac:spMkLst>
            <pc:docMk/>
            <pc:sldMk cId="2352087536" sldId="305"/>
            <ac:spMk id="123" creationId="{E7B310D5-23B7-4A7A-8D31-A4E61158A92F}"/>
          </ac:spMkLst>
        </pc:spChg>
        <pc:sp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spMkLst>
            <pc:docMk/>
            <pc:sldMk cId="2352087536" sldId="305"/>
            <ac:spMk id="124" creationId="{FB924D78-4E63-4F75-9D3D-E949666386F2}"/>
          </ac:spMkLst>
        </pc:spChg>
        <pc:spChg chg="mod">
          <ac:chgData name="최창락(choichanglak)[changlac]/사원/제조지능화.자동보정.로직개발팀" userId="1ed21ad3-e86e-496d-af55-ebad51ff093c" providerId="ADAL" clId="{2C072004-FAA5-46B1-BFAF-19172BAC8B94}" dt="2025-11-19T13:32:45.358" v="4464" actId="14100"/>
          <ac:spMkLst>
            <pc:docMk/>
            <pc:sldMk cId="2352087536" sldId="305"/>
            <ac:spMk id="125" creationId="{4DC2C447-D5D6-4EEF-8B4E-6F8C321B2B16}"/>
          </ac:spMkLst>
        </pc:spChg>
        <pc:sp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spMkLst>
            <pc:docMk/>
            <pc:sldMk cId="2352087536" sldId="305"/>
            <ac:spMk id="127" creationId="{8CB13DB1-4D68-476D-B5DF-5E1FD53421F3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spMkLst>
            <pc:docMk/>
            <pc:sldMk cId="2352087536" sldId="305"/>
            <ac:spMk id="128" creationId="{0E733A43-5F91-457C-A83E-26A72876B556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spMkLst>
            <pc:docMk/>
            <pc:sldMk cId="2352087536" sldId="305"/>
            <ac:spMk id="129" creationId="{EF68B9EE-A0BE-4FF7-93DB-428F8D9216E5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spMkLst>
            <pc:docMk/>
            <pc:sldMk cId="2352087536" sldId="305"/>
            <ac:spMk id="130" creationId="{1E51BB94-E76F-4C5D-BD56-0398A0E140BA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spMkLst>
            <pc:docMk/>
            <pc:sldMk cId="2352087536" sldId="305"/>
            <ac:spMk id="131" creationId="{981AADA4-715D-4411-858D-178699BAA2DF}"/>
          </ac:spMkLst>
        </pc:spChg>
        <pc:sp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spMkLst>
            <pc:docMk/>
            <pc:sldMk cId="2352087536" sldId="305"/>
            <ac:spMk id="132" creationId="{BE4F8406-FD98-4A9C-B5C2-162C0CDC1E99}"/>
          </ac:spMkLst>
        </pc:spChg>
        <pc:graphicFrameChg chg="modGraphic">
          <ac:chgData name="최창락(choichanglak)[changlac]/사원/제조지능화.자동보정.로직개발팀" userId="1ed21ad3-e86e-496d-af55-ebad51ff093c" providerId="ADAL" clId="{2C072004-FAA5-46B1-BFAF-19172BAC8B94}" dt="2025-11-18T09:32:26.174" v="271" actId="20577"/>
          <ac:graphicFrameMkLst>
            <pc:docMk/>
            <pc:sldMk cId="2352087536" sldId="305"/>
            <ac:graphicFrameMk id="4" creationId="{EB5481E2-6FB4-4FB7-EF5D-7D9B040C6E64}"/>
          </ac:graphicFrameMkLst>
        </pc:graphicFrameChg>
        <pc:graphicFrameChg chg="mod modGraphic">
          <ac:chgData name="최창락(choichanglak)[changlac]/사원/제조지능화.자동보정.로직개발팀" userId="1ed21ad3-e86e-496d-af55-ebad51ff093c" providerId="ADAL" clId="{2C072004-FAA5-46B1-BFAF-19172BAC8B94}" dt="2025-11-19T13:43:08.340" v="4468" actId="207"/>
          <ac:graphicFrameMkLst>
            <pc:docMk/>
            <pc:sldMk cId="2352087536" sldId="305"/>
            <ac:graphicFrameMk id="5" creationId="{2369CE85-B89B-6E4A-6281-356F875EAE52}"/>
          </ac:graphicFrameMkLst>
        </pc:graphicFrameChg>
        <pc:cxn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cxnSpMkLst>
            <pc:docMk/>
            <pc:sldMk cId="2352087536" sldId="305"/>
            <ac:cxnSpMk id="25" creationId="{7FF139EF-8002-44DD-BBD7-671569953F06}"/>
          </ac:cxnSpMkLst>
        </pc:cxnChg>
        <pc:cxn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cxnSpMkLst>
            <pc:docMk/>
            <pc:sldMk cId="2352087536" sldId="305"/>
            <ac:cxnSpMk id="28" creationId="{874C1245-EFD5-447F-B0D2-99D7130098D4}"/>
          </ac:cxnSpMkLst>
        </pc:cxnChg>
        <pc:cxnChg chg="add mod">
          <ac:chgData name="최창락(choichanglak)[changlac]/사원/제조지능화.자동보정.로직개발팀" userId="1ed21ad3-e86e-496d-af55-ebad51ff093c" providerId="ADAL" clId="{2C072004-FAA5-46B1-BFAF-19172BAC8B94}" dt="2025-11-19T13:25:18.895" v="4286" actId="571"/>
          <ac:cxnSpMkLst>
            <pc:docMk/>
            <pc:sldMk cId="2352087536" sldId="305"/>
            <ac:cxnSpMk id="64" creationId="{C4AD90E9-E9D0-4CC5-BAAC-62821E77491D}"/>
          </ac:cxnSpMkLst>
        </pc:cxnChg>
        <pc:cxn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cxnSpMkLst>
            <pc:docMk/>
            <pc:sldMk cId="2352087536" sldId="305"/>
            <ac:cxnSpMk id="88" creationId="{62746DD8-DB2E-4C21-A7CA-DFCC1ED18677}"/>
          </ac:cxnSpMkLst>
        </pc:cxnChg>
        <pc:cxn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cxnSpMkLst>
            <pc:docMk/>
            <pc:sldMk cId="2352087536" sldId="305"/>
            <ac:cxnSpMk id="92" creationId="{206FC9F5-D72D-422B-9D18-3FD2B8DE0718}"/>
          </ac:cxnSpMkLst>
        </pc:cxnChg>
        <pc:cxn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cxnSpMkLst>
            <pc:docMk/>
            <pc:sldMk cId="2352087536" sldId="305"/>
            <ac:cxnSpMk id="93" creationId="{5A1C7A53-2249-4C15-9937-DAC71844BC39}"/>
          </ac:cxnSpMkLst>
        </pc:cxnChg>
        <pc:cxn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cxnSpMkLst>
            <pc:docMk/>
            <pc:sldMk cId="2352087536" sldId="305"/>
            <ac:cxnSpMk id="94" creationId="{5F864CC8-AC5A-4BCB-9C4E-8BC7F4C70AA0}"/>
          </ac:cxnSpMkLst>
        </pc:cxnChg>
        <pc:cxn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cxnSpMkLst>
            <pc:docMk/>
            <pc:sldMk cId="2352087536" sldId="305"/>
            <ac:cxnSpMk id="95" creationId="{D79F142B-5E40-442B-BE25-41A651E3FC3C}"/>
          </ac:cxnSpMkLst>
        </pc:cxnChg>
        <pc:cxn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cxnSpMkLst>
            <pc:docMk/>
            <pc:sldMk cId="2352087536" sldId="305"/>
            <ac:cxnSpMk id="96" creationId="{D062254C-B04D-4911-A40E-F1AAE6D6D5F5}"/>
          </ac:cxnSpMkLst>
        </pc:cxnChg>
        <pc:cxn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cxnSpMkLst>
            <pc:docMk/>
            <pc:sldMk cId="2352087536" sldId="305"/>
            <ac:cxnSpMk id="97" creationId="{D868BDDB-0D1D-4CF7-88B5-462969BE72A6}"/>
          </ac:cxnSpMkLst>
        </pc:cxnChg>
        <pc:cxnChg chg="add mod">
          <ac:chgData name="최창락(choichanglak)[changlac]/사원/제조지능화.자동보정.로직개발팀" userId="1ed21ad3-e86e-496d-af55-ebad51ff093c" providerId="ADAL" clId="{2C072004-FAA5-46B1-BFAF-19172BAC8B94}" dt="2025-11-19T13:25:05.196" v="4285" actId="1076"/>
          <ac:cxnSpMkLst>
            <pc:docMk/>
            <pc:sldMk cId="2352087536" sldId="305"/>
            <ac:cxnSpMk id="98" creationId="{64F704C0-D289-450C-B671-65F8CBCC2014}"/>
          </ac:cxnSpMkLst>
        </pc:cxnChg>
        <pc:cxn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cxnSpMkLst>
            <pc:docMk/>
            <pc:sldMk cId="2352087536" sldId="305"/>
            <ac:cxnSpMk id="109" creationId="{050F8CD8-BE42-48C2-8137-4DA1A3AEFAD3}"/>
          </ac:cxnSpMkLst>
        </pc:cxnChg>
        <pc:cxn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cxnSpMkLst>
            <pc:docMk/>
            <pc:sldMk cId="2352087536" sldId="305"/>
            <ac:cxnSpMk id="113" creationId="{D14B76E7-1207-4166-8D6D-606222A1EFE7}"/>
          </ac:cxnSpMkLst>
        </pc:cxnChg>
        <pc:cxn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cxnSpMkLst>
            <pc:docMk/>
            <pc:sldMk cId="2352087536" sldId="305"/>
            <ac:cxnSpMk id="114" creationId="{7C69CC07-B356-463D-8BFB-9F8EA405F925}"/>
          </ac:cxnSpMkLst>
        </pc:cxnChg>
        <pc:cxn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cxnSpMkLst>
            <pc:docMk/>
            <pc:sldMk cId="2352087536" sldId="305"/>
            <ac:cxnSpMk id="115" creationId="{A2044250-3FF1-405D-BC92-CC172BD9DBC8}"/>
          </ac:cxnSpMkLst>
        </pc:cxnChg>
        <pc:cxn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cxnSpMkLst>
            <pc:docMk/>
            <pc:sldMk cId="2352087536" sldId="305"/>
            <ac:cxnSpMk id="116" creationId="{C9B46E37-A94E-44D6-8186-6502DEE2FE6E}"/>
          </ac:cxnSpMkLst>
        </pc:cxnChg>
        <pc:cxn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cxnSpMkLst>
            <pc:docMk/>
            <pc:sldMk cId="2352087536" sldId="305"/>
            <ac:cxnSpMk id="117" creationId="{C88424B6-F7F1-47D4-836C-2A52D15F5214}"/>
          </ac:cxnSpMkLst>
        </pc:cxnChg>
        <pc:cxn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cxnSpMkLst>
            <pc:docMk/>
            <pc:sldMk cId="2352087536" sldId="305"/>
            <ac:cxnSpMk id="118" creationId="{80878DE2-C7B7-4304-AC94-F4D6A336AAD2}"/>
          </ac:cxnSpMkLst>
        </pc:cxnChg>
        <pc:cxn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cxnSpMkLst>
            <pc:docMk/>
            <pc:sldMk cId="2352087536" sldId="305"/>
            <ac:cxnSpMk id="119" creationId="{8D344F61-D3BF-4AA6-8010-0D6EF2E418B2}"/>
          </ac:cxnSpMkLst>
        </pc:cxnChg>
        <pc:cxn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cxnSpMkLst>
            <pc:docMk/>
            <pc:sldMk cId="2352087536" sldId="305"/>
            <ac:cxnSpMk id="120" creationId="{8E607018-54BD-4076-9D4C-5C7273CEC3A3}"/>
          </ac:cxnSpMkLst>
        </pc:cxnChg>
        <pc:cxnChg chg="mod">
          <ac:chgData name="최창락(choichanglak)[changlac]/사원/제조지능화.자동보정.로직개발팀" userId="1ed21ad3-e86e-496d-af55-ebad51ff093c" providerId="ADAL" clId="{2C072004-FAA5-46B1-BFAF-19172BAC8B94}" dt="2025-11-19T13:29:07.254" v="4301" actId="208"/>
          <ac:cxnSpMkLst>
            <pc:docMk/>
            <pc:sldMk cId="2352087536" sldId="305"/>
            <ac:cxnSpMk id="121" creationId="{89303277-B60B-4277-B56F-39AE14116184}"/>
          </ac:cxnSpMkLst>
        </pc:cxnChg>
        <pc:cxnChg chg="mod">
          <ac:chgData name="최창락(choichanglak)[changlac]/사원/제조지능화.자동보정.로직개발팀" userId="1ed21ad3-e86e-496d-af55-ebad51ff093c" providerId="ADAL" clId="{2C072004-FAA5-46B1-BFAF-19172BAC8B94}" dt="2025-11-19T13:24:49.416" v="4281" actId="1076"/>
          <ac:cxnSpMkLst>
            <pc:docMk/>
            <pc:sldMk cId="2352087536" sldId="305"/>
            <ac:cxnSpMk id="126" creationId="{E412C3A0-8C1C-4D54-AC05-C51F7FCE8958}"/>
          </ac:cxnSpMkLst>
        </pc:cxnChg>
      </pc:sldChg>
      <pc:sldChg chg="modSp">
        <pc:chgData name="최창락(choichanglak)[changlac]/사원/제조지능화.자동보정.로직개발팀" userId="1ed21ad3-e86e-496d-af55-ebad51ff093c" providerId="ADAL" clId="{2C072004-FAA5-46B1-BFAF-19172BAC8B94}" dt="2025-11-18T09:59:12.837" v="1580" actId="20577"/>
        <pc:sldMkLst>
          <pc:docMk/>
          <pc:sldMk cId="3612351290" sldId="2147483553"/>
        </pc:sldMkLst>
        <pc:graphicFrameChg chg="modGraphic">
          <ac:chgData name="최창락(choichanglak)[changlac]/사원/제조지능화.자동보정.로직개발팀" userId="1ed21ad3-e86e-496d-af55-ebad51ff093c" providerId="ADAL" clId="{2C072004-FAA5-46B1-BFAF-19172BAC8B94}" dt="2025-11-18T09:59:07.572" v="1576" actId="20577"/>
          <ac:graphicFrameMkLst>
            <pc:docMk/>
            <pc:sldMk cId="3612351290" sldId="2147483553"/>
            <ac:graphicFrameMk id="10" creationId="{54EC1127-A89A-4C51-957D-94DC118FA136}"/>
          </ac:graphicFrameMkLst>
        </pc:graphicFrameChg>
        <pc:graphicFrameChg chg="modGraphic">
          <ac:chgData name="최창락(choichanglak)[changlac]/사원/제조지능화.자동보정.로직개발팀" userId="1ed21ad3-e86e-496d-af55-ebad51ff093c" providerId="ADAL" clId="{2C072004-FAA5-46B1-BFAF-19172BAC8B94}" dt="2025-11-18T09:59:10.431" v="1578" actId="20577"/>
          <ac:graphicFrameMkLst>
            <pc:docMk/>
            <pc:sldMk cId="3612351290" sldId="2147483553"/>
            <ac:graphicFrameMk id="15" creationId="{56C6C784-9623-D56F-0A63-21AD1243A0C1}"/>
          </ac:graphicFrameMkLst>
        </pc:graphicFrameChg>
      </pc:sldChg>
      <pc:sldChg chg="modSp">
        <pc:chgData name="최창락(choichanglak)[changlac]/사원/제조지능화.자동보정.로직개발팀" userId="1ed21ad3-e86e-496d-af55-ebad51ff093c" providerId="ADAL" clId="{2C072004-FAA5-46B1-BFAF-19172BAC8B94}" dt="2025-11-18T09:29:46.736" v="122" actId="20577"/>
        <pc:sldMkLst>
          <pc:docMk/>
          <pc:sldMk cId="2625735704" sldId="2147483628"/>
        </pc:sldMkLst>
        <pc:spChg chg="mod">
          <ac:chgData name="최창락(choichanglak)[changlac]/사원/제조지능화.자동보정.로직개발팀" userId="1ed21ad3-e86e-496d-af55-ebad51ff093c" providerId="ADAL" clId="{2C072004-FAA5-46B1-BFAF-19172BAC8B94}" dt="2025-11-18T09:29:46.736" v="122" actId="20577"/>
          <ac:spMkLst>
            <pc:docMk/>
            <pc:sldMk cId="2625735704" sldId="2147483628"/>
            <ac:spMk id="9" creationId="{B5840AC6-D288-4190-89A9-88F0476A4F12}"/>
          </ac:spMkLst>
        </pc:spChg>
        <pc:graphicFrameChg chg="modGraphic">
          <ac:chgData name="최창락(choichanglak)[changlac]/사원/제조지능화.자동보정.로직개발팀" userId="1ed21ad3-e86e-496d-af55-ebad51ff093c" providerId="ADAL" clId="{2C072004-FAA5-46B1-BFAF-19172BAC8B94}" dt="2025-11-18T09:29:39.377" v="119" actId="20577"/>
          <ac:graphicFrameMkLst>
            <pc:docMk/>
            <pc:sldMk cId="2625735704" sldId="2147483628"/>
            <ac:graphicFrameMk id="3" creationId="{3E86696F-E35A-4B06-9B46-63A4A6A986C1}"/>
          </ac:graphicFrameMkLst>
        </pc:graphicFrameChg>
        <pc:graphicFrameChg chg="mod">
          <ac:chgData name="최창락(choichanglak)[changlac]/사원/제조지능화.자동보정.로직개발팀" userId="1ed21ad3-e86e-496d-af55-ebad51ff093c" providerId="ADAL" clId="{2C072004-FAA5-46B1-BFAF-19172BAC8B94}" dt="2025-11-18T09:29:36.299" v="118"/>
          <ac:graphicFrameMkLst>
            <pc:docMk/>
            <pc:sldMk cId="2625735704" sldId="2147483628"/>
            <ac:graphicFrameMk id="14" creationId="{F7BF916D-8A9E-4800-92E6-357BE08183D6}"/>
          </ac:graphicFrameMkLst>
        </pc:graphicFrameChg>
      </pc:sldChg>
      <pc:sldChg chg="modSp">
        <pc:chgData name="최창락(choichanglak)[changlac]/사원/제조지능화.자동보정.로직개발팀" userId="1ed21ad3-e86e-496d-af55-ebad51ff093c" providerId="ADAL" clId="{2C072004-FAA5-46B1-BFAF-19172BAC8B94}" dt="2025-11-18T09:29:28.017" v="117" actId="20577"/>
        <pc:sldMkLst>
          <pc:docMk/>
          <pc:sldMk cId="1514616925" sldId="2147483629"/>
        </pc:sldMkLst>
        <pc:spChg chg="mod">
          <ac:chgData name="최창락(choichanglak)[changlac]/사원/제조지능화.자동보정.로직개발팀" userId="1ed21ad3-e86e-496d-af55-ebad51ff093c" providerId="ADAL" clId="{2C072004-FAA5-46B1-BFAF-19172BAC8B94}" dt="2025-11-18T09:25:56.309" v="0" actId="20577"/>
          <ac:spMkLst>
            <pc:docMk/>
            <pc:sldMk cId="1514616925" sldId="2147483629"/>
            <ac:spMk id="68" creationId="{0791A128-377F-47F2-AB21-67B038F94CE2}"/>
          </ac:spMkLst>
        </pc:spChg>
        <pc:graphicFrameChg chg="modGraphic">
          <ac:chgData name="최창락(choichanglak)[changlac]/사원/제조지능화.자동보정.로직개발팀" userId="1ed21ad3-e86e-496d-af55-ebad51ff093c" providerId="ADAL" clId="{2C072004-FAA5-46B1-BFAF-19172BAC8B94}" dt="2025-11-18T09:28:44.697" v="1" actId="20577"/>
          <ac:graphicFrameMkLst>
            <pc:docMk/>
            <pc:sldMk cId="1514616925" sldId="2147483629"/>
            <ac:graphicFrameMk id="3" creationId="{3E86696F-E35A-4B06-9B46-63A4A6A986C1}"/>
          </ac:graphicFrameMkLst>
        </pc:graphicFrameChg>
        <pc:graphicFrameChg chg="mod modGraphic">
          <ac:chgData name="최창락(choichanglak)[changlac]/사원/제조지능화.자동보정.로직개발팀" userId="1ed21ad3-e86e-496d-af55-ebad51ff093c" providerId="ADAL" clId="{2C072004-FAA5-46B1-BFAF-19172BAC8B94}" dt="2025-11-18T09:29:28.017" v="117" actId="20577"/>
          <ac:graphicFrameMkLst>
            <pc:docMk/>
            <pc:sldMk cId="1514616925" sldId="2147483629"/>
            <ac:graphicFrameMk id="14" creationId="{F7BF916D-8A9E-4800-92E6-357BE08183D6}"/>
          </ac:graphicFrameMkLst>
        </pc:graphicFrameChg>
      </pc:sldChg>
      <pc:sldChg chg="modSp">
        <pc:chgData name="최창락(choichanglak)[changlac]/사원/제조지능화.자동보정.로직개발팀" userId="1ed21ad3-e86e-496d-af55-ebad51ff093c" providerId="ADAL" clId="{2C072004-FAA5-46B1-BFAF-19172BAC8B94}" dt="2025-11-18T09:31:18.939" v="267" actId="207"/>
        <pc:sldMkLst>
          <pc:docMk/>
          <pc:sldMk cId="1194096424" sldId="2147483640"/>
        </pc:sldMkLst>
        <pc:spChg chg="mod">
          <ac:chgData name="최창락(choichanglak)[changlac]/사원/제조지능화.자동보정.로직개발팀" userId="1ed21ad3-e86e-496d-af55-ebad51ff093c" providerId="ADAL" clId="{2C072004-FAA5-46B1-BFAF-19172BAC8B94}" dt="2025-11-18T09:30:21.670" v="125" actId="20577"/>
          <ac:spMkLst>
            <pc:docMk/>
            <pc:sldMk cId="1194096424" sldId="2147483640"/>
            <ac:spMk id="8" creationId="{762E3F0D-300B-4D34-A940-DB28B406F838}"/>
          </ac:spMkLst>
        </pc:spChg>
        <pc:graphicFrameChg chg="modGraphic">
          <ac:chgData name="최창락(choichanglak)[changlac]/사원/제조지능화.자동보정.로직개발팀" userId="1ed21ad3-e86e-496d-af55-ebad51ff093c" providerId="ADAL" clId="{2C072004-FAA5-46B1-BFAF-19172BAC8B94}" dt="2025-11-18T09:30:12.394" v="124" actId="20577"/>
          <ac:graphicFrameMkLst>
            <pc:docMk/>
            <pc:sldMk cId="1194096424" sldId="2147483640"/>
            <ac:graphicFrameMk id="3" creationId="{3E86696F-E35A-4B06-9B46-63A4A6A986C1}"/>
          </ac:graphicFrameMkLst>
        </pc:graphicFrameChg>
        <pc:graphicFrameChg chg="mod modGraphic">
          <ac:chgData name="최창락(choichanglak)[changlac]/사원/제조지능화.자동보정.로직개발팀" userId="1ed21ad3-e86e-496d-af55-ebad51ff093c" providerId="ADAL" clId="{2C072004-FAA5-46B1-BFAF-19172BAC8B94}" dt="2025-11-18T09:31:18.939" v="267" actId="207"/>
          <ac:graphicFrameMkLst>
            <pc:docMk/>
            <pc:sldMk cId="1194096424" sldId="2147483640"/>
            <ac:graphicFrameMk id="14" creationId="{F7BF916D-8A9E-4800-92E6-357BE08183D6}"/>
          </ac:graphicFrameMkLst>
        </pc:graphicFrameChg>
      </pc:sldChg>
    </pc:docChg>
  </pc:docChgLst>
  <pc:docChgLst>
    <pc:chgData name="강호종(HOJONG KANG)[hojong.kang]/책임/제조DX.자동보정.MC자동보정팀" userId="bc22bbe6-6c82-4228-8cf3-ea75f80faae5" providerId="ADAL" clId="{1D2EEC78-2C79-4E91-B779-F495575533F5}"/>
    <pc:docChg chg="modSld">
      <pc:chgData name="강호종(HOJONG KANG)[hojong.kang]/책임/제조DX.자동보정.MC자동보정팀" userId="bc22bbe6-6c82-4228-8cf3-ea75f80faae5" providerId="ADAL" clId="{1D2EEC78-2C79-4E91-B779-F495575533F5}" dt="2025-11-17T07:34:00.173" v="96" actId="20577"/>
      <pc:docMkLst>
        <pc:docMk/>
      </pc:docMkLst>
      <pc:sldChg chg="modSp mod">
        <pc:chgData name="강호종(HOJONG KANG)[hojong.kang]/책임/제조DX.자동보정.MC자동보정팀" userId="bc22bbe6-6c82-4228-8cf3-ea75f80faae5" providerId="ADAL" clId="{1D2EEC78-2C79-4E91-B779-F495575533F5}" dt="2025-11-17T07:34:00.173" v="96" actId="20577"/>
        <pc:sldMkLst>
          <pc:docMk/>
          <pc:sldMk cId="1850138686" sldId="293"/>
        </pc:sldMkLst>
        <pc:spChg chg="mod">
          <ac:chgData name="강호종(HOJONG KANG)[hojong.kang]/책임/제조DX.자동보정.MC자동보정팀" userId="bc22bbe6-6c82-4228-8cf3-ea75f80faae5" providerId="ADAL" clId="{1D2EEC78-2C79-4E91-B779-F495575533F5}" dt="2025-11-17T07:28:41.308" v="50" actId="20577"/>
          <ac:spMkLst>
            <pc:docMk/>
            <pc:sldMk cId="1850138686" sldId="293"/>
            <ac:spMk id="11" creationId="{8E301477-ABAE-CFF9-133C-51FA55CFD032}"/>
          </ac:spMkLst>
        </pc:spChg>
        <pc:graphicFrameChg chg="mod modGraphic">
          <ac:chgData name="강호종(HOJONG KANG)[hojong.kang]/책임/제조DX.자동보정.MC자동보정팀" userId="bc22bbe6-6c82-4228-8cf3-ea75f80faae5" providerId="ADAL" clId="{1D2EEC78-2C79-4E91-B779-F495575533F5}" dt="2025-11-17T07:34:00.173" v="96" actId="20577"/>
          <ac:graphicFrameMkLst>
            <pc:docMk/>
            <pc:sldMk cId="1850138686" sldId="293"/>
            <ac:graphicFrameMk id="13" creationId="{E5B29A97-F916-9601-F2AB-B7A9070B6CA9}"/>
          </ac:graphicFrameMkLst>
        </pc:graphicFrameChg>
      </pc:sldChg>
    </pc:docChg>
  </pc:docChgLst>
  <pc:docChgLst>
    <pc:chgData name="안다현(DAHYUN AHN)[dahyun.ahn]/사원/제조DX.자동보정.조립자동보정팀" userId="S::dahyun.ahn@lgensol.com::7637ba88-3042-4a41-bc1d-63ce7574c848" providerId="AD" clId="Web-{C26B3930-CD6D-8ADF-6796-E7EB7D295931}"/>
    <pc:docChg chg="modSld">
      <pc:chgData name="안다현(DAHYUN AHN)[dahyun.ahn]/사원/제조DX.자동보정.조립자동보정팀" userId="S::dahyun.ahn@lgensol.com::7637ba88-3042-4a41-bc1d-63ce7574c848" providerId="AD" clId="Web-{C26B3930-CD6D-8ADF-6796-E7EB7D295931}" dt="2025-11-18T00:00:47.059" v="5"/>
      <pc:docMkLst>
        <pc:docMk/>
      </pc:docMkLst>
    </pc:docChg>
  </pc:docChgLst>
  <pc:docChgLst>
    <pc:chgData name="정돈규(DON KYU JUNG)[donkyu]/팀장/제조DX.자동보정.RSND자동보정팀" userId="129dd0d3-f7f1-47f5-9573-5d4a6dd9ccfb" providerId="ADAL" clId="{F9F750A9-7225-460F-BC97-B83BE714D6D8}"/>
    <pc:docChg chg="undo custSel modSld">
      <pc:chgData name="정돈규(DON KYU JUNG)[donkyu]/팀장/제조DX.자동보정.RSND자동보정팀" userId="129dd0d3-f7f1-47f5-9573-5d4a6dd9ccfb" providerId="ADAL" clId="{F9F750A9-7225-460F-BC97-B83BE714D6D8}" dt="2025-11-19T08:24:52.641" v="1316" actId="1035"/>
      <pc:docMkLst>
        <pc:docMk/>
      </pc:docMkLst>
      <pc:sldChg chg="modSp mod">
        <pc:chgData name="정돈규(DON KYU JUNG)[donkyu]/팀장/제조DX.자동보정.RSND자동보정팀" userId="129dd0d3-f7f1-47f5-9573-5d4a6dd9ccfb" providerId="ADAL" clId="{F9F750A9-7225-460F-BC97-B83BE714D6D8}" dt="2025-11-19T08:07:19.599" v="1152" actId="20577"/>
        <pc:sldMkLst>
          <pc:docMk/>
          <pc:sldMk cId="2926393564" sldId="285"/>
        </pc:sldMkLst>
        <pc:graphicFrameChg chg="mod modGraphic">
          <ac:chgData name="정돈규(DON KYU JUNG)[donkyu]/팀장/제조DX.자동보정.RSND자동보정팀" userId="129dd0d3-f7f1-47f5-9573-5d4a6dd9ccfb" providerId="ADAL" clId="{F9F750A9-7225-460F-BC97-B83BE714D6D8}" dt="2025-11-19T08:07:19.599" v="1152" actId="20577"/>
          <ac:graphicFrameMkLst>
            <pc:docMk/>
            <pc:sldMk cId="2926393564" sldId="285"/>
            <ac:graphicFrameMk id="16" creationId="{721D71E9-3437-A6BF-DC12-E6C5B9BEBCB8}"/>
          </ac:graphicFrameMkLst>
        </pc:graphicFrameChg>
      </pc:sldChg>
    </pc:docChg>
  </pc:docChgLst>
  <pc:docChgLst>
    <pc:chgData name="박연탁(YEONTARK PARK)[parkyt]/책임/제조DX.자동보정.자동보정선행개발팀" userId="S::parkyt@lgensol.com::ed32861b-bebc-4d6e-be9d-42a82b4a008b" providerId="AD" clId="Web-{9A89C2AF-80E0-959D-B7EC-FF0BF293CBEC}"/>
    <pc:docChg chg="modSld">
      <pc:chgData name="박연탁(YEONTARK PARK)[parkyt]/책임/제조DX.자동보정.자동보정선행개발팀" userId="S::parkyt@lgensol.com::ed32861b-bebc-4d6e-be9d-42a82b4a008b" providerId="AD" clId="Web-{9A89C2AF-80E0-959D-B7EC-FF0BF293CBEC}" dt="2025-12-15T01:15:24.385" v="15"/>
      <pc:docMkLst>
        <pc:docMk/>
      </pc:docMkLst>
    </pc:docChg>
  </pc:docChgLst>
  <pc:docChgLst>
    <pc:chgData name="원종래(JONG LAE WON)[jlwon]/책임/제조DX.자동보정.조립자동보정팀" userId="b47432fc-6904-4550-9f81-749fde7e3ec4" providerId="ADAL" clId="{D86C0D0E-05A9-4B8D-8C85-D794FF4C8DA4}"/>
    <pc:docChg chg="undo custSel delSld modSld modSection">
      <pc:chgData name="원종래(JONG LAE WON)[jlwon]/책임/제조DX.자동보정.조립자동보정팀" userId="b47432fc-6904-4550-9f81-749fde7e3ec4" providerId="ADAL" clId="{D86C0D0E-05A9-4B8D-8C85-D794FF4C8DA4}" dt="2025-12-03T07:16:31.729" v="1369"/>
      <pc:docMkLst>
        <pc:docMk/>
      </pc:docMkLst>
      <pc:sldChg chg="modSp mod">
        <pc:chgData name="원종래(JONG LAE WON)[jlwon]/책임/제조DX.자동보정.조립자동보정팀" userId="b47432fc-6904-4550-9f81-749fde7e3ec4" providerId="ADAL" clId="{D86C0D0E-05A9-4B8D-8C85-D794FF4C8DA4}" dt="2025-12-03T07:16:23.990" v="1368"/>
        <pc:sldMkLst>
          <pc:docMk/>
          <pc:sldMk cId="1984979464" sldId="277"/>
        </pc:sldMkLst>
        <pc:spChg chg="mod">
          <ac:chgData name="원종래(JONG LAE WON)[jlwon]/책임/제조DX.자동보정.조립자동보정팀" userId="b47432fc-6904-4550-9f81-749fde7e3ec4" providerId="ADAL" clId="{D86C0D0E-05A9-4B8D-8C85-D794FF4C8DA4}" dt="2025-12-03T07:14:08.262" v="1315" actId="20577"/>
          <ac:spMkLst>
            <pc:docMk/>
            <pc:sldMk cId="1984979464" sldId="277"/>
            <ac:spMk id="6" creationId="{83CFA496-A814-27C3-3FB8-E454A7B5C13A}"/>
          </ac:spMkLst>
        </pc:spChg>
        <pc:grpChg chg="mod">
          <ac:chgData name="원종래(JONG LAE WON)[jlwon]/책임/제조DX.자동보정.조립자동보정팀" userId="b47432fc-6904-4550-9f81-749fde7e3ec4" providerId="ADAL" clId="{D86C0D0E-05A9-4B8D-8C85-D794FF4C8DA4}" dt="2025-12-03T07:10:50.535" v="1108" actId="1037"/>
          <ac:grpSpMkLst>
            <pc:docMk/>
            <pc:sldMk cId="1984979464" sldId="277"/>
            <ac:grpSpMk id="2" creationId="{755CC5B4-B35C-4E2E-8BB1-12697952A07A}"/>
          </ac:grpSpMkLst>
        </pc:grpChg>
        <pc:graphicFrameChg chg="modGraphic">
          <ac:chgData name="원종래(JONG LAE WON)[jlwon]/책임/제조DX.자동보정.조립자동보정팀" userId="b47432fc-6904-4550-9f81-749fde7e3ec4" providerId="ADAL" clId="{D86C0D0E-05A9-4B8D-8C85-D794FF4C8DA4}" dt="2025-12-03T07:14:11.609" v="1317" actId="20577"/>
          <ac:graphicFrameMkLst>
            <pc:docMk/>
            <pc:sldMk cId="1984979464" sldId="277"/>
            <ac:graphicFrameMk id="5" creationId="{90FA0DD6-FD75-6357-BD16-BBD64CC6F177}"/>
          </ac:graphicFrameMkLst>
        </pc:graphicFrameChg>
        <pc:graphicFrameChg chg="mod modGraphic">
          <ac:chgData name="원종래(JONG LAE WON)[jlwon]/책임/제조DX.자동보정.조립자동보정팀" userId="b47432fc-6904-4550-9f81-749fde7e3ec4" providerId="ADAL" clId="{D86C0D0E-05A9-4B8D-8C85-D794FF4C8DA4}" dt="2025-12-03T07:16:23.990" v="1368"/>
          <ac:graphicFrameMkLst>
            <pc:docMk/>
            <pc:sldMk cId="1984979464" sldId="277"/>
            <ac:graphicFrameMk id="9" creationId="{8FDB63AD-0852-F4A6-4748-366EC5BD265C}"/>
          </ac:graphicFrameMkLst>
        </pc:graphicFrameChg>
        <pc:graphicFrameChg chg="modGraphic">
          <ac:chgData name="원종래(JONG LAE WON)[jlwon]/책임/제조DX.자동보정.조립자동보정팀" userId="b47432fc-6904-4550-9f81-749fde7e3ec4" providerId="ADAL" clId="{D86C0D0E-05A9-4B8D-8C85-D794FF4C8DA4}" dt="2025-12-03T07:10:58.038" v="1109" actId="947"/>
          <ac:graphicFrameMkLst>
            <pc:docMk/>
            <pc:sldMk cId="1984979464" sldId="277"/>
            <ac:graphicFrameMk id="33" creationId="{67856034-6F0B-6455-EFA4-67D009132DCB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D86C0D0E-05A9-4B8D-8C85-D794FF4C8DA4}" dt="2025-12-03T07:07:43.544" v="1022"/>
        <pc:sldMkLst>
          <pc:docMk/>
          <pc:sldMk cId="2657806170" sldId="318"/>
        </pc:sldMkLst>
        <pc:graphicFrameChg chg="mod modGraphic">
          <ac:chgData name="원종래(JONG LAE WON)[jlwon]/책임/제조DX.자동보정.조립자동보정팀" userId="b47432fc-6904-4550-9f81-749fde7e3ec4" providerId="ADAL" clId="{D86C0D0E-05A9-4B8D-8C85-D794FF4C8DA4}" dt="2025-12-03T07:07:43.544" v="1022"/>
          <ac:graphicFrameMkLst>
            <pc:docMk/>
            <pc:sldMk cId="2657806170" sldId="318"/>
            <ac:graphicFrameMk id="9" creationId="{459FC5F3-1FD5-01E7-B1BA-B39813120590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D86C0D0E-05A9-4B8D-8C85-D794FF4C8DA4}" dt="2025-12-03T04:36:26.312" v="145" actId="6549"/>
        <pc:sldMkLst>
          <pc:docMk/>
          <pc:sldMk cId="1661639708" sldId="2147482034"/>
        </pc:sldMkLst>
        <pc:spChg chg="mod">
          <ac:chgData name="원종래(JONG LAE WON)[jlwon]/책임/제조DX.자동보정.조립자동보정팀" userId="b47432fc-6904-4550-9f81-749fde7e3ec4" providerId="ADAL" clId="{D86C0D0E-05A9-4B8D-8C85-D794FF4C8DA4}" dt="2025-12-03T04:36:26.312" v="145" actId="6549"/>
          <ac:spMkLst>
            <pc:docMk/>
            <pc:sldMk cId="1661639708" sldId="2147482034"/>
            <ac:spMk id="16" creationId="{BE9C7B61-3333-4CB1-BAEE-BF8C096A73C1}"/>
          </ac:spMkLst>
        </pc:spChg>
        <pc:spChg chg="mod">
          <ac:chgData name="원종래(JONG LAE WON)[jlwon]/책임/제조DX.자동보정.조립자동보정팀" userId="b47432fc-6904-4550-9f81-749fde7e3ec4" providerId="ADAL" clId="{D86C0D0E-05A9-4B8D-8C85-D794FF4C8DA4}" dt="2025-12-03T04:35:25.496" v="143" actId="20577"/>
          <ac:spMkLst>
            <pc:docMk/>
            <pc:sldMk cId="1661639708" sldId="2147482034"/>
            <ac:spMk id="17" creationId="{53BD2C0A-5A07-4ADD-8F3B-76031B186FF8}"/>
          </ac:spMkLst>
        </pc:spChg>
        <pc:graphicFrameChg chg="mod modGraphic">
          <ac:chgData name="원종래(JONG LAE WON)[jlwon]/책임/제조DX.자동보정.조립자동보정팀" userId="b47432fc-6904-4550-9f81-749fde7e3ec4" providerId="ADAL" clId="{D86C0D0E-05A9-4B8D-8C85-D794FF4C8DA4}" dt="2025-12-03T04:28:51.699" v="137" actId="20577"/>
          <ac:graphicFrameMkLst>
            <pc:docMk/>
            <pc:sldMk cId="1661639708" sldId="2147482034"/>
            <ac:graphicFrameMk id="13" creationId="{749EDA29-3892-4D6C-B422-D508526099A4}"/>
          </ac:graphicFrameMkLst>
        </pc:graphicFrameChg>
      </pc:sldChg>
    </pc:docChg>
  </pc:docChgLst>
  <pc:docChgLst>
    <pc:chgData name="정대영(DAEYEONG JUNG)[shinecas]/책임/제조DX.자동보정.RSND자동보정팀" userId="S::shinecas@lgensol.com::d0d3060e-f064-4c8a-b029-66e60df73558" providerId="AD" clId="Web-{F0559633-493B-5B0E-13D3-93DD99600FCB}"/>
    <pc:docChg chg="modSld">
      <pc:chgData name="정대영(DAEYEONG JUNG)[shinecas]/책임/제조DX.자동보정.RSND자동보정팀" userId="S::shinecas@lgensol.com::d0d3060e-f064-4c8a-b029-66e60df73558" providerId="AD" clId="Web-{F0559633-493B-5B0E-13D3-93DD99600FCB}" dt="2025-11-26T00:25:07.020" v="616" actId="20577"/>
      <pc:docMkLst>
        <pc:docMk/>
      </pc:docMkLst>
      <pc:sldChg chg="modSp">
        <pc:chgData name="정대영(DAEYEONG JUNG)[shinecas]/책임/제조DX.자동보정.RSND자동보정팀" userId="S::shinecas@lgensol.com::d0d3060e-f064-4c8a-b029-66e60df73558" providerId="AD" clId="Web-{F0559633-493B-5B0E-13D3-93DD99600FCB}" dt="2025-11-26T00:25:07.020" v="616" actId="20577"/>
        <pc:sldMkLst>
          <pc:docMk/>
          <pc:sldMk cId="796425396" sldId="280"/>
        </pc:sldMkLst>
        <pc:spChg chg="mod">
          <ac:chgData name="정대영(DAEYEONG JUNG)[shinecas]/책임/제조DX.자동보정.RSND자동보정팀" userId="S::shinecas@lgensol.com::d0d3060e-f064-4c8a-b029-66e60df73558" providerId="AD" clId="Web-{F0559633-493B-5B0E-13D3-93DD99600FCB}" dt="2025-11-26T00:21:36.310" v="567" actId="20577"/>
          <ac:spMkLst>
            <pc:docMk/>
            <pc:sldMk cId="796425396" sldId="280"/>
            <ac:spMk id="7" creationId="{5FFE56CF-CC3C-4CB8-AE23-4CE66F4223A6}"/>
          </ac:spMkLst>
        </pc:spChg>
        <pc:spChg chg="mod">
          <ac:chgData name="정대영(DAEYEONG JUNG)[shinecas]/책임/제조DX.자동보정.RSND자동보정팀" userId="S::shinecas@lgensol.com::d0d3060e-f064-4c8a-b029-66e60df73558" providerId="AD" clId="Web-{F0559633-493B-5B0E-13D3-93DD99600FCB}" dt="2025-11-26T00:25:07.020" v="616" actId="20577"/>
          <ac:spMkLst>
            <pc:docMk/>
            <pc:sldMk cId="796425396" sldId="280"/>
            <ac:spMk id="8" creationId="{3FD84678-0133-40B2-9FFB-B2D70B8D548E}"/>
          </ac:spMkLst>
        </pc:spChg>
        <pc:spChg chg="mod">
          <ac:chgData name="정대영(DAEYEONG JUNG)[shinecas]/책임/제조DX.자동보정.RSND자동보정팀" userId="S::shinecas@lgensol.com::d0d3060e-f064-4c8a-b029-66e60df73558" providerId="AD" clId="Web-{F0559633-493B-5B0E-13D3-93DD99600FCB}" dt="2025-11-26T00:21:44.044" v="569" actId="1076"/>
          <ac:spMkLst>
            <pc:docMk/>
            <pc:sldMk cId="796425396" sldId="280"/>
            <ac:spMk id="18" creationId="{3BBB4B0D-7B81-43F6-9A05-343C5774335F}"/>
          </ac:spMkLst>
        </pc:spChg>
      </pc:sldChg>
    </pc:docChg>
  </pc:docChgLst>
  <pc:docChgLst>
    <pc:chgData name="정대영(DAEYEONG JUNG)[shinecas]/책임/제조DX.자동보정.RSND자동보정팀" userId="S::shinecas@lgensol.com::d0d3060e-f064-4c8a-b029-66e60df73558" providerId="AD" clId="Web-{C3B111B9-03BE-62CB-CCE7-B9015F1814BA}"/>
    <pc:docChg chg="modSld">
      <pc:chgData name="정대영(DAEYEONG JUNG)[shinecas]/책임/제조DX.자동보정.RSND자동보정팀" userId="S::shinecas@lgensol.com::d0d3060e-f064-4c8a-b029-66e60df73558" providerId="AD" clId="Web-{C3B111B9-03BE-62CB-CCE7-B9015F1814BA}" dt="2025-11-19T06:41:20.661" v="278" actId="1076"/>
      <pc:docMkLst>
        <pc:docMk/>
      </pc:docMkLst>
      <pc:sldChg chg="modSp">
        <pc:chgData name="정대영(DAEYEONG JUNG)[shinecas]/책임/제조DX.자동보정.RSND자동보정팀" userId="S::shinecas@lgensol.com::d0d3060e-f064-4c8a-b029-66e60df73558" providerId="AD" clId="Web-{C3B111B9-03BE-62CB-CCE7-B9015F1814BA}" dt="2025-11-19T06:27:31.994" v="138"/>
        <pc:sldMkLst>
          <pc:docMk/>
          <pc:sldMk cId="2253287276" sldId="2147482042"/>
        </pc:sldMkLst>
        <pc:graphicFrameChg chg="mod modGraphic">
          <ac:chgData name="정대영(DAEYEONG JUNG)[shinecas]/책임/제조DX.자동보정.RSND자동보정팀" userId="S::shinecas@lgensol.com::d0d3060e-f064-4c8a-b029-66e60df73558" providerId="AD" clId="Web-{C3B111B9-03BE-62CB-CCE7-B9015F1814BA}" dt="2025-11-19T06:27:31.994" v="138"/>
          <ac:graphicFrameMkLst>
            <pc:docMk/>
            <pc:sldMk cId="2253287276" sldId="2147482042"/>
            <ac:graphicFrameMk id="12" creationId="{7B364C26-8D6A-49BB-AD20-5191801966F9}"/>
          </ac:graphicFrameMkLst>
        </pc:graphicFrameChg>
      </pc:sldChg>
      <pc:sldChg chg="modSp">
        <pc:chgData name="정대영(DAEYEONG JUNG)[shinecas]/책임/제조DX.자동보정.RSND자동보정팀" userId="S::shinecas@lgensol.com::d0d3060e-f064-4c8a-b029-66e60df73558" providerId="AD" clId="Web-{C3B111B9-03BE-62CB-CCE7-B9015F1814BA}" dt="2025-11-19T06:41:20.661" v="278" actId="1076"/>
        <pc:sldMkLst>
          <pc:docMk/>
          <pc:sldMk cId="1129839810" sldId="2147483547"/>
        </pc:sldMkLst>
      </pc:sldChg>
      <pc:sldChg chg="modSp">
        <pc:chgData name="정대영(DAEYEONG JUNG)[shinecas]/책임/제조DX.자동보정.RSND자동보정팀" userId="S::shinecas@lgensol.com::d0d3060e-f064-4c8a-b029-66e60df73558" providerId="AD" clId="Web-{C3B111B9-03BE-62CB-CCE7-B9015F1814BA}" dt="2025-11-19T06:23:40.783" v="109"/>
        <pc:sldMkLst>
          <pc:docMk/>
          <pc:sldMk cId="1568104921" sldId="2147483634"/>
        </pc:sldMkLst>
        <pc:graphicFrameChg chg="mod modGraphic">
          <ac:chgData name="정대영(DAEYEONG JUNG)[shinecas]/책임/제조DX.자동보정.RSND자동보정팀" userId="S::shinecas@lgensol.com::d0d3060e-f064-4c8a-b029-66e60df73558" providerId="AD" clId="Web-{C3B111B9-03BE-62CB-CCE7-B9015F1814BA}" dt="2025-11-19T06:23:40.783" v="109"/>
          <ac:graphicFrameMkLst>
            <pc:docMk/>
            <pc:sldMk cId="1568104921" sldId="2147483634"/>
            <ac:graphicFrameMk id="2" creationId="{14126919-6681-402B-B8DC-D9D2730CDB15}"/>
          </ac:graphicFrameMkLst>
        </pc:graphicFrameChg>
      </pc:sldChg>
      <pc:sldChg chg="modSp">
        <pc:chgData name="정대영(DAEYEONG JUNG)[shinecas]/책임/제조DX.자동보정.RSND자동보정팀" userId="S::shinecas@lgensol.com::d0d3060e-f064-4c8a-b029-66e60df73558" providerId="AD" clId="Web-{C3B111B9-03BE-62CB-CCE7-B9015F1814BA}" dt="2025-11-19T06:22:35.749" v="107"/>
        <pc:sldMkLst>
          <pc:docMk/>
          <pc:sldMk cId="2962861313" sldId="2147483647"/>
        </pc:sldMkLst>
        <pc:graphicFrameChg chg="mod modGraphic">
          <ac:chgData name="정대영(DAEYEONG JUNG)[shinecas]/책임/제조DX.자동보정.RSND자동보정팀" userId="S::shinecas@lgensol.com::d0d3060e-f064-4c8a-b029-66e60df73558" providerId="AD" clId="Web-{C3B111B9-03BE-62CB-CCE7-B9015F1814BA}" dt="2025-11-19T06:22:35.749" v="107"/>
          <ac:graphicFrameMkLst>
            <pc:docMk/>
            <pc:sldMk cId="2962861313" sldId="2147483647"/>
            <ac:graphicFrameMk id="2" creationId="{14126919-6681-402B-B8DC-D9D2730CDB15}"/>
          </ac:graphicFrameMkLst>
        </pc:graphicFrameChg>
      </pc:sldChg>
    </pc:docChg>
  </pc:docChgLst>
  <pc:docChgLst>
    <pc:chgData name="안다현(DAHYUN AHN)[dahyun.ahn]/사원/제조DX.자동보정.조립자동보정팀" userId="S::dahyun.ahn@lgensol.com::7637ba88-3042-4a41-bc1d-63ce7574c848" providerId="AD" clId="Web-{2FCCC07F-3923-5AE4-A97F-7EF6868A25E7}"/>
    <pc:docChg chg="modSld">
      <pc:chgData name="안다현(DAHYUN AHN)[dahyun.ahn]/사원/제조DX.자동보정.조립자동보정팀" userId="S::dahyun.ahn@lgensol.com::7637ba88-3042-4a41-bc1d-63ce7574c848" providerId="AD" clId="Web-{2FCCC07F-3923-5AE4-A97F-7EF6868A25E7}" dt="2025-11-18T00:34:35.073" v="332"/>
      <pc:docMkLst>
        <pc:docMk/>
      </pc:docMkLst>
      <pc:sldChg chg="modSp">
        <pc:chgData name="안다현(DAHYUN AHN)[dahyun.ahn]/사원/제조DX.자동보정.조립자동보정팀" userId="S::dahyun.ahn@lgensol.com::7637ba88-3042-4a41-bc1d-63ce7574c848" providerId="AD" clId="Web-{2FCCC07F-3923-5AE4-A97F-7EF6868A25E7}" dt="2025-11-18T00:22:23.691" v="124"/>
        <pc:sldMkLst>
          <pc:docMk/>
          <pc:sldMk cId="3152614394" sldId="272"/>
        </pc:sldMkLst>
        <pc:spChg chg="mod">
          <ac:chgData name="안다현(DAHYUN AHN)[dahyun.ahn]/사원/제조DX.자동보정.조립자동보정팀" userId="S::dahyun.ahn@lgensol.com::7637ba88-3042-4a41-bc1d-63ce7574c848" providerId="AD" clId="Web-{2FCCC07F-3923-5AE4-A97F-7EF6868A25E7}" dt="2025-11-18T00:17:04.607" v="13" actId="20577"/>
          <ac:spMkLst>
            <pc:docMk/>
            <pc:sldMk cId="3152614394" sldId="272"/>
            <ac:spMk id="6" creationId="{05773D21-E444-94AC-7BF3-D0B9E1BC9F91}"/>
          </ac:spMkLst>
        </pc:spChg>
        <pc:graphicFrameChg chg="mod modGraphic">
          <ac:chgData name="안다현(DAHYUN AHN)[dahyun.ahn]/사원/제조DX.자동보정.조립자동보정팀" userId="S::dahyun.ahn@lgensol.com::7637ba88-3042-4a41-bc1d-63ce7574c848" providerId="AD" clId="Web-{2FCCC07F-3923-5AE4-A97F-7EF6868A25E7}" dt="2025-11-18T00:22:23.691" v="124"/>
          <ac:graphicFrameMkLst>
            <pc:docMk/>
            <pc:sldMk cId="3152614394" sldId="272"/>
            <ac:graphicFrameMk id="9" creationId="{F9E76470-5813-4108-9658-C9DA922B60EF}"/>
          </ac:graphicFrameMkLst>
        </pc:graphicFrameChg>
      </pc:sldChg>
      <pc:sldChg chg="modSp">
        <pc:chgData name="안다현(DAHYUN AHN)[dahyun.ahn]/사원/제조DX.자동보정.조립자동보정팀" userId="S::dahyun.ahn@lgensol.com::7637ba88-3042-4a41-bc1d-63ce7574c848" providerId="AD" clId="Web-{2FCCC07F-3923-5AE4-A97F-7EF6868A25E7}" dt="2025-11-18T00:34:35.073" v="332"/>
        <pc:sldMkLst>
          <pc:docMk/>
          <pc:sldMk cId="980722720" sldId="287"/>
        </pc:sldMkLst>
        <pc:spChg chg="mod">
          <ac:chgData name="안다현(DAHYUN AHN)[dahyun.ahn]/사원/제조DX.자동보정.조립자동보정팀" userId="S::dahyun.ahn@lgensol.com::7637ba88-3042-4a41-bc1d-63ce7574c848" providerId="AD" clId="Web-{2FCCC07F-3923-5AE4-A97F-7EF6868A25E7}" dt="2025-11-18T00:17:10.873" v="16" actId="20577"/>
          <ac:spMkLst>
            <pc:docMk/>
            <pc:sldMk cId="980722720" sldId="287"/>
            <ac:spMk id="6" creationId="{4E1E8773-DC85-D4E2-9228-C2B401218374}"/>
          </ac:spMkLst>
        </pc:spChg>
        <pc:graphicFrameChg chg="mod modGraphic">
          <ac:chgData name="안다현(DAHYUN AHN)[dahyun.ahn]/사원/제조DX.자동보정.조립자동보정팀" userId="S::dahyun.ahn@lgensol.com::7637ba88-3042-4a41-bc1d-63ce7574c848" providerId="AD" clId="Web-{2FCCC07F-3923-5AE4-A97F-7EF6868A25E7}" dt="2025-11-18T00:16:40.856" v="7"/>
          <ac:graphicFrameMkLst>
            <pc:docMk/>
            <pc:sldMk cId="980722720" sldId="287"/>
            <ac:graphicFrameMk id="5" creationId="{334963D2-7BB3-DB88-7CD8-853B51F8D5F2}"/>
          </ac:graphicFrameMkLst>
        </pc:graphicFrameChg>
        <pc:graphicFrameChg chg="mod modGraphic">
          <ac:chgData name="안다현(DAHYUN AHN)[dahyun.ahn]/사원/제조DX.자동보정.조립자동보정팀" userId="S::dahyun.ahn@lgensol.com::7637ba88-3042-4a41-bc1d-63ce7574c848" providerId="AD" clId="Web-{2FCCC07F-3923-5AE4-A97F-7EF6868A25E7}" dt="2025-11-18T00:34:35.073" v="332"/>
          <ac:graphicFrameMkLst>
            <pc:docMk/>
            <pc:sldMk cId="980722720" sldId="287"/>
            <ac:graphicFrameMk id="9" creationId="{6418FABD-9FDF-D221-AA86-B60755751675}"/>
          </ac:graphicFrameMkLst>
        </pc:graphicFrameChg>
      </pc:sldChg>
    </pc:docChg>
  </pc:docChgLst>
  <pc:docChgLst>
    <pc:chgData name="박수종(SUJONG PARK)[sujong.park]/팀장/제조지능화.자동보정.셀자동보정팀" userId="039307f6-191c-4414-97f2-9bbc8a7f6117" providerId="ADAL" clId="{182BFC1E-BFA5-4C37-877B-988F0F9ACF31}"/>
    <pc:docChg chg="undo redo custSel modSld">
      <pc:chgData name="박수종(SUJONG PARK)[sujong.park]/팀장/제조지능화.자동보정.셀자동보정팀" userId="039307f6-191c-4414-97f2-9bbc8a7f6117" providerId="ADAL" clId="{182BFC1E-BFA5-4C37-877B-988F0F9ACF31}" dt="2025-11-26T14:08:01.623" v="3673" actId="478"/>
      <pc:docMkLst>
        <pc:docMk/>
      </pc:docMkLst>
      <pc:sldChg chg="addSp delSp modSp">
        <pc:chgData name="박수종(SUJONG PARK)[sujong.park]/팀장/제조지능화.자동보정.셀자동보정팀" userId="039307f6-191c-4414-97f2-9bbc8a7f6117" providerId="ADAL" clId="{182BFC1E-BFA5-4C37-877B-988F0F9ACF31}" dt="2025-11-26T14:08:01.623" v="3673" actId="478"/>
        <pc:sldMkLst>
          <pc:docMk/>
          <pc:sldMk cId="3266697761" sldId="2278"/>
        </pc:sldMkLst>
        <pc:spChg chg="mod">
          <ac:chgData name="박수종(SUJONG PARK)[sujong.park]/팀장/제조지능화.자동보정.셀자동보정팀" userId="039307f6-191c-4414-97f2-9bbc8a7f6117" providerId="ADAL" clId="{182BFC1E-BFA5-4C37-877B-988F0F9ACF31}" dt="2025-11-26T14:07:59.902" v="3672" actId="207"/>
          <ac:spMkLst>
            <pc:docMk/>
            <pc:sldMk cId="3266697761" sldId="2278"/>
            <ac:spMk id="5" creationId="{9F5FF4B7-2926-4D73-A8B9-82803C7166FE}"/>
          </ac:spMkLst>
        </pc:spChg>
      </pc:sldChg>
      <pc:sldChg chg="addSp delSp modSp">
        <pc:chgData name="박수종(SUJONG PARK)[sujong.park]/팀장/제조지능화.자동보정.셀자동보정팀" userId="039307f6-191c-4414-97f2-9bbc8a7f6117" providerId="ADAL" clId="{182BFC1E-BFA5-4C37-877B-988F0F9ACF31}" dt="2025-11-26T14:00:22.540" v="3574" actId="207"/>
        <pc:sldMkLst>
          <pc:docMk/>
          <pc:sldMk cId="2440852975" sldId="2147481923"/>
        </pc:sldMkLst>
        <pc:spChg chg="mod">
          <ac:chgData name="박수종(SUJONG PARK)[sujong.park]/팀장/제조지능화.자동보정.셀자동보정팀" userId="039307f6-191c-4414-97f2-9bbc8a7f6117" providerId="ADAL" clId="{182BFC1E-BFA5-4C37-877B-988F0F9ACF31}" dt="2025-11-26T14:00:22.540" v="3574" actId="207"/>
          <ac:spMkLst>
            <pc:docMk/>
            <pc:sldMk cId="2440852975" sldId="2147481923"/>
            <ac:spMk id="8" creationId="{CB0B3E35-76C1-4ED7-A859-2CC8E85EA27D}"/>
          </ac:spMkLst>
        </pc:spChg>
      </pc:sldChg>
      <pc:sldChg chg="addSp delSp modSp">
        <pc:chgData name="박수종(SUJONG PARK)[sujong.park]/팀장/제조지능화.자동보정.셀자동보정팀" userId="039307f6-191c-4414-97f2-9bbc8a7f6117" providerId="ADAL" clId="{182BFC1E-BFA5-4C37-877B-988F0F9ACF31}" dt="2025-11-26T14:03:34.282" v="3605" actId="207"/>
        <pc:sldMkLst>
          <pc:docMk/>
          <pc:sldMk cId="2543445665" sldId="2147483561"/>
        </pc:sldMkLst>
        <pc:spChg chg="mod">
          <ac:chgData name="박수종(SUJONG PARK)[sujong.park]/팀장/제조지능화.자동보정.셀자동보정팀" userId="039307f6-191c-4414-97f2-9bbc8a7f6117" providerId="ADAL" clId="{182BFC1E-BFA5-4C37-877B-988F0F9ACF31}" dt="2025-11-26T14:03:34.282" v="3605" actId="207"/>
          <ac:spMkLst>
            <pc:docMk/>
            <pc:sldMk cId="2543445665" sldId="2147483561"/>
            <ac:spMk id="7" creationId="{2BC7F42E-092C-4FC0-A5C6-9F625CADC1F5}"/>
          </ac:spMkLst>
        </pc:spChg>
      </pc:sldChg>
    </pc:docChg>
  </pc:docChgLst>
  <pc:docChgLst>
    <pc:chgData name="함경호(KYUNG HO HAM)[kyungho.ham]/책임/제조DX.자동보정.MC자동보정팀" userId="2a5cfc74-1b1b-4414-b1fd-cb38d5c4422f" providerId="ADAL" clId="{2EBD615E-121D-4CEF-ABF2-76FED439E0C3}"/>
    <pc:docChg chg="undo custSel modSld">
      <pc:chgData name="함경호(KYUNG HO HAM)[kyungho.ham]/책임/제조DX.자동보정.MC자동보정팀" userId="2a5cfc74-1b1b-4414-b1fd-cb38d5c4422f" providerId="ADAL" clId="{2EBD615E-121D-4CEF-ABF2-76FED439E0C3}" dt="2025-11-26T07:11:49.164" v="2062" actId="1076"/>
      <pc:docMkLst>
        <pc:docMk/>
      </pc:docMkLst>
      <pc:sldChg chg="addSp delSp modSp mod">
        <pc:chgData name="함경호(KYUNG HO HAM)[kyungho.ham]/책임/제조DX.자동보정.MC자동보정팀" userId="2a5cfc74-1b1b-4414-b1fd-cb38d5c4422f" providerId="ADAL" clId="{2EBD615E-121D-4CEF-ABF2-76FED439E0C3}" dt="2025-11-26T07:11:49.164" v="2062" actId="1076"/>
        <pc:sldMkLst>
          <pc:docMk/>
          <pc:sldMk cId="2130930852" sldId="273"/>
        </pc:sldMkLst>
        <pc:spChg chg="mod">
          <ac:chgData name="함경호(KYUNG HO HAM)[kyungho.ham]/책임/제조DX.자동보정.MC자동보정팀" userId="2a5cfc74-1b1b-4414-b1fd-cb38d5c4422f" providerId="ADAL" clId="{2EBD615E-121D-4CEF-ABF2-76FED439E0C3}" dt="2025-11-26T06:35:10.190" v="33" actId="20577"/>
          <ac:spMkLst>
            <pc:docMk/>
            <pc:sldMk cId="2130930852" sldId="273"/>
            <ac:spMk id="8" creationId="{07A09189-3112-656C-AD07-D2D881F7CDA1}"/>
          </ac:spMkLst>
        </pc:spChg>
        <pc:spChg chg="add mod">
          <ac:chgData name="함경호(KYUNG HO HAM)[kyungho.ham]/책임/제조DX.자동보정.MC자동보정팀" userId="2a5cfc74-1b1b-4414-b1fd-cb38d5c4422f" providerId="ADAL" clId="{2EBD615E-121D-4CEF-ABF2-76FED439E0C3}" dt="2025-11-26T07:11:49.164" v="2062" actId="1076"/>
          <ac:spMkLst>
            <pc:docMk/>
            <pc:sldMk cId="2130930852" sldId="273"/>
            <ac:spMk id="19" creationId="{E927EE96-AE6D-9326-BF30-4550B7B43FEA}"/>
          </ac:spMkLst>
        </pc:spChg>
        <pc:spChg chg="mod">
          <ac:chgData name="함경호(KYUNG HO HAM)[kyungho.ham]/책임/제조DX.자동보정.MC자동보정팀" userId="2a5cfc74-1b1b-4414-b1fd-cb38d5c4422f" providerId="ADAL" clId="{2EBD615E-121D-4CEF-ABF2-76FED439E0C3}" dt="2025-11-26T06:58:41.477" v="1869" actId="1035"/>
          <ac:spMkLst>
            <pc:docMk/>
            <pc:sldMk cId="2130930852" sldId="273"/>
            <ac:spMk id="36" creationId="{8DA6D352-9B07-761B-D16A-87E154485E47}"/>
          </ac:spMkLst>
        </pc:spChg>
        <pc:graphicFrameChg chg="modGraphic">
          <ac:chgData name="함경호(KYUNG HO HAM)[kyungho.ham]/책임/제조DX.자동보정.MC자동보정팀" userId="2a5cfc74-1b1b-4414-b1fd-cb38d5c4422f" providerId="ADAL" clId="{2EBD615E-121D-4CEF-ABF2-76FED439E0C3}" dt="2025-11-26T06:35:03.562" v="25" actId="20577"/>
          <ac:graphicFrameMkLst>
            <pc:docMk/>
            <pc:sldMk cId="2130930852" sldId="273"/>
            <ac:graphicFrameMk id="4" creationId="{EB5481E2-6FB4-4FB7-EF5D-7D9B040C6E64}"/>
          </ac:graphicFrameMkLst>
        </pc:graphicFrameChg>
        <pc:graphicFrameChg chg="mod modGraphic">
          <ac:chgData name="함경호(KYUNG HO HAM)[kyungho.ham]/책임/제조DX.자동보정.MC자동보정팀" userId="2a5cfc74-1b1b-4414-b1fd-cb38d5c4422f" providerId="ADAL" clId="{2EBD615E-121D-4CEF-ABF2-76FED439E0C3}" dt="2025-11-26T07:11:45.246" v="2061" actId="20577"/>
          <ac:graphicFrameMkLst>
            <pc:docMk/>
            <pc:sldMk cId="2130930852" sldId="273"/>
            <ac:graphicFrameMk id="5" creationId="{2369CE85-B89B-6E4A-6281-356F875EAE52}"/>
          </ac:graphicFrameMkLst>
        </pc:graphicFrameChg>
        <pc:graphicFrameChg chg="mod">
          <ac:chgData name="함경호(KYUNG HO HAM)[kyungho.ham]/책임/제조DX.자동보정.MC자동보정팀" userId="2a5cfc74-1b1b-4414-b1fd-cb38d5c4422f" providerId="ADAL" clId="{2EBD615E-121D-4CEF-ABF2-76FED439E0C3}" dt="2025-11-26T06:58:41.477" v="1869" actId="1035"/>
          <ac:graphicFrameMkLst>
            <pc:docMk/>
            <pc:sldMk cId="2130930852" sldId="273"/>
            <ac:graphicFrameMk id="32" creationId="{CA3FBD93-2B86-2670-F775-0A09164A9385}"/>
          </ac:graphicFrameMkLst>
        </pc:graphicFrameChg>
        <pc:graphicFrameChg chg="mod modGraphic">
          <ac:chgData name="함경호(KYUNG HO HAM)[kyungho.ham]/책임/제조DX.자동보정.MC자동보정팀" userId="2a5cfc74-1b1b-4414-b1fd-cb38d5c4422f" providerId="ADAL" clId="{2EBD615E-121D-4CEF-ABF2-76FED439E0C3}" dt="2025-11-26T07:02:48.361" v="1875" actId="207"/>
          <ac:graphicFrameMkLst>
            <pc:docMk/>
            <pc:sldMk cId="2130930852" sldId="273"/>
            <ac:graphicFrameMk id="33" creationId="{06CED5A8-4136-8BB0-A091-B792BB688DEF}"/>
          </ac:graphicFrameMkLst>
        </pc:graphicFrameChg>
      </pc:sldChg>
      <pc:sldChg chg="modSp mod">
        <pc:chgData name="함경호(KYUNG HO HAM)[kyungho.ham]/책임/제조DX.자동보정.MC자동보정팀" userId="2a5cfc74-1b1b-4414-b1fd-cb38d5c4422f" providerId="ADAL" clId="{2EBD615E-121D-4CEF-ABF2-76FED439E0C3}" dt="2025-11-26T06:16:31.351" v="11" actId="20577"/>
        <pc:sldMkLst>
          <pc:docMk/>
          <pc:sldMk cId="538742533" sldId="2147482032"/>
        </pc:sldMkLst>
        <pc:spChg chg="mod">
          <ac:chgData name="함경호(KYUNG HO HAM)[kyungho.ham]/책임/제조DX.자동보정.MC자동보정팀" userId="2a5cfc74-1b1b-4414-b1fd-cb38d5c4422f" providerId="ADAL" clId="{2EBD615E-121D-4CEF-ABF2-76FED439E0C3}" dt="2025-11-26T06:16:31.351" v="11" actId="20577"/>
          <ac:spMkLst>
            <pc:docMk/>
            <pc:sldMk cId="538742533" sldId="2147482032"/>
            <ac:spMk id="39" creationId="{8765733F-73A2-81BD-BC8C-3BE9F9D5F6AE}"/>
          </ac:spMkLst>
        </pc:spChg>
        <pc:graphicFrameChg chg="modGraphic">
          <ac:chgData name="함경호(KYUNG HO HAM)[kyungho.ham]/책임/제조DX.자동보정.MC자동보정팀" userId="2a5cfc74-1b1b-4414-b1fd-cb38d5c4422f" providerId="ADAL" clId="{2EBD615E-121D-4CEF-ABF2-76FED439E0C3}" dt="2025-11-26T06:16:21.975" v="3" actId="20577"/>
          <ac:graphicFrameMkLst>
            <pc:docMk/>
            <pc:sldMk cId="538742533" sldId="2147482032"/>
            <ac:graphicFrameMk id="2" creationId="{EDD7634A-5B1A-0AA9-D4B2-0C9DB54DC62D}"/>
          </ac:graphicFrameMkLst>
        </pc:graphicFrameChg>
        <pc:graphicFrameChg chg="modGraphic">
          <ac:chgData name="함경호(KYUNG HO HAM)[kyungho.ham]/책임/제조DX.자동보정.MC자동보정팀" userId="2a5cfc74-1b1b-4414-b1fd-cb38d5c4422f" providerId="ADAL" clId="{2EBD615E-121D-4CEF-ABF2-76FED439E0C3}" dt="2025-11-26T06:16:18.379" v="1" actId="20577"/>
          <ac:graphicFrameMkLst>
            <pc:docMk/>
            <pc:sldMk cId="538742533" sldId="2147482032"/>
            <ac:graphicFrameMk id="7" creationId="{F7A6BBF7-8871-322E-E6B8-FB752E7001C2}"/>
          </ac:graphicFrameMkLst>
        </pc:graphicFrameChg>
      </pc:sldChg>
      <pc:sldChg chg="modSp mod">
        <pc:chgData name="함경호(KYUNG HO HAM)[kyungho.ham]/책임/제조DX.자동보정.MC자동보정팀" userId="2a5cfc74-1b1b-4414-b1fd-cb38d5c4422f" providerId="ADAL" clId="{2EBD615E-121D-4CEF-ABF2-76FED439E0C3}" dt="2025-11-26T06:16:46.348" v="21" actId="20577"/>
        <pc:sldMkLst>
          <pc:docMk/>
          <pc:sldMk cId="2934317814" sldId="2147483612"/>
        </pc:sldMkLst>
        <pc:spChg chg="mod">
          <ac:chgData name="함경호(KYUNG HO HAM)[kyungho.ham]/책임/제조DX.자동보정.MC자동보정팀" userId="2a5cfc74-1b1b-4414-b1fd-cb38d5c4422f" providerId="ADAL" clId="{2EBD615E-121D-4CEF-ABF2-76FED439E0C3}" dt="2025-11-26T06:16:46.348" v="21" actId="20577"/>
          <ac:spMkLst>
            <pc:docMk/>
            <pc:sldMk cId="2934317814" sldId="2147483612"/>
            <ac:spMk id="37" creationId="{F06A6308-D199-E0C9-63F4-0C9EB0AE3FB7}"/>
          </ac:spMkLst>
        </pc:spChg>
        <pc:graphicFrameChg chg="modGraphic">
          <ac:chgData name="함경호(KYUNG HO HAM)[kyungho.ham]/책임/제조DX.자동보정.MC자동보정팀" userId="2a5cfc74-1b1b-4414-b1fd-cb38d5c4422f" providerId="ADAL" clId="{2EBD615E-121D-4CEF-ABF2-76FED439E0C3}" dt="2025-11-26T06:16:40.856" v="15" actId="20577"/>
          <ac:graphicFrameMkLst>
            <pc:docMk/>
            <pc:sldMk cId="2934317814" sldId="2147483612"/>
            <ac:graphicFrameMk id="7" creationId="{874F4904-490C-92A6-9694-09DC8FF3045A}"/>
          </ac:graphicFrameMkLst>
        </pc:graphicFrameChg>
        <pc:graphicFrameChg chg="modGraphic">
          <ac:chgData name="함경호(KYUNG HO HAM)[kyungho.ham]/책임/제조DX.자동보정.MC자동보정팀" userId="2a5cfc74-1b1b-4414-b1fd-cb38d5c4422f" providerId="ADAL" clId="{2EBD615E-121D-4CEF-ABF2-76FED439E0C3}" dt="2025-11-26T06:16:36.588" v="13" actId="20577"/>
          <ac:graphicFrameMkLst>
            <pc:docMk/>
            <pc:sldMk cId="2934317814" sldId="2147483612"/>
            <ac:graphicFrameMk id="10" creationId="{BEDE071C-F35F-E4A4-7A2B-D5E251FB36C4}"/>
          </ac:graphicFrameMkLst>
        </pc:graphicFrameChg>
      </pc:sldChg>
    </pc:docChg>
  </pc:docChgLst>
  <pc:docChgLst>
    <pc:chgData name="김치완(CHIWAN KIM)[kimchiwan04]/선임/제조DX.자동보정.RSND자동보정팀" userId="022829bc-3ea1-441b-b8a3-451705c4a94d" providerId="ADAL" clId="{4D4A1190-39F0-49FE-BB5B-5B3D0C0F838F}"/>
    <pc:docChg chg="undo custSel modSld">
      <pc:chgData name="김치완(CHIWAN KIM)[kimchiwan04]/선임/제조DX.자동보정.RSND자동보정팀" userId="022829bc-3ea1-441b-b8a3-451705c4a94d" providerId="ADAL" clId="{4D4A1190-39F0-49FE-BB5B-5B3D0C0F838F}" dt="2025-12-16T04:50:15.452" v="97" actId="207"/>
      <pc:docMkLst>
        <pc:docMk/>
      </pc:docMkLst>
      <pc:sldChg chg="modSp mod">
        <pc:chgData name="김치완(CHIWAN KIM)[kimchiwan04]/선임/제조DX.자동보정.RSND자동보정팀" userId="022829bc-3ea1-441b-b8a3-451705c4a94d" providerId="ADAL" clId="{4D4A1190-39F0-49FE-BB5B-5B3D0C0F838F}" dt="2025-12-16T04:50:15.452" v="97" actId="207"/>
        <pc:sldMkLst>
          <pc:docMk/>
          <pc:sldMk cId="796425396" sldId="280"/>
        </pc:sldMkLst>
        <pc:spChg chg="mod">
          <ac:chgData name="김치완(CHIWAN KIM)[kimchiwan04]/선임/제조DX.자동보정.RSND자동보정팀" userId="022829bc-3ea1-441b-b8a3-451705c4a94d" providerId="ADAL" clId="{4D4A1190-39F0-49FE-BB5B-5B3D0C0F838F}" dt="2025-12-16T04:50:15.452" v="97" actId="207"/>
          <ac:spMkLst>
            <pc:docMk/>
            <pc:sldMk cId="796425396" sldId="280"/>
            <ac:spMk id="8" creationId="{3FD84678-0133-40B2-9FFB-B2D70B8D548E}"/>
          </ac:spMkLst>
        </pc:spChg>
        <pc:spChg chg="mod">
          <ac:chgData name="김치완(CHIWAN KIM)[kimchiwan04]/선임/제조DX.자동보정.RSND자동보정팀" userId="022829bc-3ea1-441b-b8a3-451705c4a94d" providerId="ADAL" clId="{4D4A1190-39F0-49FE-BB5B-5B3D0C0F838F}" dt="2025-12-16T04:47:41.985" v="1" actId="1035"/>
          <ac:spMkLst>
            <pc:docMk/>
            <pc:sldMk cId="796425396" sldId="280"/>
            <ac:spMk id="18" creationId="{3BBB4B0D-7B81-43F6-9A05-343C5774335F}"/>
          </ac:spMkLst>
        </pc:spChg>
      </pc:sldChg>
    </pc:docChg>
  </pc:docChgLst>
  <pc:docChgLst>
    <pc:chgData name="안다현(DAHYUN AHN)[dahyun.ahn]/사원/제조DX.자동보정.조립자동보정팀" userId="S::dahyun.ahn@lgensol.com::7637ba88-3042-4a41-bc1d-63ce7574c848" providerId="AD" clId="Web-{E8F820AD-1233-AABA-4720-3765FC4CDA2D}"/>
    <pc:docChg chg="modSld">
      <pc:chgData name="안다현(DAHYUN AHN)[dahyun.ahn]/사원/제조DX.자동보정.조립자동보정팀" userId="S::dahyun.ahn@lgensol.com::7637ba88-3042-4a41-bc1d-63ce7574c848" providerId="AD" clId="Web-{E8F820AD-1233-AABA-4720-3765FC4CDA2D}" dt="2025-12-16T03:59:10.399" v="338" actId="1076"/>
      <pc:docMkLst>
        <pc:docMk/>
      </pc:docMkLst>
      <pc:sldChg chg="modSp">
        <pc:chgData name="안다현(DAHYUN AHN)[dahyun.ahn]/사원/제조DX.자동보정.조립자동보정팀" userId="S::dahyun.ahn@lgensol.com::7637ba88-3042-4a41-bc1d-63ce7574c848" providerId="AD" clId="Web-{E8F820AD-1233-AABA-4720-3765FC4CDA2D}" dt="2025-12-16T02:31:59.585" v="157"/>
        <pc:sldMkLst>
          <pc:docMk/>
          <pc:sldMk cId="3152614394" sldId="272"/>
        </pc:sldMkLst>
        <pc:graphicFrameChg chg="mod modGraphic">
          <ac:chgData name="안다현(DAHYUN AHN)[dahyun.ahn]/사원/제조DX.자동보정.조립자동보정팀" userId="S::dahyun.ahn@lgensol.com::7637ba88-3042-4a41-bc1d-63ce7574c848" providerId="AD" clId="Web-{E8F820AD-1233-AABA-4720-3765FC4CDA2D}" dt="2025-12-16T02:31:59.585" v="157"/>
          <ac:graphicFrameMkLst>
            <pc:docMk/>
            <pc:sldMk cId="3152614394" sldId="272"/>
            <ac:graphicFrameMk id="5" creationId="{121A634B-5A70-7493-F45C-36F3130C1F6D}"/>
          </ac:graphicFrameMkLst>
        </pc:graphicFrameChg>
        <pc:graphicFrameChg chg="mod modGraphic">
          <ac:chgData name="안다현(DAHYUN AHN)[dahyun.ahn]/사원/제조DX.자동보정.조립자동보정팀" userId="S::dahyun.ahn@lgensol.com::7637ba88-3042-4a41-bc1d-63ce7574c848" providerId="AD" clId="Web-{E8F820AD-1233-AABA-4720-3765FC4CDA2D}" dt="2025-12-16T02:31:42.273" v="153"/>
          <ac:graphicFrameMkLst>
            <pc:docMk/>
            <pc:sldMk cId="3152614394" sldId="272"/>
            <ac:graphicFrameMk id="9" creationId="{F9E76470-5813-4108-9658-C9DA922B60EF}"/>
          </ac:graphicFrameMkLst>
        </pc:graphicFrameChg>
      </pc:sldChg>
      <pc:sldChg chg="addSp delSp modSp">
        <pc:chgData name="안다현(DAHYUN AHN)[dahyun.ahn]/사원/제조DX.자동보정.조립자동보정팀" userId="S::dahyun.ahn@lgensol.com::7637ba88-3042-4a41-bc1d-63ce7574c848" providerId="AD" clId="Web-{E8F820AD-1233-AABA-4720-3765FC4CDA2D}" dt="2025-12-16T03:59:10.399" v="338" actId="1076"/>
        <pc:sldMkLst>
          <pc:docMk/>
          <pc:sldMk cId="980722720" sldId="287"/>
        </pc:sldMkLst>
        <pc:spChg chg="add del mod">
          <ac:chgData name="안다현(DAHYUN AHN)[dahyun.ahn]/사원/제조DX.자동보정.조립자동보정팀" userId="S::dahyun.ahn@lgensol.com::7637ba88-3042-4a41-bc1d-63ce7574c848" providerId="AD" clId="Web-{E8F820AD-1233-AABA-4720-3765FC4CDA2D}" dt="2025-12-16T02:35:44.448" v="195"/>
          <ac:spMkLst>
            <pc:docMk/>
            <pc:sldMk cId="980722720" sldId="287"/>
            <ac:spMk id="10" creationId="{5DA01CD3-8132-451A-965C-A01199B749C7}"/>
          </ac:spMkLst>
        </pc:spChg>
        <pc:graphicFrameChg chg="mod modGraphic">
          <ac:chgData name="안다현(DAHYUN AHN)[dahyun.ahn]/사원/제조DX.자동보정.조립자동보정팀" userId="S::dahyun.ahn@lgensol.com::7637ba88-3042-4a41-bc1d-63ce7574c848" providerId="AD" clId="Web-{E8F820AD-1233-AABA-4720-3765FC4CDA2D}" dt="2025-12-16T02:31:17.397" v="151"/>
          <ac:graphicFrameMkLst>
            <pc:docMk/>
            <pc:sldMk cId="980722720" sldId="287"/>
            <ac:graphicFrameMk id="5" creationId="{334963D2-7BB3-DB88-7CD8-853B51F8D5F2}"/>
          </ac:graphicFrameMkLst>
        </pc:graphicFrameChg>
        <pc:graphicFrameChg chg="mod modGraphic">
          <ac:chgData name="안다현(DAHYUN AHN)[dahyun.ahn]/사원/제조DX.자동보정.조립자동보정팀" userId="S::dahyun.ahn@lgensol.com::7637ba88-3042-4a41-bc1d-63ce7574c848" providerId="AD" clId="Web-{E8F820AD-1233-AABA-4720-3765FC4CDA2D}" dt="2025-12-16T03:59:02.258" v="337"/>
          <ac:graphicFrameMkLst>
            <pc:docMk/>
            <pc:sldMk cId="980722720" sldId="287"/>
            <ac:graphicFrameMk id="9" creationId="{6418FABD-9FDF-D221-AA86-B60755751675}"/>
          </ac:graphicFrameMkLst>
        </pc:graphicFrameChg>
        <pc:picChg chg="add del mod">
          <ac:chgData name="안다현(DAHYUN AHN)[dahyun.ahn]/사원/제조DX.자동보정.조립자동보정팀" userId="S::dahyun.ahn@lgensol.com::7637ba88-3042-4a41-bc1d-63ce7574c848" providerId="AD" clId="Web-{E8F820AD-1233-AABA-4720-3765FC4CDA2D}" dt="2025-12-16T02:35:38.932" v="192"/>
          <ac:picMkLst>
            <pc:docMk/>
            <pc:sldMk cId="980722720" sldId="287"/>
            <ac:picMk id="2" creationId="{75774428-EB91-79CA-CACB-92C75E65B125}"/>
          </ac:picMkLst>
        </pc:picChg>
        <pc:picChg chg="add del mod">
          <ac:chgData name="안다현(DAHYUN AHN)[dahyun.ahn]/사원/제조DX.자동보정.조립자동보정팀" userId="S::dahyun.ahn@lgensol.com::7637ba88-3042-4a41-bc1d-63ce7574c848" providerId="AD" clId="Web-{E8F820AD-1233-AABA-4720-3765FC4CDA2D}" dt="2025-12-16T02:35:40.245" v="193"/>
          <ac:picMkLst>
            <pc:docMk/>
            <pc:sldMk cId="980722720" sldId="287"/>
            <ac:picMk id="4" creationId="{438A934E-8211-EA60-2145-B81BBA57686A}"/>
          </ac:picMkLst>
        </pc:picChg>
        <pc:picChg chg="add del mod">
          <ac:chgData name="안다현(DAHYUN AHN)[dahyun.ahn]/사원/제조DX.자동보정.조립자동보정팀" userId="S::dahyun.ahn@lgensol.com::7637ba88-3042-4a41-bc1d-63ce7574c848" providerId="AD" clId="Web-{E8F820AD-1233-AABA-4720-3765FC4CDA2D}" dt="2025-12-16T02:35:40.401" v="194"/>
          <ac:picMkLst>
            <pc:docMk/>
            <pc:sldMk cId="980722720" sldId="287"/>
            <ac:picMk id="8" creationId="{19E8CF48-0D36-8459-E8D8-9BA28A6CDFCB}"/>
          </ac:picMkLst>
        </pc:picChg>
        <pc:picChg chg="add del mod">
          <ac:chgData name="안다현(DAHYUN AHN)[dahyun.ahn]/사원/제조DX.자동보정.조립자동보정팀" userId="S::dahyun.ahn@lgensol.com::7637ba88-3042-4a41-bc1d-63ce7574c848" providerId="AD" clId="Web-{E8F820AD-1233-AABA-4720-3765FC4CDA2D}" dt="2025-12-16T02:40:45.425" v="235"/>
          <ac:picMkLst>
            <pc:docMk/>
            <pc:sldMk cId="980722720" sldId="287"/>
            <ac:picMk id="13" creationId="{6B5FEF1B-711F-DE65-0A04-B6C5D7FF0596}"/>
          </ac:picMkLst>
        </pc:picChg>
        <pc:picChg chg="add mod">
          <ac:chgData name="안다현(DAHYUN AHN)[dahyun.ahn]/사원/제조DX.자동보정.조립자동보정팀" userId="S::dahyun.ahn@lgensol.com::7637ba88-3042-4a41-bc1d-63ce7574c848" providerId="AD" clId="Web-{E8F820AD-1233-AABA-4720-3765FC4CDA2D}" dt="2025-12-16T03:59:10.399" v="338" actId="1076"/>
          <ac:picMkLst>
            <pc:docMk/>
            <pc:sldMk cId="980722720" sldId="287"/>
            <ac:picMk id="14" creationId="{0CF53949-DD39-9560-EE77-6CBE817CEEE6}"/>
          </ac:picMkLst>
        </pc:picChg>
      </pc:sldChg>
    </pc:docChg>
  </pc:docChgLst>
  <pc:docChgLst>
    <pc:chgData name="성연욱(YEONUK SEONG)[ynk_seong]/책임/제조DX.자동보정.조립자동보정팀" userId="S::ynk_seong@lgensol.com::eb9793e5-3a20-40c8-9b24-fa4dc89e30c1" providerId="AD" clId="Web-{4980043E-3EC9-36C4-E6E5-784A3C0341E6}"/>
    <pc:docChg chg="modSld">
      <pc:chgData name="성연욱(YEONUK SEONG)[ynk_seong]/책임/제조DX.자동보정.조립자동보정팀" userId="S::ynk_seong@lgensol.com::eb9793e5-3a20-40c8-9b24-fa4dc89e30c1" providerId="AD" clId="Web-{4980043E-3EC9-36C4-E6E5-784A3C0341E6}" dt="2025-12-03T09:31:36.779" v="63" actId="1076"/>
      <pc:docMkLst>
        <pc:docMk/>
      </pc:docMkLst>
      <pc:sldChg chg="modSp">
        <pc:chgData name="성연욱(YEONUK SEONG)[ynk_seong]/책임/제조DX.자동보정.조립자동보정팀" userId="S::ynk_seong@lgensol.com::eb9793e5-3a20-40c8-9b24-fa4dc89e30c1" providerId="AD" clId="Web-{4980043E-3EC9-36C4-E6E5-784A3C0341E6}" dt="2025-12-03T09:31:36.779" v="63" actId="1076"/>
        <pc:sldMkLst>
          <pc:docMk/>
          <pc:sldMk cId="3390719611" sldId="283"/>
        </pc:sldMkLst>
        <pc:spChg chg="mod">
          <ac:chgData name="성연욱(YEONUK SEONG)[ynk_seong]/책임/제조DX.자동보정.조립자동보정팀" userId="S::ynk_seong@lgensol.com::eb9793e5-3a20-40c8-9b24-fa4dc89e30c1" providerId="AD" clId="Web-{4980043E-3EC9-36C4-E6E5-784A3C0341E6}" dt="2025-12-03T09:31:36.779" v="63" actId="1076"/>
          <ac:spMkLst>
            <pc:docMk/>
            <pc:sldMk cId="3390719611" sldId="283"/>
            <ac:spMk id="63" creationId="{D7D5B927-13B0-4931-ABE7-B6AA4E706B2D}"/>
          </ac:spMkLst>
        </pc:spChg>
        <pc:graphicFrameChg chg="mod modGraphic">
          <ac:chgData name="성연욱(YEONUK SEONG)[ynk_seong]/책임/제조DX.자동보정.조립자동보정팀" userId="S::ynk_seong@lgensol.com::eb9793e5-3a20-40c8-9b24-fa4dc89e30c1" providerId="AD" clId="Web-{4980043E-3EC9-36C4-E6E5-784A3C0341E6}" dt="2025-12-03T09:31:16.403" v="59"/>
          <ac:graphicFrameMkLst>
            <pc:docMk/>
            <pc:sldMk cId="3390719611" sldId="283"/>
            <ac:graphicFrameMk id="9" creationId="{6E3DE1AF-98C0-1DAE-A5F1-AF6F8C5E0456}"/>
          </ac:graphicFrameMkLst>
        </pc:graphicFrameChg>
      </pc:sldChg>
    </pc:docChg>
  </pc:docChgLst>
  <pc:docChgLst>
    <pc:chgData name="정대영(DAEYEONG JUNG)[shinecas]/책임/제조DX.자동보정.RSND자동보정팀" userId="S::shinecas@lgensol.com::d0d3060e-f064-4c8a-b029-66e60df73558" providerId="AD" clId="Web-{AD95E532-8ADB-D72A-5278-A2F627653930}"/>
    <pc:docChg chg="modSld">
      <pc:chgData name="정대영(DAEYEONG JUNG)[shinecas]/책임/제조DX.자동보정.RSND자동보정팀" userId="S::shinecas@lgensol.com::d0d3060e-f064-4c8a-b029-66e60df73558" providerId="AD" clId="Web-{AD95E532-8ADB-D72A-5278-A2F627653930}" dt="2025-11-18T09:30:24.132" v="113" actId="20577"/>
      <pc:docMkLst>
        <pc:docMk/>
      </pc:docMkLst>
      <pc:sldChg chg="modSp">
        <pc:chgData name="정대영(DAEYEONG JUNG)[shinecas]/책임/제조DX.자동보정.RSND자동보정팀" userId="S::shinecas@lgensol.com::d0d3060e-f064-4c8a-b029-66e60df73558" providerId="AD" clId="Web-{AD95E532-8ADB-D72A-5278-A2F627653930}" dt="2025-11-18T09:30:24.132" v="113" actId="20577"/>
        <pc:sldMkLst>
          <pc:docMk/>
          <pc:sldMk cId="796425396" sldId="280"/>
        </pc:sldMkLst>
        <pc:spChg chg="mod">
          <ac:chgData name="정대영(DAEYEONG JUNG)[shinecas]/책임/제조DX.자동보정.RSND자동보정팀" userId="S::shinecas@lgensol.com::d0d3060e-f064-4c8a-b029-66e60df73558" providerId="AD" clId="Web-{AD95E532-8ADB-D72A-5278-A2F627653930}" dt="2025-11-18T09:30:24.132" v="113" actId="20577"/>
          <ac:spMkLst>
            <pc:docMk/>
            <pc:sldMk cId="796425396" sldId="280"/>
            <ac:spMk id="10" creationId="{6147300D-9DAE-4829-8783-4A59CE1CF601}"/>
          </ac:spMkLst>
        </pc:spChg>
      </pc:sldChg>
    </pc:docChg>
  </pc:docChgLst>
  <pc:docChgLst>
    <pc:chgData name="최문석(MOON SEOK CHOI)[mschoi19]/책임/제조DX.자동보정.자동보정선행개발팀" userId="S::mschoi19@lgensol.com::b461c574-904d-49dd-b4c4-a0a522fe5e7c" providerId="AD" clId="Web-{5CE23FAF-E55A-B70A-B964-208E799BC955}"/>
    <pc:docChg chg="modSld">
      <pc:chgData name="최문석(MOON SEOK CHOI)[mschoi19]/책임/제조DX.자동보정.자동보정선행개발팀" userId="S::mschoi19@lgensol.com::b461c574-904d-49dd-b4c4-a0a522fe5e7c" providerId="AD" clId="Web-{5CE23FAF-E55A-B70A-B964-208E799BC955}" dt="2025-11-19T05:04:02.871" v="87"/>
      <pc:docMkLst>
        <pc:docMk/>
      </pc:docMkLst>
    </pc:docChg>
  </pc:docChgLst>
  <pc:docChgLst>
    <pc:chgData name="박상하(SANGHA PARK)[sangha.park]/책임/제조DX.자동보정.RSND자동보정팀" userId="507a07c6-8366-4767-be6e-cc66d4fd9711" providerId="ADAL" clId="{6CC511E6-2F4C-4DEA-B609-215AD6F99E22}"/>
    <pc:docChg chg="undo custSel modSld">
      <pc:chgData name="박상하(SANGHA PARK)[sangha.park]/책임/제조DX.자동보정.RSND자동보정팀" userId="507a07c6-8366-4767-be6e-cc66d4fd9711" providerId="ADAL" clId="{6CC511E6-2F4C-4DEA-B609-215AD6F99E22}" dt="2025-12-16T05:21:53.095" v="3233" actId="20577"/>
      <pc:docMkLst>
        <pc:docMk/>
      </pc:docMkLst>
      <pc:sldChg chg="modSp mod">
        <pc:chgData name="박상하(SANGHA PARK)[sangha.park]/책임/제조DX.자동보정.RSND자동보정팀" userId="507a07c6-8366-4767-be6e-cc66d4fd9711" providerId="ADAL" clId="{6CC511E6-2F4C-4DEA-B609-215AD6F99E22}" dt="2025-12-16T05:21:53.095" v="3233" actId="20577"/>
        <pc:sldMkLst>
          <pc:docMk/>
          <pc:sldMk cId="796425396" sldId="280"/>
        </pc:sldMkLst>
        <pc:spChg chg="mod">
          <ac:chgData name="박상하(SANGHA PARK)[sangha.park]/책임/제조DX.자동보정.RSND자동보정팀" userId="507a07c6-8366-4767-be6e-cc66d4fd9711" providerId="ADAL" clId="{6CC511E6-2F4C-4DEA-B609-215AD6F99E22}" dt="2025-12-16T05:18:43.222" v="2826" actId="20577"/>
          <ac:spMkLst>
            <pc:docMk/>
            <pc:sldMk cId="796425396" sldId="280"/>
            <ac:spMk id="7" creationId="{5FFE56CF-CC3C-4CB8-AE23-4CE66F4223A6}"/>
          </ac:spMkLst>
        </pc:spChg>
        <pc:spChg chg="mod">
          <ac:chgData name="박상하(SANGHA PARK)[sangha.park]/책임/제조DX.자동보정.RSND자동보정팀" userId="507a07c6-8366-4767-be6e-cc66d4fd9711" providerId="ADAL" clId="{6CC511E6-2F4C-4DEA-B609-215AD6F99E22}" dt="2025-12-16T05:21:53.095" v="3233" actId="20577"/>
          <ac:spMkLst>
            <pc:docMk/>
            <pc:sldMk cId="796425396" sldId="280"/>
            <ac:spMk id="8" creationId="{3FD84678-0133-40B2-9FFB-B2D70B8D548E}"/>
          </ac:spMkLst>
        </pc:spChg>
        <pc:spChg chg="mod">
          <ac:chgData name="박상하(SANGHA PARK)[sangha.park]/책임/제조DX.자동보정.RSND자동보정팀" userId="507a07c6-8366-4767-be6e-cc66d4fd9711" providerId="ADAL" clId="{6CC511E6-2F4C-4DEA-B609-215AD6F99E22}" dt="2025-12-16T00:53:13.664" v="1011" actId="255"/>
          <ac:spMkLst>
            <pc:docMk/>
            <pc:sldMk cId="796425396" sldId="280"/>
            <ac:spMk id="10" creationId="{6147300D-9DAE-4829-8783-4A59CE1CF601}"/>
          </ac:spMkLst>
        </pc:spChg>
        <pc:spChg chg="mod">
          <ac:chgData name="박상하(SANGHA PARK)[sangha.park]/책임/제조DX.자동보정.RSND자동보정팀" userId="507a07c6-8366-4767-be6e-cc66d4fd9711" providerId="ADAL" clId="{6CC511E6-2F4C-4DEA-B609-215AD6F99E22}" dt="2025-12-16T00:53:16.028" v="1013" actId="20577"/>
          <ac:spMkLst>
            <pc:docMk/>
            <pc:sldMk cId="796425396" sldId="280"/>
            <ac:spMk id="18" creationId="{3BBB4B0D-7B81-43F6-9A05-343C5774335F}"/>
          </ac:spMkLst>
        </pc:spChg>
      </pc:sldChg>
      <pc:sldChg chg="modSp mod">
        <pc:chgData name="박상하(SANGHA PARK)[sangha.park]/책임/제조DX.자동보정.RSND자동보정팀" userId="507a07c6-8366-4767-be6e-cc66d4fd9711" providerId="ADAL" clId="{6CC511E6-2F4C-4DEA-B609-215AD6F99E22}" dt="2025-12-16T05:03:07.905" v="1326" actId="20577"/>
        <pc:sldMkLst>
          <pc:docMk/>
          <pc:sldMk cId="236506849" sldId="304"/>
        </pc:sldMkLst>
        <pc:graphicFrameChg chg="modGraphic">
          <ac:chgData name="박상하(SANGHA PARK)[sangha.park]/책임/제조DX.자동보정.RSND자동보정팀" userId="507a07c6-8366-4767-be6e-cc66d4fd9711" providerId="ADAL" clId="{6CC511E6-2F4C-4DEA-B609-215AD6F99E22}" dt="2025-12-16T05:03:07.905" v="1326" actId="20577"/>
          <ac:graphicFrameMkLst>
            <pc:docMk/>
            <pc:sldMk cId="236506849" sldId="304"/>
            <ac:graphicFrameMk id="7" creationId="{E6C22FD3-C5C8-4206-B495-6884712C8967}"/>
          </ac:graphicFrameMkLst>
        </pc:graphicFrameChg>
      </pc:sldChg>
      <pc:sldChg chg="modSp mod">
        <pc:chgData name="박상하(SANGHA PARK)[sangha.park]/책임/제조DX.자동보정.RSND자동보정팀" userId="507a07c6-8366-4767-be6e-cc66d4fd9711" providerId="ADAL" clId="{6CC511E6-2F4C-4DEA-B609-215AD6F99E22}" dt="2025-12-16T05:11:31.487" v="2322" actId="20577"/>
        <pc:sldMkLst>
          <pc:docMk/>
          <pc:sldMk cId="1740659674" sldId="315"/>
        </pc:sldMkLst>
        <pc:spChg chg="mod">
          <ac:chgData name="박상하(SANGHA PARK)[sangha.park]/책임/제조DX.자동보정.RSND자동보정팀" userId="507a07c6-8366-4767-be6e-cc66d4fd9711" providerId="ADAL" clId="{6CC511E6-2F4C-4DEA-B609-215AD6F99E22}" dt="2025-12-16T05:11:31.487" v="2322" actId="20577"/>
          <ac:spMkLst>
            <pc:docMk/>
            <pc:sldMk cId="1740659674" sldId="315"/>
            <ac:spMk id="5" creationId="{362265A4-66FC-0582-843B-E8CCC901D349}"/>
          </ac:spMkLst>
        </pc:spChg>
        <pc:spChg chg="mod">
          <ac:chgData name="박상하(SANGHA PARK)[sangha.park]/책임/제조DX.자동보정.RSND자동보정팀" userId="507a07c6-8366-4767-be6e-cc66d4fd9711" providerId="ADAL" clId="{6CC511E6-2F4C-4DEA-B609-215AD6F99E22}" dt="2025-12-16T05:05:32.476" v="1371" actId="1036"/>
          <ac:spMkLst>
            <pc:docMk/>
            <pc:sldMk cId="1740659674" sldId="315"/>
            <ac:spMk id="46" creationId="{E03FA467-B676-B024-E246-DCBBD3498BBF}"/>
          </ac:spMkLst>
        </pc:spChg>
        <pc:spChg chg="mod">
          <ac:chgData name="박상하(SANGHA PARK)[sangha.park]/책임/제조DX.자동보정.RSND자동보정팀" userId="507a07c6-8366-4767-be6e-cc66d4fd9711" providerId="ADAL" clId="{6CC511E6-2F4C-4DEA-B609-215AD6F99E22}" dt="2025-12-16T05:05:32.476" v="1371" actId="1036"/>
          <ac:spMkLst>
            <pc:docMk/>
            <pc:sldMk cId="1740659674" sldId="315"/>
            <ac:spMk id="47" creationId="{879B90A0-D8E4-E967-755F-7F1DD8AF3C0D}"/>
          </ac:spMkLst>
        </pc:spChg>
        <pc:spChg chg="mod">
          <ac:chgData name="박상하(SANGHA PARK)[sangha.park]/책임/제조DX.자동보정.RSND자동보정팀" userId="507a07c6-8366-4767-be6e-cc66d4fd9711" providerId="ADAL" clId="{6CC511E6-2F4C-4DEA-B609-215AD6F99E22}" dt="2025-12-16T05:05:32.476" v="1371" actId="1036"/>
          <ac:spMkLst>
            <pc:docMk/>
            <pc:sldMk cId="1740659674" sldId="315"/>
            <ac:spMk id="48" creationId="{BCAF3F98-348D-0A71-BE01-24C2383B1D35}"/>
          </ac:spMkLst>
        </pc:spChg>
        <pc:spChg chg="mod">
          <ac:chgData name="박상하(SANGHA PARK)[sangha.park]/책임/제조DX.자동보정.RSND자동보정팀" userId="507a07c6-8366-4767-be6e-cc66d4fd9711" providerId="ADAL" clId="{6CC511E6-2F4C-4DEA-B609-215AD6F99E22}" dt="2025-12-16T05:05:32.476" v="1371" actId="1036"/>
          <ac:spMkLst>
            <pc:docMk/>
            <pc:sldMk cId="1740659674" sldId="315"/>
            <ac:spMk id="49" creationId="{F9387F49-6FA0-E659-E768-2CB02D07D799}"/>
          </ac:spMkLst>
        </pc:spChg>
        <pc:spChg chg="mod">
          <ac:chgData name="박상하(SANGHA PARK)[sangha.park]/책임/제조DX.자동보정.RSND자동보정팀" userId="507a07c6-8366-4767-be6e-cc66d4fd9711" providerId="ADAL" clId="{6CC511E6-2F4C-4DEA-B609-215AD6F99E22}" dt="2025-12-16T05:05:26.778" v="1355" actId="1036"/>
          <ac:spMkLst>
            <pc:docMk/>
            <pc:sldMk cId="1740659674" sldId="315"/>
            <ac:spMk id="64" creationId="{BEDB92F2-0282-B88E-1313-09A3B1321789}"/>
          </ac:spMkLst>
        </pc:spChg>
        <pc:graphicFrameChg chg="mod modGraphic">
          <ac:chgData name="박상하(SANGHA PARK)[sangha.park]/책임/제조DX.자동보정.RSND자동보정팀" userId="507a07c6-8366-4767-be6e-cc66d4fd9711" providerId="ADAL" clId="{6CC511E6-2F4C-4DEA-B609-215AD6F99E22}" dt="2025-12-16T05:11:24.033" v="2318" actId="20577"/>
          <ac:graphicFrameMkLst>
            <pc:docMk/>
            <pc:sldMk cId="1740659674" sldId="315"/>
            <ac:graphicFrameMk id="16" creationId="{A8AD81CD-0759-8312-B1F9-13B54FD95FDE}"/>
          </ac:graphicFrameMkLst>
        </pc:graphicFrameChg>
      </pc:sldChg>
      <pc:sldChg chg="modSp mod">
        <pc:chgData name="박상하(SANGHA PARK)[sangha.park]/책임/제조DX.자동보정.RSND자동보정팀" userId="507a07c6-8366-4767-be6e-cc66d4fd9711" providerId="ADAL" clId="{6CC511E6-2F4C-4DEA-B609-215AD6F99E22}" dt="2025-12-16T05:14:46.806" v="2483" actId="6549"/>
        <pc:sldMkLst>
          <pc:docMk/>
          <pc:sldMk cId="3211266544" sldId="2147481936"/>
        </pc:sldMkLst>
        <pc:spChg chg="mod">
          <ac:chgData name="박상하(SANGHA PARK)[sangha.park]/책임/제조DX.자동보정.RSND자동보정팀" userId="507a07c6-8366-4767-be6e-cc66d4fd9711" providerId="ADAL" clId="{6CC511E6-2F4C-4DEA-B609-215AD6F99E22}" dt="2025-12-16T05:03:25.221" v="1332" actId="20577"/>
          <ac:spMkLst>
            <pc:docMk/>
            <pc:sldMk cId="3211266544" sldId="2147481936"/>
            <ac:spMk id="8" creationId="{53FC2A76-41EE-4125-BB0D-9C5F9F46FD99}"/>
          </ac:spMkLst>
        </pc:spChg>
        <pc:graphicFrameChg chg="mod modGraphic">
          <ac:chgData name="박상하(SANGHA PARK)[sangha.park]/책임/제조DX.자동보정.RSND자동보정팀" userId="507a07c6-8366-4767-be6e-cc66d4fd9711" providerId="ADAL" clId="{6CC511E6-2F4C-4DEA-B609-215AD6F99E22}" dt="2025-12-16T05:14:46.806" v="2483" actId="6549"/>
          <ac:graphicFrameMkLst>
            <pc:docMk/>
            <pc:sldMk cId="3211266544" sldId="2147481936"/>
            <ac:graphicFrameMk id="13" creationId="{9264D16C-9C91-4D66-A165-E98F03FD5E21}"/>
          </ac:graphicFrameMkLst>
        </pc:graphicFrameChg>
      </pc:sldChg>
      <pc:sldChg chg="modSp mod">
        <pc:chgData name="박상하(SANGHA PARK)[sangha.park]/책임/제조DX.자동보정.RSND자동보정팀" userId="507a07c6-8366-4767-be6e-cc66d4fd9711" providerId="ADAL" clId="{6CC511E6-2F4C-4DEA-B609-215AD6F99E22}" dt="2025-12-16T05:13:38.782" v="2425" actId="20577"/>
        <pc:sldMkLst>
          <pc:docMk/>
          <pc:sldMk cId="2670422386" sldId="2147481938"/>
        </pc:sldMkLst>
        <pc:spChg chg="mod">
          <ac:chgData name="박상하(SANGHA PARK)[sangha.park]/책임/제조DX.자동보정.RSND자동보정팀" userId="507a07c6-8366-4767-be6e-cc66d4fd9711" providerId="ADAL" clId="{6CC511E6-2F4C-4DEA-B609-215AD6F99E22}" dt="2025-12-16T05:13:38.782" v="2425" actId="20577"/>
          <ac:spMkLst>
            <pc:docMk/>
            <pc:sldMk cId="2670422386" sldId="2147481938"/>
            <ac:spMk id="18" creationId="{6B94AF95-FFD1-4D2A-A912-AEC69067876E}"/>
          </ac:spMkLst>
        </pc:spChg>
        <pc:graphicFrameChg chg="modGraphic">
          <ac:chgData name="박상하(SANGHA PARK)[sangha.park]/책임/제조DX.자동보정.RSND자동보정팀" userId="507a07c6-8366-4767-be6e-cc66d4fd9711" providerId="ADAL" clId="{6CC511E6-2F4C-4DEA-B609-215AD6F99E22}" dt="2025-12-16T05:13:34.339" v="2421" actId="20577"/>
          <ac:graphicFrameMkLst>
            <pc:docMk/>
            <pc:sldMk cId="2670422386" sldId="2147481938"/>
            <ac:graphicFrameMk id="13" creationId="{CD9241CA-D098-43FB-9A45-151AAEF5B4CB}"/>
          </ac:graphicFrameMkLst>
        </pc:graphicFrameChg>
      </pc:sldChg>
      <pc:sldChg chg="modSp mod">
        <pc:chgData name="박상하(SANGHA PARK)[sangha.park]/책임/제조DX.자동보정.RSND자동보정팀" userId="507a07c6-8366-4767-be6e-cc66d4fd9711" providerId="ADAL" clId="{6CC511E6-2F4C-4DEA-B609-215AD6F99E22}" dt="2025-12-16T05:13:23.117" v="2419" actId="20577"/>
        <pc:sldMkLst>
          <pc:docMk/>
          <pc:sldMk cId="938929586" sldId="2147483555"/>
        </pc:sldMkLst>
        <pc:spChg chg="mod">
          <ac:chgData name="박상하(SANGHA PARK)[sangha.park]/책임/제조DX.자동보정.RSND자동보정팀" userId="507a07c6-8366-4767-be6e-cc66d4fd9711" providerId="ADAL" clId="{6CC511E6-2F4C-4DEA-B609-215AD6F99E22}" dt="2025-12-16T05:13:23.117" v="2419" actId="20577"/>
          <ac:spMkLst>
            <pc:docMk/>
            <pc:sldMk cId="938929586" sldId="2147483555"/>
            <ac:spMk id="13" creationId="{887CCADF-6E8D-4B31-B59A-D9BD709A09E6}"/>
          </ac:spMkLst>
        </pc:spChg>
        <pc:graphicFrameChg chg="mod modGraphic">
          <ac:chgData name="박상하(SANGHA PARK)[sangha.park]/책임/제조DX.자동보정.RSND자동보정팀" userId="507a07c6-8366-4767-be6e-cc66d4fd9711" providerId="ADAL" clId="{6CC511E6-2F4C-4DEA-B609-215AD6F99E22}" dt="2025-12-16T05:13:18.280" v="2415" actId="20577"/>
          <ac:graphicFrameMkLst>
            <pc:docMk/>
            <pc:sldMk cId="938929586" sldId="2147483555"/>
            <ac:graphicFrameMk id="21" creationId="{698AF8AB-92C6-45AB-A7E1-5FAFA10C41C5}"/>
          </ac:graphicFrameMkLst>
        </pc:graphicFrameChg>
      </pc:sldChg>
      <pc:sldChg chg="modSp mod">
        <pc:chgData name="박상하(SANGHA PARK)[sangha.park]/책임/제조DX.자동보정.RSND자동보정팀" userId="507a07c6-8366-4767-be6e-cc66d4fd9711" providerId="ADAL" clId="{6CC511E6-2F4C-4DEA-B609-215AD6F99E22}" dt="2025-12-16T05:13:08.136" v="2413" actId="20577"/>
        <pc:sldMkLst>
          <pc:docMk/>
          <pc:sldMk cId="2628521279" sldId="2147483556"/>
        </pc:sldMkLst>
        <pc:spChg chg="mod">
          <ac:chgData name="박상하(SANGHA PARK)[sangha.park]/책임/제조DX.자동보정.RSND자동보정팀" userId="507a07c6-8366-4767-be6e-cc66d4fd9711" providerId="ADAL" clId="{6CC511E6-2F4C-4DEA-B609-215AD6F99E22}" dt="2025-12-16T05:13:08.136" v="2413" actId="20577"/>
          <ac:spMkLst>
            <pc:docMk/>
            <pc:sldMk cId="2628521279" sldId="2147483556"/>
            <ac:spMk id="15" creationId="{47DCDD23-DDED-4691-B961-A973B21BA6B3}"/>
          </ac:spMkLst>
        </pc:spChg>
        <pc:graphicFrameChg chg="mod modGraphic">
          <ac:chgData name="박상하(SANGHA PARK)[sangha.park]/책임/제조DX.자동보정.RSND자동보정팀" userId="507a07c6-8366-4767-be6e-cc66d4fd9711" providerId="ADAL" clId="{6CC511E6-2F4C-4DEA-B609-215AD6F99E22}" dt="2025-12-16T05:13:02.091" v="2409" actId="20577"/>
          <ac:graphicFrameMkLst>
            <pc:docMk/>
            <pc:sldMk cId="2628521279" sldId="2147483556"/>
            <ac:graphicFrameMk id="21" creationId="{698AF8AB-92C6-45AB-A7E1-5FAFA10C41C5}"/>
          </ac:graphicFrameMkLst>
        </pc:graphicFrameChg>
      </pc:sldChg>
      <pc:sldChg chg="modSp mod">
        <pc:chgData name="박상하(SANGHA PARK)[sangha.park]/책임/제조DX.자동보정.RSND자동보정팀" userId="507a07c6-8366-4767-be6e-cc66d4fd9711" providerId="ADAL" clId="{6CC511E6-2F4C-4DEA-B609-215AD6F99E22}" dt="2025-12-16T05:04:09.073" v="1340" actId="20577"/>
        <pc:sldMkLst>
          <pc:docMk/>
          <pc:sldMk cId="1568104921" sldId="2147483634"/>
        </pc:sldMkLst>
        <pc:spChg chg="mod">
          <ac:chgData name="박상하(SANGHA PARK)[sangha.park]/책임/제조DX.자동보정.RSND자동보정팀" userId="507a07c6-8366-4767-be6e-cc66d4fd9711" providerId="ADAL" clId="{6CC511E6-2F4C-4DEA-B609-215AD6F99E22}" dt="2025-12-16T05:04:09.073" v="1340" actId="20577"/>
          <ac:spMkLst>
            <pc:docMk/>
            <pc:sldMk cId="1568104921" sldId="2147483634"/>
            <ac:spMk id="5" creationId="{058D9290-B6FE-4188-A628-169045B30DE8}"/>
          </ac:spMkLst>
        </pc:spChg>
        <pc:graphicFrameChg chg="modGraphic">
          <ac:chgData name="박상하(SANGHA PARK)[sangha.park]/책임/제조DX.자동보정.RSND자동보정팀" userId="507a07c6-8366-4767-be6e-cc66d4fd9711" providerId="ADAL" clId="{6CC511E6-2F4C-4DEA-B609-215AD6F99E22}" dt="2025-12-16T05:04:02.612" v="1336" actId="20577"/>
          <ac:graphicFrameMkLst>
            <pc:docMk/>
            <pc:sldMk cId="1568104921" sldId="2147483634"/>
            <ac:graphicFrameMk id="2" creationId="{14126919-6681-402B-B8DC-D9D2730CDB15}"/>
          </ac:graphicFrameMkLst>
        </pc:graphicFrameChg>
      </pc:sldChg>
    </pc:docChg>
  </pc:docChgLst>
  <pc:docChgLst>
    <pc:chgData name="정돈규(DON KYU JUNG)[donkyu]/팀장/제조DX.자동보정.RSND자동보정팀" userId="129dd0d3-f7f1-47f5-9573-5d4a6dd9ccfb" providerId="ADAL" clId="{45F19DAA-D319-4CFB-8B92-92659833FD0D}"/>
    <pc:docChg chg="custSel modSld">
      <pc:chgData name="정돈규(DON KYU JUNG)[donkyu]/팀장/제조DX.자동보정.RSND자동보정팀" userId="129dd0d3-f7f1-47f5-9573-5d4a6dd9ccfb" providerId="ADAL" clId="{45F19DAA-D319-4CFB-8B92-92659833FD0D}" dt="2025-11-26T04:36:12.865" v="1064" actId="1076"/>
      <pc:docMkLst>
        <pc:docMk/>
      </pc:docMkLst>
      <pc:sldChg chg="addSp delSp modSp mod">
        <pc:chgData name="정돈규(DON KYU JUNG)[donkyu]/팀장/제조DX.자동보정.RSND자동보정팀" userId="129dd0d3-f7f1-47f5-9573-5d4a6dd9ccfb" providerId="ADAL" clId="{45F19DAA-D319-4CFB-8B92-92659833FD0D}" dt="2025-11-26T04:15:43.899" v="794" actId="1036"/>
        <pc:sldMkLst>
          <pc:docMk/>
          <pc:sldMk cId="796425396" sldId="280"/>
        </pc:sldMkLst>
        <pc:spChg chg="mod">
          <ac:chgData name="정돈규(DON KYU JUNG)[donkyu]/팀장/제조DX.자동보정.RSND자동보정팀" userId="129dd0d3-f7f1-47f5-9573-5d4a6dd9ccfb" providerId="ADAL" clId="{45F19DAA-D319-4CFB-8B92-92659833FD0D}" dt="2025-11-26T02:09:44.992" v="780" actId="20577"/>
          <ac:spMkLst>
            <pc:docMk/>
            <pc:sldMk cId="796425396" sldId="280"/>
            <ac:spMk id="8" creationId="{3FD84678-0133-40B2-9FFB-B2D70B8D548E}"/>
          </ac:spMkLst>
        </pc:spChg>
        <pc:spChg chg="mod">
          <ac:chgData name="정돈규(DON KYU JUNG)[donkyu]/팀장/제조DX.자동보정.RSND자동보정팀" userId="129dd0d3-f7f1-47f5-9573-5d4a6dd9ccfb" providerId="ADAL" clId="{45F19DAA-D319-4CFB-8B92-92659833FD0D}" dt="2025-11-26T02:12:32.072" v="783" actId="207"/>
          <ac:spMkLst>
            <pc:docMk/>
            <pc:sldMk cId="796425396" sldId="280"/>
            <ac:spMk id="10" creationId="{6147300D-9DAE-4829-8783-4A59CE1CF601}"/>
          </ac:spMkLst>
        </pc:spChg>
      </pc:sldChg>
      <pc:sldChg chg="modSp">
        <pc:chgData name="정돈규(DON KYU JUNG)[donkyu]/팀장/제조DX.자동보정.RSND자동보정팀" userId="129dd0d3-f7f1-47f5-9573-5d4a6dd9ccfb" providerId="ADAL" clId="{45F19DAA-D319-4CFB-8B92-92659833FD0D}" dt="2025-11-26T01:09:40.899" v="0"/>
        <pc:sldMkLst>
          <pc:docMk/>
          <pc:sldMk cId="236506849" sldId="304"/>
        </pc:sldMkLst>
        <pc:graphicFrameChg chg="mod">
          <ac:chgData name="정돈규(DON KYU JUNG)[donkyu]/팀장/제조DX.자동보정.RSND자동보정팀" userId="129dd0d3-f7f1-47f5-9573-5d4a6dd9ccfb" providerId="ADAL" clId="{45F19DAA-D319-4CFB-8B92-92659833FD0D}" dt="2025-11-26T01:09:40.899" v="0"/>
          <ac:graphicFrameMkLst>
            <pc:docMk/>
            <pc:sldMk cId="236506849" sldId="304"/>
            <ac:graphicFrameMk id="36" creationId="{08EF6A84-266C-49B2-A087-EEDF8C91C215}"/>
          </ac:graphicFrameMkLst>
        </pc:graphicFrameChg>
      </pc:sldChg>
      <pc:sldChg chg="addSp modSp mod">
        <pc:chgData name="정돈규(DON KYU JUNG)[donkyu]/팀장/제조DX.자동보정.RSND자동보정팀" userId="129dd0d3-f7f1-47f5-9573-5d4a6dd9ccfb" providerId="ADAL" clId="{45F19DAA-D319-4CFB-8B92-92659833FD0D}" dt="2025-11-26T04:26:36.812" v="993" actId="20577"/>
        <pc:sldMkLst>
          <pc:docMk/>
          <pc:sldMk cId="3212163405" sldId="314"/>
        </pc:sldMkLst>
        <pc:spChg chg="add mod">
          <ac:chgData name="정돈규(DON KYU JUNG)[donkyu]/팀장/제조DX.자동보정.RSND자동보정팀" userId="129dd0d3-f7f1-47f5-9573-5d4a6dd9ccfb" providerId="ADAL" clId="{45F19DAA-D319-4CFB-8B92-92659833FD0D}" dt="2025-11-26T04:21:23.747" v="860" actId="113"/>
          <ac:spMkLst>
            <pc:docMk/>
            <pc:sldMk cId="3212163405" sldId="314"/>
            <ac:spMk id="25" creationId="{48EE789D-74DC-DBFF-0159-EB423484FA88}"/>
          </ac:spMkLst>
        </pc:spChg>
        <pc:spChg chg="add mod">
          <ac:chgData name="정돈규(DON KYU JUNG)[donkyu]/팀장/제조DX.자동보정.RSND자동보정팀" userId="129dd0d3-f7f1-47f5-9573-5d4a6dd9ccfb" providerId="ADAL" clId="{45F19DAA-D319-4CFB-8B92-92659833FD0D}" dt="2025-11-26T04:26:23.618" v="975" actId="1035"/>
          <ac:spMkLst>
            <pc:docMk/>
            <pc:sldMk cId="3212163405" sldId="314"/>
            <ac:spMk id="27" creationId="{7557E955-CB6F-275A-8843-B017549E26A3}"/>
          </ac:spMkLst>
        </pc:spChg>
        <pc:spChg chg="mod">
          <ac:chgData name="정돈규(DON KYU JUNG)[donkyu]/팀장/제조DX.자동보정.RSND자동보정팀" userId="129dd0d3-f7f1-47f5-9573-5d4a6dd9ccfb" providerId="ADAL" clId="{45F19DAA-D319-4CFB-8B92-92659833FD0D}" dt="2025-11-26T04:19:31.136" v="814" actId="20577"/>
          <ac:spMkLst>
            <pc:docMk/>
            <pc:sldMk cId="3212163405" sldId="314"/>
            <ac:spMk id="30" creationId="{6F0A1984-ACC2-4062-BE1D-9FBF00C4EB71}"/>
          </ac:spMkLst>
        </pc:spChg>
        <pc:graphicFrameChg chg="ord modGraphic">
          <ac:chgData name="정돈규(DON KYU JUNG)[donkyu]/팀장/제조DX.자동보정.RSND자동보정팀" userId="129dd0d3-f7f1-47f5-9573-5d4a6dd9ccfb" providerId="ADAL" clId="{45F19DAA-D319-4CFB-8B92-92659833FD0D}" dt="2025-11-26T04:26:36.812" v="993" actId="20577"/>
          <ac:graphicFrameMkLst>
            <pc:docMk/>
            <pc:sldMk cId="3212163405" sldId="314"/>
            <ac:graphicFrameMk id="16" creationId="{EB242356-A299-46C3-9D06-5B35325220C3}"/>
          </ac:graphicFrameMkLst>
        </pc:graphicFrameChg>
        <pc:cxnChg chg="add mod">
          <ac:chgData name="정돈규(DON KYU JUNG)[donkyu]/팀장/제조DX.자동보정.RSND자동보정팀" userId="129dd0d3-f7f1-47f5-9573-5d4a6dd9ccfb" providerId="ADAL" clId="{45F19DAA-D319-4CFB-8B92-92659833FD0D}" dt="2025-11-26T04:20:07.230" v="831" actId="1035"/>
          <ac:cxnSpMkLst>
            <pc:docMk/>
            <pc:sldMk cId="3212163405" sldId="314"/>
            <ac:cxnSpMk id="7" creationId="{E85138A8-FA87-701D-4489-BF6297A61B6F}"/>
          </ac:cxnSpMkLst>
        </pc:cxnChg>
        <pc:cxnChg chg="add mod">
          <ac:chgData name="정돈규(DON KYU JUNG)[donkyu]/팀장/제조DX.자동보정.RSND자동보정팀" userId="129dd0d3-f7f1-47f5-9573-5d4a6dd9ccfb" providerId="ADAL" clId="{45F19DAA-D319-4CFB-8B92-92659833FD0D}" dt="2025-11-26T04:20:23.871" v="834" actId="1038"/>
          <ac:cxnSpMkLst>
            <pc:docMk/>
            <pc:sldMk cId="3212163405" sldId="314"/>
            <ac:cxnSpMk id="8" creationId="{E4DDC798-C8D2-3EC3-30BF-189CE32775DC}"/>
          </ac:cxnSpMkLst>
        </pc:cxnChg>
        <pc:cxnChg chg="add">
          <ac:chgData name="정돈규(DON KYU JUNG)[donkyu]/팀장/제조DX.자동보정.RSND자동보정팀" userId="129dd0d3-f7f1-47f5-9573-5d4a6dd9ccfb" providerId="ADAL" clId="{45F19DAA-D319-4CFB-8B92-92659833FD0D}" dt="2025-11-26T04:21:02.793" v="835" actId="11529"/>
          <ac:cxnSpMkLst>
            <pc:docMk/>
            <pc:sldMk cId="3212163405" sldId="314"/>
            <ac:cxnSpMk id="17" creationId="{7245E359-1E78-84F0-7158-93677141A814}"/>
          </ac:cxnSpMkLst>
        </pc:cxnChg>
      </pc:sldChg>
      <pc:sldChg chg="addSp modSp mod">
        <pc:chgData name="정돈규(DON KYU JUNG)[donkyu]/팀장/제조DX.자동보정.RSND자동보정팀" userId="129dd0d3-f7f1-47f5-9573-5d4a6dd9ccfb" providerId="ADAL" clId="{45F19DAA-D319-4CFB-8B92-92659833FD0D}" dt="2025-11-26T04:36:12.865" v="1064" actId="1076"/>
        <pc:sldMkLst>
          <pc:docMk/>
          <pc:sldMk cId="1740659674" sldId="315"/>
        </pc:sldMkLst>
        <pc:spChg chg="add mod">
          <ac:chgData name="정돈규(DON KYU JUNG)[donkyu]/팀장/제조DX.자동보정.RSND자동보정팀" userId="129dd0d3-f7f1-47f5-9573-5d4a6dd9ccfb" providerId="ADAL" clId="{45F19DAA-D319-4CFB-8B92-92659833FD0D}" dt="2025-11-26T04:35:36.614" v="1063"/>
          <ac:spMkLst>
            <pc:docMk/>
            <pc:sldMk cId="1740659674" sldId="315"/>
            <ac:spMk id="3" creationId="{BFB52526-FFAC-A078-2201-BB1F3EDADC39}"/>
          </ac:spMkLst>
        </pc:spChg>
      </pc:sldChg>
      <pc:sldChg chg="modSp mod">
        <pc:chgData name="정돈규(DON KYU JUNG)[donkyu]/팀장/제조DX.자동보정.RSND자동보정팀" userId="129dd0d3-f7f1-47f5-9573-5d4a6dd9ccfb" providerId="ADAL" clId="{45F19DAA-D319-4CFB-8B92-92659833FD0D}" dt="2025-11-26T01:13:26.996" v="30" actId="20577"/>
        <pc:sldMkLst>
          <pc:docMk/>
          <pc:sldMk cId="2253287276" sldId="2147482042"/>
        </pc:sldMkLst>
        <pc:graphicFrameChg chg="mod modGraphic">
          <ac:chgData name="정돈규(DON KYU JUNG)[donkyu]/팀장/제조DX.자동보정.RSND자동보정팀" userId="129dd0d3-f7f1-47f5-9573-5d4a6dd9ccfb" providerId="ADAL" clId="{45F19DAA-D319-4CFB-8B92-92659833FD0D}" dt="2025-11-26T01:13:26.996" v="30" actId="20577"/>
          <ac:graphicFrameMkLst>
            <pc:docMk/>
            <pc:sldMk cId="2253287276" sldId="2147482042"/>
            <ac:graphicFrameMk id="12" creationId="{7B364C26-8D6A-49BB-AD20-5191801966F9}"/>
          </ac:graphicFrameMkLst>
        </pc:graphicFrameChg>
      </pc:sldChg>
      <pc:sldChg chg="modSp mod">
        <pc:chgData name="정돈규(DON KYU JUNG)[donkyu]/팀장/제조DX.자동보정.RSND자동보정팀" userId="129dd0d3-f7f1-47f5-9573-5d4a6dd9ccfb" providerId="ADAL" clId="{45F19DAA-D319-4CFB-8B92-92659833FD0D}" dt="2025-11-26T04:19:24.621" v="811"/>
        <pc:sldMkLst>
          <pc:docMk/>
          <pc:sldMk cId="1129839810" sldId="2147483547"/>
        </pc:sldMkLst>
        <pc:spChg chg="mod">
          <ac:chgData name="정돈규(DON KYU JUNG)[donkyu]/팀장/제조DX.자동보정.RSND자동보정팀" userId="129dd0d3-f7f1-47f5-9573-5d4a6dd9ccfb" providerId="ADAL" clId="{45F19DAA-D319-4CFB-8B92-92659833FD0D}" dt="2025-11-26T04:19:24.621" v="811"/>
          <ac:spMkLst>
            <pc:docMk/>
            <pc:sldMk cId="1129839810" sldId="2147483547"/>
            <ac:spMk id="30" creationId="{6F0A1984-ACC2-4062-BE1D-9FBF00C4EB71}"/>
          </ac:spMkLst>
        </pc:spChg>
      </pc:sldChg>
      <pc:sldChg chg="modSp mod">
        <pc:chgData name="정돈규(DON KYU JUNG)[donkyu]/팀장/제조DX.자동보정.RSND자동보정팀" userId="129dd0d3-f7f1-47f5-9573-5d4a6dd9ccfb" providerId="ADAL" clId="{45F19DAA-D319-4CFB-8B92-92659833FD0D}" dt="2025-11-26T01:33:16.809" v="53" actId="20577"/>
        <pc:sldMkLst>
          <pc:docMk/>
          <pc:sldMk cId="938929586" sldId="2147483555"/>
        </pc:sldMkLst>
        <pc:graphicFrameChg chg="modGraphic">
          <ac:chgData name="정돈규(DON KYU JUNG)[donkyu]/팀장/제조DX.자동보정.RSND자동보정팀" userId="129dd0d3-f7f1-47f5-9573-5d4a6dd9ccfb" providerId="ADAL" clId="{45F19DAA-D319-4CFB-8B92-92659833FD0D}" dt="2025-11-26T01:33:16.809" v="53" actId="20577"/>
          <ac:graphicFrameMkLst>
            <pc:docMk/>
            <pc:sldMk cId="938929586" sldId="2147483555"/>
            <ac:graphicFrameMk id="21" creationId="{698AF8AB-92C6-45AB-A7E1-5FAFA10C41C5}"/>
          </ac:graphicFrameMkLst>
        </pc:graphicFrameChg>
      </pc:sldChg>
      <pc:sldChg chg="modSp mod">
        <pc:chgData name="정돈규(DON KYU JUNG)[donkyu]/팀장/제조DX.자동보정.RSND자동보정팀" userId="129dd0d3-f7f1-47f5-9573-5d4a6dd9ccfb" providerId="ADAL" clId="{45F19DAA-D319-4CFB-8B92-92659833FD0D}" dt="2025-11-26T01:31:59.105" v="48" actId="20577"/>
        <pc:sldMkLst>
          <pc:docMk/>
          <pc:sldMk cId="2628521279" sldId="2147483556"/>
        </pc:sldMkLst>
        <pc:graphicFrameChg chg="modGraphic">
          <ac:chgData name="정돈규(DON KYU JUNG)[donkyu]/팀장/제조DX.자동보정.RSND자동보정팀" userId="129dd0d3-f7f1-47f5-9573-5d4a6dd9ccfb" providerId="ADAL" clId="{45F19DAA-D319-4CFB-8B92-92659833FD0D}" dt="2025-11-26T01:31:59.105" v="48" actId="20577"/>
          <ac:graphicFrameMkLst>
            <pc:docMk/>
            <pc:sldMk cId="2628521279" sldId="2147483556"/>
            <ac:graphicFrameMk id="21" creationId="{698AF8AB-92C6-45AB-A7E1-5FAFA10C41C5}"/>
          </ac:graphicFrameMkLst>
        </pc:graphicFrameChg>
      </pc:sldChg>
      <pc:sldChg chg="modSp mod">
        <pc:chgData name="정돈규(DON KYU JUNG)[donkyu]/팀장/제조DX.자동보정.RSND자동보정팀" userId="129dd0d3-f7f1-47f5-9573-5d4a6dd9ccfb" providerId="ADAL" clId="{45F19DAA-D319-4CFB-8B92-92659833FD0D}" dt="2025-11-26T02:04:38.270" v="747" actId="20577"/>
        <pc:sldMkLst>
          <pc:docMk/>
          <pc:sldMk cId="525786264" sldId="2147483624"/>
        </pc:sldMkLst>
        <pc:spChg chg="mod">
          <ac:chgData name="정돈규(DON KYU JUNG)[donkyu]/팀장/제조DX.자동보정.RSND자동보정팀" userId="129dd0d3-f7f1-47f5-9573-5d4a6dd9ccfb" providerId="ADAL" clId="{45F19DAA-D319-4CFB-8B92-92659833FD0D}" dt="2025-11-26T01:59:32.021" v="521" actId="20577"/>
          <ac:spMkLst>
            <pc:docMk/>
            <pc:sldMk cId="525786264" sldId="2147483624"/>
            <ac:spMk id="4" creationId="{CEBB0812-F196-46E5-A546-53F25D17E7E5}"/>
          </ac:spMkLst>
        </pc:spChg>
        <pc:spChg chg="mod">
          <ac:chgData name="정돈규(DON KYU JUNG)[donkyu]/팀장/제조DX.자동보정.RSND자동보정팀" userId="129dd0d3-f7f1-47f5-9573-5d4a6dd9ccfb" providerId="ADAL" clId="{45F19DAA-D319-4CFB-8B92-92659833FD0D}" dt="2025-11-26T02:00:20.814" v="526" actId="1035"/>
          <ac:spMkLst>
            <pc:docMk/>
            <pc:sldMk cId="525786264" sldId="2147483624"/>
            <ac:spMk id="7" creationId="{D821E10A-0C78-4207-A9F0-1E710F88D2CF}"/>
          </ac:spMkLst>
        </pc:spChg>
        <pc:spChg chg="mod">
          <ac:chgData name="정돈규(DON KYU JUNG)[donkyu]/팀장/제조DX.자동보정.RSND자동보정팀" userId="129dd0d3-f7f1-47f5-9573-5d4a6dd9ccfb" providerId="ADAL" clId="{45F19DAA-D319-4CFB-8B92-92659833FD0D}" dt="2025-11-26T02:00:25.610" v="531" actId="1035"/>
          <ac:spMkLst>
            <pc:docMk/>
            <pc:sldMk cId="525786264" sldId="2147483624"/>
            <ac:spMk id="9" creationId="{4145FC8D-C6C9-45B8-973C-895B707DDCF9}"/>
          </ac:spMkLst>
        </pc:spChg>
        <pc:spChg chg="mod">
          <ac:chgData name="정돈규(DON KYU JUNG)[donkyu]/팀장/제조DX.자동보정.RSND자동보정팀" userId="129dd0d3-f7f1-47f5-9573-5d4a6dd9ccfb" providerId="ADAL" clId="{45F19DAA-D319-4CFB-8B92-92659833FD0D}" dt="2025-11-26T02:00:23.485" v="529" actId="1035"/>
          <ac:spMkLst>
            <pc:docMk/>
            <pc:sldMk cId="525786264" sldId="2147483624"/>
            <ac:spMk id="10" creationId="{69004F27-E6DB-42A4-871C-962201D04A3C}"/>
          </ac:spMkLst>
        </pc:spChg>
        <pc:spChg chg="mod">
          <ac:chgData name="정돈규(DON KYU JUNG)[donkyu]/팀장/제조DX.자동보정.RSND자동보정팀" userId="129dd0d3-f7f1-47f5-9573-5d4a6dd9ccfb" providerId="ADAL" clId="{45F19DAA-D319-4CFB-8B92-92659833FD0D}" dt="2025-11-26T02:03:18.098" v="725" actId="20577"/>
          <ac:spMkLst>
            <pc:docMk/>
            <pc:sldMk cId="525786264" sldId="2147483624"/>
            <ac:spMk id="11" creationId="{3274C080-3787-0A27-C67B-6746657330A6}"/>
          </ac:spMkLst>
        </pc:spChg>
        <pc:spChg chg="mod">
          <ac:chgData name="정돈규(DON KYU JUNG)[donkyu]/팀장/제조DX.자동보정.RSND자동보정팀" userId="129dd0d3-f7f1-47f5-9573-5d4a6dd9ccfb" providerId="ADAL" clId="{45F19DAA-D319-4CFB-8B92-92659833FD0D}" dt="2025-11-26T02:00:28.814" v="534" actId="1035"/>
          <ac:spMkLst>
            <pc:docMk/>
            <pc:sldMk cId="525786264" sldId="2147483624"/>
            <ac:spMk id="12" creationId="{A66A2E4A-B0EE-42EA-53F0-6C0F0FDC2111}"/>
          </ac:spMkLst>
        </pc:spChg>
        <pc:spChg chg="mod">
          <ac:chgData name="정돈규(DON KYU JUNG)[donkyu]/팀장/제조DX.자동보정.RSND자동보정팀" userId="129dd0d3-f7f1-47f5-9573-5d4a6dd9ccfb" providerId="ADAL" clId="{45F19DAA-D319-4CFB-8B92-92659833FD0D}" dt="2025-11-26T02:04:38.270" v="747" actId="20577"/>
          <ac:spMkLst>
            <pc:docMk/>
            <pc:sldMk cId="525786264" sldId="2147483624"/>
            <ac:spMk id="18" creationId="{FA5B1F63-17C0-4730-91BE-1A7B79249914}"/>
          </ac:spMkLst>
        </pc:spChg>
        <pc:spChg chg="mod">
          <ac:chgData name="정돈규(DON KYU JUNG)[donkyu]/팀장/제조DX.자동보정.RSND자동보정팀" userId="129dd0d3-f7f1-47f5-9573-5d4a6dd9ccfb" providerId="ADAL" clId="{45F19DAA-D319-4CFB-8B92-92659833FD0D}" dt="2025-11-26T02:02:12.112" v="651" actId="20577"/>
          <ac:spMkLst>
            <pc:docMk/>
            <pc:sldMk cId="525786264" sldId="2147483624"/>
            <ac:spMk id="21" creationId="{B00712CB-B099-86DB-9D6F-E91A2DDF6AB5}"/>
          </ac:spMkLst>
        </pc:spChg>
      </pc:sldChg>
    </pc:docChg>
  </pc:docChgLst>
  <pc:docChgLst>
    <pc:chgData name="안다현(DAHYUN AHN)[dahyun.ahn]/사원/제조DX.자동보정.조립자동보정팀" userId="S::dahyun.ahn@lgensol.com::7637ba88-3042-4a41-bc1d-63ce7574c848" providerId="AD" clId="Web-{F9707886-01D0-BE80-FC7F-5DC88FBEE9E8}"/>
    <pc:docChg chg="modSld">
      <pc:chgData name="안다현(DAHYUN AHN)[dahyun.ahn]/사원/제조DX.자동보정.조립자동보정팀" userId="S::dahyun.ahn@lgensol.com::7637ba88-3042-4a41-bc1d-63ce7574c848" providerId="AD" clId="Web-{F9707886-01D0-BE80-FC7F-5DC88FBEE9E8}" dt="2025-12-16T01:35:54.127" v="270"/>
      <pc:docMkLst>
        <pc:docMk/>
      </pc:docMkLst>
      <pc:sldChg chg="modSp">
        <pc:chgData name="안다현(DAHYUN AHN)[dahyun.ahn]/사원/제조DX.자동보정.조립자동보정팀" userId="S::dahyun.ahn@lgensol.com::7637ba88-3042-4a41-bc1d-63ce7574c848" providerId="AD" clId="Web-{F9707886-01D0-BE80-FC7F-5DC88FBEE9E8}" dt="2025-12-16T01:27:16.097" v="9"/>
        <pc:sldMkLst>
          <pc:docMk/>
          <pc:sldMk cId="3152614394" sldId="272"/>
        </pc:sldMkLst>
        <pc:spChg chg="mod">
          <ac:chgData name="안다현(DAHYUN AHN)[dahyun.ahn]/사원/제조DX.자동보정.조립자동보정팀" userId="S::dahyun.ahn@lgensol.com::7637ba88-3042-4a41-bc1d-63ce7574c848" providerId="AD" clId="Web-{F9707886-01D0-BE80-FC7F-5DC88FBEE9E8}" dt="2025-12-16T01:26:19.268" v="1" actId="20577"/>
          <ac:spMkLst>
            <pc:docMk/>
            <pc:sldMk cId="3152614394" sldId="272"/>
            <ac:spMk id="6" creationId="{05773D21-E444-94AC-7BF3-D0B9E1BC9F91}"/>
          </ac:spMkLst>
        </pc:spChg>
        <pc:graphicFrameChg chg="mod modGraphic">
          <ac:chgData name="안다현(DAHYUN AHN)[dahyun.ahn]/사원/제조DX.자동보정.조립자동보정팀" userId="S::dahyun.ahn@lgensol.com::7637ba88-3042-4a41-bc1d-63ce7574c848" providerId="AD" clId="Web-{F9707886-01D0-BE80-FC7F-5DC88FBEE9E8}" dt="2025-12-16T01:27:16.097" v="9"/>
          <ac:graphicFrameMkLst>
            <pc:docMk/>
            <pc:sldMk cId="3152614394" sldId="272"/>
            <ac:graphicFrameMk id="9" creationId="{F9E76470-5813-4108-9658-C9DA922B60EF}"/>
          </ac:graphicFrameMkLst>
        </pc:graphicFrameChg>
      </pc:sldChg>
      <pc:sldChg chg="delSp modSp">
        <pc:chgData name="안다현(DAHYUN AHN)[dahyun.ahn]/사원/제조DX.자동보정.조립자동보정팀" userId="S::dahyun.ahn@lgensol.com::7637ba88-3042-4a41-bc1d-63ce7574c848" providerId="AD" clId="Web-{F9707886-01D0-BE80-FC7F-5DC88FBEE9E8}" dt="2025-12-16T01:35:54.127" v="270"/>
        <pc:sldMkLst>
          <pc:docMk/>
          <pc:sldMk cId="980722720" sldId="287"/>
        </pc:sldMkLst>
        <pc:spChg chg="del">
          <ac:chgData name="안다현(DAHYUN AHN)[dahyun.ahn]/사원/제조DX.자동보정.조립자동보정팀" userId="S::dahyun.ahn@lgensol.com::7637ba88-3042-4a41-bc1d-63ce7574c848" providerId="AD" clId="Web-{F9707886-01D0-BE80-FC7F-5DC88FBEE9E8}" dt="2025-12-16T01:28:03.285" v="13"/>
          <ac:spMkLst>
            <pc:docMk/>
            <pc:sldMk cId="980722720" sldId="287"/>
            <ac:spMk id="2" creationId="{29542969-E4B9-CCA1-34AD-B7D918FB1CDD}"/>
          </ac:spMkLst>
        </pc:spChg>
        <pc:spChg chg="del mod">
          <ac:chgData name="안다현(DAHYUN AHN)[dahyun.ahn]/사원/제조DX.자동보정.조립자동보정팀" userId="S::dahyun.ahn@lgensol.com::7637ba88-3042-4a41-bc1d-63ce7574c848" providerId="AD" clId="Web-{F9707886-01D0-BE80-FC7F-5DC88FBEE9E8}" dt="2025-12-16T01:35:05" v="237"/>
          <ac:spMkLst>
            <pc:docMk/>
            <pc:sldMk cId="980722720" sldId="287"/>
            <ac:spMk id="4" creationId="{C2874AEF-521F-7B89-5B28-02FCD294D40B}"/>
          </ac:spMkLst>
        </pc:spChg>
        <pc:spChg chg="mod">
          <ac:chgData name="안다현(DAHYUN AHN)[dahyun.ahn]/사원/제조DX.자동보정.조립자동보정팀" userId="S::dahyun.ahn@lgensol.com::7637ba88-3042-4a41-bc1d-63ce7574c848" providerId="AD" clId="Web-{F9707886-01D0-BE80-FC7F-5DC88FBEE9E8}" dt="2025-12-16T01:26:44.268" v="3" actId="20577"/>
          <ac:spMkLst>
            <pc:docMk/>
            <pc:sldMk cId="980722720" sldId="287"/>
            <ac:spMk id="6" creationId="{4E1E8773-DC85-D4E2-9228-C2B401218374}"/>
          </ac:spMkLst>
        </pc:spChg>
        <pc:spChg chg="del">
          <ac:chgData name="안다현(DAHYUN AHN)[dahyun.ahn]/사원/제조DX.자동보정.조립자동보정팀" userId="S::dahyun.ahn@lgensol.com::7637ba88-3042-4a41-bc1d-63ce7574c848" providerId="AD" clId="Web-{F9707886-01D0-BE80-FC7F-5DC88FBEE9E8}" dt="2025-12-16T01:34:54.031" v="232"/>
          <ac:spMkLst>
            <pc:docMk/>
            <pc:sldMk cId="980722720" sldId="287"/>
            <ac:spMk id="8" creationId="{916405AF-A6A6-2A85-1942-9D56794A438E}"/>
          </ac:spMkLst>
        </pc:spChg>
        <pc:spChg chg="del mod">
          <ac:chgData name="안다현(DAHYUN AHN)[dahyun.ahn]/사원/제조DX.자동보정.조립자동보정팀" userId="S::dahyun.ahn@lgensol.com::7637ba88-3042-4a41-bc1d-63ce7574c848" providerId="AD" clId="Web-{F9707886-01D0-BE80-FC7F-5DC88FBEE9E8}" dt="2025-12-16T01:35:09.751" v="238"/>
          <ac:spMkLst>
            <pc:docMk/>
            <pc:sldMk cId="980722720" sldId="287"/>
            <ac:spMk id="50" creationId="{1813BD00-4916-E003-327D-6FB1770AFF3D}"/>
          </ac:spMkLst>
        </pc:spChg>
        <pc:graphicFrameChg chg="mod modGraphic">
          <ac:chgData name="안다현(DAHYUN AHN)[dahyun.ahn]/사원/제조DX.자동보정.조립자동보정팀" userId="S::dahyun.ahn@lgensol.com::7637ba88-3042-4a41-bc1d-63ce7574c848" providerId="AD" clId="Web-{F9707886-01D0-BE80-FC7F-5DC88FBEE9E8}" dt="2025-12-16T01:35:54.127" v="270"/>
          <ac:graphicFrameMkLst>
            <pc:docMk/>
            <pc:sldMk cId="980722720" sldId="287"/>
            <ac:graphicFrameMk id="9" creationId="{6418FABD-9FDF-D221-AA86-B60755751675}"/>
          </ac:graphicFrameMkLst>
        </pc:graphicFrameChg>
        <pc:picChg chg="del mod">
          <ac:chgData name="안다현(DAHYUN AHN)[dahyun.ahn]/사원/제조DX.자동보정.조립자동보정팀" userId="S::dahyun.ahn@lgensol.com::7637ba88-3042-4a41-bc1d-63ce7574c848" providerId="AD" clId="Web-{F9707886-01D0-BE80-FC7F-5DC88FBEE9E8}" dt="2025-12-16T01:34:45.625" v="231"/>
          <ac:picMkLst>
            <pc:docMk/>
            <pc:sldMk cId="980722720" sldId="287"/>
            <ac:picMk id="10" creationId="{4BE9C941-E7A8-B9F6-45F8-747F33F568C5}"/>
          </ac:picMkLst>
        </pc:picChg>
      </pc:sldChg>
    </pc:docChg>
  </pc:docChgLst>
  <pc:docChgLst>
    <pc:chgData name="최문석(MOON SEOK CHOI)[mschoi19]/책임/제조DX.자동보정.자동보정선행개발팀" userId="b461c574-904d-49dd-b4c4-a0a522fe5e7c" providerId="ADAL" clId="{7093C062-D2DF-4C06-BFBA-38AE98CCC1A8}"/>
    <pc:docChg chg="undo custSel modSld">
      <pc:chgData name="최문석(MOON SEOK CHOI)[mschoi19]/책임/제조DX.자동보정.자동보정선행개발팀" userId="b461c574-904d-49dd-b4c4-a0a522fe5e7c" providerId="ADAL" clId="{7093C062-D2DF-4C06-BFBA-38AE98CCC1A8}" dt="2025-12-10T02:18:09.050" v="369"/>
      <pc:docMkLst>
        <pc:docMk/>
      </pc:docMkLst>
      <pc:sldChg chg="addSp delSp modSp mod">
        <pc:chgData name="최문석(MOON SEOK CHOI)[mschoi19]/책임/제조DX.자동보정.자동보정선행개발팀" userId="b461c574-904d-49dd-b4c4-a0a522fe5e7c" providerId="ADAL" clId="{7093C062-D2DF-4C06-BFBA-38AE98CCC1A8}" dt="2025-12-10T02:18:09.050" v="369"/>
        <pc:sldMkLst>
          <pc:docMk/>
          <pc:sldMk cId="2246734517" sldId="261"/>
        </pc:sldMkLst>
        <pc:spChg chg="mod">
          <ac:chgData name="최문석(MOON SEOK CHOI)[mschoi19]/책임/제조DX.자동보정.자동보정선행개발팀" userId="b461c574-904d-49dd-b4c4-a0a522fe5e7c" providerId="ADAL" clId="{7093C062-D2DF-4C06-BFBA-38AE98CCC1A8}" dt="2025-12-10T02:18:09.050" v="369"/>
          <ac:spMkLst>
            <pc:docMk/>
            <pc:sldMk cId="2246734517" sldId="261"/>
            <ac:spMk id="18" creationId="{E37CB9DC-FEED-1974-46FE-306D820160B7}"/>
          </ac:spMkLst>
        </pc:spChg>
        <pc:spChg chg="mod">
          <ac:chgData name="최문석(MOON SEOK CHOI)[mschoi19]/책임/제조DX.자동보정.자동보정선행개발팀" userId="b461c574-904d-49dd-b4c4-a0a522fe5e7c" providerId="ADAL" clId="{7093C062-D2DF-4C06-BFBA-38AE98CCC1A8}" dt="2025-12-10T02:18:09.050" v="369"/>
          <ac:spMkLst>
            <pc:docMk/>
            <pc:sldMk cId="2246734517" sldId="261"/>
            <ac:spMk id="21" creationId="{FD3B28CF-B49C-0F70-52DC-A73C6BCC1FA9}"/>
          </ac:spMkLst>
        </pc:spChg>
        <pc:grpChg chg="add mod">
          <ac:chgData name="최문석(MOON SEOK CHOI)[mschoi19]/책임/제조DX.자동보정.자동보정선행개발팀" userId="b461c574-904d-49dd-b4c4-a0a522fe5e7c" providerId="ADAL" clId="{7093C062-D2DF-4C06-BFBA-38AE98CCC1A8}" dt="2025-12-10T02:18:09.050" v="369"/>
          <ac:grpSpMkLst>
            <pc:docMk/>
            <pc:sldMk cId="2246734517" sldId="261"/>
            <ac:grpSpMk id="15" creationId="{A073A9BC-8655-C940-43CC-AFEA6FB00FD2}"/>
          </ac:grpSpMkLst>
        </pc:grpChg>
        <pc:graphicFrameChg chg="modGraphic">
          <ac:chgData name="최문석(MOON SEOK CHOI)[mschoi19]/책임/제조DX.자동보정.자동보정선행개발팀" userId="b461c574-904d-49dd-b4c4-a0a522fe5e7c" providerId="ADAL" clId="{7093C062-D2DF-4C06-BFBA-38AE98CCC1A8}" dt="2025-12-10T02:05:32.248" v="360" actId="20577"/>
          <ac:graphicFrameMkLst>
            <pc:docMk/>
            <pc:sldMk cId="2246734517" sldId="261"/>
            <ac:graphicFrameMk id="3" creationId="{1B538319-E744-914C-0D08-26296EEC9C81}"/>
          </ac:graphicFrameMkLst>
        </pc:graphicFrameChg>
        <pc:graphicFrameChg chg="mod modGraphic">
          <ac:chgData name="최문석(MOON SEOK CHOI)[mschoi19]/책임/제조DX.자동보정.자동보정선행개발팀" userId="b461c574-904d-49dd-b4c4-a0a522fe5e7c" providerId="ADAL" clId="{7093C062-D2DF-4C06-BFBA-38AE98CCC1A8}" dt="2025-12-10T02:17:06.436" v="367"/>
          <ac:graphicFrameMkLst>
            <pc:docMk/>
            <pc:sldMk cId="2246734517" sldId="261"/>
            <ac:graphicFrameMk id="32" creationId="{C75B2E3A-6367-47F5-9C2E-36D1B1E1DCAE}"/>
          </ac:graphicFrameMkLst>
        </pc:graphicFrameChg>
      </pc:sldChg>
      <pc:sldChg chg="modSp mod">
        <pc:chgData name="최문석(MOON SEOK CHOI)[mschoi19]/책임/제조DX.자동보정.자동보정선행개발팀" userId="b461c574-904d-49dd-b4c4-a0a522fe5e7c" providerId="ADAL" clId="{7093C062-D2DF-4C06-BFBA-38AE98CCC1A8}" dt="2025-12-10T02:01:05.885" v="356"/>
        <pc:sldMkLst>
          <pc:docMk/>
          <pc:sldMk cId="3244941362" sldId="303"/>
        </pc:sldMkLst>
        <pc:spChg chg="mod">
          <ac:chgData name="최문석(MOON SEOK CHOI)[mschoi19]/책임/제조DX.자동보정.자동보정선행개발팀" userId="b461c574-904d-49dd-b4c4-a0a522fe5e7c" providerId="ADAL" clId="{7093C062-D2DF-4C06-BFBA-38AE98CCC1A8}" dt="2025-12-10T02:00:53.238" v="349" actId="1076"/>
          <ac:spMkLst>
            <pc:docMk/>
            <pc:sldMk cId="3244941362" sldId="303"/>
            <ac:spMk id="6" creationId="{B170A9D1-32D2-94C8-DCCB-CB207FA1D2A0}"/>
          </ac:spMkLst>
        </pc:spChg>
        <pc:graphicFrameChg chg="mod modGraphic">
          <ac:chgData name="최문석(MOON SEOK CHOI)[mschoi19]/책임/제조DX.자동보정.자동보정선행개발팀" userId="b461c574-904d-49dd-b4c4-a0a522fe5e7c" providerId="ADAL" clId="{7093C062-D2DF-4C06-BFBA-38AE98CCC1A8}" dt="2025-12-10T01:59:33.137" v="250" actId="1076"/>
          <ac:graphicFrameMkLst>
            <pc:docMk/>
            <pc:sldMk cId="3244941362" sldId="303"/>
            <ac:graphicFrameMk id="21" creationId="{7ABA8972-4FCF-ED76-9B2A-1055402F99E2}"/>
          </ac:graphicFrameMkLst>
        </pc:graphicFrameChg>
        <pc:graphicFrameChg chg="mod modGraphic">
          <ac:chgData name="최문석(MOON SEOK CHOI)[mschoi19]/책임/제조DX.자동보정.자동보정선행개발팀" userId="b461c574-904d-49dd-b4c4-a0a522fe5e7c" providerId="ADAL" clId="{7093C062-D2DF-4C06-BFBA-38AE98CCC1A8}" dt="2025-12-10T02:01:05.885" v="356"/>
          <ac:graphicFrameMkLst>
            <pc:docMk/>
            <pc:sldMk cId="3244941362" sldId="303"/>
            <ac:graphicFrameMk id="32" creationId="{C75B2E3A-6367-47F5-9C2E-36D1B1E1DCAE}"/>
          </ac:graphicFrameMkLst>
        </pc:graphicFrameChg>
      </pc:sldChg>
    </pc:docChg>
  </pc:docChgLst>
  <pc:docChgLst>
    <pc:chgData name="박수종(SUJONG PARK)[sujong.park]/팀장/제조DX.자동보정.조립자동보정팀" userId="ab82824d-b00b-4730-b1d5-e6a89197d8e8" providerId="ADAL" clId="{99BCD704-38D7-4343-BA43-4487F9E37BD5}"/>
    <pc:docChg chg="undo custSel modSld sldOrd modSection">
      <pc:chgData name="박수종(SUJONG PARK)[sujong.park]/팀장/제조DX.자동보정.조립자동보정팀" userId="ab82824d-b00b-4730-b1d5-e6a89197d8e8" providerId="ADAL" clId="{99BCD704-38D7-4343-BA43-4487F9E37BD5}" dt="2025-12-03T14:41:29.175" v="3596" actId="20577"/>
      <pc:docMkLst>
        <pc:docMk/>
      </pc:docMkLst>
      <pc:sldChg chg="addSp delSp modSp mod ord">
        <pc:chgData name="박수종(SUJONG PARK)[sujong.park]/팀장/제조DX.자동보정.조립자동보정팀" userId="ab82824d-b00b-4730-b1d5-e6a89197d8e8" providerId="ADAL" clId="{99BCD704-38D7-4343-BA43-4487F9E37BD5}" dt="2025-12-03T14:28:29.993" v="3217" actId="20578"/>
        <pc:sldMkLst>
          <pc:docMk/>
          <pc:sldMk cId="2440852975" sldId="2147481923"/>
        </pc:sldMkLst>
        <pc:spChg chg="mod">
          <ac:chgData name="박수종(SUJONG PARK)[sujong.park]/팀장/제조DX.자동보정.조립자동보정팀" userId="ab82824d-b00b-4730-b1d5-e6a89197d8e8" providerId="ADAL" clId="{99BCD704-38D7-4343-BA43-4487F9E37BD5}" dt="2025-12-03T09:43:32.228" v="1410" actId="207"/>
          <ac:spMkLst>
            <pc:docMk/>
            <pc:sldMk cId="2440852975" sldId="2147481923"/>
            <ac:spMk id="8" creationId="{CB0B3E35-76C1-4ED7-A859-2CC8E85EA27D}"/>
          </ac:spMkLst>
        </pc:spChg>
      </pc:sldChg>
      <pc:sldChg chg="addSp delSp modSp mod">
        <pc:chgData name="박수종(SUJONG PARK)[sujong.park]/팀장/제조DX.자동보정.조립자동보정팀" userId="ab82824d-b00b-4730-b1d5-e6a89197d8e8" providerId="ADAL" clId="{99BCD704-38D7-4343-BA43-4487F9E37BD5}" dt="2025-12-03T14:41:29.175" v="3596" actId="20577"/>
        <pc:sldMkLst>
          <pc:docMk/>
          <pc:sldMk cId="2543445665" sldId="2147483561"/>
        </pc:sldMkLst>
        <pc:spChg chg="mod">
          <ac:chgData name="박수종(SUJONG PARK)[sujong.park]/팀장/제조DX.자동보정.조립자동보정팀" userId="ab82824d-b00b-4730-b1d5-e6a89197d8e8" providerId="ADAL" clId="{99BCD704-38D7-4343-BA43-4487F9E37BD5}" dt="2025-12-03T14:41:29.175" v="3596" actId="20577"/>
          <ac:spMkLst>
            <pc:docMk/>
            <pc:sldMk cId="2543445665" sldId="2147483561"/>
            <ac:spMk id="7" creationId="{2BC7F42E-092C-4FC0-A5C6-9F625CADC1F5}"/>
          </ac:spMkLst>
        </pc:spChg>
      </pc:sldChg>
    </pc:docChg>
  </pc:docChgLst>
  <pc:docChgLst>
    <pc:chgData name="심은찬(EUNCHAN SIM)[sec1021]/선임/제조DX.자동보정.조립자동보정팀" userId="S::sec1021@lgensol.com::9090956e-ab5b-49d1-9c87-2078b7755aae" providerId="AD" clId="Web-{65BF9726-3162-50A9-E231-4F760CCE5BB4}"/>
    <pc:docChg chg="modSld">
      <pc:chgData name="심은찬(EUNCHAN SIM)[sec1021]/선임/제조DX.자동보정.조립자동보정팀" userId="S::sec1021@lgensol.com::9090956e-ab5b-49d1-9c87-2078b7755aae" providerId="AD" clId="Web-{65BF9726-3162-50A9-E231-4F760CCE5BB4}" dt="2025-12-16T00:13:21.074" v="65"/>
      <pc:docMkLst>
        <pc:docMk/>
      </pc:docMkLst>
      <pc:sldChg chg="modSp">
        <pc:chgData name="심은찬(EUNCHAN SIM)[sec1021]/선임/제조DX.자동보정.조립자동보정팀" userId="S::sec1021@lgensol.com::9090956e-ab5b-49d1-9c87-2078b7755aae" providerId="AD" clId="Web-{65BF9726-3162-50A9-E231-4F760CCE5BB4}" dt="2025-12-16T00:13:21.074" v="65"/>
        <pc:sldMkLst>
          <pc:docMk/>
          <pc:sldMk cId="1197446796" sldId="256"/>
        </pc:sldMkLst>
        <pc:graphicFrameChg chg="mod modGraphic">
          <ac:chgData name="심은찬(EUNCHAN SIM)[sec1021]/선임/제조DX.자동보정.조립자동보정팀" userId="S::sec1021@lgensol.com::9090956e-ab5b-49d1-9c87-2078b7755aae" providerId="AD" clId="Web-{65BF9726-3162-50A9-E231-4F760CCE5BB4}" dt="2025-12-16T00:13:21.074" v="65"/>
          <ac:graphicFrameMkLst>
            <pc:docMk/>
            <pc:sldMk cId="1197446796" sldId="256"/>
            <ac:graphicFrameMk id="9" creationId="{459FC5F3-1FD5-01E7-B1BA-B39813120590}"/>
          </ac:graphicFrameMkLst>
        </pc:graphicFrameChg>
      </pc:sldChg>
    </pc:docChg>
  </pc:docChgLst>
  <pc:docChgLst>
    <pc:chgData name="서재근(SEOJAEGEUN)[jaegeun_seo]/선임/제조지능화.자동보정.셀자동보정팀" userId="1d35fbd2-c434-4655-8e45-c3f8ff29566d" providerId="ADAL" clId="{A5266DFE-664A-4189-88EE-A43BE52C34A4}"/>
    <pc:docChg chg="undo custSel modSld">
      <pc:chgData name="서재근(SEOJAEGEUN)[jaegeun_seo]/선임/제조지능화.자동보정.셀자동보정팀" userId="1d35fbd2-c434-4655-8e45-c3f8ff29566d" providerId="ADAL" clId="{A5266DFE-664A-4189-88EE-A43BE52C34A4}" dt="2025-11-26T08:18:59.075" v="1098" actId="1036"/>
      <pc:docMkLst>
        <pc:docMk/>
      </pc:docMkLst>
      <pc:sldChg chg="delSp modSp">
        <pc:chgData name="서재근(SEOJAEGEUN)[jaegeun_seo]/선임/제조지능화.자동보정.셀자동보정팀" userId="1d35fbd2-c434-4655-8e45-c3f8ff29566d" providerId="ADAL" clId="{A5266DFE-664A-4189-88EE-A43BE52C34A4}" dt="2025-11-26T08:18:59.075" v="1098" actId="1036"/>
        <pc:sldMkLst>
          <pc:docMk/>
          <pc:sldMk cId="2551372592" sldId="274"/>
        </pc:sldMkLst>
        <pc:spChg chg="mod">
          <ac:chgData name="서재근(SEOJAEGEUN)[jaegeun_seo]/선임/제조지능화.자동보정.셀자동보정팀" userId="1d35fbd2-c434-4655-8e45-c3f8ff29566d" providerId="ADAL" clId="{A5266DFE-664A-4189-88EE-A43BE52C34A4}" dt="2025-11-26T08:18:59.075" v="1098" actId="1036"/>
          <ac:spMkLst>
            <pc:docMk/>
            <pc:sldMk cId="2551372592" sldId="274"/>
            <ac:spMk id="4" creationId="{2D79BCD5-324C-45CA-95F8-97208316746B}"/>
          </ac:spMkLst>
        </pc:spChg>
        <pc:spChg chg="mod">
          <ac:chgData name="서재근(SEOJAEGEUN)[jaegeun_seo]/선임/제조지능화.자동보정.셀자동보정팀" userId="1d35fbd2-c434-4655-8e45-c3f8ff29566d" providerId="ADAL" clId="{A5266DFE-664A-4189-88EE-A43BE52C34A4}" dt="2025-11-26T01:31:22.341" v="804" actId="20577"/>
          <ac:spMkLst>
            <pc:docMk/>
            <pc:sldMk cId="2551372592" sldId="274"/>
            <ac:spMk id="14" creationId="{B37B5930-E590-474C-B34F-D326DD490861}"/>
          </ac:spMkLst>
        </pc:spChg>
        <pc:spChg chg="mod">
          <ac:chgData name="서재근(SEOJAEGEUN)[jaegeun_seo]/선임/제조지능화.자동보정.셀자동보정팀" userId="1d35fbd2-c434-4655-8e45-c3f8ff29566d" providerId="ADAL" clId="{A5266DFE-664A-4189-88EE-A43BE52C34A4}" dt="2025-11-26T08:18:59.075" v="1098" actId="1036"/>
          <ac:spMkLst>
            <pc:docMk/>
            <pc:sldMk cId="2551372592" sldId="274"/>
            <ac:spMk id="24" creationId="{287470B7-FDB4-4D6D-8AEC-267B30CCFB75}"/>
          </ac:spMkLst>
        </pc:spChg>
        <pc:spChg chg="mod">
          <ac:chgData name="서재근(SEOJAEGEUN)[jaegeun_seo]/선임/제조지능화.자동보정.셀자동보정팀" userId="1d35fbd2-c434-4655-8e45-c3f8ff29566d" providerId="ADAL" clId="{A5266DFE-664A-4189-88EE-A43BE52C34A4}" dt="2025-11-26T08:18:59.075" v="1098" actId="1036"/>
          <ac:spMkLst>
            <pc:docMk/>
            <pc:sldMk cId="2551372592" sldId="274"/>
            <ac:spMk id="25" creationId="{BA1A424D-6EFB-4789-B734-9548BAB3069E}"/>
          </ac:spMkLst>
        </pc:spChg>
        <pc:spChg chg="mod">
          <ac:chgData name="서재근(SEOJAEGEUN)[jaegeun_seo]/선임/제조지능화.자동보정.셀자동보정팀" userId="1d35fbd2-c434-4655-8e45-c3f8ff29566d" providerId="ADAL" clId="{A5266DFE-664A-4189-88EE-A43BE52C34A4}" dt="2025-11-26T08:18:59.075" v="1098" actId="1036"/>
          <ac:spMkLst>
            <pc:docMk/>
            <pc:sldMk cId="2551372592" sldId="274"/>
            <ac:spMk id="30" creationId="{10BA4961-4D9F-40D1-92CF-4BC98ECBE3B5}"/>
          </ac:spMkLst>
        </pc:spChg>
        <pc:spChg chg="mod">
          <ac:chgData name="서재근(SEOJAEGEUN)[jaegeun_seo]/선임/제조지능화.자동보정.셀자동보정팀" userId="1d35fbd2-c434-4655-8e45-c3f8ff29566d" providerId="ADAL" clId="{A5266DFE-664A-4189-88EE-A43BE52C34A4}" dt="2025-11-26T08:18:59.075" v="1098" actId="1036"/>
          <ac:spMkLst>
            <pc:docMk/>
            <pc:sldMk cId="2551372592" sldId="274"/>
            <ac:spMk id="31" creationId="{D452DD63-F2CD-4E4F-A61B-464E065FFD71}"/>
          </ac:spMkLst>
        </pc:spChg>
        <pc:spChg chg="mod">
          <ac:chgData name="서재근(SEOJAEGEUN)[jaegeun_seo]/선임/제조지능화.자동보정.셀자동보정팀" userId="1d35fbd2-c434-4655-8e45-c3f8ff29566d" providerId="ADAL" clId="{A5266DFE-664A-4189-88EE-A43BE52C34A4}" dt="2025-11-26T08:18:59.075" v="1098" actId="1036"/>
          <ac:spMkLst>
            <pc:docMk/>
            <pc:sldMk cId="2551372592" sldId="274"/>
            <ac:spMk id="32" creationId="{7ED19850-6188-4B18-82B8-3D60C498EFBA}"/>
          </ac:spMkLst>
        </pc:spChg>
        <pc:spChg chg="mod">
          <ac:chgData name="서재근(SEOJAEGEUN)[jaegeun_seo]/선임/제조지능화.자동보정.셀자동보정팀" userId="1d35fbd2-c434-4655-8e45-c3f8ff29566d" providerId="ADAL" clId="{A5266DFE-664A-4189-88EE-A43BE52C34A4}" dt="2025-11-26T08:18:59.075" v="1098" actId="1036"/>
          <ac:spMkLst>
            <pc:docMk/>
            <pc:sldMk cId="2551372592" sldId="274"/>
            <ac:spMk id="37" creationId="{44C52F89-D0C3-4D8D-A208-ECA4508DDAB4}"/>
          </ac:spMkLst>
        </pc:spChg>
        <pc:spChg chg="mod">
          <ac:chgData name="서재근(SEOJAEGEUN)[jaegeun_seo]/선임/제조지능화.자동보정.셀자동보정팀" userId="1d35fbd2-c434-4655-8e45-c3f8ff29566d" providerId="ADAL" clId="{A5266DFE-664A-4189-88EE-A43BE52C34A4}" dt="2025-11-26T08:18:59.075" v="1098" actId="1036"/>
          <ac:spMkLst>
            <pc:docMk/>
            <pc:sldMk cId="2551372592" sldId="274"/>
            <ac:spMk id="42" creationId="{AA953E5D-3EF8-4497-93A2-59C26FC788EA}"/>
          </ac:spMkLst>
        </pc:spChg>
        <pc:spChg chg="mod">
          <ac:chgData name="서재근(SEOJAEGEUN)[jaegeun_seo]/선임/제조지능화.자동보정.셀자동보정팀" userId="1d35fbd2-c434-4655-8e45-c3f8ff29566d" providerId="ADAL" clId="{A5266DFE-664A-4189-88EE-A43BE52C34A4}" dt="2025-11-26T08:18:59.075" v="1098" actId="1036"/>
          <ac:spMkLst>
            <pc:docMk/>
            <pc:sldMk cId="2551372592" sldId="274"/>
            <ac:spMk id="43" creationId="{1EB0D3BE-8ED7-4E01-A289-020ADBC9C953}"/>
          </ac:spMkLst>
        </pc:spChg>
        <pc:graphicFrameChg chg="modGraphic">
          <ac:chgData name="서재근(SEOJAEGEUN)[jaegeun_seo]/선임/제조지능화.자동보정.셀자동보정팀" userId="1d35fbd2-c434-4655-8e45-c3f8ff29566d" providerId="ADAL" clId="{A5266DFE-664A-4189-88EE-A43BE52C34A4}" dt="2025-11-26T01:31:18.668" v="800" actId="20577"/>
          <ac:graphicFrameMkLst>
            <pc:docMk/>
            <pc:sldMk cId="2551372592" sldId="274"/>
            <ac:graphicFrameMk id="16" creationId="{33D55F02-6D8E-4551-BA96-882BCCE1D0E0}"/>
          </ac:graphicFrameMkLst>
        </pc:graphicFrameChg>
        <pc:graphicFrameChg chg="mod modGraphic">
          <ac:chgData name="서재근(SEOJAEGEUN)[jaegeun_seo]/선임/제조지능화.자동보정.셀자동보정팀" userId="1d35fbd2-c434-4655-8e45-c3f8ff29566d" providerId="ADAL" clId="{A5266DFE-664A-4189-88EE-A43BE52C34A4}" dt="2025-11-26T08:18:20.125" v="1095" actId="6549"/>
          <ac:graphicFrameMkLst>
            <pc:docMk/>
            <pc:sldMk cId="2551372592" sldId="274"/>
            <ac:graphicFrameMk id="19" creationId="{AC0E64D7-C678-4BFA-BA23-CADEA743A611}"/>
          </ac:graphicFrameMkLst>
        </pc:graphicFrameChg>
        <pc:cxnChg chg="mod">
          <ac:chgData name="서재근(SEOJAEGEUN)[jaegeun_seo]/선임/제조지능화.자동보정.셀자동보정팀" userId="1d35fbd2-c434-4655-8e45-c3f8ff29566d" providerId="ADAL" clId="{A5266DFE-664A-4189-88EE-A43BE52C34A4}" dt="2025-11-26T08:18:59.075" v="1098" actId="1036"/>
          <ac:cxnSpMkLst>
            <pc:docMk/>
            <pc:sldMk cId="2551372592" sldId="274"/>
            <ac:cxnSpMk id="7" creationId="{2155B0F7-01AE-4EC9-8EA4-0402BFCFAE18}"/>
          </ac:cxnSpMkLst>
        </pc:cxnChg>
        <pc:cxnChg chg="mod">
          <ac:chgData name="서재근(SEOJAEGEUN)[jaegeun_seo]/선임/제조지능화.자동보정.셀자동보정팀" userId="1d35fbd2-c434-4655-8e45-c3f8ff29566d" providerId="ADAL" clId="{A5266DFE-664A-4189-88EE-A43BE52C34A4}" dt="2025-11-26T08:18:59.075" v="1098" actId="1036"/>
          <ac:cxnSpMkLst>
            <pc:docMk/>
            <pc:sldMk cId="2551372592" sldId="274"/>
            <ac:cxnSpMk id="26" creationId="{B88414F6-581E-4A3B-BAE0-289F401ED5C3}"/>
          </ac:cxnSpMkLst>
        </pc:cxnChg>
        <pc:cxnChg chg="mod">
          <ac:chgData name="서재근(SEOJAEGEUN)[jaegeun_seo]/선임/제조지능화.자동보정.셀자동보정팀" userId="1d35fbd2-c434-4655-8e45-c3f8ff29566d" providerId="ADAL" clId="{A5266DFE-664A-4189-88EE-A43BE52C34A4}" dt="2025-11-26T08:18:59.075" v="1098" actId="1036"/>
          <ac:cxnSpMkLst>
            <pc:docMk/>
            <pc:sldMk cId="2551372592" sldId="274"/>
            <ac:cxnSpMk id="33" creationId="{ECAD8895-8046-4A4E-9865-49A0778F2731}"/>
          </ac:cxnSpMkLst>
        </pc:cxnChg>
        <pc:cxnChg chg="mod">
          <ac:chgData name="서재근(SEOJAEGEUN)[jaegeun_seo]/선임/제조지능화.자동보정.셀자동보정팀" userId="1d35fbd2-c434-4655-8e45-c3f8ff29566d" providerId="ADAL" clId="{A5266DFE-664A-4189-88EE-A43BE52C34A4}" dt="2025-11-26T08:18:59.075" v="1098" actId="1036"/>
          <ac:cxnSpMkLst>
            <pc:docMk/>
            <pc:sldMk cId="2551372592" sldId="274"/>
            <ac:cxnSpMk id="34" creationId="{33B94052-DE77-49DE-98EA-06BF2EE02784}"/>
          </ac:cxnSpMkLst>
        </pc:cxnChg>
        <pc:cxnChg chg="mod">
          <ac:chgData name="서재근(SEOJAEGEUN)[jaegeun_seo]/선임/제조지능화.자동보정.셀자동보정팀" userId="1d35fbd2-c434-4655-8e45-c3f8ff29566d" providerId="ADAL" clId="{A5266DFE-664A-4189-88EE-A43BE52C34A4}" dt="2025-11-26T08:18:59.075" v="1098" actId="1036"/>
          <ac:cxnSpMkLst>
            <pc:docMk/>
            <pc:sldMk cId="2551372592" sldId="274"/>
            <ac:cxnSpMk id="39" creationId="{90614421-7B26-4329-A583-8F172721AAB0}"/>
          </ac:cxnSpMkLst>
        </pc:cxnChg>
      </pc:sldChg>
      <pc:sldChg chg="modSp">
        <pc:chgData name="서재근(SEOJAEGEUN)[jaegeun_seo]/선임/제조지능화.자동보정.셀자동보정팀" userId="1d35fbd2-c434-4655-8e45-c3f8ff29566d" providerId="ADAL" clId="{A5266DFE-664A-4189-88EE-A43BE52C34A4}" dt="2025-11-26T00:41:29.053" v="79" actId="20577"/>
        <pc:sldMkLst>
          <pc:docMk/>
          <pc:sldMk cId="2275017208" sldId="2147481958"/>
        </pc:sldMkLst>
        <pc:spChg chg="mod">
          <ac:chgData name="서재근(SEOJAEGEUN)[jaegeun_seo]/선임/제조지능화.자동보정.셀자동보정팀" userId="1d35fbd2-c434-4655-8e45-c3f8ff29566d" providerId="ADAL" clId="{A5266DFE-664A-4189-88EE-A43BE52C34A4}" dt="2025-11-26T00:40:13.365" v="71" actId="20577"/>
          <ac:spMkLst>
            <pc:docMk/>
            <pc:sldMk cId="2275017208" sldId="2147481958"/>
            <ac:spMk id="2" creationId="{5748F319-FE8D-4ECF-AFB9-B7E0916A513F}"/>
          </ac:spMkLst>
        </pc:spChg>
        <pc:spChg chg="mod">
          <ac:chgData name="서재근(SEOJAEGEUN)[jaegeun_seo]/선임/제조지능화.자동보정.셀자동보정팀" userId="1d35fbd2-c434-4655-8e45-c3f8ff29566d" providerId="ADAL" clId="{A5266DFE-664A-4189-88EE-A43BE52C34A4}" dt="2025-11-26T00:39:16.880" v="0" actId="207"/>
          <ac:spMkLst>
            <pc:docMk/>
            <pc:sldMk cId="2275017208" sldId="2147481958"/>
            <ac:spMk id="5" creationId="{1615D8B7-2F76-467E-B74D-9F119B978A4C}"/>
          </ac:spMkLst>
        </pc:spChg>
        <pc:spChg chg="mod">
          <ac:chgData name="서재근(SEOJAEGEUN)[jaegeun_seo]/선임/제조지능화.자동보정.셀자동보정팀" userId="1d35fbd2-c434-4655-8e45-c3f8ff29566d" providerId="ADAL" clId="{A5266DFE-664A-4189-88EE-A43BE52C34A4}" dt="2025-11-26T00:40:16.365" v="75" actId="20577"/>
          <ac:spMkLst>
            <pc:docMk/>
            <pc:sldMk cId="2275017208" sldId="2147481958"/>
            <ac:spMk id="10" creationId="{BDADEB63-FA2A-413A-90C3-F27F4D564C57}"/>
          </ac:spMkLst>
        </pc:spChg>
        <pc:graphicFrameChg chg="mod modGraphic">
          <ac:chgData name="서재근(SEOJAEGEUN)[jaegeun_seo]/선임/제조지능화.자동보정.셀자동보정팀" userId="1d35fbd2-c434-4655-8e45-c3f8ff29566d" providerId="ADAL" clId="{A5266DFE-664A-4189-88EE-A43BE52C34A4}" dt="2025-11-26T00:41:29.053" v="79" actId="20577"/>
          <ac:graphicFrameMkLst>
            <pc:docMk/>
            <pc:sldMk cId="2275017208" sldId="2147481958"/>
            <ac:graphicFrameMk id="4" creationId="{FA3240C7-2182-41B1-AE1F-AC51AA1BB276}"/>
          </ac:graphicFrameMkLst>
        </pc:graphicFrameChg>
      </pc:sldChg>
      <pc:sldChg chg="modSp">
        <pc:chgData name="서재근(SEOJAEGEUN)[jaegeun_seo]/선임/제조지능화.자동보정.셀자동보정팀" userId="1d35fbd2-c434-4655-8e45-c3f8ff29566d" providerId="ADAL" clId="{A5266DFE-664A-4189-88EE-A43BE52C34A4}" dt="2025-11-26T04:29:00.174" v="841"/>
        <pc:sldMkLst>
          <pc:docMk/>
          <pc:sldMk cId="3939307129" sldId="2147481960"/>
        </pc:sldMkLst>
        <pc:spChg chg="mod">
          <ac:chgData name="서재근(SEOJAEGEUN)[jaegeun_seo]/선임/제조지능화.자동보정.셀자동보정팀" userId="1d35fbd2-c434-4655-8e45-c3f8ff29566d" providerId="ADAL" clId="{A5266DFE-664A-4189-88EE-A43BE52C34A4}" dt="2025-11-26T00:42:14.975" v="86" actId="20577"/>
          <ac:spMkLst>
            <pc:docMk/>
            <pc:sldMk cId="3939307129" sldId="2147481960"/>
            <ac:spMk id="70" creationId="{DF67FEB9-4AB7-4D44-9D13-B27C7C303C42}"/>
          </ac:spMkLst>
        </pc:spChg>
        <pc:graphicFrameChg chg="modGraphic">
          <ac:chgData name="서재근(SEOJAEGEUN)[jaegeun_seo]/선임/제조지능화.자동보정.셀자동보정팀" userId="1d35fbd2-c434-4655-8e45-c3f8ff29566d" providerId="ADAL" clId="{A5266DFE-664A-4189-88EE-A43BE52C34A4}" dt="2025-11-26T01:23:29.230" v="117" actId="20577"/>
          <ac:graphicFrameMkLst>
            <pc:docMk/>
            <pc:sldMk cId="3939307129" sldId="2147481960"/>
            <ac:graphicFrameMk id="16" creationId="{33D55F02-6D8E-4551-BA96-882BCCE1D0E0}"/>
          </ac:graphicFrameMkLst>
        </pc:graphicFrameChg>
        <pc:graphicFrameChg chg="mod modGraphic">
          <ac:chgData name="서재근(SEOJAEGEUN)[jaegeun_seo]/선임/제조지능화.자동보정.셀자동보정팀" userId="1d35fbd2-c434-4655-8e45-c3f8ff29566d" providerId="ADAL" clId="{A5266DFE-664A-4189-88EE-A43BE52C34A4}" dt="2025-11-26T04:29:00.174" v="841"/>
          <ac:graphicFrameMkLst>
            <pc:docMk/>
            <pc:sldMk cId="3939307129" sldId="2147481960"/>
            <ac:graphicFrameMk id="19" creationId="{AC0E64D7-C678-4BFA-BA23-CADEA743A611}"/>
          </ac:graphicFrameMkLst>
        </pc:graphicFrameChg>
        <pc:graphicFrameChg chg="mod modGraphic">
          <ac:chgData name="서재근(SEOJAEGEUN)[jaegeun_seo]/선임/제조지능화.자동보정.셀자동보정팀" userId="1d35fbd2-c434-4655-8e45-c3f8ff29566d" providerId="ADAL" clId="{A5266DFE-664A-4189-88EE-A43BE52C34A4}" dt="2025-11-26T01:23:16.702" v="115" actId="1076"/>
          <ac:graphicFrameMkLst>
            <pc:docMk/>
            <pc:sldMk cId="3939307129" sldId="2147481960"/>
            <ac:graphicFrameMk id="64" creationId="{0705FDA6-9762-4EFD-84D1-BBEE26F619C3}"/>
          </ac:graphicFrameMkLst>
        </pc:graphicFrameChg>
      </pc:sldChg>
      <pc:sldChg chg="modSp">
        <pc:chgData name="서재근(SEOJAEGEUN)[jaegeun_seo]/선임/제조지능화.자동보정.셀자동보정팀" userId="1d35fbd2-c434-4655-8e45-c3f8ff29566d" providerId="ADAL" clId="{A5266DFE-664A-4189-88EE-A43BE52C34A4}" dt="2025-11-26T04:29:25.737" v="844" actId="20577"/>
        <pc:sldMkLst>
          <pc:docMk/>
          <pc:sldMk cId="4007070389" sldId="2147481975"/>
        </pc:sldMkLst>
        <pc:spChg chg="mod">
          <ac:chgData name="서재근(SEOJAEGEUN)[jaegeun_seo]/선임/제조지능화.자동보정.셀자동보정팀" userId="1d35fbd2-c434-4655-8e45-c3f8ff29566d" providerId="ADAL" clId="{A5266DFE-664A-4189-88EE-A43BE52C34A4}" dt="2025-11-26T01:25:57.550" v="362" actId="20577"/>
          <ac:spMkLst>
            <pc:docMk/>
            <pc:sldMk cId="4007070389" sldId="2147481975"/>
            <ac:spMk id="14" creationId="{B37B5930-E590-474C-B34F-D326DD490861}"/>
          </ac:spMkLst>
        </pc:spChg>
        <pc:spChg chg="mod">
          <ac:chgData name="서재근(SEOJAEGEUN)[jaegeun_seo]/선임/제조지능화.자동보정.셀자동보정팀" userId="1d35fbd2-c434-4655-8e45-c3f8ff29566d" providerId="ADAL" clId="{A5266DFE-664A-4189-88EE-A43BE52C34A4}" dt="2025-11-26T01:28:58.649" v="782" actId="1076"/>
          <ac:spMkLst>
            <pc:docMk/>
            <pc:sldMk cId="4007070389" sldId="2147481975"/>
            <ac:spMk id="20" creationId="{34640684-1765-4267-9991-13A314005406}"/>
          </ac:spMkLst>
        </pc:spChg>
        <pc:spChg chg="mod">
          <ac:chgData name="서재근(SEOJAEGEUN)[jaegeun_seo]/선임/제조지능화.자동보정.셀자동보정팀" userId="1d35fbd2-c434-4655-8e45-c3f8ff29566d" providerId="ADAL" clId="{A5266DFE-664A-4189-88EE-A43BE52C34A4}" dt="2025-11-26T01:29:20.327" v="783" actId="1076"/>
          <ac:spMkLst>
            <pc:docMk/>
            <pc:sldMk cId="4007070389" sldId="2147481975"/>
            <ac:spMk id="22" creationId="{DC693972-9163-4E4D-929C-927A9215FAA2}"/>
          </ac:spMkLst>
        </pc:spChg>
        <pc:graphicFrameChg chg="modGraphic">
          <ac:chgData name="서재근(SEOJAEGEUN)[jaegeun_seo]/선임/제조지능화.자동보정.셀자동보정팀" userId="1d35fbd2-c434-4655-8e45-c3f8ff29566d" providerId="ADAL" clId="{A5266DFE-664A-4189-88EE-A43BE52C34A4}" dt="2025-11-26T01:23:35.257" v="121" actId="20577"/>
          <ac:graphicFrameMkLst>
            <pc:docMk/>
            <pc:sldMk cId="4007070389" sldId="2147481975"/>
            <ac:graphicFrameMk id="16" creationId="{33D55F02-6D8E-4551-BA96-882BCCE1D0E0}"/>
          </ac:graphicFrameMkLst>
        </pc:graphicFrameChg>
        <pc:graphicFrameChg chg="mod modGraphic">
          <ac:chgData name="서재근(SEOJAEGEUN)[jaegeun_seo]/선임/제조지능화.자동보정.셀자동보정팀" userId="1d35fbd2-c434-4655-8e45-c3f8ff29566d" providerId="ADAL" clId="{A5266DFE-664A-4189-88EE-A43BE52C34A4}" dt="2025-11-26T04:29:25.737" v="844" actId="20577"/>
          <ac:graphicFrameMkLst>
            <pc:docMk/>
            <pc:sldMk cId="4007070389" sldId="2147481975"/>
            <ac:graphicFrameMk id="19" creationId="{AC0E64D7-C678-4BFA-BA23-CADEA743A611}"/>
          </ac:graphicFrameMkLst>
        </pc:graphicFrameChg>
        <pc:picChg chg="mod">
          <ac:chgData name="서재근(SEOJAEGEUN)[jaegeun_seo]/선임/제조지능화.자동보정.셀자동보정팀" userId="1d35fbd2-c434-4655-8e45-c3f8ff29566d" providerId="ADAL" clId="{A5266DFE-664A-4189-88EE-A43BE52C34A4}" dt="2025-11-26T01:28:48.645" v="779" actId="1076"/>
          <ac:picMkLst>
            <pc:docMk/>
            <pc:sldMk cId="4007070389" sldId="2147481975"/>
            <ac:picMk id="2" creationId="{53DD478D-C479-4012-BEA3-03D4CC866078}"/>
          </ac:picMkLst>
        </pc:picChg>
        <pc:picChg chg="mod">
          <ac:chgData name="서재근(SEOJAEGEUN)[jaegeun_seo]/선임/제조지능화.자동보정.셀자동보정팀" userId="1d35fbd2-c434-4655-8e45-c3f8ff29566d" providerId="ADAL" clId="{A5266DFE-664A-4189-88EE-A43BE52C34A4}" dt="2025-11-26T01:28:31.489" v="778" actId="14100"/>
          <ac:picMkLst>
            <pc:docMk/>
            <pc:sldMk cId="4007070389" sldId="2147481975"/>
            <ac:picMk id="6" creationId="{8F7A2B43-7ED5-498B-9062-64ADB92536B5}"/>
          </ac:picMkLst>
        </pc:picChg>
      </pc:sldChg>
    </pc:docChg>
  </pc:docChgLst>
  <pc:docChgLst>
    <pc:chgData name="강현웅(HYEONWOONG KANG)[khw330]/선임/제조DX.자동보정.조립자동보정팀" userId="2b3cec2e-b960-4340-96c3-4469e2643969" providerId="ADAL" clId="{4C8B85BF-9725-4F02-A167-6A1C8395FA4A}"/>
    <pc:docChg chg="modSld">
      <pc:chgData name="강현웅(HYEONWOONG KANG)[khw330]/선임/제조DX.자동보정.조립자동보정팀" userId="2b3cec2e-b960-4340-96c3-4469e2643969" providerId="ADAL" clId="{4C8B85BF-9725-4F02-A167-6A1C8395FA4A}" dt="2025-11-28T04:20:27.791" v="32" actId="207"/>
      <pc:docMkLst>
        <pc:docMk/>
      </pc:docMkLst>
      <pc:sldChg chg="modSp mod">
        <pc:chgData name="강현웅(HYEONWOONG KANG)[khw330]/선임/제조DX.자동보정.조립자동보정팀" userId="2b3cec2e-b960-4340-96c3-4469e2643969" providerId="ADAL" clId="{4C8B85BF-9725-4F02-A167-6A1C8395FA4A}" dt="2025-11-28T04:18:42.091" v="5" actId="20577"/>
        <pc:sldMkLst>
          <pc:docMk/>
          <pc:sldMk cId="2751367990" sldId="746"/>
        </pc:sldMkLst>
        <pc:spChg chg="mod">
          <ac:chgData name="강현웅(HYEONWOONG KANG)[khw330]/선임/제조DX.자동보정.조립자동보정팀" userId="2b3cec2e-b960-4340-96c3-4469e2643969" providerId="ADAL" clId="{4C8B85BF-9725-4F02-A167-6A1C8395FA4A}" dt="2025-11-28T04:18:42.091" v="5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4C8B85BF-9725-4F02-A167-6A1C8395FA4A}" dt="2025-11-28T04:19:13.906" v="13" actId="207"/>
        <pc:sldMkLst>
          <pc:docMk/>
          <pc:sldMk cId="2543445665" sldId="2147483561"/>
        </pc:sldMkLst>
        <pc:spChg chg="mod">
          <ac:chgData name="강현웅(HYEONWOONG KANG)[khw330]/선임/제조DX.자동보정.조립자동보정팀" userId="2b3cec2e-b960-4340-96c3-4469e2643969" providerId="ADAL" clId="{4C8B85BF-9725-4F02-A167-6A1C8395FA4A}" dt="2025-11-28T04:19:13.906" v="13" actId="207"/>
          <ac:spMkLst>
            <pc:docMk/>
            <pc:sldMk cId="2543445665" sldId="2147483561"/>
            <ac:spMk id="7" creationId="{2BC7F42E-092C-4FC0-A5C6-9F625CADC1F5}"/>
          </ac:spMkLst>
        </pc:spChg>
      </pc:sldChg>
    </pc:docChg>
  </pc:docChgLst>
  <pc:docChgLst>
    <pc:chgData name="김형원(HYUNGWON KIM)[hyungwon]/사원/제조DX.자동보정.조립자동보정팀" userId="7d3d3187-387b-4f0d-81bf-ac57af5a795a" providerId="ADAL" clId="{0FB07439-1EDB-4A3A-979E-DB1E4E62BDE9}"/>
    <pc:docChg chg="custSel modSld">
      <pc:chgData name="김형원(HYUNGWON KIM)[hyungwon]/사원/제조DX.자동보정.조립자동보정팀" userId="7d3d3187-387b-4f0d-81bf-ac57af5a795a" providerId="ADAL" clId="{0FB07439-1EDB-4A3A-979E-DB1E4E62BDE9}" dt="2025-12-10T02:02:39.588" v="98" actId="20577"/>
      <pc:docMkLst>
        <pc:docMk/>
      </pc:docMkLst>
      <pc:sldChg chg="modSp mod">
        <pc:chgData name="김형원(HYUNGWON KIM)[hyungwon]/사원/제조DX.자동보정.조립자동보정팀" userId="7d3d3187-387b-4f0d-81bf-ac57af5a795a" providerId="ADAL" clId="{0FB07439-1EDB-4A3A-979E-DB1E4E62BDE9}" dt="2025-12-10T02:01:50.653" v="84" actId="20577"/>
        <pc:sldMkLst>
          <pc:docMk/>
          <pc:sldMk cId="3442612884" sldId="266"/>
        </pc:sldMkLst>
        <pc:spChg chg="mod">
          <ac:chgData name="김형원(HYUNGWON KIM)[hyungwon]/사원/제조DX.자동보정.조립자동보정팀" userId="7d3d3187-387b-4f0d-81bf-ac57af5a795a" providerId="ADAL" clId="{0FB07439-1EDB-4A3A-979E-DB1E4E62BDE9}" dt="2025-12-10T02:01:50.653" v="84" actId="20577"/>
          <ac:spMkLst>
            <pc:docMk/>
            <pc:sldMk cId="3442612884" sldId="266"/>
            <ac:spMk id="4" creationId="{1BAE0AB8-2D5F-6F5C-CFCD-86F36B304F8E}"/>
          </ac:spMkLst>
        </pc:spChg>
        <pc:graphicFrameChg chg="modGraphic">
          <ac:chgData name="김형원(HYUNGWON KIM)[hyungwon]/사원/제조DX.자동보정.조립자동보정팀" userId="7d3d3187-387b-4f0d-81bf-ac57af5a795a" providerId="ADAL" clId="{0FB07439-1EDB-4A3A-979E-DB1E4E62BDE9}" dt="2025-12-10T02:01:45.996" v="79" actId="20577"/>
          <ac:graphicFrameMkLst>
            <pc:docMk/>
            <pc:sldMk cId="3442612884" sldId="266"/>
            <ac:graphicFrameMk id="3" creationId="{B966A984-42B0-671C-E83A-29B58F6414F6}"/>
          </ac:graphicFrameMkLst>
        </pc:graphicFrameChg>
        <pc:graphicFrameChg chg="mod">
          <ac:chgData name="김형원(HYUNGWON KIM)[hyungwon]/사원/제조DX.자동보정.조립자동보정팀" userId="7d3d3187-387b-4f0d-81bf-ac57af5a795a" providerId="ADAL" clId="{0FB07439-1EDB-4A3A-979E-DB1E4E62BDE9}" dt="2025-12-10T02:01:40.052" v="75"/>
          <ac:graphicFrameMkLst>
            <pc:docMk/>
            <pc:sldMk cId="3442612884" sldId="266"/>
            <ac:graphicFrameMk id="14" creationId="{64FCF04B-6859-5682-075E-CF24E44AFB7E}"/>
          </ac:graphicFrameMkLst>
        </pc:graphicFrameChg>
      </pc:sldChg>
      <pc:sldChg chg="modSp mod">
        <pc:chgData name="김형원(HYUNGWON KIM)[hyungwon]/사원/제조DX.자동보정.조립자동보정팀" userId="7d3d3187-387b-4f0d-81bf-ac57af5a795a" providerId="ADAL" clId="{0FB07439-1EDB-4A3A-979E-DB1E4E62BDE9}" dt="2025-12-10T02:02:39.588" v="98" actId="20577"/>
        <pc:sldMkLst>
          <pc:docMk/>
          <pc:sldMk cId="2967565303" sldId="294"/>
        </pc:sldMkLst>
        <pc:spChg chg="mod">
          <ac:chgData name="김형원(HYUNGWON KIM)[hyungwon]/사원/제조DX.자동보정.조립자동보정팀" userId="7d3d3187-387b-4f0d-81bf-ac57af5a795a" providerId="ADAL" clId="{0FB07439-1EDB-4A3A-979E-DB1E4E62BDE9}" dt="2025-12-10T02:00:09.538" v="3" actId="20577"/>
          <ac:spMkLst>
            <pc:docMk/>
            <pc:sldMk cId="2967565303" sldId="294"/>
            <ac:spMk id="13" creationId="{B2BCB7C6-7FF2-4166-82A2-E3FE4B0B4E2A}"/>
          </ac:spMkLst>
        </pc:spChg>
        <pc:graphicFrameChg chg="mod modGraphic">
          <ac:chgData name="김형원(HYUNGWON KIM)[hyungwon]/사원/제조DX.자동보정.조립자동보정팀" userId="7d3d3187-387b-4f0d-81bf-ac57af5a795a" providerId="ADAL" clId="{0FB07439-1EDB-4A3A-979E-DB1E4E62BDE9}" dt="2025-12-10T02:02:39.588" v="98" actId="20577"/>
          <ac:graphicFrameMkLst>
            <pc:docMk/>
            <pc:sldMk cId="2967565303" sldId="294"/>
            <ac:graphicFrameMk id="12" creationId="{E4591B7C-FD24-4C94-B784-24331C2373E4}"/>
          </ac:graphicFrameMkLst>
        </pc:graphicFrameChg>
      </pc:sldChg>
      <pc:sldChg chg="modSp mod">
        <pc:chgData name="김형원(HYUNGWON KIM)[hyungwon]/사원/제조DX.자동보정.조립자동보정팀" userId="7d3d3187-387b-4f0d-81bf-ac57af5a795a" providerId="ADAL" clId="{0FB07439-1EDB-4A3A-979E-DB1E4E62BDE9}" dt="2025-12-10T02:00:40.795" v="53" actId="20577"/>
        <pc:sldMkLst>
          <pc:docMk/>
          <pc:sldMk cId="1790242576" sldId="296"/>
        </pc:sldMkLst>
        <pc:spChg chg="mod">
          <ac:chgData name="김형원(HYUNGWON KIM)[hyungwon]/사원/제조DX.자동보정.조립자동보정팀" userId="7d3d3187-387b-4f0d-81bf-ac57af5a795a" providerId="ADAL" clId="{0FB07439-1EDB-4A3A-979E-DB1E4E62BDE9}" dt="2025-12-10T02:00:40.795" v="53" actId="20577"/>
          <ac:spMkLst>
            <pc:docMk/>
            <pc:sldMk cId="1790242576" sldId="296"/>
            <ac:spMk id="63" creationId="{FF0AD748-AAE3-4D32-8F8D-20732CE9F554}"/>
          </ac:spMkLst>
        </pc:spChg>
        <pc:graphicFrameChg chg="mod modGraphic">
          <ac:chgData name="김형원(HYUNGWON KIM)[hyungwon]/사원/제조DX.자동보정.조립자동보정팀" userId="7d3d3187-387b-4f0d-81bf-ac57af5a795a" providerId="ADAL" clId="{0FB07439-1EDB-4A3A-979E-DB1E4E62BDE9}" dt="2025-12-10T02:00:37.720" v="49" actId="20577"/>
          <ac:graphicFrameMkLst>
            <pc:docMk/>
            <pc:sldMk cId="1790242576" sldId="296"/>
            <ac:graphicFrameMk id="12" creationId="{E4591B7C-FD24-4C94-B784-24331C2373E4}"/>
          </ac:graphicFrameMkLst>
        </pc:graphicFrameChg>
      </pc:sldChg>
      <pc:sldChg chg="modSp mod">
        <pc:chgData name="김형원(HYUNGWON KIM)[hyungwon]/사원/제조DX.자동보정.조립자동보정팀" userId="7d3d3187-387b-4f0d-81bf-ac57af5a795a" providerId="ADAL" clId="{0FB07439-1EDB-4A3A-979E-DB1E4E62BDE9}" dt="2025-12-10T02:01:03.539" v="64" actId="207"/>
        <pc:sldMkLst>
          <pc:docMk/>
          <pc:sldMk cId="627465572" sldId="298"/>
        </pc:sldMkLst>
        <pc:spChg chg="mod">
          <ac:chgData name="김형원(HYUNGWON KIM)[hyungwon]/사원/제조DX.자동보정.조립자동보정팀" userId="7d3d3187-387b-4f0d-81bf-ac57af5a795a" providerId="ADAL" clId="{0FB07439-1EDB-4A3A-979E-DB1E4E62BDE9}" dt="2025-12-10T02:00:52.950" v="62" actId="20577"/>
          <ac:spMkLst>
            <pc:docMk/>
            <pc:sldMk cId="627465572" sldId="298"/>
            <ac:spMk id="10" creationId="{A76FFA9C-A54F-409E-9173-F9E37156E6A3}"/>
          </ac:spMkLst>
        </pc:spChg>
        <pc:graphicFrameChg chg="mod modGraphic">
          <ac:chgData name="김형원(HYUNGWON KIM)[hyungwon]/사원/제조DX.자동보정.조립자동보정팀" userId="7d3d3187-387b-4f0d-81bf-ac57af5a795a" providerId="ADAL" clId="{0FB07439-1EDB-4A3A-979E-DB1E4E62BDE9}" dt="2025-12-10T02:01:03.539" v="64" actId="207"/>
          <ac:graphicFrameMkLst>
            <pc:docMk/>
            <pc:sldMk cId="627465572" sldId="298"/>
            <ac:graphicFrameMk id="12" creationId="{E4591B7C-FD24-4C94-B784-24331C2373E4}"/>
          </ac:graphicFrameMkLst>
        </pc:graphicFrameChg>
      </pc:sldChg>
      <pc:sldChg chg="modSp mod">
        <pc:chgData name="김형원(HYUNGWON KIM)[hyungwon]/사원/제조DX.자동보정.조립자동보정팀" userId="7d3d3187-387b-4f0d-81bf-ac57af5a795a" providerId="ADAL" clId="{0FB07439-1EDB-4A3A-979E-DB1E4E62BDE9}" dt="2025-12-10T02:02:06.438" v="94" actId="20577"/>
        <pc:sldMkLst>
          <pc:docMk/>
          <pc:sldMk cId="1989204422" sldId="312"/>
        </pc:sldMkLst>
        <pc:spChg chg="mod">
          <ac:chgData name="김형원(HYUNGWON KIM)[hyungwon]/사원/제조DX.자동보정.조립자동보정팀" userId="7d3d3187-387b-4f0d-81bf-ac57af5a795a" providerId="ADAL" clId="{0FB07439-1EDB-4A3A-979E-DB1E4E62BDE9}" dt="2025-12-10T02:02:06.438" v="94" actId="20577"/>
          <ac:spMkLst>
            <pc:docMk/>
            <pc:sldMk cId="1989204422" sldId="312"/>
            <ac:spMk id="4" creationId="{47D3FC24-BD74-04F5-7623-4FE511799F7D}"/>
          </ac:spMkLst>
        </pc:spChg>
        <pc:graphicFrameChg chg="modGraphic">
          <ac:chgData name="김형원(HYUNGWON KIM)[hyungwon]/사원/제조DX.자동보정.조립자동보정팀" userId="7d3d3187-387b-4f0d-81bf-ac57af5a795a" providerId="ADAL" clId="{0FB07439-1EDB-4A3A-979E-DB1E4E62BDE9}" dt="2025-12-10T02:01:59.304" v="89" actId="20577"/>
          <ac:graphicFrameMkLst>
            <pc:docMk/>
            <pc:sldMk cId="1989204422" sldId="312"/>
            <ac:graphicFrameMk id="3" creationId="{3E86696F-E35A-4B06-9B46-63A4A6A986C1}"/>
          </ac:graphicFrameMkLst>
        </pc:graphicFrameChg>
        <pc:graphicFrameChg chg="mod">
          <ac:chgData name="김형원(HYUNGWON KIM)[hyungwon]/사원/제조DX.자동보정.조립자동보정팀" userId="7d3d3187-387b-4f0d-81bf-ac57af5a795a" providerId="ADAL" clId="{0FB07439-1EDB-4A3A-979E-DB1E4E62BDE9}" dt="2025-12-10T02:01:55.265" v="85"/>
          <ac:graphicFrameMkLst>
            <pc:docMk/>
            <pc:sldMk cId="1989204422" sldId="312"/>
            <ac:graphicFrameMk id="14" creationId="{F7BF916D-8A9E-4800-92E6-357BE08183D6}"/>
          </ac:graphicFrameMkLst>
        </pc:graphicFrameChg>
      </pc:sldChg>
      <pc:sldChg chg="modSp mod">
        <pc:chgData name="김형원(HYUNGWON KIM)[hyungwon]/사원/제조DX.자동보정.조립자동보정팀" userId="7d3d3187-387b-4f0d-81bf-ac57af5a795a" providerId="ADAL" clId="{0FB07439-1EDB-4A3A-979E-DB1E4E62BDE9}" dt="2025-12-10T02:01:27.125" v="74" actId="20577"/>
        <pc:sldMkLst>
          <pc:docMk/>
          <pc:sldMk cId="1781785319" sldId="2147481926"/>
        </pc:sldMkLst>
        <pc:spChg chg="mod">
          <ac:chgData name="김형원(HYUNGWON KIM)[hyungwon]/사원/제조DX.자동보정.조립자동보정팀" userId="7d3d3187-387b-4f0d-81bf-ac57af5a795a" providerId="ADAL" clId="{0FB07439-1EDB-4A3A-979E-DB1E4E62BDE9}" dt="2025-12-10T02:01:22.701" v="70" actId="20577"/>
          <ac:spMkLst>
            <pc:docMk/>
            <pc:sldMk cId="1781785319" sldId="2147481926"/>
            <ac:spMk id="7" creationId="{987FCC41-6A76-EB4C-B244-9D0E391690FA}"/>
          </ac:spMkLst>
        </pc:spChg>
        <pc:graphicFrameChg chg="modGraphic">
          <ac:chgData name="김형원(HYUNGWON KIM)[hyungwon]/사원/제조DX.자동보정.조립자동보정팀" userId="7d3d3187-387b-4f0d-81bf-ac57af5a795a" providerId="ADAL" clId="{0FB07439-1EDB-4A3A-979E-DB1E4E62BDE9}" dt="2025-12-10T02:01:27.125" v="74" actId="20577"/>
          <ac:graphicFrameMkLst>
            <pc:docMk/>
            <pc:sldMk cId="1781785319" sldId="2147481926"/>
            <ac:graphicFrameMk id="3" creationId="{3E86696F-E35A-4B06-9B46-63A4A6A986C1}"/>
          </ac:graphicFrameMkLst>
        </pc:graphicFrameChg>
        <pc:graphicFrameChg chg="mod">
          <ac:chgData name="김형원(HYUNGWON KIM)[hyungwon]/사원/제조DX.자동보정.조립자동보정팀" userId="7d3d3187-387b-4f0d-81bf-ac57af5a795a" providerId="ADAL" clId="{0FB07439-1EDB-4A3A-979E-DB1E4E62BDE9}" dt="2025-12-10T02:01:13.748" v="65"/>
          <ac:graphicFrameMkLst>
            <pc:docMk/>
            <pc:sldMk cId="1781785319" sldId="2147481926"/>
            <ac:graphicFrameMk id="14" creationId="{F7BF916D-8A9E-4800-92E6-357BE08183D6}"/>
          </ac:graphicFrameMkLst>
        </pc:graphicFrameChg>
      </pc:sldChg>
    </pc:docChg>
  </pc:docChgLst>
  <pc:docChgLst>
    <pc:chgData name="정소영(SOYOUNG JEONG)[soy22]/사원/제조DX.자동보정.RSND자동보정팀" userId="S::soy22@lgensol.com::e0dfc6da-e3c7-4ad5-9bac-f065fa9fc20e" providerId="AD" clId="Web-{D65C5863-D220-9B59-A321-908181A7F19A}"/>
    <pc:docChg chg="modSld">
      <pc:chgData name="정소영(SOYOUNG JEONG)[soy22]/사원/제조DX.자동보정.RSND자동보정팀" userId="S::soy22@lgensol.com::e0dfc6da-e3c7-4ad5-9bac-f065fa9fc20e" providerId="AD" clId="Web-{D65C5863-D220-9B59-A321-908181A7F19A}" dt="2025-12-09T09:04:18.370" v="572"/>
      <pc:docMkLst>
        <pc:docMk/>
      </pc:docMkLst>
      <pc:sldChg chg="modSp">
        <pc:chgData name="정소영(SOYOUNG JEONG)[soy22]/사원/제조DX.자동보정.RSND자동보정팀" userId="S::soy22@lgensol.com::e0dfc6da-e3c7-4ad5-9bac-f065fa9fc20e" providerId="AD" clId="Web-{D65C5863-D220-9B59-A321-908181A7F19A}" dt="2025-12-09T09:02:20.226" v="551"/>
        <pc:sldMkLst>
          <pc:docMk/>
          <pc:sldMk cId="3212163405" sldId="314"/>
        </pc:sldMkLst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8.694" v="510" actId="1076"/>
          <ac:spMkLst>
            <pc:docMk/>
            <pc:sldMk cId="3212163405" sldId="314"/>
            <ac:spMk id="2" creationId="{2859101C-3284-CDD5-7C26-2FE23D902A81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8.772" v="511" actId="1076"/>
          <ac:spMkLst>
            <pc:docMk/>
            <pc:sldMk cId="3212163405" sldId="314"/>
            <ac:spMk id="4" creationId="{0AE020FA-B892-5419-B001-568EED28C245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8.835" v="512" actId="1076"/>
          <ac:spMkLst>
            <pc:docMk/>
            <pc:sldMk cId="3212163405" sldId="314"/>
            <ac:spMk id="5" creationId="{2CAC905C-3006-FE77-679A-8951BD0503CD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8.897" v="513" actId="1076"/>
          <ac:spMkLst>
            <pc:docMk/>
            <pc:sldMk cId="3212163405" sldId="314"/>
            <ac:spMk id="9" creationId="{301D59EA-D676-23B7-8241-536E8F633D96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8.975" v="514" actId="1076"/>
          <ac:spMkLst>
            <pc:docMk/>
            <pc:sldMk cId="3212163405" sldId="314"/>
            <ac:spMk id="11" creationId="{20282A85-42F3-5E00-392E-37D28885167D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8:48:38.271" v="359" actId="20577"/>
          <ac:spMkLst>
            <pc:docMk/>
            <pc:sldMk cId="3212163405" sldId="314"/>
            <ac:spMk id="13" creationId="{17889248-F115-4AA2-BAEB-FB8BEFDFF7E4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9.038" v="515" actId="1076"/>
          <ac:spMkLst>
            <pc:docMk/>
            <pc:sldMk cId="3212163405" sldId="314"/>
            <ac:spMk id="14" creationId="{FFD7CA61-7B40-36AA-A6BF-A85DA8BBDCC5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9.179" v="517" actId="1076"/>
          <ac:spMkLst>
            <pc:docMk/>
            <pc:sldMk cId="3212163405" sldId="314"/>
            <ac:spMk id="19" creationId="{35081374-5E14-BB84-4EC0-6EAB4D1CDD0D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9.257" v="518" actId="1076"/>
          <ac:spMkLst>
            <pc:docMk/>
            <pc:sldMk cId="3212163405" sldId="314"/>
            <ac:spMk id="20" creationId="{C8C7C2B9-30B0-A124-D0FF-1B471DC3E342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9.319" v="519" actId="1076"/>
          <ac:spMkLst>
            <pc:docMk/>
            <pc:sldMk cId="3212163405" sldId="314"/>
            <ac:spMk id="21" creationId="{507CB6AF-1C37-12D6-5AA1-7D185A634F3D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9.397" v="520" actId="1076"/>
          <ac:spMkLst>
            <pc:docMk/>
            <pc:sldMk cId="3212163405" sldId="314"/>
            <ac:spMk id="22" creationId="{D58194B8-84EF-0353-A23F-FE499570DA19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9.460" v="521" actId="1076"/>
          <ac:spMkLst>
            <pc:docMk/>
            <pc:sldMk cId="3212163405" sldId="314"/>
            <ac:spMk id="23" creationId="{EE11913B-4CAE-C882-EB77-A982021E0240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9.522" v="522" actId="1076"/>
          <ac:spMkLst>
            <pc:docMk/>
            <pc:sldMk cId="3212163405" sldId="314"/>
            <ac:spMk id="24" creationId="{D7025E90-5581-1A48-2E0E-F6836EA7A50A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2:00.538" v="535" actId="1076"/>
          <ac:spMkLst>
            <pc:docMk/>
            <pc:sldMk cId="3212163405" sldId="314"/>
            <ac:spMk id="25" creationId="{48EE789D-74DC-DBFF-0159-EB423484FA88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9.600" v="523" actId="1076"/>
          <ac:spMkLst>
            <pc:docMk/>
            <pc:sldMk cId="3212163405" sldId="314"/>
            <ac:spMk id="26" creationId="{4F87399E-DFAF-583F-E915-2669DC2DA157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2:00.616" v="536" actId="1076"/>
          <ac:spMkLst>
            <pc:docMk/>
            <pc:sldMk cId="3212163405" sldId="314"/>
            <ac:spMk id="27" creationId="{7557E955-CB6F-275A-8843-B017549E26A3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9.679" v="524" actId="1076"/>
          <ac:spMkLst>
            <pc:docMk/>
            <pc:sldMk cId="3212163405" sldId="314"/>
            <ac:spMk id="36" creationId="{3600816C-A083-A939-EF48-C3B757F77F14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9.741" v="525" actId="1076"/>
          <ac:spMkLst>
            <pc:docMk/>
            <pc:sldMk cId="3212163405" sldId="314"/>
            <ac:spMk id="37" creationId="{B6FA097F-2FCB-CC04-02C7-1C6EEC5D300A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9.819" v="526" actId="1076"/>
          <ac:spMkLst>
            <pc:docMk/>
            <pc:sldMk cId="3212163405" sldId="314"/>
            <ac:spMk id="38" creationId="{4A8FC524-E853-C09E-D063-29BB83BB8F56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9.897" v="527" actId="1076"/>
          <ac:spMkLst>
            <pc:docMk/>
            <pc:sldMk cId="3212163405" sldId="314"/>
            <ac:spMk id="40" creationId="{BC174710-0736-FBB2-F721-D57079D4F492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9.960" v="528" actId="1076"/>
          <ac:spMkLst>
            <pc:docMk/>
            <pc:sldMk cId="3212163405" sldId="314"/>
            <ac:spMk id="41" creationId="{51F17C88-098B-71F3-444E-30BDC39EF1D4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2:00.038" v="529" actId="1076"/>
          <ac:spMkLst>
            <pc:docMk/>
            <pc:sldMk cId="3212163405" sldId="314"/>
            <ac:spMk id="42" creationId="{53D26405-F101-8DA5-903A-4E9FE521DE5B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2:00.116" v="530" actId="1076"/>
          <ac:spMkLst>
            <pc:docMk/>
            <pc:sldMk cId="3212163405" sldId="314"/>
            <ac:spMk id="43" creationId="{D4EF442B-62CF-33A9-77E9-80B586006CB7}"/>
          </ac:spMkLst>
        </pc:spChg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9:02:00.194" v="531" actId="1076"/>
          <ac:spMkLst>
            <pc:docMk/>
            <pc:sldMk cId="3212163405" sldId="314"/>
            <ac:spMk id="44" creationId="{E8308DCF-99E9-80CE-5F33-89A93E120CCB}"/>
          </ac:spMkLst>
        </pc:spChg>
        <pc:graphicFrameChg chg="mod modGraphic">
          <ac:chgData name="정소영(SOYOUNG JEONG)[soy22]/사원/제조DX.자동보정.RSND자동보정팀" userId="S::soy22@lgensol.com::e0dfc6da-e3c7-4ad5-9bac-f065fa9fc20e" providerId="AD" clId="Web-{D65C5863-D220-9B59-A321-908181A7F19A}" dt="2025-12-09T09:02:20.226" v="551"/>
          <ac:graphicFrameMkLst>
            <pc:docMk/>
            <pc:sldMk cId="3212163405" sldId="314"/>
            <ac:graphicFrameMk id="16" creationId="{EB242356-A299-46C3-9D06-5B35325220C3}"/>
          </ac:graphicFrameMkLst>
        </pc:graphicFrameChg>
        <pc:pic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8.632" v="509" actId="1076"/>
          <ac:picMkLst>
            <pc:docMk/>
            <pc:sldMk cId="3212163405" sldId="314"/>
            <ac:picMk id="12" creationId="{C738A29C-E14B-4F4F-999F-862994C5C8B1}"/>
          </ac:picMkLst>
        </pc:picChg>
        <pc:picChg chg="mod">
          <ac:chgData name="정소영(SOYOUNG JEONG)[soy22]/사원/제조DX.자동보정.RSND자동보정팀" userId="S::soy22@lgensol.com::e0dfc6da-e3c7-4ad5-9bac-f065fa9fc20e" providerId="AD" clId="Web-{D65C5863-D220-9B59-A321-908181A7F19A}" dt="2025-12-09T09:01:59.116" v="516" actId="1076"/>
          <ac:picMkLst>
            <pc:docMk/>
            <pc:sldMk cId="3212163405" sldId="314"/>
            <ac:picMk id="15" creationId="{722E7DDD-7DE3-2933-859A-6AE176D03520}"/>
          </ac:picMkLst>
        </pc:picChg>
        <pc:picChg chg="mod">
          <ac:chgData name="정소영(SOYOUNG JEONG)[soy22]/사원/제조DX.자동보정.RSND자동보정팀" userId="S::soy22@lgensol.com::e0dfc6da-e3c7-4ad5-9bac-f065fa9fc20e" providerId="AD" clId="Web-{D65C5863-D220-9B59-A321-908181A7F19A}" dt="2025-12-09T08:48:06.085" v="335" actId="1076"/>
          <ac:picMkLst>
            <pc:docMk/>
            <pc:sldMk cId="3212163405" sldId="314"/>
            <ac:picMk id="28" creationId="{DC2384A3-DB3D-F017-86A5-03BBF3819776}"/>
          </ac:picMkLst>
        </pc:picChg>
        <pc:cxnChg chg="mod">
          <ac:chgData name="정소영(SOYOUNG JEONG)[soy22]/사원/제조DX.자동보정.RSND자동보정팀" userId="S::soy22@lgensol.com::e0dfc6da-e3c7-4ad5-9bac-f065fa9fc20e" providerId="AD" clId="Web-{D65C5863-D220-9B59-A321-908181A7F19A}" dt="2025-12-09T09:02:00.257" v="532" actId="1076"/>
          <ac:cxnSpMkLst>
            <pc:docMk/>
            <pc:sldMk cId="3212163405" sldId="314"/>
            <ac:cxnSpMk id="7" creationId="{E85138A8-FA87-701D-4489-BF6297A61B6F}"/>
          </ac:cxnSpMkLst>
        </pc:cxnChg>
        <pc:cxnChg chg="mod">
          <ac:chgData name="정소영(SOYOUNG JEONG)[soy22]/사원/제조DX.자동보정.RSND자동보정팀" userId="S::soy22@lgensol.com::e0dfc6da-e3c7-4ad5-9bac-f065fa9fc20e" providerId="AD" clId="Web-{D65C5863-D220-9B59-A321-908181A7F19A}" dt="2025-12-09T09:02:00.350" v="533" actId="1076"/>
          <ac:cxnSpMkLst>
            <pc:docMk/>
            <pc:sldMk cId="3212163405" sldId="314"/>
            <ac:cxnSpMk id="8" creationId="{E4DDC798-C8D2-3EC3-30BF-189CE32775DC}"/>
          </ac:cxnSpMkLst>
        </pc:cxnChg>
        <pc:cxnChg chg="mod">
          <ac:chgData name="정소영(SOYOUNG JEONG)[soy22]/사원/제조DX.자동보정.RSND자동보정팀" userId="S::soy22@lgensol.com::e0dfc6da-e3c7-4ad5-9bac-f065fa9fc20e" providerId="AD" clId="Web-{D65C5863-D220-9B59-A321-908181A7F19A}" dt="2025-12-09T09:02:00.460" v="534" actId="1076"/>
          <ac:cxnSpMkLst>
            <pc:docMk/>
            <pc:sldMk cId="3212163405" sldId="314"/>
            <ac:cxnSpMk id="17" creationId="{7245E359-1E78-84F0-7158-93677141A814}"/>
          </ac:cxnSpMkLst>
        </pc:cxnChg>
      </pc:sldChg>
      <pc:sldChg chg="modSp">
        <pc:chgData name="정소영(SOYOUNG JEONG)[soy22]/사원/제조DX.자동보정.RSND자동보정팀" userId="S::soy22@lgensol.com::e0dfc6da-e3c7-4ad5-9bac-f065fa9fc20e" providerId="AD" clId="Web-{D65C5863-D220-9B59-A321-908181A7F19A}" dt="2025-12-09T08:37:01.131" v="18" actId="20577"/>
        <pc:sldMkLst>
          <pc:docMk/>
          <pc:sldMk cId="3211266544" sldId="2147481936"/>
        </pc:sldMkLst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8:37:01.131" v="18" actId="20577"/>
          <ac:spMkLst>
            <pc:docMk/>
            <pc:sldMk cId="3211266544" sldId="2147481936"/>
            <ac:spMk id="39" creationId="{BD947726-D688-4BA1-ABAE-873172B470A3}"/>
          </ac:spMkLst>
        </pc:spChg>
      </pc:sldChg>
      <pc:sldChg chg="modSp">
        <pc:chgData name="정소영(SOYOUNG JEONG)[soy22]/사원/제조DX.자동보정.RSND자동보정팀" userId="S::soy22@lgensol.com::e0dfc6da-e3c7-4ad5-9bac-f065fa9fc20e" providerId="AD" clId="Web-{D65C5863-D220-9B59-A321-908181A7F19A}" dt="2025-12-09T09:04:18.370" v="572"/>
        <pc:sldMkLst>
          <pc:docMk/>
          <pc:sldMk cId="1129839810" sldId="2147483547"/>
        </pc:sldMkLst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8:38:16.669" v="30" actId="20577"/>
          <ac:spMkLst>
            <pc:docMk/>
            <pc:sldMk cId="1129839810" sldId="2147483547"/>
            <ac:spMk id="13" creationId="{17889248-F115-4AA2-BAEB-FB8BEFDFF7E4}"/>
          </ac:spMkLst>
        </pc:spChg>
      </pc:sldChg>
      <pc:sldChg chg="modSp">
        <pc:chgData name="정소영(SOYOUNG JEONG)[soy22]/사원/제조DX.자동보정.RSND자동보정팀" userId="S::soy22@lgensol.com::e0dfc6da-e3c7-4ad5-9bac-f065fa9fc20e" providerId="AD" clId="Web-{D65C5863-D220-9B59-A321-908181A7F19A}" dt="2025-12-09T08:37:56.870" v="26" actId="20577"/>
        <pc:sldMkLst>
          <pc:docMk/>
          <pc:sldMk cId="938929586" sldId="2147483555"/>
        </pc:sldMkLst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8:37:56.870" v="26" actId="20577"/>
          <ac:spMkLst>
            <pc:docMk/>
            <pc:sldMk cId="938929586" sldId="2147483555"/>
            <ac:spMk id="13" creationId="{887CCADF-6E8D-4B31-B59A-D9BD709A09E6}"/>
          </ac:spMkLst>
        </pc:spChg>
      </pc:sldChg>
      <pc:sldChg chg="modSp">
        <pc:chgData name="정소영(SOYOUNG JEONG)[soy22]/사원/제조DX.자동보정.RSND자동보정팀" userId="S::soy22@lgensol.com::e0dfc6da-e3c7-4ad5-9bac-f065fa9fc20e" providerId="AD" clId="Web-{D65C5863-D220-9B59-A321-908181A7F19A}" dt="2025-12-09T08:37:44.307" v="22" actId="20577"/>
        <pc:sldMkLst>
          <pc:docMk/>
          <pc:sldMk cId="2628521279" sldId="2147483556"/>
        </pc:sldMkLst>
        <pc:spChg chg="mod">
          <ac:chgData name="정소영(SOYOUNG JEONG)[soy22]/사원/제조DX.자동보정.RSND자동보정팀" userId="S::soy22@lgensol.com::e0dfc6da-e3c7-4ad5-9bac-f065fa9fc20e" providerId="AD" clId="Web-{D65C5863-D220-9B59-A321-908181A7F19A}" dt="2025-12-09T08:37:44.307" v="22" actId="20577"/>
          <ac:spMkLst>
            <pc:docMk/>
            <pc:sldMk cId="2628521279" sldId="2147483556"/>
            <ac:spMk id="15" creationId="{47DCDD23-DDED-4691-B961-A973B21BA6B3}"/>
          </ac:spMkLst>
        </pc:spChg>
      </pc:sldChg>
    </pc:docChg>
  </pc:docChgLst>
  <pc:docChgLst>
    <pc:chgData name="임성현(SUNGHYEUN LIM)[limsh0]/선임/제조DX.자동보정.MC자동보정팀" userId="S::limsh0@lgensol.com::98668b4a-da00-402d-a6a4-d7a97d064261" providerId="AD" clId="Web-{CDC34345-BA06-8946-5A14-64C49B9231B3}"/>
    <pc:docChg chg="modSld">
      <pc:chgData name="임성현(SUNGHYEUN LIM)[limsh0]/선임/제조DX.자동보정.MC자동보정팀" userId="S::limsh0@lgensol.com::98668b4a-da00-402d-a6a4-d7a97d064261" providerId="AD" clId="Web-{CDC34345-BA06-8946-5A14-64C49B9231B3}" dt="2025-12-16T08:46:08.342" v="124" actId="20577"/>
      <pc:docMkLst>
        <pc:docMk/>
      </pc:docMkLst>
      <pc:sldChg chg="modSp">
        <pc:chgData name="임성현(SUNGHYEUN LIM)[limsh0]/선임/제조DX.자동보정.MC자동보정팀" userId="S::limsh0@lgensol.com::98668b4a-da00-402d-a6a4-d7a97d064261" providerId="AD" clId="Web-{CDC34345-BA06-8946-5A14-64C49B9231B3}" dt="2025-12-16T08:46:08.342" v="124" actId="20577"/>
        <pc:sldMkLst>
          <pc:docMk/>
          <pc:sldMk cId="696343298" sldId="286"/>
        </pc:sldMkLst>
        <pc:spChg chg="mod">
          <ac:chgData name="임성현(SUNGHYEUN LIM)[limsh0]/선임/제조DX.자동보정.MC자동보정팀" userId="S::limsh0@lgensol.com::98668b4a-da00-402d-a6a4-d7a97d064261" providerId="AD" clId="Web-{CDC34345-BA06-8946-5A14-64C49B9231B3}" dt="2025-12-16T08:46:08.342" v="124" actId="20577"/>
          <ac:spMkLst>
            <pc:docMk/>
            <pc:sldMk cId="696343298" sldId="286"/>
            <ac:spMk id="13" creationId="{82252684-031E-86C5-0019-5EFB40AD5344}"/>
          </ac:spMkLst>
        </pc:spChg>
        <pc:graphicFrameChg chg="mod modGraphic">
          <ac:chgData name="임성현(SUNGHYEUN LIM)[limsh0]/선임/제조DX.자동보정.MC자동보정팀" userId="S::limsh0@lgensol.com::98668b4a-da00-402d-a6a4-d7a97d064261" providerId="AD" clId="Web-{CDC34345-BA06-8946-5A14-64C49B9231B3}" dt="2025-12-16T08:45:33.935" v="110"/>
          <ac:graphicFrameMkLst>
            <pc:docMk/>
            <pc:sldMk cId="696343298" sldId="286"/>
            <ac:graphicFrameMk id="3" creationId="{288888B8-029A-57B9-F6A4-85C447027341}"/>
          </ac:graphicFrameMkLst>
        </pc:graphicFrameChg>
        <pc:graphicFrameChg chg="mod modGraphic">
          <ac:chgData name="임성현(SUNGHYEUN LIM)[limsh0]/선임/제조DX.자동보정.MC자동보정팀" userId="S::limsh0@lgensol.com::98668b4a-da00-402d-a6a4-d7a97d064261" providerId="AD" clId="Web-{CDC34345-BA06-8946-5A14-64C49B9231B3}" dt="2025-12-16T08:41:35.189" v="88"/>
          <ac:graphicFrameMkLst>
            <pc:docMk/>
            <pc:sldMk cId="696343298" sldId="286"/>
            <ac:graphicFrameMk id="9" creationId="{6638603E-0C75-FCA7-3CCB-2D5FD4CE05ED}"/>
          </ac:graphicFrameMkLst>
        </pc:graphicFrameChg>
      </pc:sldChg>
      <pc:sldChg chg="modSp">
        <pc:chgData name="임성현(SUNGHYEUN LIM)[limsh0]/선임/제조DX.자동보정.MC자동보정팀" userId="S::limsh0@lgensol.com::98668b4a-da00-402d-a6a4-d7a97d064261" providerId="AD" clId="Web-{CDC34345-BA06-8946-5A14-64C49B9231B3}" dt="2025-12-16T08:44:09.697" v="100" actId="20577"/>
        <pc:sldMkLst>
          <pc:docMk/>
          <pc:sldMk cId="3761653059" sldId="2147483638"/>
        </pc:sldMkLst>
        <pc:spChg chg="mod">
          <ac:chgData name="임성현(SUNGHYEUN LIM)[limsh0]/선임/제조DX.자동보정.MC자동보정팀" userId="S::limsh0@lgensol.com::98668b4a-da00-402d-a6a4-d7a97d064261" providerId="AD" clId="Web-{CDC34345-BA06-8946-5A14-64C49B9231B3}" dt="2025-12-16T08:44:09.697" v="100" actId="20577"/>
          <ac:spMkLst>
            <pc:docMk/>
            <pc:sldMk cId="3761653059" sldId="2147483638"/>
            <ac:spMk id="23" creationId="{51EDA293-8423-D041-1D15-24DC9ACC3978}"/>
          </ac:spMkLst>
        </pc:spChg>
        <pc:spChg chg="mod">
          <ac:chgData name="임성현(SUNGHYEUN LIM)[limsh0]/선임/제조DX.자동보정.MC자동보정팀" userId="S::limsh0@lgensol.com::98668b4a-da00-402d-a6a4-d7a97d064261" providerId="AD" clId="Web-{CDC34345-BA06-8946-5A14-64C49B9231B3}" dt="2025-12-16T08:38:21.054" v="7" actId="20577"/>
          <ac:spMkLst>
            <pc:docMk/>
            <pc:sldMk cId="3761653059" sldId="2147483638"/>
            <ac:spMk id="28" creationId="{564B3419-9323-12DE-9223-F5F9F478B06A}"/>
          </ac:spMkLst>
        </pc:spChg>
      </pc:sldChg>
    </pc:docChg>
  </pc:docChgLst>
  <pc:docChgLst>
    <pc:chgData name="박연탁(YEONTARK PARK)[parkyt]/책임/제조DX.자동보정.자동보정선행개발팀" userId="S::parkyt@lgensol.com::ed32861b-bebc-4d6e-be9d-42a82b4a008b" providerId="AD" clId="Web-{EA5F6A33-D468-A40E-E887-B3C216857046}"/>
    <pc:docChg chg="modSld">
      <pc:chgData name="박연탁(YEONTARK PARK)[parkyt]/책임/제조DX.자동보정.자동보정선행개발팀" userId="S::parkyt@lgensol.com::ed32861b-bebc-4d6e-be9d-42a82b4a008b" providerId="AD" clId="Web-{EA5F6A33-D468-A40E-E887-B3C216857046}" dt="2025-11-26T01:29:08.298" v="7"/>
      <pc:docMkLst>
        <pc:docMk/>
      </pc:docMkLst>
    </pc:docChg>
  </pc:docChgLst>
  <pc:docChgLst>
    <pc:chgData name="정소영(SOYOUNG JEONG)[soy22]/사원/제조DX.자동보정.RSND자동보정팀" userId="S::soy22@lgensol.com::e0dfc6da-e3c7-4ad5-9bac-f065fa9fc20e" providerId="AD" clId="Web-{12999365-A4E8-4170-8D27-39B4E3B88AAB}"/>
    <pc:docChg chg="modSld">
      <pc:chgData name="정소영(SOYOUNG JEONG)[soy22]/사원/제조DX.자동보정.RSND자동보정팀" userId="S::soy22@lgensol.com::e0dfc6da-e3c7-4ad5-9bac-f065fa9fc20e" providerId="AD" clId="Web-{12999365-A4E8-4170-8D27-39B4E3B88AAB}" dt="2025-12-03T00:56:46.377" v="29" actId="20577"/>
      <pc:docMkLst>
        <pc:docMk/>
      </pc:docMkLst>
      <pc:sldChg chg="modSp">
        <pc:chgData name="정소영(SOYOUNG JEONG)[soy22]/사원/제조DX.자동보정.RSND자동보정팀" userId="S::soy22@lgensol.com::e0dfc6da-e3c7-4ad5-9bac-f065fa9fc20e" providerId="AD" clId="Web-{12999365-A4E8-4170-8D27-39B4E3B88AAB}" dt="2025-12-03T00:56:46.377" v="29" actId="20577"/>
        <pc:sldMkLst>
          <pc:docMk/>
          <pc:sldMk cId="236506849" sldId="304"/>
        </pc:sldMkLst>
        <pc:spChg chg="mod">
          <ac:chgData name="정소영(SOYOUNG JEONG)[soy22]/사원/제조DX.자동보정.RSND자동보정팀" userId="S::soy22@lgensol.com::e0dfc6da-e3c7-4ad5-9bac-f065fa9fc20e" providerId="AD" clId="Web-{12999365-A4E8-4170-8D27-39B4E3B88AAB}" dt="2025-12-03T00:56:46.377" v="29" actId="20577"/>
          <ac:spMkLst>
            <pc:docMk/>
            <pc:sldMk cId="236506849" sldId="304"/>
            <ac:spMk id="9" creationId="{1901E888-9DCF-0527-911B-3004622F7A47}"/>
          </ac:spMkLst>
        </pc:spChg>
        <pc:graphicFrameChg chg="mod modGraphic">
          <ac:chgData name="정소영(SOYOUNG JEONG)[soy22]/사원/제조DX.자동보정.RSND자동보정팀" userId="S::soy22@lgensol.com::e0dfc6da-e3c7-4ad5-9bac-f065fa9fc20e" providerId="AD" clId="Web-{12999365-A4E8-4170-8D27-39B4E3B88AAB}" dt="2025-12-03T00:56:38.658" v="21"/>
          <ac:graphicFrameMkLst>
            <pc:docMk/>
            <pc:sldMk cId="236506849" sldId="304"/>
            <ac:graphicFrameMk id="7" creationId="{E6C22FD3-C5C8-4206-B495-6884712C8967}"/>
          </ac:graphicFrameMkLst>
        </pc:graphicFrameChg>
      </pc:sldChg>
      <pc:sldChg chg="modSp">
        <pc:chgData name="정소영(SOYOUNG JEONG)[soy22]/사원/제조DX.자동보정.RSND자동보정팀" userId="S::soy22@lgensol.com::e0dfc6da-e3c7-4ad5-9bac-f065fa9fc20e" providerId="AD" clId="Web-{12999365-A4E8-4170-8D27-39B4E3B88AAB}" dt="2025-12-03T00:56:05.419" v="7"/>
        <pc:sldMkLst>
          <pc:docMk/>
          <pc:sldMk cId="4068242795" sldId="2147481937"/>
        </pc:sldMkLst>
        <pc:graphicFrameChg chg="mod modGraphic">
          <ac:chgData name="정소영(SOYOUNG JEONG)[soy22]/사원/제조DX.자동보정.RSND자동보정팀" userId="S::soy22@lgensol.com::e0dfc6da-e3c7-4ad5-9bac-f065fa9fc20e" providerId="AD" clId="Web-{12999365-A4E8-4170-8D27-39B4E3B88AAB}" dt="2025-12-03T00:56:05.419" v="7"/>
          <ac:graphicFrameMkLst>
            <pc:docMk/>
            <pc:sldMk cId="4068242795" sldId="2147481937"/>
            <ac:graphicFrameMk id="12" creationId="{C7335BD5-3A55-44AE-BC93-06CEDE9FCA71}"/>
          </ac:graphicFrameMkLst>
        </pc:graphicFrameChg>
      </pc:sldChg>
      <pc:sldChg chg="modSp">
        <pc:chgData name="정소영(SOYOUNG JEONG)[soy22]/사원/제조DX.자동보정.RSND자동보정팀" userId="S::soy22@lgensol.com::e0dfc6da-e3c7-4ad5-9bac-f065fa9fc20e" providerId="AD" clId="Web-{12999365-A4E8-4170-8D27-39B4E3B88AAB}" dt="2025-12-03T00:56:23.625" v="15"/>
        <pc:sldMkLst>
          <pc:docMk/>
          <pc:sldMk cId="918514752" sldId="2147481962"/>
        </pc:sldMkLst>
        <pc:graphicFrameChg chg="mod modGraphic">
          <ac:chgData name="정소영(SOYOUNG JEONG)[soy22]/사원/제조DX.자동보정.RSND자동보정팀" userId="S::soy22@lgensol.com::e0dfc6da-e3c7-4ad5-9bac-f065fa9fc20e" providerId="AD" clId="Web-{12999365-A4E8-4170-8D27-39B4E3B88AAB}" dt="2025-12-03T00:56:23.625" v="15"/>
          <ac:graphicFrameMkLst>
            <pc:docMk/>
            <pc:sldMk cId="918514752" sldId="2147481962"/>
            <ac:graphicFrameMk id="12" creationId="{C7335BD5-3A55-44AE-BC93-06CEDE9FCA71}"/>
          </ac:graphicFrameMkLst>
        </pc:graphicFrameChg>
      </pc:sldChg>
    </pc:docChg>
  </pc:docChgLst>
  <pc:docChgLst>
    <pc:chgData name="강현웅(HYEONWOONG KANG)[khw330]/선임/제조DX.자동보정.조립자동보정팀" userId="2b3cec2e-b960-4340-96c3-4469e2643969" providerId="ADAL" clId="{DBCC63EF-0E53-4241-A4AE-CD602F20D94B}"/>
    <pc:docChg chg="custSel modSld modMainMaster">
      <pc:chgData name="강현웅(HYEONWOONG KANG)[khw330]/선임/제조DX.자동보정.조립자동보정팀" userId="2b3cec2e-b960-4340-96c3-4469e2643969" providerId="ADAL" clId="{DBCC63EF-0E53-4241-A4AE-CD602F20D94B}" dt="2025-12-11T23:59:37.697" v="1237" actId="20577"/>
      <pc:docMkLst>
        <pc:docMk/>
      </pc:docMkLst>
      <pc:sldChg chg="modSp mod">
        <pc:chgData name="강현웅(HYEONWOONG KANG)[khw330]/선임/제조DX.자동보정.조립자동보정팀" userId="2b3cec2e-b960-4340-96c3-4469e2643969" providerId="ADAL" clId="{DBCC63EF-0E53-4241-A4AE-CD602F20D94B}" dt="2025-12-11T23:59:17.586" v="1215" actId="20577"/>
        <pc:sldMkLst>
          <pc:docMk/>
          <pc:sldMk cId="664710437" sldId="258"/>
        </pc:sldMkLst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9:17.586" v="1215" actId="20577"/>
          <ac:graphicFrameMkLst>
            <pc:docMk/>
            <pc:sldMk cId="664710437" sldId="258"/>
            <ac:graphicFrameMk id="16" creationId="{721D71E9-3437-A6BF-DC12-E6C5B9BEBCB8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9:23.766" v="1223" actId="20577"/>
        <pc:sldMkLst>
          <pc:docMk/>
          <pc:sldMk cId="2887664435" sldId="259"/>
        </pc:sldMkLst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9:23.766" v="1223" actId="20577"/>
          <ac:graphicFrameMkLst>
            <pc:docMk/>
            <pc:sldMk cId="2887664435" sldId="259"/>
            <ac:graphicFrameMk id="3" creationId="{09782DC6-7820-E46A-976F-513B35163C74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09T00:23:23.343" v="13" actId="207"/>
        <pc:sldMkLst>
          <pc:docMk/>
          <pc:sldMk cId="528501483" sldId="264"/>
        </pc:sldMkLst>
        <pc:spChg chg="mod">
          <ac:chgData name="강현웅(HYEONWOONG KANG)[khw330]/선임/제조DX.자동보정.조립자동보정팀" userId="2b3cec2e-b960-4340-96c3-4469e2643969" providerId="ADAL" clId="{DBCC63EF-0E53-4241-A4AE-CD602F20D94B}" dt="2025-12-09T00:23:17.937" v="11" actId="207"/>
          <ac:spMkLst>
            <pc:docMk/>
            <pc:sldMk cId="528501483" sldId="264"/>
            <ac:spMk id="2" creationId="{E8F06963-68B2-D37B-EC7B-3994ACC6BD2A}"/>
          </ac:spMkLst>
        </pc:spChg>
        <pc:spChg chg="mod">
          <ac:chgData name="강현웅(HYEONWOONG KANG)[khw330]/선임/제조DX.자동보정.조립자동보정팀" userId="2b3cec2e-b960-4340-96c3-4469e2643969" providerId="ADAL" clId="{DBCC63EF-0E53-4241-A4AE-CD602F20D94B}" dt="2025-12-09T00:23:23.343" v="13" actId="207"/>
          <ac:spMkLst>
            <pc:docMk/>
            <pc:sldMk cId="528501483" sldId="264"/>
            <ac:spMk id="10" creationId="{622256A6-C7CD-F573-B117-F304392ACE9E}"/>
          </ac:spMkLst>
        </pc:spChg>
        <pc:spChg chg="mod">
          <ac:chgData name="강현웅(HYEONWOONG KANG)[khw330]/선임/제조DX.자동보정.조립자동보정팀" userId="2b3cec2e-b960-4340-96c3-4469e2643969" providerId="ADAL" clId="{DBCC63EF-0E53-4241-A4AE-CD602F20D94B}" dt="2025-12-09T00:23:20.840" v="12" actId="207"/>
          <ac:spMkLst>
            <pc:docMk/>
            <pc:sldMk cId="528501483" sldId="264"/>
            <ac:spMk id="12" creationId="{6F1B67F7-3FCA-8C3B-A398-028735996A77}"/>
          </ac:spMkLst>
        </pc:spChg>
        <pc:spChg chg="mod">
          <ac:chgData name="강현웅(HYEONWOONG KANG)[khw330]/선임/제조DX.자동보정.조립자동보정팀" userId="2b3cec2e-b960-4340-96c3-4469e2643969" providerId="ADAL" clId="{DBCC63EF-0E53-4241-A4AE-CD602F20D94B}" dt="2025-12-09T00:23:15.679" v="10" actId="207"/>
          <ac:spMkLst>
            <pc:docMk/>
            <pc:sldMk cId="528501483" sldId="264"/>
            <ac:spMk id="15" creationId="{E0E42231-D299-2E3B-F2DE-55FFD43F80C3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6:40.858" v="1139" actId="20577"/>
        <pc:sldMkLst>
          <pc:docMk/>
          <pc:sldMk cId="4091322217" sldId="265"/>
        </pc:sldMkLst>
        <pc:spChg chg="mod">
          <ac:chgData name="강현웅(HYEONWOONG KANG)[khw330]/선임/제조DX.자동보정.조립자동보정팀" userId="2b3cec2e-b960-4340-96c3-4469e2643969" providerId="ADAL" clId="{DBCC63EF-0E53-4241-A4AE-CD602F20D94B}" dt="2025-12-11T23:56:40.858" v="1139" actId="20577"/>
          <ac:spMkLst>
            <pc:docMk/>
            <pc:sldMk cId="4091322217" sldId="265"/>
            <ac:spMk id="5" creationId="{628CAE2A-DD4F-41F2-BEE4-46B7C086D483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6:28.848" v="1127" actId="20577"/>
          <ac:graphicFrameMkLst>
            <pc:docMk/>
            <pc:sldMk cId="4091322217" sldId="265"/>
            <ac:graphicFrameMk id="3" creationId="{3E86696F-E35A-4B06-9B46-63A4A6A986C1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3:42.810" v="1117" actId="20577"/>
        <pc:sldMkLst>
          <pc:docMk/>
          <pc:sldMk cId="625010072" sldId="267"/>
        </pc:sldMkLst>
        <pc:spChg chg="mod">
          <ac:chgData name="강현웅(HYEONWOONG KANG)[khw330]/선임/제조DX.자동보정.조립자동보정팀" userId="2b3cec2e-b960-4340-96c3-4469e2643969" providerId="ADAL" clId="{DBCC63EF-0E53-4241-A4AE-CD602F20D94B}" dt="2025-12-11T23:53:42.810" v="1117" actId="20577"/>
          <ac:spMkLst>
            <pc:docMk/>
            <pc:sldMk cId="625010072" sldId="267"/>
            <ac:spMk id="2" creationId="{C63ED2EF-B7C6-FCC0-EB31-59AE6051BC74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9:34.147" v="1233" actId="20577"/>
        <pc:sldMkLst>
          <pc:docMk/>
          <pc:sldMk cId="912516758" sldId="270"/>
        </pc:sldMkLst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9:34.147" v="1233" actId="20577"/>
          <ac:graphicFrameMkLst>
            <pc:docMk/>
            <pc:sldMk cId="912516758" sldId="270"/>
            <ac:graphicFrameMk id="10" creationId="{480421C8-E427-CECF-A675-6665D99969B0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0T08:30:22.966" v="1094" actId="20577"/>
        <pc:sldMkLst>
          <pc:docMk/>
          <pc:sldMk cId="1984979464" sldId="277"/>
        </pc:sldMkLst>
        <pc:graphicFrameChg chg="mod modGraphic">
          <ac:chgData name="강현웅(HYEONWOONG KANG)[khw330]/선임/제조DX.자동보정.조립자동보정팀" userId="2b3cec2e-b960-4340-96c3-4469e2643969" providerId="ADAL" clId="{DBCC63EF-0E53-4241-A4AE-CD602F20D94B}" dt="2025-12-10T08:30:22.966" v="1094" actId="20577"/>
          <ac:graphicFrameMkLst>
            <pc:docMk/>
            <pc:sldMk cId="1984979464" sldId="277"/>
            <ac:graphicFrameMk id="9" creationId="{8FDB63AD-0852-F4A6-4748-366EC5BD265C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8:16.571" v="1173" actId="20577"/>
        <pc:sldMkLst>
          <pc:docMk/>
          <pc:sldMk cId="1214493206" sldId="278"/>
        </pc:sldMkLst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8:16.571" v="1173" actId="20577"/>
          <ac:graphicFrameMkLst>
            <pc:docMk/>
            <pc:sldMk cId="1214493206" sldId="278"/>
            <ac:graphicFrameMk id="2" creationId="{E8BA911D-85D8-47EA-B554-47FAA4B53801}"/>
          </ac:graphicFrameMkLst>
        </pc:graphicFrameChg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8:14.493" v="1169" actId="20577"/>
          <ac:graphicFrameMkLst>
            <pc:docMk/>
            <pc:sldMk cId="1214493206" sldId="278"/>
            <ac:graphicFrameMk id="5" creationId="{2B946E08-BA17-4FF0-BB32-A5E05CE9F77C}"/>
          </ac:graphicFrameMkLst>
        </pc:graphicFrameChg>
      </pc:sldChg>
      <pc:sldChg chg="modSp">
        <pc:chgData name="강현웅(HYEONWOONG KANG)[khw330]/선임/제조DX.자동보정.조립자동보정팀" userId="2b3cec2e-b960-4340-96c3-4469e2643969" providerId="ADAL" clId="{DBCC63EF-0E53-4241-A4AE-CD602F20D94B}" dt="2025-12-10T08:30:27.346" v="1095"/>
        <pc:sldMkLst>
          <pc:docMk/>
          <pc:sldMk cId="3110584877" sldId="282"/>
        </pc:sldMkLst>
        <pc:graphicFrameChg chg="mod">
          <ac:chgData name="강현웅(HYEONWOONG KANG)[khw330]/선임/제조DX.자동보정.조립자동보정팀" userId="2b3cec2e-b960-4340-96c3-4469e2643969" providerId="ADAL" clId="{DBCC63EF-0E53-4241-A4AE-CD602F20D94B}" dt="2025-12-10T08:30:27.346" v="1095"/>
          <ac:graphicFrameMkLst>
            <pc:docMk/>
            <pc:sldMk cId="3110584877" sldId="282"/>
            <ac:graphicFrameMk id="9" creationId="{8FDB63AD-0852-F4A6-4748-366EC5BD265C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0T08:23:17.901" v="586" actId="20577"/>
        <pc:sldMkLst>
          <pc:docMk/>
          <pc:sldMk cId="3005009049" sldId="284"/>
        </pc:sldMkLst>
        <pc:graphicFrameChg chg="mod modGraphic">
          <ac:chgData name="강현웅(HYEONWOONG KANG)[khw330]/선임/제조DX.자동보정.조립자동보정팀" userId="2b3cec2e-b960-4340-96c3-4469e2643969" providerId="ADAL" clId="{DBCC63EF-0E53-4241-A4AE-CD602F20D94B}" dt="2025-12-10T08:23:17.901" v="586" actId="20577"/>
          <ac:graphicFrameMkLst>
            <pc:docMk/>
            <pc:sldMk cId="3005009049" sldId="284"/>
            <ac:graphicFrameMk id="9" creationId="{459FC5F3-1FD5-01E7-B1BA-B39813120590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9:37.697" v="1237" actId="20577"/>
        <pc:sldMkLst>
          <pc:docMk/>
          <pc:sldMk cId="2926393564" sldId="285"/>
        </pc:sldMkLst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9:37.697" v="1237" actId="20577"/>
          <ac:graphicFrameMkLst>
            <pc:docMk/>
            <pc:sldMk cId="2926393564" sldId="285"/>
            <ac:graphicFrameMk id="16" creationId="{721D71E9-3437-A6BF-DC12-E6C5B9BEBCB8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6:46.194" v="1145" actId="20577"/>
        <pc:sldMkLst>
          <pc:docMk/>
          <pc:sldMk cId="324999883" sldId="292"/>
        </pc:sldMkLst>
        <pc:spChg chg="mod">
          <ac:chgData name="강현웅(HYEONWOONG KANG)[khw330]/선임/제조DX.자동보정.조립자동보정팀" userId="2b3cec2e-b960-4340-96c3-4469e2643969" providerId="ADAL" clId="{DBCC63EF-0E53-4241-A4AE-CD602F20D94B}" dt="2025-12-11T23:56:46.194" v="1145" actId="20577"/>
          <ac:spMkLst>
            <pc:docMk/>
            <pc:sldMk cId="324999883" sldId="292"/>
            <ac:spMk id="5" creationId="{628CAE2A-DD4F-41F2-BEE4-46B7C086D483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6:32.477" v="1131" actId="20577"/>
          <ac:graphicFrameMkLst>
            <pc:docMk/>
            <pc:sldMk cId="324999883" sldId="292"/>
            <ac:graphicFrameMk id="3" creationId="{3E86696F-E35A-4B06-9B46-63A4A6A986C1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8:40.338" v="1189" actId="20577"/>
        <pc:sldMkLst>
          <pc:docMk/>
          <pc:sldMk cId="236506849" sldId="304"/>
        </pc:sldMkLst>
        <pc:spChg chg="mod">
          <ac:chgData name="강현웅(HYEONWOONG KANG)[khw330]/선임/제조DX.자동보정.조립자동보정팀" userId="2b3cec2e-b960-4340-96c3-4469e2643969" providerId="ADAL" clId="{DBCC63EF-0E53-4241-A4AE-CD602F20D94B}" dt="2025-12-11T23:58:40.338" v="1189" actId="20577"/>
          <ac:spMkLst>
            <pc:docMk/>
            <pc:sldMk cId="236506849" sldId="304"/>
            <ac:spMk id="9" creationId="{1901E888-9DCF-0527-911B-3004622F7A47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8:35.019" v="1187" actId="20577"/>
          <ac:graphicFrameMkLst>
            <pc:docMk/>
            <pc:sldMk cId="236506849" sldId="304"/>
            <ac:graphicFrameMk id="7" creationId="{E6C22FD3-C5C8-4206-B495-6884712C8967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7:17.810" v="1157" actId="20577"/>
        <pc:sldMkLst>
          <pc:docMk/>
          <pc:sldMk cId="2352087536" sldId="305"/>
        </pc:sldMkLst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7:17.810" v="1157" actId="20577"/>
          <ac:graphicFrameMkLst>
            <pc:docMk/>
            <pc:sldMk cId="2352087536" sldId="305"/>
            <ac:graphicFrameMk id="4" creationId="{EB5481E2-6FB4-4FB7-EF5D-7D9B040C6E64}"/>
          </ac:graphicFrameMkLst>
        </pc:graphicFrameChg>
      </pc:sldChg>
      <pc:sldChg chg="modSp mod modShow">
        <pc:chgData name="강현웅(HYEONWOONG KANG)[khw330]/선임/제조DX.자동보정.조립자동보정팀" userId="2b3cec2e-b960-4340-96c3-4469e2643969" providerId="ADAL" clId="{DBCC63EF-0E53-4241-A4AE-CD602F20D94B}" dt="2025-12-10T08:32:08.633" v="1109" actId="20577"/>
        <pc:sldMkLst>
          <pc:docMk/>
          <pc:sldMk cId="2657643038" sldId="306"/>
        </pc:sldMkLst>
        <pc:spChg chg="mod">
          <ac:chgData name="강현웅(HYEONWOONG KANG)[khw330]/선임/제조DX.자동보정.조립자동보정팀" userId="2b3cec2e-b960-4340-96c3-4469e2643969" providerId="ADAL" clId="{DBCC63EF-0E53-4241-A4AE-CD602F20D94B}" dt="2025-12-10T08:32:08.633" v="1109" actId="20577"/>
          <ac:spMkLst>
            <pc:docMk/>
            <pc:sldMk cId="2657643038" sldId="306"/>
            <ac:spMk id="6" creationId="{83CFA496-A814-27C3-3FB8-E454A7B5C13A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0T08:32:02.296" v="1101" actId="20577"/>
          <ac:graphicFrameMkLst>
            <pc:docMk/>
            <pc:sldMk cId="2657643038" sldId="306"/>
            <ac:graphicFrameMk id="5" creationId="{90FA0DD6-FD75-6357-BD16-BBD64CC6F177}"/>
          </ac:graphicFrameMkLst>
        </pc:graphicFrameChg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0T08:32:04.758" v="1105" actId="20577"/>
          <ac:graphicFrameMkLst>
            <pc:docMk/>
            <pc:sldMk cId="2657643038" sldId="306"/>
            <ac:graphicFrameMk id="9" creationId="{8FDB63AD-0852-F4A6-4748-366EC5BD265C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6:55.208" v="1149" actId="20577"/>
        <pc:sldMkLst>
          <pc:docMk/>
          <pc:sldMk cId="2519093233" sldId="316"/>
        </pc:sldMkLst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6:55.208" v="1149" actId="20577"/>
          <ac:graphicFrameMkLst>
            <pc:docMk/>
            <pc:sldMk cId="2519093233" sldId="316"/>
            <ac:graphicFrameMk id="16" creationId="{33D55F02-6D8E-4551-BA96-882BCCE1D0E0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7:00.769" v="1153" actId="20577"/>
        <pc:sldMkLst>
          <pc:docMk/>
          <pc:sldMk cId="3631484623" sldId="317"/>
        </pc:sldMkLst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7:00.769" v="1153" actId="20577"/>
          <ac:graphicFrameMkLst>
            <pc:docMk/>
            <pc:sldMk cId="3631484623" sldId="317"/>
            <ac:graphicFrameMk id="16" creationId="{33D55F02-6D8E-4551-BA96-882BCCE1D0E0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0T08:25:42.095" v="742"/>
        <pc:sldMkLst>
          <pc:docMk/>
          <pc:sldMk cId="2657806170" sldId="318"/>
        </pc:sldMkLst>
        <pc:graphicFrameChg chg="mod modGraphic">
          <ac:chgData name="강현웅(HYEONWOONG KANG)[khw330]/선임/제조DX.자동보정.조립자동보정팀" userId="2b3cec2e-b960-4340-96c3-4469e2643969" providerId="ADAL" clId="{DBCC63EF-0E53-4241-A4AE-CD602F20D94B}" dt="2025-12-10T08:25:42.095" v="742"/>
          <ac:graphicFrameMkLst>
            <pc:docMk/>
            <pc:sldMk cId="2657806170" sldId="318"/>
            <ac:graphicFrameMk id="9" creationId="{459FC5F3-1FD5-01E7-B1BA-B39813120590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09T00:22:27.420" v="3" actId="20577"/>
        <pc:sldMkLst>
          <pc:docMk/>
          <pc:sldMk cId="2751367990" sldId="746"/>
        </pc:sldMkLst>
        <pc:spChg chg="mod">
          <ac:chgData name="강현웅(HYEONWOONG KANG)[khw330]/선임/제조DX.자동보정.조립자동보정팀" userId="2b3cec2e-b960-4340-96c3-4469e2643969" providerId="ADAL" clId="{DBCC63EF-0E53-4241-A4AE-CD602F20D94B}" dt="2025-12-09T00:22:27.420" v="3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09T00:22:56.821" v="7" actId="207"/>
        <pc:sldMkLst>
          <pc:docMk/>
          <pc:sldMk cId="2440852975" sldId="2147481923"/>
        </pc:sldMkLst>
        <pc:spChg chg="mod">
          <ac:chgData name="강현웅(HYEONWOONG KANG)[khw330]/선임/제조DX.자동보정.조립자동보정팀" userId="2b3cec2e-b960-4340-96c3-4469e2643969" providerId="ADAL" clId="{DBCC63EF-0E53-4241-A4AE-CD602F20D94B}" dt="2025-12-09T00:22:56.821" v="7" actId="207"/>
          <ac:spMkLst>
            <pc:docMk/>
            <pc:sldMk cId="2440852975" sldId="2147481923"/>
            <ac:spMk id="8" creationId="{CB0B3E35-76C1-4ED7-A859-2CC8E85EA27D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8:55.002" v="1199" actId="20577"/>
        <pc:sldMkLst>
          <pc:docMk/>
          <pc:sldMk cId="3866888399" sldId="2147481941"/>
        </pc:sldMkLst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8:55.002" v="1199" actId="20577"/>
          <ac:graphicFrameMkLst>
            <pc:docMk/>
            <pc:sldMk cId="3866888399" sldId="2147481941"/>
            <ac:graphicFrameMk id="10" creationId="{598D13AD-B139-4710-A651-D91F86EA2D2E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8:59.578" v="1203" actId="20577"/>
        <pc:sldMkLst>
          <pc:docMk/>
          <pc:sldMk cId="3442893762" sldId="2147481942"/>
        </pc:sldMkLst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8:59.578" v="1203" actId="20577"/>
          <ac:graphicFrameMkLst>
            <pc:docMk/>
            <pc:sldMk cId="3442893762" sldId="2147481942"/>
            <ac:graphicFrameMk id="60" creationId="{8E6A1745-E1D7-4E26-948B-BF2B71149CAF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8:11.406" v="1165" actId="20577"/>
        <pc:sldMkLst>
          <pc:docMk/>
          <pc:sldMk cId="898987606" sldId="2147482031"/>
        </pc:sldMkLst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8:09.060" v="1161" actId="20577"/>
          <ac:graphicFrameMkLst>
            <pc:docMk/>
            <pc:sldMk cId="898987606" sldId="2147482031"/>
            <ac:graphicFrameMk id="3" creationId="{3E86696F-E35A-4B06-9B46-63A4A6A986C1}"/>
          </ac:graphicFrameMkLst>
        </pc:graphicFrameChg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8:11.406" v="1165" actId="20577"/>
          <ac:graphicFrameMkLst>
            <pc:docMk/>
            <pc:sldMk cId="898987606" sldId="2147482031"/>
            <ac:graphicFrameMk id="17" creationId="{CBC900AD-236A-4693-9843-ADEE82E4D6A6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6:20.649" v="1123" actId="20577"/>
        <pc:sldMkLst>
          <pc:docMk/>
          <pc:sldMk cId="1661639708" sldId="2147482034"/>
        </pc:sldMkLst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6:20.649" v="1123" actId="20577"/>
          <ac:graphicFrameMkLst>
            <pc:docMk/>
            <pc:sldMk cId="1661639708" sldId="2147482034"/>
            <ac:graphicFrameMk id="13" creationId="{749EDA29-3892-4D6C-B422-D508526099A4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8:43.306" v="1193" actId="20577"/>
        <pc:sldMkLst>
          <pc:docMk/>
          <pc:sldMk cId="2253287276" sldId="2147482042"/>
        </pc:sldMkLst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8:43.306" v="1193" actId="20577"/>
          <ac:graphicFrameMkLst>
            <pc:docMk/>
            <pc:sldMk cId="2253287276" sldId="2147482042"/>
            <ac:graphicFrameMk id="12" creationId="{7B364C26-8D6A-49BB-AD20-5191801966F9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8:49.224" v="1197" actId="20577"/>
        <pc:sldMkLst>
          <pc:docMk/>
          <pc:sldMk cId="938929586" sldId="2147483555"/>
        </pc:sldMkLst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8:49.224" v="1197" actId="20577"/>
          <ac:graphicFrameMkLst>
            <pc:docMk/>
            <pc:sldMk cId="938929586" sldId="2147483555"/>
            <ac:graphicFrameMk id="21" creationId="{698AF8AB-92C6-45AB-A7E1-5FAFA10C41C5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09T00:23:01.066" v="8" actId="207"/>
        <pc:sldMkLst>
          <pc:docMk/>
          <pc:sldMk cId="2543445665" sldId="2147483561"/>
        </pc:sldMkLst>
        <pc:spChg chg="mod">
          <ac:chgData name="강현웅(HYEONWOONG KANG)[khw330]/선임/제조DX.자동보정.조립자동보정팀" userId="2b3cec2e-b960-4340-96c3-4469e2643969" providerId="ADAL" clId="{DBCC63EF-0E53-4241-A4AE-CD602F20D94B}" dt="2025-12-09T00:23:01.066" v="8" actId="207"/>
          <ac:spMkLst>
            <pc:docMk/>
            <pc:sldMk cId="2543445665" sldId="2147483561"/>
            <ac:spMk id="7" creationId="{2BC7F42E-092C-4FC0-A5C6-9F625CADC1F5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09T00:22:37.033" v="4" actId="207"/>
        <pc:sldMkLst>
          <pc:docMk/>
          <pc:sldMk cId="722830885" sldId="2147483567"/>
        </pc:sldMkLst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09T00:22:43.900" v="6" actId="207"/>
        <pc:sldMkLst>
          <pc:docMk/>
          <pc:sldMk cId="2078861670" sldId="2147483568"/>
        </pc:sldMkLst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3:37.323" v="1113" actId="20577"/>
        <pc:sldMkLst>
          <pc:docMk/>
          <pc:sldMk cId="3159414920" sldId="2147483590"/>
        </pc:sldMkLst>
        <pc:spChg chg="mod">
          <ac:chgData name="강현웅(HYEONWOONG KANG)[khw330]/선임/제조DX.자동보정.조립자동보정팀" userId="2b3cec2e-b960-4340-96c3-4469e2643969" providerId="ADAL" clId="{DBCC63EF-0E53-4241-A4AE-CD602F20D94B}" dt="2025-12-11T23:53:37.323" v="1113" actId="20577"/>
          <ac:spMkLst>
            <pc:docMk/>
            <pc:sldMk cId="3159414920" sldId="2147483590"/>
            <ac:spMk id="19" creationId="{60528C01-D584-4123-83FB-43C0A95AE421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09T00:23:57.132" v="22" actId="207"/>
        <pc:sldMkLst>
          <pc:docMk/>
          <pc:sldMk cId="525786264" sldId="2147483624"/>
        </pc:sldMkLst>
        <pc:spChg chg="mod">
          <ac:chgData name="강현웅(HYEONWOONG KANG)[khw330]/선임/제조DX.자동보정.조립자동보정팀" userId="2b3cec2e-b960-4340-96c3-4469e2643969" providerId="ADAL" clId="{DBCC63EF-0E53-4241-A4AE-CD602F20D94B}" dt="2025-12-09T00:23:44.509" v="18" actId="207"/>
          <ac:spMkLst>
            <pc:docMk/>
            <pc:sldMk cId="525786264" sldId="2147483624"/>
            <ac:spMk id="4" creationId="{CEBB0812-F196-46E5-A546-53F25D17E7E5}"/>
          </ac:spMkLst>
        </pc:spChg>
        <pc:spChg chg="mod">
          <ac:chgData name="강현웅(HYEONWOONG KANG)[khw330]/선임/제조DX.자동보정.조립자동보정팀" userId="2b3cec2e-b960-4340-96c3-4469e2643969" providerId="ADAL" clId="{DBCC63EF-0E53-4241-A4AE-CD602F20D94B}" dt="2025-12-09T00:23:46.989" v="19" actId="207"/>
          <ac:spMkLst>
            <pc:docMk/>
            <pc:sldMk cId="525786264" sldId="2147483624"/>
            <ac:spMk id="12" creationId="{A66A2E4A-B0EE-42EA-53F0-6C0F0FDC2111}"/>
          </ac:spMkLst>
        </pc:spChg>
        <pc:spChg chg="mod">
          <ac:chgData name="강현웅(HYEONWOONG KANG)[khw330]/선임/제조DX.자동보정.조립자동보정팀" userId="2b3cec2e-b960-4340-96c3-4469e2643969" providerId="ADAL" clId="{DBCC63EF-0E53-4241-A4AE-CD602F20D94B}" dt="2025-12-09T00:23:57.132" v="22" actId="207"/>
          <ac:spMkLst>
            <pc:docMk/>
            <pc:sldMk cId="525786264" sldId="2147483624"/>
            <ac:spMk id="18" creationId="{FA5B1F63-17C0-4730-91BE-1A7B79249914}"/>
          </ac:spMkLst>
        </pc:spChg>
        <pc:spChg chg="mod">
          <ac:chgData name="강현웅(HYEONWOONG KANG)[khw330]/선임/제조DX.자동보정.조립자동보정팀" userId="2b3cec2e-b960-4340-96c3-4469e2643969" providerId="ADAL" clId="{DBCC63EF-0E53-4241-A4AE-CD602F20D94B}" dt="2025-12-09T00:23:53.827" v="21" actId="207"/>
          <ac:spMkLst>
            <pc:docMk/>
            <pc:sldMk cId="525786264" sldId="2147483624"/>
            <ac:spMk id="21" creationId="{B00712CB-B099-86DB-9D6F-E91A2DDF6AB5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9:02.731" v="1207" actId="20577"/>
        <pc:sldMkLst>
          <pc:docMk/>
          <pc:sldMk cId="3800057163" sldId="2147483625"/>
        </pc:sldMkLst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9:02.731" v="1207" actId="20577"/>
          <ac:graphicFrameMkLst>
            <pc:docMk/>
            <pc:sldMk cId="3800057163" sldId="2147483625"/>
            <ac:graphicFrameMk id="16" creationId="{EB242356-A299-46C3-9D06-5B35325220C3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BCC63EF-0E53-4241-A4AE-CD602F20D94B}" dt="2025-12-11T23:58:24.094" v="1183" actId="20577"/>
        <pc:sldMkLst>
          <pc:docMk/>
          <pc:sldMk cId="3258683450" sldId="2147483632"/>
        </pc:sldMkLst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8:24.094" v="1183" actId="20577"/>
          <ac:graphicFrameMkLst>
            <pc:docMk/>
            <pc:sldMk cId="3258683450" sldId="2147483632"/>
            <ac:graphicFrameMk id="2" creationId="{164B66A6-B007-4B5C-A1F4-548A51A5E1BF}"/>
          </ac:graphicFrameMkLst>
        </pc:graphicFrameChg>
        <pc:graphicFrameChg chg="modGraphic">
          <ac:chgData name="강현웅(HYEONWOONG KANG)[khw330]/선임/제조DX.자동보정.조립자동보정팀" userId="2b3cec2e-b960-4340-96c3-4469e2643969" providerId="ADAL" clId="{DBCC63EF-0E53-4241-A4AE-CD602F20D94B}" dt="2025-12-11T23:58:21.976" v="1179" actId="20577"/>
          <ac:graphicFrameMkLst>
            <pc:docMk/>
            <pc:sldMk cId="3258683450" sldId="2147483632"/>
            <ac:graphicFrameMk id="5" creationId="{D08B48E6-6817-43A1-8A06-22896A7CC56B}"/>
          </ac:graphicFrameMkLst>
        </pc:graphicFrameChg>
      </pc:sldChg>
      <pc:sldMasterChg chg="modSp mod">
        <pc:chgData name="강현웅(HYEONWOONG KANG)[khw330]/선임/제조DX.자동보정.조립자동보정팀" userId="2b3cec2e-b960-4340-96c3-4469e2643969" providerId="ADAL" clId="{DBCC63EF-0E53-4241-A4AE-CD602F20D94B}" dt="2025-12-11T23:54:47.443" v="1119" actId="20577"/>
        <pc:sldMasterMkLst>
          <pc:docMk/>
          <pc:sldMasterMk cId="2856474258" sldId="2147483926"/>
        </pc:sldMasterMkLst>
        <pc:spChg chg="mod">
          <ac:chgData name="강현웅(HYEONWOONG KANG)[khw330]/선임/제조DX.자동보정.조립자동보정팀" userId="2b3cec2e-b960-4340-96c3-4469e2643969" providerId="ADAL" clId="{DBCC63EF-0E53-4241-A4AE-CD602F20D94B}" dt="2025-12-11T23:54:47.443" v="1119" actId="20577"/>
          <ac:spMkLst>
            <pc:docMk/>
            <pc:sldMasterMk cId="2856474258" sldId="2147483926"/>
            <ac:spMk id="3" creationId="{00000000-0000-0000-0000-000000000000}"/>
          </ac:spMkLst>
        </pc:spChg>
      </pc:sldMasterChg>
    </pc:docChg>
  </pc:docChgLst>
  <pc:docChgLst>
    <pc:chgData name="임성현(SUNGHYEUN LIM)[limsh0]/선임/제조DX.자동보정.MC자동보정팀" userId="S::limsh0@lgensol.com::98668b4a-da00-402d-a6a4-d7a97d064261" providerId="AD" clId="Web-{FD85D452-E0A7-9EDE-7360-D4DA2AB3AA1A}"/>
    <pc:docChg chg="modSld">
      <pc:chgData name="임성현(SUNGHYEUN LIM)[limsh0]/선임/제조DX.자동보정.MC자동보정팀" userId="S::limsh0@lgensol.com::98668b4a-da00-402d-a6a4-d7a97d064261" providerId="AD" clId="Web-{FD85D452-E0A7-9EDE-7360-D4DA2AB3AA1A}" dt="2025-12-16T07:00:34.375" v="196"/>
      <pc:docMkLst>
        <pc:docMk/>
      </pc:docMkLst>
      <pc:sldChg chg="modSp">
        <pc:chgData name="임성현(SUNGHYEUN LIM)[limsh0]/선임/제조DX.자동보정.MC자동보정팀" userId="S::limsh0@lgensol.com::98668b4a-da00-402d-a6a4-d7a97d064261" providerId="AD" clId="Web-{FD85D452-E0A7-9EDE-7360-D4DA2AB3AA1A}" dt="2025-12-16T07:00:34.375" v="196"/>
        <pc:sldMkLst>
          <pc:docMk/>
          <pc:sldMk cId="696343298" sldId="286"/>
        </pc:sldMkLst>
        <pc:spChg chg="mod">
          <ac:chgData name="임성현(SUNGHYEUN LIM)[limsh0]/선임/제조DX.자동보정.MC자동보정팀" userId="S::limsh0@lgensol.com::98668b4a-da00-402d-a6a4-d7a97d064261" providerId="AD" clId="Web-{FD85D452-E0A7-9EDE-7360-D4DA2AB3AA1A}" dt="2025-12-16T07:00:22.297" v="194" actId="20577"/>
          <ac:spMkLst>
            <pc:docMk/>
            <pc:sldMk cId="696343298" sldId="286"/>
            <ac:spMk id="11" creationId="{36D2EDBC-19CB-76E2-70E6-E193D6608BEF}"/>
          </ac:spMkLst>
        </pc:spChg>
        <pc:graphicFrameChg chg="mod modGraphic">
          <ac:chgData name="임성현(SUNGHYEUN LIM)[limsh0]/선임/제조DX.자동보정.MC자동보정팀" userId="S::limsh0@lgensol.com::98668b4a-da00-402d-a6a4-d7a97d064261" providerId="AD" clId="Web-{FD85D452-E0A7-9EDE-7360-D4DA2AB3AA1A}" dt="2025-12-16T07:00:34.375" v="196"/>
          <ac:graphicFrameMkLst>
            <pc:docMk/>
            <pc:sldMk cId="696343298" sldId="286"/>
            <ac:graphicFrameMk id="3" creationId="{288888B8-029A-57B9-F6A4-85C447027341}"/>
          </ac:graphicFrameMkLst>
        </pc:graphicFrameChg>
      </pc:sldChg>
    </pc:docChg>
  </pc:docChgLst>
  <pc:docChgLst>
    <pc:chgData name="최창락(CHANGLAK CHOI)[changlac]/선임/제조DX.자동보정.MC자동보정팀" userId="d72a52c0-2206-4e2f-a301-5e6e1519ab1e" providerId="ADAL" clId="{C875333A-90FF-488E-A433-594A61AF397A}"/>
    <pc:docChg chg="undo custSel modSld">
      <pc:chgData name="최창락(CHANGLAK CHOI)[changlac]/선임/제조DX.자동보정.MC자동보정팀" userId="d72a52c0-2206-4e2f-a301-5e6e1519ab1e" providerId="ADAL" clId="{C875333A-90FF-488E-A433-594A61AF397A}" dt="2025-12-12T13:21:07.670" v="868" actId="20577"/>
      <pc:docMkLst>
        <pc:docMk/>
      </pc:docMkLst>
      <pc:sldChg chg="modSp mod">
        <pc:chgData name="최창락(CHANGLAK CHOI)[changlac]/선임/제조DX.자동보정.MC자동보정팀" userId="d72a52c0-2206-4e2f-a301-5e6e1519ab1e" providerId="ADAL" clId="{C875333A-90FF-488E-A433-594A61AF397A}" dt="2025-12-12T13:19:40.409" v="778" actId="20577"/>
        <pc:sldMkLst>
          <pc:docMk/>
          <pc:sldMk cId="2465961435" sldId="291"/>
        </pc:sldMkLst>
        <pc:graphicFrameChg chg="modGraphic">
          <ac:chgData name="최창락(CHANGLAK CHOI)[changlac]/선임/제조DX.자동보정.MC자동보정팀" userId="d72a52c0-2206-4e2f-a301-5e6e1519ab1e" providerId="ADAL" clId="{C875333A-90FF-488E-A433-594A61AF397A}" dt="2025-12-12T13:19:40.409" v="778" actId="20577"/>
          <ac:graphicFrameMkLst>
            <pc:docMk/>
            <pc:sldMk cId="2465961435" sldId="291"/>
            <ac:graphicFrameMk id="10" creationId="{54EC1127-A89A-4C51-957D-94DC118FA136}"/>
          </ac:graphicFrameMkLst>
        </pc:graphicFrameChg>
      </pc:sldChg>
      <pc:sldChg chg="modSp mod">
        <pc:chgData name="최창락(CHANGLAK CHOI)[changlac]/선임/제조DX.자동보정.MC자동보정팀" userId="d72a52c0-2206-4e2f-a301-5e6e1519ab1e" providerId="ADAL" clId="{C875333A-90FF-488E-A433-594A61AF397A}" dt="2025-12-12T13:20:23.142" v="797" actId="20577"/>
        <pc:sldMkLst>
          <pc:docMk/>
          <pc:sldMk cId="131521753" sldId="302"/>
        </pc:sldMkLst>
        <pc:spChg chg="mod">
          <ac:chgData name="최창락(CHANGLAK CHOI)[changlac]/선임/제조DX.자동보정.MC자동보정팀" userId="d72a52c0-2206-4e2f-a301-5e6e1519ab1e" providerId="ADAL" clId="{C875333A-90FF-488E-A433-594A61AF397A}" dt="2025-12-12T13:19:50.692" v="780" actId="20577"/>
          <ac:spMkLst>
            <pc:docMk/>
            <pc:sldMk cId="131521753" sldId="302"/>
            <ac:spMk id="8" creationId="{07A09189-3112-656C-AD07-D2D881F7CDA1}"/>
          </ac:spMkLst>
        </pc:spChg>
        <pc:graphicFrameChg chg="modGraphic">
          <ac:chgData name="최창락(CHANGLAK CHOI)[changlac]/선임/제조DX.자동보정.MC자동보정팀" userId="d72a52c0-2206-4e2f-a301-5e6e1519ab1e" providerId="ADAL" clId="{C875333A-90FF-488E-A433-594A61AF397A}" dt="2025-12-12T13:19:47.253" v="779" actId="20577"/>
          <ac:graphicFrameMkLst>
            <pc:docMk/>
            <pc:sldMk cId="131521753" sldId="302"/>
            <ac:graphicFrameMk id="4" creationId="{EB5481E2-6FB4-4FB7-EF5D-7D9B040C6E64}"/>
          </ac:graphicFrameMkLst>
        </pc:graphicFrameChg>
        <pc:graphicFrameChg chg="mod modGraphic">
          <ac:chgData name="최창락(CHANGLAK CHOI)[changlac]/선임/제조DX.자동보정.MC자동보정팀" userId="d72a52c0-2206-4e2f-a301-5e6e1519ab1e" providerId="ADAL" clId="{C875333A-90FF-488E-A433-594A61AF397A}" dt="2025-12-12T13:20:23.142" v="797" actId="20577"/>
          <ac:graphicFrameMkLst>
            <pc:docMk/>
            <pc:sldMk cId="131521753" sldId="302"/>
            <ac:graphicFrameMk id="5" creationId="{2369CE85-B89B-6E4A-6281-356F875EAE52}"/>
          </ac:graphicFrameMkLst>
        </pc:graphicFrameChg>
      </pc:sldChg>
      <pc:sldChg chg="modSp mod">
        <pc:chgData name="최창락(CHANGLAK CHOI)[changlac]/선임/제조DX.자동보정.MC자동보정팀" userId="d72a52c0-2206-4e2f-a301-5e6e1519ab1e" providerId="ADAL" clId="{C875333A-90FF-488E-A433-594A61AF397A}" dt="2025-12-12T13:21:07.670" v="868" actId="20577"/>
        <pc:sldMkLst>
          <pc:docMk/>
          <pc:sldMk cId="2352087536" sldId="305"/>
        </pc:sldMkLst>
        <pc:spChg chg="mod">
          <ac:chgData name="최창락(CHANGLAK CHOI)[changlac]/선임/제조DX.자동보정.MC자동보정팀" userId="d72a52c0-2206-4e2f-a301-5e6e1519ab1e" providerId="ADAL" clId="{C875333A-90FF-488E-A433-594A61AF397A}" dt="2025-12-12T13:19:30.206" v="775" actId="20577"/>
          <ac:spMkLst>
            <pc:docMk/>
            <pc:sldMk cId="2352087536" sldId="305"/>
            <ac:spMk id="8" creationId="{07A09189-3112-656C-AD07-D2D881F7CDA1}"/>
          </ac:spMkLst>
        </pc:spChg>
        <pc:graphicFrameChg chg="modGraphic">
          <ac:chgData name="최창락(CHANGLAK CHOI)[changlac]/선임/제조DX.자동보정.MC자동보정팀" userId="d72a52c0-2206-4e2f-a301-5e6e1519ab1e" providerId="ADAL" clId="{C875333A-90FF-488E-A433-594A61AF397A}" dt="2025-12-12T13:18:55.573" v="722" actId="20577"/>
          <ac:graphicFrameMkLst>
            <pc:docMk/>
            <pc:sldMk cId="2352087536" sldId="305"/>
            <ac:graphicFrameMk id="4" creationId="{EB5481E2-6FB4-4FB7-EF5D-7D9B040C6E64}"/>
          </ac:graphicFrameMkLst>
        </pc:graphicFrameChg>
        <pc:graphicFrameChg chg="mod modGraphic">
          <ac:chgData name="최창락(CHANGLAK CHOI)[changlac]/선임/제조DX.자동보정.MC자동보정팀" userId="d72a52c0-2206-4e2f-a301-5e6e1519ab1e" providerId="ADAL" clId="{C875333A-90FF-488E-A433-594A61AF397A}" dt="2025-12-12T13:21:07.670" v="868" actId="20577"/>
          <ac:graphicFrameMkLst>
            <pc:docMk/>
            <pc:sldMk cId="2352087536" sldId="305"/>
            <ac:graphicFrameMk id="5" creationId="{2369CE85-B89B-6E4A-6281-356F875EAE52}"/>
          </ac:graphicFrameMkLst>
        </pc:graphicFrameChg>
      </pc:sldChg>
    </pc:docChg>
  </pc:docChgLst>
  <pc:docChgLst>
    <pc:chgData name="최문석(MOON SEOK CHOI)[mschoi19]/책임/제조DX.자동보정.자동보정선행개발팀" userId="b461c574-904d-49dd-b4c4-a0a522fe5e7c" providerId="ADAL" clId="{B2224E9B-9056-4092-BD64-166B08BA2A55}"/>
    <pc:docChg chg="undo custSel modSld">
      <pc:chgData name="최문석(MOON SEOK CHOI)[mschoi19]/책임/제조DX.자동보정.자동보정선행개발팀" userId="b461c574-904d-49dd-b4c4-a0a522fe5e7c" providerId="ADAL" clId="{B2224E9B-9056-4092-BD64-166B08BA2A55}" dt="2025-12-16T07:18:05.626" v="3307" actId="20577"/>
      <pc:docMkLst>
        <pc:docMk/>
      </pc:docMkLst>
      <pc:sldChg chg="addSp delSp modSp mod">
        <pc:chgData name="최문석(MOON SEOK CHOI)[mschoi19]/책임/제조DX.자동보정.자동보정선행개발팀" userId="b461c574-904d-49dd-b4c4-a0a522fe5e7c" providerId="ADAL" clId="{B2224E9B-9056-4092-BD64-166B08BA2A55}" dt="2025-12-16T07:17:30.257" v="3293"/>
        <pc:sldMkLst>
          <pc:docMk/>
          <pc:sldMk cId="2246734517" sldId="261"/>
        </pc:sldMkLst>
        <pc:spChg chg="mod">
          <ac:chgData name="최문석(MOON SEOK CHOI)[mschoi19]/책임/제조DX.자동보정.자동보정선행개발팀" userId="b461c574-904d-49dd-b4c4-a0a522fe5e7c" providerId="ADAL" clId="{B2224E9B-9056-4092-BD64-166B08BA2A55}" dt="2025-12-16T05:14:24.540" v="2898" actId="1035"/>
          <ac:spMkLst>
            <pc:docMk/>
            <pc:sldMk cId="2246734517" sldId="261"/>
            <ac:spMk id="5" creationId="{B6F83912-3085-AB41-04B8-C5E34F62266F}"/>
          </ac:spMkLst>
        </pc:spChg>
        <pc:spChg chg="mod">
          <ac:chgData name="최문석(MOON SEOK CHOI)[mschoi19]/책임/제조DX.자동보정.자동보정선행개발팀" userId="b461c574-904d-49dd-b4c4-a0a522fe5e7c" providerId="ADAL" clId="{B2224E9B-9056-4092-BD64-166B08BA2A55}" dt="2025-12-16T07:08:53.670" v="2933" actId="20577"/>
          <ac:spMkLst>
            <pc:docMk/>
            <pc:sldMk cId="2246734517" sldId="261"/>
            <ac:spMk id="7" creationId="{72C9FC7E-1E30-618B-D326-AB8A91398924}"/>
          </ac:spMkLst>
        </pc:spChg>
        <pc:spChg chg="mod">
          <ac:chgData name="최문석(MOON SEOK CHOI)[mschoi19]/책임/제조DX.자동보정.자동보정선행개발팀" userId="b461c574-904d-49dd-b4c4-a0a522fe5e7c" providerId="ADAL" clId="{B2224E9B-9056-4092-BD64-166B08BA2A55}" dt="2025-12-16T05:02:37.888" v="2070"/>
          <ac:spMkLst>
            <pc:docMk/>
            <pc:sldMk cId="2246734517" sldId="261"/>
            <ac:spMk id="8" creationId="{E7A3B650-5F14-2617-014C-7314AC334100}"/>
          </ac:spMkLst>
        </pc:spChg>
        <pc:spChg chg="del">
          <ac:chgData name="최문석(MOON SEOK CHOI)[mschoi19]/책임/제조DX.자동보정.자동보정선행개발팀" userId="b461c574-904d-49dd-b4c4-a0a522fe5e7c" providerId="ADAL" clId="{B2224E9B-9056-4092-BD64-166B08BA2A55}" dt="2025-12-16T05:07:59.852" v="2273" actId="478"/>
          <ac:spMkLst>
            <pc:docMk/>
            <pc:sldMk cId="2246734517" sldId="261"/>
            <ac:spMk id="11" creationId="{2CAF4F3E-F144-9520-CD27-0B3E2282DADD}"/>
          </ac:spMkLst>
        </pc:spChg>
        <pc:spChg chg="del">
          <ac:chgData name="최문석(MOON SEOK CHOI)[mschoi19]/책임/제조DX.자동보정.자동보정선행개발팀" userId="b461c574-904d-49dd-b4c4-a0a522fe5e7c" providerId="ADAL" clId="{B2224E9B-9056-4092-BD64-166B08BA2A55}" dt="2025-12-16T05:07:59.852" v="2273" actId="478"/>
          <ac:spMkLst>
            <pc:docMk/>
            <pc:sldMk cId="2246734517" sldId="261"/>
            <ac:spMk id="12" creationId="{15A6F197-F59B-0F80-7FD2-8CAE5BB0003B}"/>
          </ac:spMkLst>
        </pc:spChg>
        <pc:spChg chg="del">
          <ac:chgData name="최문석(MOON SEOK CHOI)[mschoi19]/책임/제조DX.자동보정.자동보정선행개발팀" userId="b461c574-904d-49dd-b4c4-a0a522fe5e7c" providerId="ADAL" clId="{B2224E9B-9056-4092-BD64-166B08BA2A55}" dt="2025-12-16T05:07:59.852" v="2273" actId="478"/>
          <ac:spMkLst>
            <pc:docMk/>
            <pc:sldMk cId="2246734517" sldId="261"/>
            <ac:spMk id="16" creationId="{09278820-2D6E-50EB-714D-695781462EE5}"/>
          </ac:spMkLst>
        </pc:spChg>
        <pc:spChg chg="del">
          <ac:chgData name="최문석(MOON SEOK CHOI)[mschoi19]/책임/제조DX.자동보정.자동보정선행개발팀" userId="b461c574-904d-49dd-b4c4-a0a522fe5e7c" providerId="ADAL" clId="{B2224E9B-9056-4092-BD64-166B08BA2A55}" dt="2025-12-16T05:07:59.852" v="2273" actId="478"/>
          <ac:spMkLst>
            <pc:docMk/>
            <pc:sldMk cId="2246734517" sldId="261"/>
            <ac:spMk id="47" creationId="{AED69500-797E-1F1D-BB4D-BFEFDBC89CFA}"/>
          </ac:spMkLst>
        </pc:spChg>
        <pc:spChg chg="del">
          <ac:chgData name="최문석(MOON SEOK CHOI)[mschoi19]/책임/제조DX.자동보정.자동보정선행개발팀" userId="b461c574-904d-49dd-b4c4-a0a522fe5e7c" providerId="ADAL" clId="{B2224E9B-9056-4092-BD64-166B08BA2A55}" dt="2025-12-16T05:08:07.550" v="2274" actId="478"/>
          <ac:spMkLst>
            <pc:docMk/>
            <pc:sldMk cId="2246734517" sldId="261"/>
            <ac:spMk id="48" creationId="{3888CB04-5400-F43F-0DC9-B320A5810D64}"/>
          </ac:spMkLst>
        </pc:spChg>
        <pc:grpChg chg="add mod">
          <ac:chgData name="최문석(MOON SEOK CHOI)[mschoi19]/책임/제조DX.자동보정.자동보정선행개발팀" userId="b461c574-904d-49dd-b4c4-a0a522fe5e7c" providerId="ADAL" clId="{B2224E9B-9056-4092-BD64-166B08BA2A55}" dt="2025-12-16T05:02:37.888" v="2070"/>
          <ac:grpSpMkLst>
            <pc:docMk/>
            <pc:sldMk cId="2246734517" sldId="261"/>
            <ac:grpSpMk id="2" creationId="{65975886-77A9-B11D-20EE-905A72DD7326}"/>
          </ac:grpSpMkLst>
        </pc:grpChg>
        <pc:grpChg chg="del mod">
          <ac:chgData name="최문석(MOON SEOK CHOI)[mschoi19]/책임/제조DX.자동보정.자동보정선행개발팀" userId="b461c574-904d-49dd-b4c4-a0a522fe5e7c" providerId="ADAL" clId="{B2224E9B-9056-4092-BD64-166B08BA2A55}" dt="2025-12-16T05:07:59.852" v="2273" actId="478"/>
          <ac:grpSpMkLst>
            <pc:docMk/>
            <pc:sldMk cId="2246734517" sldId="261"/>
            <ac:grpSpMk id="10" creationId="{3F84D5FC-B0EA-E6EC-D1B1-E84318B3955D}"/>
          </ac:grpSpMkLst>
        </pc:grpChg>
        <pc:grpChg chg="del">
          <ac:chgData name="최문석(MOON SEOK CHOI)[mschoi19]/책임/제조DX.자동보정.자동보정선행개발팀" userId="b461c574-904d-49dd-b4c4-a0a522fe5e7c" providerId="ADAL" clId="{B2224E9B-9056-4092-BD64-166B08BA2A55}" dt="2025-12-16T05:02:37.337" v="2069" actId="478"/>
          <ac:grpSpMkLst>
            <pc:docMk/>
            <pc:sldMk cId="2246734517" sldId="261"/>
            <ac:grpSpMk id="15" creationId="{A073A9BC-8655-C940-43CC-AFEA6FB00FD2}"/>
          </ac:grpSpMkLst>
        </pc:grpChg>
        <pc:graphicFrameChg chg="modGraphic">
          <ac:chgData name="최문석(MOON SEOK CHOI)[mschoi19]/책임/제조DX.자동보정.자동보정선행개발팀" userId="b461c574-904d-49dd-b4c4-a0a522fe5e7c" providerId="ADAL" clId="{B2224E9B-9056-4092-BD64-166B08BA2A55}" dt="2025-12-16T05:14:30.367" v="2906" actId="20577"/>
          <ac:graphicFrameMkLst>
            <pc:docMk/>
            <pc:sldMk cId="2246734517" sldId="261"/>
            <ac:graphicFrameMk id="3" creationId="{1B538319-E744-914C-0D08-26296EEC9C81}"/>
          </ac:graphicFrameMkLst>
        </pc:graphicFrameChg>
        <pc:graphicFrameChg chg="mod modGraphic">
          <ac:chgData name="최문석(MOON SEOK CHOI)[mschoi19]/책임/제조DX.자동보정.자동보정선행개발팀" userId="b461c574-904d-49dd-b4c4-a0a522fe5e7c" providerId="ADAL" clId="{B2224E9B-9056-4092-BD64-166B08BA2A55}" dt="2025-12-16T07:17:30.257" v="3293"/>
          <ac:graphicFrameMkLst>
            <pc:docMk/>
            <pc:sldMk cId="2246734517" sldId="261"/>
            <ac:graphicFrameMk id="32" creationId="{C75B2E3A-6367-47F5-9C2E-36D1B1E1DCAE}"/>
          </ac:graphicFrameMkLst>
        </pc:graphicFrameChg>
        <pc:graphicFrameChg chg="add mod">
          <ac:chgData name="최문석(MOON SEOK CHOI)[mschoi19]/책임/제조DX.자동보정.자동보정선행개발팀" userId="b461c574-904d-49dd-b4c4-a0a522fe5e7c" providerId="ADAL" clId="{B2224E9B-9056-4092-BD64-166B08BA2A55}" dt="2025-12-16T05:13:07.879" v="2804" actId="1035"/>
          <ac:graphicFrameMkLst>
            <pc:docMk/>
            <pc:sldMk cId="2246734517" sldId="261"/>
            <ac:graphicFrameMk id="45" creationId="{231B8268-F0B4-D6B6-E3C5-573D0E5E9A65}"/>
          </ac:graphicFrameMkLst>
        </pc:graphicFrameChg>
        <pc:picChg chg="mod">
          <ac:chgData name="최문석(MOON SEOK CHOI)[mschoi19]/책임/제조DX.자동보정.자동보정선행개발팀" userId="b461c574-904d-49dd-b4c4-a0a522fe5e7c" providerId="ADAL" clId="{B2224E9B-9056-4092-BD64-166B08BA2A55}" dt="2025-12-16T05:06:56.391" v="2264" actId="1076"/>
          <ac:picMkLst>
            <pc:docMk/>
            <pc:sldMk cId="2246734517" sldId="261"/>
            <ac:picMk id="4" creationId="{566D12A6-BD9D-A363-4041-4F0E5AFEE96D}"/>
          </ac:picMkLst>
        </pc:picChg>
        <pc:picChg chg="mod">
          <ac:chgData name="최문석(MOON SEOK CHOI)[mschoi19]/책임/제조DX.자동보정.자동보정선행개발팀" userId="b461c574-904d-49dd-b4c4-a0a522fe5e7c" providerId="ADAL" clId="{B2224E9B-9056-4092-BD64-166B08BA2A55}" dt="2025-12-16T05:06:56.391" v="2264" actId="1076"/>
          <ac:picMkLst>
            <pc:docMk/>
            <pc:sldMk cId="2246734517" sldId="261"/>
            <ac:picMk id="6" creationId="{5A5A410C-64BC-CFA7-C9C2-AF54A6E386DD}"/>
          </ac:picMkLst>
        </pc:picChg>
        <pc:cxnChg chg="add del mod">
          <ac:chgData name="최문석(MOON SEOK CHOI)[mschoi19]/책임/제조DX.자동보정.자동보정선행개발팀" userId="b461c574-904d-49dd-b4c4-a0a522fe5e7c" providerId="ADAL" clId="{B2224E9B-9056-4092-BD64-166B08BA2A55}" dt="2025-12-16T05:04:02.294" v="2106" actId="478"/>
          <ac:cxnSpMkLst>
            <pc:docMk/>
            <pc:sldMk cId="2246734517" sldId="261"/>
            <ac:cxnSpMk id="9" creationId="{0BC1A294-054F-E977-0BA2-61D052856AA9}"/>
          </ac:cxnSpMkLst>
        </pc:cxnChg>
        <pc:cxnChg chg="del">
          <ac:chgData name="최문석(MOON SEOK CHOI)[mschoi19]/책임/제조DX.자동보정.자동보정선행개발팀" userId="b461c574-904d-49dd-b4c4-a0a522fe5e7c" providerId="ADAL" clId="{B2224E9B-9056-4092-BD64-166B08BA2A55}" dt="2025-12-16T05:07:59.852" v="2273" actId="478"/>
          <ac:cxnSpMkLst>
            <pc:docMk/>
            <pc:sldMk cId="2246734517" sldId="261"/>
            <ac:cxnSpMk id="20" creationId="{7127D184-8622-1608-7E4D-DE9A629746FC}"/>
          </ac:cxnSpMkLst>
        </pc:cxnChg>
      </pc:sldChg>
      <pc:sldChg chg="modSp mod">
        <pc:chgData name="최문석(MOON SEOK CHOI)[mschoi19]/책임/제조DX.자동보정.자동보정선행개발팀" userId="b461c574-904d-49dd-b4c4-a0a522fe5e7c" providerId="ADAL" clId="{B2224E9B-9056-4092-BD64-166B08BA2A55}" dt="2025-12-16T07:14:42.739" v="3288" actId="1038"/>
        <pc:sldMkLst>
          <pc:docMk/>
          <pc:sldMk cId="625010072" sldId="267"/>
        </pc:sldMkLst>
        <pc:grpChg chg="mod">
          <ac:chgData name="최문석(MOON SEOK CHOI)[mschoi19]/책임/제조DX.자동보정.자동보정선행개발팀" userId="b461c574-904d-49dd-b4c4-a0a522fe5e7c" providerId="ADAL" clId="{B2224E9B-9056-4092-BD64-166B08BA2A55}" dt="2025-12-16T07:14:42.739" v="3288" actId="1038"/>
          <ac:grpSpMkLst>
            <pc:docMk/>
            <pc:sldMk cId="625010072" sldId="267"/>
            <ac:grpSpMk id="4" creationId="{34CB6463-8A98-B6C5-3C68-3A468C7B589C}"/>
          </ac:grpSpMkLst>
        </pc:grpChg>
      </pc:sldChg>
      <pc:sldChg chg="addSp delSp modSp mod">
        <pc:chgData name="최문석(MOON SEOK CHOI)[mschoi19]/책임/제조DX.자동보정.자동보정선행개발팀" userId="b461c574-904d-49dd-b4c4-a0a522fe5e7c" providerId="ADAL" clId="{B2224E9B-9056-4092-BD64-166B08BA2A55}" dt="2025-12-16T07:08:48.742" v="2931" actId="20577"/>
        <pc:sldMkLst>
          <pc:docMk/>
          <pc:sldMk cId="3244941362" sldId="303"/>
        </pc:sldMkLst>
        <pc:spChg chg="mod">
          <ac:chgData name="최문석(MOON SEOK CHOI)[mschoi19]/책임/제조DX.자동보정.자동보정선행개발팀" userId="b461c574-904d-49dd-b4c4-a0a522fe5e7c" providerId="ADAL" clId="{B2224E9B-9056-4092-BD64-166B08BA2A55}" dt="2025-12-16T05:14:07.889" v="2869" actId="1036"/>
          <ac:spMkLst>
            <pc:docMk/>
            <pc:sldMk cId="3244941362" sldId="303"/>
            <ac:spMk id="4" creationId="{20A11B91-87FE-14C8-FD54-96226DFB564D}"/>
          </ac:spMkLst>
        </pc:spChg>
        <pc:spChg chg="mod">
          <ac:chgData name="최문석(MOON SEOK CHOI)[mschoi19]/책임/제조DX.자동보정.자동보정선행개발팀" userId="b461c574-904d-49dd-b4c4-a0a522fe5e7c" providerId="ADAL" clId="{B2224E9B-9056-4092-BD64-166B08BA2A55}" dt="2025-12-16T05:14:17.362" v="2885" actId="1035"/>
          <ac:spMkLst>
            <pc:docMk/>
            <pc:sldMk cId="3244941362" sldId="303"/>
            <ac:spMk id="5" creationId="{B6F83912-3085-AB41-04B8-C5E34F62266F}"/>
          </ac:spMkLst>
        </pc:spChg>
        <pc:spChg chg="mod">
          <ac:chgData name="최문석(MOON SEOK CHOI)[mschoi19]/책임/제조DX.자동보정.자동보정선행개발팀" userId="b461c574-904d-49dd-b4c4-a0a522fe5e7c" providerId="ADAL" clId="{B2224E9B-9056-4092-BD64-166B08BA2A55}" dt="2025-12-16T04:24:31.822" v="1" actId="1036"/>
          <ac:spMkLst>
            <pc:docMk/>
            <pc:sldMk cId="3244941362" sldId="303"/>
            <ac:spMk id="6" creationId="{B170A9D1-32D2-94C8-DCCB-CB207FA1D2A0}"/>
          </ac:spMkLst>
        </pc:spChg>
        <pc:spChg chg="mod">
          <ac:chgData name="최문석(MOON SEOK CHOI)[mschoi19]/책임/제조DX.자동보정.자동보정선행개발팀" userId="b461c574-904d-49dd-b4c4-a0a522fe5e7c" providerId="ADAL" clId="{B2224E9B-9056-4092-BD64-166B08BA2A55}" dt="2025-12-16T04:56:22.122" v="1765" actId="1035"/>
          <ac:spMkLst>
            <pc:docMk/>
            <pc:sldMk cId="3244941362" sldId="303"/>
            <ac:spMk id="11" creationId="{EE7132A9-712E-2BB2-5DFD-695AEF07A3A1}"/>
          </ac:spMkLst>
        </pc:spChg>
        <pc:spChg chg="del mod">
          <ac:chgData name="최문석(MOON SEOK CHOI)[mschoi19]/책임/제조DX.자동보정.자동보정선행개발팀" userId="b461c574-904d-49dd-b4c4-a0a522fe5e7c" providerId="ADAL" clId="{B2224E9B-9056-4092-BD64-166B08BA2A55}" dt="2025-12-16T05:01:50.702" v="2036" actId="478"/>
          <ac:spMkLst>
            <pc:docMk/>
            <pc:sldMk cId="3244941362" sldId="303"/>
            <ac:spMk id="12" creationId="{7D6124B1-E71B-0586-AB0C-0F0144C1F4E4}"/>
          </ac:spMkLst>
        </pc:spChg>
        <pc:spChg chg="mod">
          <ac:chgData name="최문석(MOON SEOK CHOI)[mschoi19]/책임/제조DX.자동보정.자동보정선행개발팀" userId="b461c574-904d-49dd-b4c4-a0a522fe5e7c" providerId="ADAL" clId="{B2224E9B-9056-4092-BD64-166B08BA2A55}" dt="2025-12-16T05:00:23.525" v="2027" actId="1038"/>
          <ac:spMkLst>
            <pc:docMk/>
            <pc:sldMk cId="3244941362" sldId="303"/>
            <ac:spMk id="13" creationId="{2121AC30-2BFB-8D8E-029A-81C4228C0BC3}"/>
          </ac:spMkLst>
        </pc:spChg>
        <pc:spChg chg="del mod">
          <ac:chgData name="최문석(MOON SEOK CHOI)[mschoi19]/책임/제조DX.자동보정.자동보정선행개발팀" userId="b461c574-904d-49dd-b4c4-a0a522fe5e7c" providerId="ADAL" clId="{B2224E9B-9056-4092-BD64-166B08BA2A55}" dt="2025-12-16T04:48:11.440" v="1336" actId="478"/>
          <ac:spMkLst>
            <pc:docMk/>
            <pc:sldMk cId="3244941362" sldId="303"/>
            <ac:spMk id="15" creationId="{163224A0-909A-A2DA-8B15-6A53A88D60B0}"/>
          </ac:spMkLst>
        </pc:spChg>
        <pc:spChg chg="mod">
          <ac:chgData name="최문석(MOON SEOK CHOI)[mschoi19]/책임/제조DX.자동보정.자동보정선행개발팀" userId="b461c574-904d-49dd-b4c4-a0a522fe5e7c" providerId="ADAL" clId="{B2224E9B-9056-4092-BD64-166B08BA2A55}" dt="2025-12-16T04:59:37.357" v="1965" actId="1037"/>
          <ac:spMkLst>
            <pc:docMk/>
            <pc:sldMk cId="3244941362" sldId="303"/>
            <ac:spMk id="16" creationId="{7789B420-908B-CD70-CD50-A1E929EB677B}"/>
          </ac:spMkLst>
        </pc:spChg>
        <pc:spChg chg="del mod">
          <ac:chgData name="최문석(MOON SEOK CHOI)[mschoi19]/책임/제조DX.자동보정.자동보정선행개발팀" userId="b461c574-904d-49dd-b4c4-a0a522fe5e7c" providerId="ADAL" clId="{B2224E9B-9056-4092-BD64-166B08BA2A55}" dt="2025-12-16T05:01:50.702" v="2036" actId="478"/>
          <ac:spMkLst>
            <pc:docMk/>
            <pc:sldMk cId="3244941362" sldId="303"/>
            <ac:spMk id="18" creationId="{23A61826-DB7B-6303-A935-F9B14AB0AD64}"/>
          </ac:spMkLst>
        </pc:spChg>
        <pc:spChg chg="mod">
          <ac:chgData name="최문석(MOON SEOK CHOI)[mschoi19]/책임/제조DX.자동보정.자동보정선행개발팀" userId="b461c574-904d-49dd-b4c4-a0a522fe5e7c" providerId="ADAL" clId="{B2224E9B-9056-4092-BD64-166B08BA2A55}" dt="2025-12-16T07:08:48.742" v="2931" actId="20577"/>
          <ac:spMkLst>
            <pc:docMk/>
            <pc:sldMk cId="3244941362" sldId="303"/>
            <ac:spMk id="23" creationId="{702908A2-D49F-80F3-D6EF-7D36F78CC9AD}"/>
          </ac:spMkLst>
        </pc:spChg>
        <pc:spChg chg="del mod">
          <ac:chgData name="최문석(MOON SEOK CHOI)[mschoi19]/책임/제조DX.자동보정.자동보정선행개발팀" userId="b461c574-904d-49dd-b4c4-a0a522fe5e7c" providerId="ADAL" clId="{B2224E9B-9056-4092-BD64-166B08BA2A55}" dt="2025-12-16T04:44:41.977" v="1105" actId="478"/>
          <ac:spMkLst>
            <pc:docMk/>
            <pc:sldMk cId="3244941362" sldId="303"/>
            <ac:spMk id="25" creationId="{52DA5975-BF4E-4A52-9FB3-1C46B92DBA39}"/>
          </ac:spMkLst>
        </pc:spChg>
        <pc:spChg chg="mod">
          <ac:chgData name="최문석(MOON SEOK CHOI)[mschoi19]/책임/제조DX.자동보정.자동보정선행개발팀" userId="b461c574-904d-49dd-b4c4-a0a522fe5e7c" providerId="ADAL" clId="{B2224E9B-9056-4092-BD64-166B08BA2A55}" dt="2025-12-16T05:00:23.525" v="2027" actId="1038"/>
          <ac:spMkLst>
            <pc:docMk/>
            <pc:sldMk cId="3244941362" sldId="303"/>
            <ac:spMk id="27" creationId="{71599904-7567-AA47-CC5D-AFAA6029806E}"/>
          </ac:spMkLst>
        </pc:spChg>
        <pc:spChg chg="del mod">
          <ac:chgData name="최문석(MOON SEOK CHOI)[mschoi19]/책임/제조DX.자동보정.자동보정선행개발팀" userId="b461c574-904d-49dd-b4c4-a0a522fe5e7c" providerId="ADAL" clId="{B2224E9B-9056-4092-BD64-166B08BA2A55}" dt="2025-12-16T05:01:50.702" v="2036" actId="478"/>
          <ac:spMkLst>
            <pc:docMk/>
            <pc:sldMk cId="3244941362" sldId="303"/>
            <ac:spMk id="28" creationId="{6D3C9AFC-2816-7B5C-0D05-437A51822B81}"/>
          </ac:spMkLst>
        </pc:spChg>
        <pc:spChg chg="mod">
          <ac:chgData name="최문석(MOON SEOK CHOI)[mschoi19]/책임/제조DX.자동보정.자동보정선행개발팀" userId="b461c574-904d-49dd-b4c4-a0a522fe5e7c" providerId="ADAL" clId="{B2224E9B-9056-4092-BD64-166B08BA2A55}" dt="2025-12-16T04:59:30.649" v="1953" actId="2711"/>
          <ac:spMkLst>
            <pc:docMk/>
            <pc:sldMk cId="3244941362" sldId="303"/>
            <ac:spMk id="31" creationId="{B9C8B502-41E5-4303-9FDF-FAA5242A8E1E}"/>
          </ac:spMkLst>
        </pc:spChg>
        <pc:spChg chg="add mod">
          <ac:chgData name="최문석(MOON SEOK CHOI)[mschoi19]/책임/제조DX.자동보정.자동보정선행개발팀" userId="b461c574-904d-49dd-b4c4-a0a522fe5e7c" providerId="ADAL" clId="{B2224E9B-9056-4092-BD64-166B08BA2A55}" dt="2025-12-16T04:59:37.357" v="1965" actId="1037"/>
          <ac:spMkLst>
            <pc:docMk/>
            <pc:sldMk cId="3244941362" sldId="303"/>
            <ac:spMk id="34" creationId="{7969F686-5709-CF31-AFB3-66462EE194A6}"/>
          </ac:spMkLst>
        </pc:spChg>
        <pc:spChg chg="add mod">
          <ac:chgData name="최문석(MOON SEOK CHOI)[mschoi19]/책임/제조DX.자동보정.자동보정선행개발팀" userId="b461c574-904d-49dd-b4c4-a0a522fe5e7c" providerId="ADAL" clId="{B2224E9B-9056-4092-BD64-166B08BA2A55}" dt="2025-12-16T05:00:23.525" v="2027" actId="1038"/>
          <ac:spMkLst>
            <pc:docMk/>
            <pc:sldMk cId="3244941362" sldId="303"/>
            <ac:spMk id="35" creationId="{0E3EBE6C-A721-982B-AE6A-3E25EE85FD5A}"/>
          </ac:spMkLst>
        </pc:spChg>
        <pc:spChg chg="add mod">
          <ac:chgData name="최문석(MOON SEOK CHOI)[mschoi19]/책임/제조DX.자동보정.자동보정선행개발팀" userId="b461c574-904d-49dd-b4c4-a0a522fe5e7c" providerId="ADAL" clId="{B2224E9B-9056-4092-BD64-166B08BA2A55}" dt="2025-12-16T04:59:41.224" v="1968" actId="1037"/>
          <ac:spMkLst>
            <pc:docMk/>
            <pc:sldMk cId="3244941362" sldId="303"/>
            <ac:spMk id="36" creationId="{4C81F74E-D22E-66F9-E09F-677D6ED49E21}"/>
          </ac:spMkLst>
        </pc:spChg>
        <pc:spChg chg="mod">
          <ac:chgData name="최문석(MOON SEOK CHOI)[mschoi19]/책임/제조DX.자동보정.자동보정선행개발팀" userId="b461c574-904d-49dd-b4c4-a0a522fe5e7c" providerId="ADAL" clId="{B2224E9B-9056-4092-BD64-166B08BA2A55}" dt="2025-12-16T05:14:13.018" v="2880" actId="1035"/>
          <ac:spMkLst>
            <pc:docMk/>
            <pc:sldMk cId="3244941362" sldId="303"/>
            <ac:spMk id="38" creationId="{088CF335-7124-F019-E5D6-84CF8A398AE5}"/>
          </ac:spMkLst>
        </pc:spChg>
        <pc:spChg chg="add mod">
          <ac:chgData name="최문석(MOON SEOK CHOI)[mschoi19]/책임/제조DX.자동보정.자동보정선행개발팀" userId="b461c574-904d-49dd-b4c4-a0a522fe5e7c" providerId="ADAL" clId="{B2224E9B-9056-4092-BD64-166B08BA2A55}" dt="2025-12-16T06:58:35.216" v="2918" actId="20577"/>
          <ac:spMkLst>
            <pc:docMk/>
            <pc:sldMk cId="3244941362" sldId="303"/>
            <ac:spMk id="39" creationId="{3E41831F-1E4A-CB09-6867-2E2E9EF2AEDE}"/>
          </ac:spMkLst>
        </pc:spChg>
        <pc:spChg chg="add mod">
          <ac:chgData name="최문석(MOON SEOK CHOI)[mschoi19]/책임/제조DX.자동보정.자동보정선행개발팀" userId="b461c574-904d-49dd-b4c4-a0a522fe5e7c" providerId="ADAL" clId="{B2224E9B-9056-4092-BD64-166B08BA2A55}" dt="2025-12-16T06:58:39.892" v="2925" actId="1038"/>
          <ac:spMkLst>
            <pc:docMk/>
            <pc:sldMk cId="3244941362" sldId="303"/>
            <ac:spMk id="40" creationId="{AC7F4B98-A5AB-14A8-B289-68A4E79136D9}"/>
          </ac:spMkLst>
        </pc:spChg>
        <pc:spChg chg="add mod">
          <ac:chgData name="최문석(MOON SEOK CHOI)[mschoi19]/책임/제조DX.자동보정.자동보정선행개발팀" userId="b461c574-904d-49dd-b4c4-a0a522fe5e7c" providerId="ADAL" clId="{B2224E9B-9056-4092-BD64-166B08BA2A55}" dt="2025-12-16T06:58:39.892" v="2925" actId="1038"/>
          <ac:spMkLst>
            <pc:docMk/>
            <pc:sldMk cId="3244941362" sldId="303"/>
            <ac:spMk id="42" creationId="{4C62FC85-16D6-E30C-7CBE-2D3EB04270B7}"/>
          </ac:spMkLst>
        </pc:spChg>
        <pc:graphicFrameChg chg="modGraphic">
          <ac:chgData name="최문석(MOON SEOK CHOI)[mschoi19]/책임/제조DX.자동보정.자동보정선행개발팀" userId="b461c574-904d-49dd-b4c4-a0a522fe5e7c" providerId="ADAL" clId="{B2224E9B-9056-4092-BD64-166B08BA2A55}" dt="2025-12-16T05:14:02.826" v="2858" actId="20577"/>
          <ac:graphicFrameMkLst>
            <pc:docMk/>
            <pc:sldMk cId="3244941362" sldId="303"/>
            <ac:graphicFrameMk id="3" creationId="{1B538319-E744-914C-0D08-26296EEC9C81}"/>
          </ac:graphicFrameMkLst>
        </pc:graphicFrameChg>
        <pc:graphicFrameChg chg="mod">
          <ac:chgData name="최문석(MOON SEOK CHOI)[mschoi19]/책임/제조DX.자동보정.자동보정선행개발팀" userId="b461c574-904d-49dd-b4c4-a0a522fe5e7c" providerId="ADAL" clId="{B2224E9B-9056-4092-BD64-166B08BA2A55}" dt="2025-12-16T05:07:40.447" v="2269" actId="553"/>
          <ac:graphicFrameMkLst>
            <pc:docMk/>
            <pc:sldMk cId="3244941362" sldId="303"/>
            <ac:graphicFrameMk id="21" creationId="{7ABA8972-4FCF-ED76-9B2A-1055402F99E2}"/>
          </ac:graphicFrameMkLst>
        </pc:graphicFrameChg>
        <pc:graphicFrameChg chg="mod modGraphic">
          <ac:chgData name="최문석(MOON SEOK CHOI)[mschoi19]/책임/제조DX.자동보정.자동보정선행개발팀" userId="b461c574-904d-49dd-b4c4-a0a522fe5e7c" providerId="ADAL" clId="{B2224E9B-9056-4092-BD64-166B08BA2A55}" dt="2025-12-16T06:59:01.588" v="2929" actId="20577"/>
          <ac:graphicFrameMkLst>
            <pc:docMk/>
            <pc:sldMk cId="3244941362" sldId="303"/>
            <ac:graphicFrameMk id="32" creationId="{C75B2E3A-6367-47F5-9C2E-36D1B1E1DCAE}"/>
          </ac:graphicFrameMkLst>
        </pc:graphicFrameChg>
        <pc:graphicFrameChg chg="add del mod modGraphic">
          <ac:chgData name="최문석(MOON SEOK CHOI)[mschoi19]/책임/제조DX.자동보정.자동보정선행개발팀" userId="b461c574-904d-49dd-b4c4-a0a522fe5e7c" providerId="ADAL" clId="{B2224E9B-9056-4092-BD64-166B08BA2A55}" dt="2025-12-16T05:07:54.825" v="2272" actId="21"/>
          <ac:graphicFrameMkLst>
            <pc:docMk/>
            <pc:sldMk cId="3244941362" sldId="303"/>
            <ac:graphicFrameMk id="45" creationId="{231B8268-F0B4-D6B6-E3C5-573D0E5E9A65}"/>
          </ac:graphicFrameMkLst>
        </pc:graphicFrameChg>
        <pc:cxnChg chg="add del mod">
          <ac:chgData name="최문석(MOON SEOK CHOI)[mschoi19]/책임/제조DX.자동보정.자동보정선행개발팀" userId="b461c574-904d-49dd-b4c4-a0a522fe5e7c" providerId="ADAL" clId="{B2224E9B-9056-4092-BD64-166B08BA2A55}" dt="2025-12-16T04:35:47.957" v="670" actId="478"/>
          <ac:cxnSpMkLst>
            <pc:docMk/>
            <pc:sldMk cId="3244941362" sldId="303"/>
            <ac:cxnSpMk id="7" creationId="{0A4034CD-8985-108D-602C-938A40AB2990}"/>
          </ac:cxnSpMkLst>
        </pc:cxnChg>
        <pc:cxnChg chg="mod">
          <ac:chgData name="최문석(MOON SEOK CHOI)[mschoi19]/책임/제조DX.자동보정.자동보정선행개발팀" userId="b461c574-904d-49dd-b4c4-a0a522fe5e7c" providerId="ADAL" clId="{B2224E9B-9056-4092-BD64-166B08BA2A55}" dt="2025-12-16T04:56:22.122" v="1765" actId="1035"/>
          <ac:cxnSpMkLst>
            <pc:docMk/>
            <pc:sldMk cId="3244941362" sldId="303"/>
            <ac:cxnSpMk id="9" creationId="{D81838C5-FC61-7AFE-9C21-D2B6CB410F1D}"/>
          </ac:cxnSpMkLst>
        </pc:cxnChg>
        <pc:cxnChg chg="mod">
          <ac:chgData name="최문석(MOON SEOK CHOI)[mschoi19]/책임/제조DX.자동보정.자동보정선행개발팀" userId="b461c574-904d-49dd-b4c4-a0a522fe5e7c" providerId="ADAL" clId="{B2224E9B-9056-4092-BD64-166B08BA2A55}" dt="2025-12-16T04:56:22.122" v="1765" actId="1035"/>
          <ac:cxnSpMkLst>
            <pc:docMk/>
            <pc:sldMk cId="3244941362" sldId="303"/>
            <ac:cxnSpMk id="10" creationId="{B41437AD-8D9D-7CAE-69D9-59346AEE53B2}"/>
          </ac:cxnSpMkLst>
        </pc:cxnChg>
        <pc:cxnChg chg="del mod">
          <ac:chgData name="최문석(MOON SEOK CHOI)[mschoi19]/책임/제조DX.자동보정.자동보정선행개발팀" userId="b461c574-904d-49dd-b4c4-a0a522fe5e7c" providerId="ADAL" clId="{B2224E9B-9056-4092-BD64-166B08BA2A55}" dt="2025-12-16T04:48:11.440" v="1336" actId="478"/>
          <ac:cxnSpMkLst>
            <pc:docMk/>
            <pc:sldMk cId="3244941362" sldId="303"/>
            <ac:cxnSpMk id="14" creationId="{3470D215-32F9-E076-5752-DDD54CEB19B1}"/>
          </ac:cxnSpMkLst>
        </pc:cxnChg>
        <pc:cxnChg chg="mod">
          <ac:chgData name="최문석(MOON SEOK CHOI)[mschoi19]/책임/제조DX.자동보정.자동보정선행개발팀" userId="b461c574-904d-49dd-b4c4-a0a522fe5e7c" providerId="ADAL" clId="{B2224E9B-9056-4092-BD64-166B08BA2A55}" dt="2025-12-16T05:00:23.525" v="2027" actId="1038"/>
          <ac:cxnSpMkLst>
            <pc:docMk/>
            <pc:sldMk cId="3244941362" sldId="303"/>
            <ac:cxnSpMk id="26" creationId="{E4F27D9E-0508-E442-B48D-417CC0534DF4}"/>
          </ac:cxnSpMkLst>
        </pc:cxnChg>
        <pc:cxnChg chg="del mod">
          <ac:chgData name="최문석(MOON SEOK CHOI)[mschoi19]/책임/제조DX.자동보정.자동보정선행개발팀" userId="b461c574-904d-49dd-b4c4-a0a522fe5e7c" providerId="ADAL" clId="{B2224E9B-9056-4092-BD64-166B08BA2A55}" dt="2025-12-16T04:44:41.977" v="1105" actId="478"/>
          <ac:cxnSpMkLst>
            <pc:docMk/>
            <pc:sldMk cId="3244941362" sldId="303"/>
            <ac:cxnSpMk id="29" creationId="{4FA4E3F4-E2C8-461A-AE1C-679BF8B420A6}"/>
          </ac:cxnSpMkLst>
        </pc:cxnChg>
        <pc:cxnChg chg="add del">
          <ac:chgData name="최문석(MOON SEOK CHOI)[mschoi19]/책임/제조DX.자동보정.자동보정선행개발팀" userId="b461c574-904d-49dd-b4c4-a0a522fe5e7c" providerId="ADAL" clId="{B2224E9B-9056-4092-BD64-166B08BA2A55}" dt="2025-12-16T04:46:17.087" v="1200" actId="478"/>
          <ac:cxnSpMkLst>
            <pc:docMk/>
            <pc:sldMk cId="3244941362" sldId="303"/>
            <ac:cxnSpMk id="33" creationId="{2168ADA4-051B-A58C-4C4F-0A9E3E0191DF}"/>
          </ac:cxnSpMkLst>
        </pc:cxnChg>
        <pc:cxnChg chg="add mod">
          <ac:chgData name="최문석(MOON SEOK CHOI)[mschoi19]/책임/제조DX.자동보정.자동보정선행개발팀" userId="b461c574-904d-49dd-b4c4-a0a522fe5e7c" providerId="ADAL" clId="{B2224E9B-9056-4092-BD64-166B08BA2A55}" dt="2025-12-16T05:00:23.525" v="2027" actId="1038"/>
          <ac:cxnSpMkLst>
            <pc:docMk/>
            <pc:sldMk cId="3244941362" sldId="303"/>
            <ac:cxnSpMk id="37" creationId="{36D48408-65B1-7894-C551-BE0AE4CAD465}"/>
          </ac:cxnSpMkLst>
        </pc:cxnChg>
        <pc:cxnChg chg="add mod">
          <ac:chgData name="최문석(MOON SEOK CHOI)[mschoi19]/책임/제조DX.자동보정.자동보정선행개발팀" userId="b461c574-904d-49dd-b4c4-a0a522fe5e7c" providerId="ADAL" clId="{B2224E9B-9056-4092-BD64-166B08BA2A55}" dt="2025-12-16T06:58:39.892" v="2925" actId="1038"/>
          <ac:cxnSpMkLst>
            <pc:docMk/>
            <pc:sldMk cId="3244941362" sldId="303"/>
            <ac:cxnSpMk id="41" creationId="{6F51585C-0E35-FCF3-A684-1952BF076043}"/>
          </ac:cxnSpMkLst>
        </pc:cxnChg>
        <pc:cxnChg chg="add del">
          <ac:chgData name="최문석(MOON SEOK CHOI)[mschoi19]/책임/제조DX.자동보정.자동보정선행개발팀" userId="b461c574-904d-49dd-b4c4-a0a522fe5e7c" providerId="ADAL" clId="{B2224E9B-9056-4092-BD64-166B08BA2A55}" dt="2025-12-16T05:04:06.975" v="2107" actId="478"/>
          <ac:cxnSpMkLst>
            <pc:docMk/>
            <pc:sldMk cId="3244941362" sldId="303"/>
            <ac:cxnSpMk id="44" creationId="{AAC1F30B-7DCD-F4C7-7215-FDEC76AC2A6D}"/>
          </ac:cxnSpMkLst>
        </pc:cxnChg>
      </pc:sldChg>
      <pc:sldChg chg="modSp mod">
        <pc:chgData name="최문석(MOON SEOK CHOI)[mschoi19]/책임/제조DX.자동보정.자동보정선행개발팀" userId="b461c574-904d-49dd-b4c4-a0a522fe5e7c" providerId="ADAL" clId="{B2224E9B-9056-4092-BD64-166B08BA2A55}" dt="2025-12-16T07:18:05.626" v="3307" actId="20577"/>
        <pc:sldMkLst>
          <pc:docMk/>
          <pc:sldMk cId="722830885" sldId="2147483567"/>
        </pc:sldMkLst>
        <pc:spChg chg="mod">
          <ac:chgData name="최문석(MOON SEOK CHOI)[mschoi19]/책임/제조DX.자동보정.자동보정선행개발팀" userId="b461c574-904d-49dd-b4c4-a0a522fe5e7c" providerId="ADAL" clId="{B2224E9B-9056-4092-BD64-166B08BA2A55}" dt="2025-12-16T07:18:05.626" v="3307" actId="20577"/>
          <ac:spMkLst>
            <pc:docMk/>
            <pc:sldMk cId="722830885" sldId="2147483567"/>
            <ac:spMk id="3" creationId="{FB3C268E-CDEB-1F98-DB1B-50799F6EE4DF}"/>
          </ac:spMkLst>
        </pc:spChg>
      </pc:sldChg>
    </pc:docChg>
  </pc:docChgLst>
  <pc:docChgLst>
    <pc:chgData name="김성태(SEONGTAE KIM)[matthew.kim]/책임/제조DX.자동보정.자동보정선행개발팀" userId="602beff2-7a1b-4f40-a1a3-7e1cc06d8c98" providerId="ADAL" clId="{F486A8BD-7AC5-4D5B-A2CC-67A218A4AB47}"/>
    <pc:docChg chg="undo custSel modSld">
      <pc:chgData name="김성태(SEONGTAE KIM)[matthew.kim]/책임/제조DX.자동보정.자동보정선행개발팀" userId="602beff2-7a1b-4f40-a1a3-7e1cc06d8c98" providerId="ADAL" clId="{F486A8BD-7AC5-4D5B-A2CC-67A218A4AB47}" dt="2025-12-16T07:39:17.247" v="1485"/>
      <pc:docMkLst>
        <pc:docMk/>
      </pc:docMkLst>
      <pc:sldChg chg="addSp modSp mod">
        <pc:chgData name="김성태(SEONGTAE KIM)[matthew.kim]/책임/제조DX.자동보정.자동보정선행개발팀" userId="602beff2-7a1b-4f40-a1a3-7e1cc06d8c98" providerId="ADAL" clId="{F486A8BD-7AC5-4D5B-A2CC-67A218A4AB47}" dt="2025-12-16T07:39:17.247" v="1485"/>
        <pc:sldMkLst>
          <pc:docMk/>
          <pc:sldMk cId="2786048932" sldId="262"/>
        </pc:sldMkLst>
        <pc:spChg chg="mod">
          <ac:chgData name="김성태(SEONGTAE KIM)[matthew.kim]/책임/제조DX.자동보정.자동보정선행개발팀" userId="602beff2-7a1b-4f40-a1a3-7e1cc06d8c98" providerId="ADAL" clId="{F486A8BD-7AC5-4D5B-A2CC-67A218A4AB47}" dt="2025-12-16T07:31:02.909" v="976" actId="1037"/>
          <ac:spMkLst>
            <pc:docMk/>
            <pc:sldMk cId="2786048932" sldId="262"/>
            <ac:spMk id="27" creationId="{01779FFB-2909-B9D5-CFDE-33B7022D8EB7}"/>
          </ac:spMkLst>
        </pc:spChg>
        <pc:spChg chg="mod">
          <ac:chgData name="김성태(SEONGTAE KIM)[matthew.kim]/책임/제조DX.자동보정.자동보정선행개발팀" userId="602beff2-7a1b-4f40-a1a3-7e1cc06d8c98" providerId="ADAL" clId="{F486A8BD-7AC5-4D5B-A2CC-67A218A4AB47}" dt="2025-12-16T07:30:57.917" v="966" actId="1038"/>
          <ac:spMkLst>
            <pc:docMk/>
            <pc:sldMk cId="2786048932" sldId="262"/>
            <ac:spMk id="28" creationId="{015EAA83-9A65-A0ED-1025-D9D8B4332ADB}"/>
          </ac:spMkLst>
        </pc:spChg>
        <pc:spChg chg="mod">
          <ac:chgData name="김성태(SEONGTAE KIM)[matthew.kim]/책임/제조DX.자동보정.자동보정선행개발팀" userId="602beff2-7a1b-4f40-a1a3-7e1cc06d8c98" providerId="ADAL" clId="{F486A8BD-7AC5-4D5B-A2CC-67A218A4AB47}" dt="2025-12-16T07:14:51.229" v="2" actId="20577"/>
          <ac:spMkLst>
            <pc:docMk/>
            <pc:sldMk cId="2786048932" sldId="262"/>
            <ac:spMk id="33" creationId="{28953EDA-490C-414A-829A-5166309284BE}"/>
          </ac:spMkLst>
        </pc:spChg>
        <pc:graphicFrameChg chg="mod modGraphic">
          <ac:chgData name="김성태(SEONGTAE KIM)[matthew.kim]/책임/제조DX.자동보정.자동보정선행개발팀" userId="602beff2-7a1b-4f40-a1a3-7e1cc06d8c98" providerId="ADAL" clId="{F486A8BD-7AC5-4D5B-A2CC-67A218A4AB47}" dt="2025-12-16T07:15:26.977" v="18" actId="20577"/>
          <ac:graphicFrameMkLst>
            <pc:docMk/>
            <pc:sldMk cId="2786048932" sldId="262"/>
            <ac:graphicFrameMk id="3" creationId="{1B538319-E744-914C-0D08-26296EEC9C81}"/>
          </ac:graphicFrameMkLst>
        </pc:graphicFrameChg>
        <pc:graphicFrameChg chg="mod modGraphic">
          <ac:chgData name="김성태(SEONGTAE KIM)[matthew.kim]/책임/제조DX.자동보정.자동보정선행개발팀" userId="602beff2-7a1b-4f40-a1a3-7e1cc06d8c98" providerId="ADAL" clId="{F486A8BD-7AC5-4D5B-A2CC-67A218A4AB47}" dt="2025-12-16T07:39:17.247" v="1485"/>
          <ac:graphicFrameMkLst>
            <pc:docMk/>
            <pc:sldMk cId="2786048932" sldId="262"/>
            <ac:graphicFrameMk id="32" creationId="{C75B2E3A-6367-47F5-9C2E-36D1B1E1DCAE}"/>
          </ac:graphicFrameMkLst>
        </pc:graphicFrameChg>
        <pc:picChg chg="add mod">
          <ac:chgData name="김성태(SEONGTAE KIM)[matthew.kim]/책임/제조DX.자동보정.자동보정선행개발팀" userId="602beff2-7a1b-4f40-a1a3-7e1cc06d8c98" providerId="ADAL" clId="{F486A8BD-7AC5-4D5B-A2CC-67A218A4AB47}" dt="2025-12-16T07:37:01.320" v="1330" actId="1076"/>
          <ac:picMkLst>
            <pc:docMk/>
            <pc:sldMk cId="2786048932" sldId="262"/>
            <ac:picMk id="1026" creationId="{006E8A19-B2A3-AB34-DD6B-D4E5EF2B1EF0}"/>
          </ac:picMkLst>
        </pc:picChg>
      </pc:sldChg>
    </pc:docChg>
  </pc:docChgLst>
  <pc:docChgLst>
    <pc:chgData name="박홍준(HONGJUN PARK)[bakongjun]/사원/제조DX.자동보정.RSND자동보정팀" userId="72d131f8-3bdb-4973-92c4-217bee4fcd53" providerId="ADAL" clId="{39F0C8B2-CDE9-4F8D-A8A0-89DE2CF55EBE}"/>
    <pc:docChg chg="undo custSel modSld">
      <pc:chgData name="박홍준(HONGJUN PARK)[bakongjun]/사원/제조DX.자동보정.RSND자동보정팀" userId="72d131f8-3bdb-4973-92c4-217bee4fcd53" providerId="ADAL" clId="{39F0C8B2-CDE9-4F8D-A8A0-89DE2CF55EBE}" dt="2025-11-19T08:14:32.555" v="912" actId="20577"/>
      <pc:docMkLst>
        <pc:docMk/>
      </pc:docMkLst>
      <pc:sldChg chg="modSp">
        <pc:chgData name="박홍준(HONGJUN PARK)[bakongjun]/사원/제조DX.자동보정.RSND자동보정팀" userId="72d131f8-3bdb-4973-92c4-217bee4fcd53" providerId="ADAL" clId="{39F0C8B2-CDE9-4F8D-A8A0-89DE2CF55EBE}" dt="2025-11-18T04:54:32.129" v="726" actId="20577"/>
        <pc:sldMkLst>
          <pc:docMk/>
          <pc:sldMk cId="3227093882" sldId="300"/>
        </pc:sldMkLst>
        <pc:spChg chg="mod">
          <ac:chgData name="박홍준(HONGJUN PARK)[bakongjun]/사원/제조DX.자동보정.RSND자동보정팀" userId="72d131f8-3bdb-4973-92c4-217bee4fcd53" providerId="ADAL" clId="{39F0C8B2-CDE9-4F8D-A8A0-89DE2CF55EBE}" dt="2025-11-18T04:53:56.363" v="698" actId="20577"/>
          <ac:spMkLst>
            <pc:docMk/>
            <pc:sldMk cId="3227093882" sldId="300"/>
            <ac:spMk id="8" creationId="{B00DF2C9-431D-6CB6-C306-046765BA9159}"/>
          </ac:spMkLst>
        </pc:spChg>
        <pc:graphicFrameChg chg="modGraphic">
          <ac:chgData name="박홍준(HONGJUN PARK)[bakongjun]/사원/제조DX.자동보정.RSND자동보정팀" userId="72d131f8-3bdb-4973-92c4-217bee4fcd53" providerId="ADAL" clId="{39F0C8B2-CDE9-4F8D-A8A0-89DE2CF55EBE}" dt="2025-11-18T04:53:52.269" v="694" actId="20577"/>
          <ac:graphicFrameMkLst>
            <pc:docMk/>
            <pc:sldMk cId="3227093882" sldId="300"/>
            <ac:graphicFrameMk id="3" creationId="{1B538319-E744-914C-0D08-26296EEC9C81}"/>
          </ac:graphicFrameMkLst>
        </pc:graphicFrameChg>
        <pc:graphicFrameChg chg="mod modGraphic">
          <ac:chgData name="박홍준(HONGJUN PARK)[bakongjun]/사원/제조DX.자동보정.RSND자동보정팀" userId="72d131f8-3bdb-4973-92c4-217bee4fcd53" providerId="ADAL" clId="{39F0C8B2-CDE9-4F8D-A8A0-89DE2CF55EBE}" dt="2025-11-18T04:54:32.129" v="726" actId="20577"/>
          <ac:graphicFrameMkLst>
            <pc:docMk/>
            <pc:sldMk cId="3227093882" sldId="300"/>
            <ac:graphicFrameMk id="32" creationId="{C75B2E3A-6367-47F5-9C2E-36D1B1E1DCAE}"/>
          </ac:graphicFrameMkLst>
        </pc:graphicFrameChg>
      </pc:sldChg>
      <pc:sldChg chg="modSp">
        <pc:chgData name="박홍준(HONGJUN PARK)[bakongjun]/사원/제조DX.자동보정.RSND자동보정팀" userId="72d131f8-3bdb-4973-92c4-217bee4fcd53" providerId="ADAL" clId="{39F0C8B2-CDE9-4F8D-A8A0-89DE2CF55EBE}" dt="2025-11-18T04:47:56.456" v="41" actId="207"/>
        <pc:sldMkLst>
          <pc:docMk/>
          <pc:sldMk cId="4068242795" sldId="2147481937"/>
        </pc:sldMkLst>
        <pc:spChg chg="mod">
          <ac:chgData name="박홍준(HONGJUN PARK)[bakongjun]/사원/제조DX.자동보정.RSND자동보정팀" userId="72d131f8-3bdb-4973-92c4-217bee4fcd53" providerId="ADAL" clId="{39F0C8B2-CDE9-4F8D-A8A0-89DE2CF55EBE}" dt="2025-11-18T04:47:50.534" v="40" actId="20577"/>
          <ac:spMkLst>
            <pc:docMk/>
            <pc:sldMk cId="4068242795" sldId="2147481937"/>
            <ac:spMk id="10" creationId="{0FCE8223-3D08-46D9-90C5-609F0803ACD6}"/>
          </ac:spMkLst>
        </pc:spChg>
        <pc:graphicFrameChg chg="mod modGraphic">
          <ac:chgData name="박홍준(HONGJUN PARK)[bakongjun]/사원/제조DX.자동보정.RSND자동보정팀" userId="72d131f8-3bdb-4973-92c4-217bee4fcd53" providerId="ADAL" clId="{39F0C8B2-CDE9-4F8D-A8A0-89DE2CF55EBE}" dt="2025-11-18T04:47:56.456" v="41" actId="207"/>
          <ac:graphicFrameMkLst>
            <pc:docMk/>
            <pc:sldMk cId="4068242795" sldId="2147481937"/>
            <ac:graphicFrameMk id="12" creationId="{C7335BD5-3A55-44AE-BC93-06CEDE9FCA71}"/>
          </ac:graphicFrameMkLst>
        </pc:graphicFrameChg>
      </pc:sldChg>
      <pc:sldChg chg="delSp modSp">
        <pc:chgData name="박홍준(HONGJUN PARK)[bakongjun]/사원/제조DX.자동보정.RSND자동보정팀" userId="72d131f8-3bdb-4973-92c4-217bee4fcd53" providerId="ADAL" clId="{39F0C8B2-CDE9-4F8D-A8A0-89DE2CF55EBE}" dt="2025-11-18T04:55:50.660" v="822" actId="1035"/>
        <pc:sldMkLst>
          <pc:docMk/>
          <pc:sldMk cId="525786264" sldId="2147483624"/>
        </pc:sldMkLst>
        <pc:spChg chg="mod">
          <ac:chgData name="박홍준(HONGJUN PARK)[bakongjun]/사원/제조DX.자동보정.RSND자동보정팀" userId="72d131f8-3bdb-4973-92c4-217bee4fcd53" providerId="ADAL" clId="{39F0C8B2-CDE9-4F8D-A8A0-89DE2CF55EBE}" dt="2025-11-18T04:55:50.660" v="822" actId="1035"/>
          <ac:spMkLst>
            <pc:docMk/>
            <pc:sldMk cId="525786264" sldId="2147483624"/>
            <ac:spMk id="11" creationId="{3274C080-3787-0A27-C67B-6746657330A6}"/>
          </ac:spMkLst>
        </pc:spChg>
        <pc:spChg chg="mod">
          <ac:chgData name="박홍준(HONGJUN PARK)[bakongjun]/사원/제조DX.자동보정.RSND자동보정팀" userId="72d131f8-3bdb-4973-92c4-217bee4fcd53" providerId="ADAL" clId="{39F0C8B2-CDE9-4F8D-A8A0-89DE2CF55EBE}" dt="2025-11-18T04:55:50.660" v="822" actId="1035"/>
          <ac:spMkLst>
            <pc:docMk/>
            <pc:sldMk cId="525786264" sldId="2147483624"/>
            <ac:spMk id="21" creationId="{B00712CB-B099-86DB-9D6F-E91A2DDF6AB5}"/>
          </ac:spMkLst>
        </pc:spChg>
      </pc:sldChg>
      <pc:sldChg chg="modSp">
        <pc:chgData name="박홍준(HONGJUN PARK)[bakongjun]/사원/제조DX.자동보정.RSND자동보정팀" userId="72d131f8-3bdb-4973-92c4-217bee4fcd53" providerId="ADAL" clId="{39F0C8B2-CDE9-4F8D-A8A0-89DE2CF55EBE}" dt="2025-11-19T08:14:32.555" v="912" actId="20577"/>
        <pc:sldMkLst>
          <pc:docMk/>
          <pc:sldMk cId="2962861313" sldId="2147483647"/>
        </pc:sldMkLst>
        <pc:spChg chg="mod">
          <ac:chgData name="박홍준(HONGJUN PARK)[bakongjun]/사원/제조DX.자동보정.RSND자동보정팀" userId="72d131f8-3bdb-4973-92c4-217bee4fcd53" providerId="ADAL" clId="{39F0C8B2-CDE9-4F8D-A8A0-89DE2CF55EBE}" dt="2025-11-18T04:50:30.182" v="201" actId="20577"/>
          <ac:spMkLst>
            <pc:docMk/>
            <pc:sldMk cId="2962861313" sldId="2147483647"/>
            <ac:spMk id="5" creationId="{058D9290-B6FE-4188-A628-169045B30DE8}"/>
          </ac:spMkLst>
        </pc:spChg>
        <pc:graphicFrameChg chg="mod modGraphic">
          <ac:chgData name="박홍준(HONGJUN PARK)[bakongjun]/사원/제조DX.자동보정.RSND자동보정팀" userId="72d131f8-3bdb-4973-92c4-217bee4fcd53" providerId="ADAL" clId="{39F0C8B2-CDE9-4F8D-A8A0-89DE2CF55EBE}" dt="2025-11-19T08:14:32.555" v="912" actId="20577"/>
          <ac:graphicFrameMkLst>
            <pc:docMk/>
            <pc:sldMk cId="2962861313" sldId="2147483647"/>
            <ac:graphicFrameMk id="2" creationId="{14126919-6681-402B-B8DC-D9D2730CDB15}"/>
          </ac:graphicFrameMkLst>
        </pc:graphicFrameChg>
        <pc:graphicFrameChg chg="mod">
          <ac:chgData name="박홍준(HONGJUN PARK)[bakongjun]/사원/제조DX.자동보정.RSND자동보정팀" userId="72d131f8-3bdb-4973-92c4-217bee4fcd53" providerId="ADAL" clId="{39F0C8B2-CDE9-4F8D-A8A0-89DE2CF55EBE}" dt="2025-11-18T04:50:01.081" v="164" actId="1035"/>
          <ac:graphicFrameMkLst>
            <pc:docMk/>
            <pc:sldMk cId="2962861313" sldId="2147483647"/>
            <ac:graphicFrameMk id="15" creationId="{B67351DF-AF61-4B11-9631-BFF064730470}"/>
          </ac:graphicFrameMkLst>
        </pc:graphicFrameChg>
      </pc:sldChg>
    </pc:docChg>
  </pc:docChgLst>
  <pc:docChgLst>
    <pc:chgData name="심은찬(EUNCHAN SIM)[sec1021]/선임/제조DX.자동보정.조립자동보정팀" userId="S::sec1021@lgensol.com::9090956e-ab5b-49d1-9c87-2078b7755aae" providerId="AD" clId="Web-{E590661D-92F3-8F60-55CD-7B1F7F7AB6FB}"/>
    <pc:docChg chg="modSld">
      <pc:chgData name="심은찬(EUNCHAN SIM)[sec1021]/선임/제조DX.자동보정.조립자동보정팀" userId="S::sec1021@lgensol.com::9090956e-ab5b-49d1-9c87-2078b7755aae" providerId="AD" clId="Web-{E590661D-92F3-8F60-55CD-7B1F7F7AB6FB}" dt="2025-12-16T02:37:42.873" v="934"/>
      <pc:docMkLst>
        <pc:docMk/>
      </pc:docMkLst>
      <pc:sldChg chg="modSp">
        <pc:chgData name="심은찬(EUNCHAN SIM)[sec1021]/선임/제조DX.자동보정.조립자동보정팀" userId="S::sec1021@lgensol.com::9090956e-ab5b-49d1-9c87-2078b7755aae" providerId="AD" clId="Web-{E590661D-92F3-8F60-55CD-7B1F7F7AB6FB}" dt="2025-12-16T00:42:33.606" v="97"/>
        <pc:sldMkLst>
          <pc:docMk/>
          <pc:sldMk cId="1197446796" sldId="256"/>
        </pc:sldMkLst>
        <pc:spChg chg="mod">
          <ac:chgData name="심은찬(EUNCHAN SIM)[sec1021]/선임/제조DX.자동보정.조립자동보정팀" userId="S::sec1021@lgensol.com::9090956e-ab5b-49d1-9c87-2078b7755aae" providerId="AD" clId="Web-{E590661D-92F3-8F60-55CD-7B1F7F7AB6FB}" dt="2025-12-16T00:40:28.256" v="31" actId="20577"/>
          <ac:spMkLst>
            <pc:docMk/>
            <pc:sldMk cId="1197446796" sldId="256"/>
            <ac:spMk id="6" creationId="{B3BB1961-3F71-0018-CA2B-9894ED0A96D8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E590661D-92F3-8F60-55CD-7B1F7F7AB6FB}" dt="2025-12-16T00:40:21.833" v="27"/>
          <ac:graphicFrameMkLst>
            <pc:docMk/>
            <pc:sldMk cId="1197446796" sldId="256"/>
            <ac:graphicFrameMk id="5" creationId="{03A8162C-C521-077A-0120-8EB01DA19A52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E590661D-92F3-8F60-55CD-7B1F7F7AB6FB}" dt="2025-12-16T00:40:09.426" v="23"/>
          <ac:graphicFrameMkLst>
            <pc:docMk/>
            <pc:sldMk cId="1197446796" sldId="256"/>
            <ac:graphicFrameMk id="9" creationId="{459FC5F3-1FD5-01E7-B1BA-B39813120590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E590661D-92F3-8F60-55CD-7B1F7F7AB6FB}" dt="2025-12-16T00:42:33.606" v="97"/>
          <ac:graphicFrameMkLst>
            <pc:docMk/>
            <pc:sldMk cId="1197446796" sldId="256"/>
            <ac:graphicFrameMk id="33" creationId="{0EBD5018-B5BC-42C0-83A8-B30ED54BB6DC}"/>
          </ac:graphicFrameMkLst>
        </pc:graphicFrameChg>
      </pc:sldChg>
      <pc:sldChg chg="modSp">
        <pc:chgData name="심은찬(EUNCHAN SIM)[sec1021]/선임/제조DX.자동보정.조립자동보정팀" userId="S::sec1021@lgensol.com::9090956e-ab5b-49d1-9c87-2078b7755aae" providerId="AD" clId="Web-{E590661D-92F3-8F60-55CD-7B1F7F7AB6FB}" dt="2025-12-16T02:37:42.873" v="934"/>
        <pc:sldMkLst>
          <pc:docMk/>
          <pc:sldMk cId="1984979464" sldId="277"/>
        </pc:sldMkLst>
        <pc:spChg chg="mod">
          <ac:chgData name="심은찬(EUNCHAN SIM)[sec1021]/선임/제조DX.자동보정.조립자동보정팀" userId="S::sec1021@lgensol.com::9090956e-ab5b-49d1-9c87-2078b7755aae" providerId="AD" clId="Web-{E590661D-92F3-8F60-55CD-7B1F7F7AB6FB}" dt="2025-12-16T01:13:31.515" v="774" actId="20577"/>
          <ac:spMkLst>
            <pc:docMk/>
            <pc:sldMk cId="1984979464" sldId="277"/>
            <ac:spMk id="6" creationId="{83CFA496-A814-27C3-3FB8-E454A7B5C13A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E590661D-92F3-8F60-55CD-7B1F7F7AB6FB}" dt="2025-12-16T01:13:26.249" v="765"/>
          <ac:graphicFrameMkLst>
            <pc:docMk/>
            <pc:sldMk cId="1984979464" sldId="277"/>
            <ac:graphicFrameMk id="5" creationId="{90FA0DD6-FD75-6357-BD16-BBD64CC6F177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E590661D-92F3-8F60-55CD-7B1F7F7AB6FB}" dt="2025-12-16T02:37:42.873" v="934"/>
          <ac:graphicFrameMkLst>
            <pc:docMk/>
            <pc:sldMk cId="1984979464" sldId="277"/>
            <ac:graphicFrameMk id="9" creationId="{8FDB63AD-0852-F4A6-4748-366EC5BD265C}"/>
          </ac:graphicFrameMkLst>
        </pc:graphicFrameChg>
      </pc:sldChg>
      <pc:sldChg chg="modSp">
        <pc:chgData name="심은찬(EUNCHAN SIM)[sec1021]/선임/제조DX.자동보정.조립자동보정팀" userId="S::sec1021@lgensol.com::9090956e-ab5b-49d1-9c87-2078b7755aae" providerId="AD" clId="Web-{E590661D-92F3-8F60-55CD-7B1F7F7AB6FB}" dt="2025-12-16T01:14:39.582" v="792" actId="20577"/>
        <pc:sldMkLst>
          <pc:docMk/>
          <pc:sldMk cId="3110584877" sldId="282"/>
        </pc:sldMkLst>
        <pc:spChg chg="mod">
          <ac:chgData name="심은찬(EUNCHAN SIM)[sec1021]/선임/제조DX.자동보정.조립자동보정팀" userId="S::sec1021@lgensol.com::9090956e-ab5b-49d1-9c87-2078b7755aae" providerId="AD" clId="Web-{E590661D-92F3-8F60-55CD-7B1F7F7AB6FB}" dt="2025-12-16T01:14:39.582" v="792" actId="20577"/>
          <ac:spMkLst>
            <pc:docMk/>
            <pc:sldMk cId="3110584877" sldId="282"/>
            <ac:spMk id="6" creationId="{83CFA496-A814-27C3-3FB8-E454A7B5C13A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E590661D-92F3-8F60-55CD-7B1F7F7AB6FB}" dt="2025-12-16T01:14:35.097" v="784"/>
          <ac:graphicFrameMkLst>
            <pc:docMk/>
            <pc:sldMk cId="3110584877" sldId="282"/>
            <ac:graphicFrameMk id="5" creationId="{90FA0DD6-FD75-6357-BD16-BBD64CC6F177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E590661D-92F3-8F60-55CD-7B1F7F7AB6FB}" dt="2025-12-16T01:14:25.940" v="776"/>
          <ac:graphicFrameMkLst>
            <pc:docMk/>
            <pc:sldMk cId="3110584877" sldId="282"/>
            <ac:graphicFrameMk id="9" creationId="{8FDB63AD-0852-F4A6-4748-366EC5BD265C}"/>
          </ac:graphicFrameMkLst>
        </pc:graphicFrameChg>
      </pc:sldChg>
      <pc:sldChg chg="modSp">
        <pc:chgData name="심은찬(EUNCHAN SIM)[sec1021]/선임/제조DX.자동보정.조립자동보정팀" userId="S::sec1021@lgensol.com::9090956e-ab5b-49d1-9c87-2078b7755aae" providerId="AD" clId="Web-{E590661D-92F3-8F60-55CD-7B1F7F7AB6FB}" dt="2025-12-16T00:59:21.434" v="391"/>
        <pc:sldMkLst>
          <pc:docMk/>
          <pc:sldMk cId="3005009049" sldId="284"/>
        </pc:sldMkLst>
        <pc:spChg chg="mod">
          <ac:chgData name="심은찬(EUNCHAN SIM)[sec1021]/선임/제조DX.자동보정.조립자동보정팀" userId="S::sec1021@lgensol.com::9090956e-ab5b-49d1-9c87-2078b7755aae" providerId="AD" clId="Web-{E590661D-92F3-8F60-55CD-7B1F7F7AB6FB}" dt="2025-12-16T00:43:23.343" v="101" actId="20577"/>
          <ac:spMkLst>
            <pc:docMk/>
            <pc:sldMk cId="3005009049" sldId="284"/>
            <ac:spMk id="6" creationId="{B3BB1961-3F71-0018-CA2B-9894ED0A96D8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E590661D-92F3-8F60-55CD-7B1F7F7AB6FB}" dt="2025-12-16T00:43:54.235" v="105"/>
          <ac:graphicFrameMkLst>
            <pc:docMk/>
            <pc:sldMk cId="3005009049" sldId="284"/>
            <ac:graphicFrameMk id="5" creationId="{03A8162C-C521-077A-0120-8EB01DA19A52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E590661D-92F3-8F60-55CD-7B1F7F7AB6FB}" dt="2025-12-16T00:59:21.434" v="391"/>
          <ac:graphicFrameMkLst>
            <pc:docMk/>
            <pc:sldMk cId="3005009049" sldId="284"/>
            <ac:graphicFrameMk id="9" creationId="{459FC5F3-1FD5-01E7-B1BA-B39813120590}"/>
          </ac:graphicFrameMkLst>
        </pc:graphicFrameChg>
      </pc:sldChg>
      <pc:sldChg chg="modSp">
        <pc:chgData name="심은찬(EUNCHAN SIM)[sec1021]/선임/제조DX.자동보정.조립자동보정팀" userId="S::sec1021@lgensol.com::9090956e-ab5b-49d1-9c87-2078b7755aae" providerId="AD" clId="Web-{E590661D-92F3-8F60-55CD-7B1F7F7AB6FB}" dt="2025-12-16T01:09:53.664" v="673"/>
        <pc:sldMkLst>
          <pc:docMk/>
          <pc:sldMk cId="2657806170" sldId="318"/>
        </pc:sldMkLst>
        <pc:spChg chg="mod">
          <ac:chgData name="심은찬(EUNCHAN SIM)[sec1021]/선임/제조DX.자동보정.조립자동보정팀" userId="S::sec1021@lgensol.com::9090956e-ab5b-49d1-9c87-2078b7755aae" providerId="AD" clId="Web-{E590661D-92F3-8F60-55CD-7B1F7F7AB6FB}" dt="2025-12-16T01:03:09.928" v="407" actId="20577"/>
          <ac:spMkLst>
            <pc:docMk/>
            <pc:sldMk cId="2657806170" sldId="318"/>
            <ac:spMk id="4" creationId="{F3E8B27A-BB9B-FAD1-94CE-83603C8B7D0C}"/>
          </ac:spMkLst>
        </pc:spChg>
        <pc:spChg chg="mod">
          <ac:chgData name="심은찬(EUNCHAN SIM)[sec1021]/선임/제조DX.자동보정.조립자동보정팀" userId="S::sec1021@lgensol.com::9090956e-ab5b-49d1-9c87-2078b7755aae" providerId="AD" clId="Web-{E590661D-92F3-8F60-55CD-7B1F7F7AB6FB}" dt="2025-12-16T01:02:17.879" v="400" actId="20577"/>
          <ac:spMkLst>
            <pc:docMk/>
            <pc:sldMk cId="2657806170" sldId="318"/>
            <ac:spMk id="6" creationId="{B3BB1961-3F71-0018-CA2B-9894ED0A96D8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E590661D-92F3-8F60-55CD-7B1F7F7AB6FB}" dt="2025-12-16T01:00:36.656" v="397"/>
          <ac:graphicFrameMkLst>
            <pc:docMk/>
            <pc:sldMk cId="2657806170" sldId="318"/>
            <ac:graphicFrameMk id="5" creationId="{03A8162C-C521-077A-0120-8EB01DA19A52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E590661D-92F3-8F60-55CD-7B1F7F7AB6FB}" dt="2025-12-16T01:09:53.664" v="673"/>
          <ac:graphicFrameMkLst>
            <pc:docMk/>
            <pc:sldMk cId="2657806170" sldId="318"/>
            <ac:graphicFrameMk id="9" creationId="{459FC5F3-1FD5-01E7-B1BA-B39813120590}"/>
          </ac:graphicFrameMkLst>
        </pc:graphicFrameChg>
      </pc:sldChg>
    </pc:docChg>
  </pc:docChgLst>
  <pc:docChgLst>
    <pc:chgData name="정소영(SOYOUNG JEONG)[soy22]/사원/제조DX.자동보정.RSND자동보정팀" userId="e0dfc6da-e3c7-4ad5-9bac-f065fa9fc20e" providerId="ADAL" clId="{BB1B8FB0-11BB-44B5-9F14-3ECA49EC06CE}"/>
    <pc:docChg chg="undo custSel modSld">
      <pc:chgData name="정소영(SOYOUNG JEONG)[soy22]/사원/제조DX.자동보정.RSND자동보정팀" userId="e0dfc6da-e3c7-4ad5-9bac-f065fa9fc20e" providerId="ADAL" clId="{BB1B8FB0-11BB-44B5-9F14-3ECA49EC06CE}" dt="2025-12-16T06:55:16.913" v="1611" actId="1035"/>
      <pc:docMkLst>
        <pc:docMk/>
      </pc:docMkLst>
      <pc:sldChg chg="modSp mod">
        <pc:chgData name="정소영(SOYOUNG JEONG)[soy22]/사원/제조DX.자동보정.RSND자동보정팀" userId="e0dfc6da-e3c7-4ad5-9bac-f065fa9fc20e" providerId="ADAL" clId="{BB1B8FB0-11BB-44B5-9F14-3ECA49EC06CE}" dt="2025-12-16T06:55:16.913" v="1611" actId="1035"/>
        <pc:sldMkLst>
          <pc:docMk/>
          <pc:sldMk cId="796425396" sldId="280"/>
        </pc:sldMkLst>
        <pc:spChg chg="mod">
          <ac:chgData name="정소영(SOYOUNG JEONG)[soy22]/사원/제조DX.자동보정.RSND자동보정팀" userId="e0dfc6da-e3c7-4ad5-9bac-f065fa9fc20e" providerId="ADAL" clId="{BB1B8FB0-11BB-44B5-9F14-3ECA49EC06CE}" dt="2025-12-16T06:55:16.913" v="1611" actId="1035"/>
          <ac:spMkLst>
            <pc:docMk/>
            <pc:sldMk cId="796425396" sldId="280"/>
            <ac:spMk id="8" creationId="{3FD84678-0133-40B2-9FFB-B2D70B8D548E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54:40.453" v="1608" actId="20577"/>
          <ac:spMkLst>
            <pc:docMk/>
            <pc:sldMk cId="796425396" sldId="280"/>
            <ac:spMk id="18" creationId="{3BBB4B0D-7B81-43F6-9A05-343C5774335F}"/>
          </ac:spMkLst>
        </pc:spChg>
      </pc:sldChg>
      <pc:sldChg chg="modSp mod">
        <pc:chgData name="정소영(SOYOUNG JEONG)[soy22]/사원/제조DX.자동보정.RSND자동보정팀" userId="e0dfc6da-e3c7-4ad5-9bac-f065fa9fc20e" providerId="ADAL" clId="{BB1B8FB0-11BB-44B5-9F14-3ECA49EC06CE}" dt="2025-12-16T06:49:35.266" v="1297" actId="1036"/>
        <pc:sldMkLst>
          <pc:docMk/>
          <pc:sldMk cId="3212163405" sldId="314"/>
        </pc:sldMkLst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2" creationId="{2859101C-3284-CDD5-7C26-2FE23D902A81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4" creationId="{0AE020FA-B892-5419-B001-568EED28C245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5" creationId="{2CAC905C-3006-FE77-679A-8951BD0503CD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9" creationId="{301D59EA-D676-23B7-8241-536E8F633D96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11" creationId="{20282A85-42F3-5E00-392E-37D28885167D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1:33.307" v="825" actId="20577"/>
          <ac:spMkLst>
            <pc:docMk/>
            <pc:sldMk cId="3212163405" sldId="314"/>
            <ac:spMk id="13" creationId="{17889248-F115-4AA2-BAEB-FB8BEFDFF7E4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14" creationId="{FFD7CA61-7B40-36AA-A6BF-A85DA8BBDCC5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19" creationId="{35081374-5E14-BB84-4EC0-6EAB4D1CDD0D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20" creationId="{C8C7C2B9-30B0-A124-D0FF-1B471DC3E342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21" creationId="{507CB6AF-1C37-12D6-5AA1-7D185A634F3D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22" creationId="{D58194B8-84EF-0353-A23F-FE499570DA19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23" creationId="{EE11913B-4CAE-C882-EB77-A982021E0240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24" creationId="{D7025E90-5581-1A48-2E0E-F6836EA7A50A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25" creationId="{48EE789D-74DC-DBFF-0159-EB423484FA88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26" creationId="{4F87399E-DFAF-583F-E915-2669DC2DA157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27" creationId="{7557E955-CB6F-275A-8843-B017549E26A3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5.266" v="1297" actId="1036"/>
          <ac:spMkLst>
            <pc:docMk/>
            <pc:sldMk cId="3212163405" sldId="314"/>
            <ac:spMk id="29" creationId="{9A1BB0AA-B1E7-F8E8-4C6C-070DAED900A6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5.266" v="1297" actId="1036"/>
          <ac:spMkLst>
            <pc:docMk/>
            <pc:sldMk cId="3212163405" sldId="314"/>
            <ac:spMk id="31" creationId="{DA49E82F-D9A7-DE25-34BC-5B013B20599E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5.266" v="1297" actId="1036"/>
          <ac:spMkLst>
            <pc:docMk/>
            <pc:sldMk cId="3212163405" sldId="314"/>
            <ac:spMk id="32" creationId="{DA26C665-FD15-B6F8-BBD9-A42702564B5F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5.266" v="1297" actId="1036"/>
          <ac:spMkLst>
            <pc:docMk/>
            <pc:sldMk cId="3212163405" sldId="314"/>
            <ac:spMk id="33" creationId="{D13CD773-BE3E-136A-8196-6B212DAF0CFA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5.266" v="1297" actId="1036"/>
          <ac:spMkLst>
            <pc:docMk/>
            <pc:sldMk cId="3212163405" sldId="314"/>
            <ac:spMk id="34" creationId="{21B7EB61-1BB8-FDD1-0E20-F3200B5BE21D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5.266" v="1297" actId="1036"/>
          <ac:spMkLst>
            <pc:docMk/>
            <pc:sldMk cId="3212163405" sldId="314"/>
            <ac:spMk id="35" creationId="{AA3ED988-E9FE-A2E4-31E3-C584FD117441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36" creationId="{3600816C-A083-A939-EF48-C3B757F77F14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37" creationId="{B6FA097F-2FCB-CC04-02C7-1C6EEC5D300A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38" creationId="{4A8FC524-E853-C09E-D063-29BB83BB8F56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40" creationId="{BC174710-0736-FBB2-F721-D57079D4F492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41" creationId="{51F17C88-098B-71F3-444E-30BDC39EF1D4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42" creationId="{53D26405-F101-8DA5-903A-4E9FE521DE5B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43" creationId="{D4EF442B-62CF-33A9-77E9-80B586006CB7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spMkLst>
            <pc:docMk/>
            <pc:sldMk cId="3212163405" sldId="314"/>
            <ac:spMk id="44" creationId="{E8308DCF-99E9-80CE-5F33-89A93E120CCB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5.266" v="1297" actId="1036"/>
          <ac:spMkLst>
            <pc:docMk/>
            <pc:sldMk cId="3212163405" sldId="314"/>
            <ac:spMk id="45" creationId="{34DFC331-3899-13A1-7DD4-46AC27C4A748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5.266" v="1297" actId="1036"/>
          <ac:spMkLst>
            <pc:docMk/>
            <pc:sldMk cId="3212163405" sldId="314"/>
            <ac:spMk id="46" creationId="{31AC691B-5BB2-227F-1F0E-0AC280B3D135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9:35.266" v="1297" actId="1036"/>
          <ac:spMkLst>
            <pc:docMk/>
            <pc:sldMk cId="3212163405" sldId="314"/>
            <ac:spMk id="47" creationId="{FB160883-8A31-FB8B-F472-FF5C64F28E96}"/>
          </ac:spMkLst>
        </pc:spChg>
        <pc:graphicFrameChg chg="mod modGraphic">
          <ac:chgData name="정소영(SOYOUNG JEONG)[soy22]/사원/제조DX.자동보정.RSND자동보정팀" userId="e0dfc6da-e3c7-4ad5-9bac-f065fa9fc20e" providerId="ADAL" clId="{BB1B8FB0-11BB-44B5-9F14-3ECA49EC06CE}" dt="2025-12-16T06:49:16.447" v="1272"/>
          <ac:graphicFrameMkLst>
            <pc:docMk/>
            <pc:sldMk cId="3212163405" sldId="314"/>
            <ac:graphicFrameMk id="16" creationId="{EB242356-A299-46C3-9D06-5B35325220C3}"/>
          </ac:graphicFrameMkLst>
        </pc:graphicFrameChg>
        <pc:pic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picMkLst>
            <pc:docMk/>
            <pc:sldMk cId="3212163405" sldId="314"/>
            <ac:picMk id="12" creationId="{C738A29C-E14B-4F4F-999F-862994C5C8B1}"/>
          </ac:picMkLst>
        </pc:picChg>
        <pc:pic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picMkLst>
            <pc:docMk/>
            <pc:sldMk cId="3212163405" sldId="314"/>
            <ac:picMk id="15" creationId="{722E7DDD-7DE3-2933-859A-6AE176D03520}"/>
          </ac:picMkLst>
        </pc:picChg>
        <pc:picChg chg="mod">
          <ac:chgData name="정소영(SOYOUNG JEONG)[soy22]/사원/제조DX.자동보정.RSND자동보정팀" userId="e0dfc6da-e3c7-4ad5-9bac-f065fa9fc20e" providerId="ADAL" clId="{BB1B8FB0-11BB-44B5-9F14-3ECA49EC06CE}" dt="2025-12-16T06:49:35.266" v="1297" actId="1036"/>
          <ac:picMkLst>
            <pc:docMk/>
            <pc:sldMk cId="3212163405" sldId="314"/>
            <ac:picMk id="28" creationId="{DC2384A3-DB3D-F017-86A5-03BBF3819776}"/>
          </ac:picMkLst>
        </pc:picChg>
        <pc:cxn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cxnSpMkLst>
            <pc:docMk/>
            <pc:sldMk cId="3212163405" sldId="314"/>
            <ac:cxnSpMk id="7" creationId="{E85138A8-FA87-701D-4489-BF6297A61B6F}"/>
          </ac:cxnSpMkLst>
        </pc:cxnChg>
        <pc:cxn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cxnSpMkLst>
            <pc:docMk/>
            <pc:sldMk cId="3212163405" sldId="314"/>
            <ac:cxnSpMk id="8" creationId="{E4DDC798-C8D2-3EC3-30BF-189CE32775DC}"/>
          </ac:cxnSpMkLst>
        </pc:cxnChg>
        <pc:cxnChg chg="mod">
          <ac:chgData name="정소영(SOYOUNG JEONG)[soy22]/사원/제조DX.자동보정.RSND자동보정팀" userId="e0dfc6da-e3c7-4ad5-9bac-f065fa9fc20e" providerId="ADAL" clId="{BB1B8FB0-11BB-44B5-9F14-3ECA49EC06CE}" dt="2025-12-16T06:49:30.658" v="1291" actId="1036"/>
          <ac:cxnSpMkLst>
            <pc:docMk/>
            <pc:sldMk cId="3212163405" sldId="314"/>
            <ac:cxnSpMk id="17" creationId="{7245E359-1E78-84F0-7158-93677141A814}"/>
          </ac:cxnSpMkLst>
        </pc:cxnChg>
      </pc:sldChg>
      <pc:sldChg chg="modSp mod">
        <pc:chgData name="정소영(SOYOUNG JEONG)[soy22]/사원/제조DX.자동보정.RSND자동보정팀" userId="e0dfc6da-e3c7-4ad5-9bac-f065fa9fc20e" providerId="ADAL" clId="{BB1B8FB0-11BB-44B5-9F14-3ECA49EC06CE}" dt="2025-12-16T06:49:12.148" v="1271" actId="20577"/>
        <pc:sldMkLst>
          <pc:docMk/>
          <pc:sldMk cId="1129839810" sldId="2147483547"/>
        </pc:sldMkLst>
        <pc:spChg chg="mod">
          <ac:chgData name="정소영(SOYOUNG JEONG)[soy22]/사원/제조DX.자동보정.RSND자동보정팀" userId="e0dfc6da-e3c7-4ad5-9bac-f065fa9fc20e" providerId="ADAL" clId="{BB1B8FB0-11BB-44B5-9F14-3ECA49EC06CE}" dt="2025-12-16T06:33:14.699" v="3" actId="20577"/>
          <ac:spMkLst>
            <pc:docMk/>
            <pc:sldMk cId="1129839810" sldId="2147483547"/>
            <ac:spMk id="13" creationId="{17889248-F115-4AA2-BAEB-FB8BEFDFF7E4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6:41.870" v="1193" actId="1036"/>
          <ac:spMkLst>
            <pc:docMk/>
            <pc:sldMk cId="1129839810" sldId="2147483547"/>
            <ac:spMk id="22" creationId="{D1C0E8B2-23C4-ABDC-D626-FB4B037013C6}"/>
          </ac:spMkLst>
        </pc:spChg>
        <pc:spChg chg="mod">
          <ac:chgData name="정소영(SOYOUNG JEONG)[soy22]/사원/제조DX.자동보정.RSND자동보정팀" userId="e0dfc6da-e3c7-4ad5-9bac-f065fa9fc20e" providerId="ADAL" clId="{BB1B8FB0-11BB-44B5-9F14-3ECA49EC06CE}" dt="2025-12-16T06:46:41.870" v="1193" actId="1036"/>
          <ac:spMkLst>
            <pc:docMk/>
            <pc:sldMk cId="1129839810" sldId="2147483547"/>
            <ac:spMk id="23" creationId="{24A374EF-BBCA-E335-D94B-4BCB93FF23FA}"/>
          </ac:spMkLst>
        </pc:spChg>
        <pc:graphicFrameChg chg="mod modGraphic">
          <ac:chgData name="정소영(SOYOUNG JEONG)[soy22]/사원/제조DX.자동보정.RSND자동보정팀" userId="e0dfc6da-e3c7-4ad5-9bac-f065fa9fc20e" providerId="ADAL" clId="{BB1B8FB0-11BB-44B5-9F14-3ECA49EC06CE}" dt="2025-12-16T06:49:12.148" v="1271" actId="20577"/>
          <ac:graphicFrameMkLst>
            <pc:docMk/>
            <pc:sldMk cId="1129839810" sldId="2147483547"/>
            <ac:graphicFrameMk id="19" creationId="{FFB092EF-944C-5937-DC2A-A33A72C4EAC2}"/>
          </ac:graphicFrameMkLst>
        </pc:graphicFrameChg>
        <pc:graphicFrameChg chg="mod">
          <ac:chgData name="정소영(SOYOUNG JEONG)[soy22]/사원/제조DX.자동보정.RSND자동보정팀" userId="e0dfc6da-e3c7-4ad5-9bac-f065fa9fc20e" providerId="ADAL" clId="{BB1B8FB0-11BB-44B5-9F14-3ECA49EC06CE}" dt="2025-12-16T06:46:41.870" v="1193" actId="1036"/>
          <ac:graphicFrameMkLst>
            <pc:docMk/>
            <pc:sldMk cId="1129839810" sldId="2147483547"/>
            <ac:graphicFrameMk id="21" creationId="{30ECBDE5-D16E-DAFE-2133-FAF218093B7D}"/>
          </ac:graphicFrameMkLst>
        </pc:graphicFrameChg>
        <pc:graphicFrameChg chg="mod modGraphic">
          <ac:chgData name="정소영(SOYOUNG JEONG)[soy22]/사원/제조DX.자동보정.RSND자동보정팀" userId="e0dfc6da-e3c7-4ad5-9bac-f065fa9fc20e" providerId="ADAL" clId="{BB1B8FB0-11BB-44B5-9F14-3ECA49EC06CE}" dt="2025-12-16T06:49:01.207" v="1269" actId="1035"/>
          <ac:graphicFrameMkLst>
            <pc:docMk/>
            <pc:sldMk cId="1129839810" sldId="2147483547"/>
            <ac:graphicFrameMk id="26" creationId="{0B8B406A-67D4-A6BA-FDE1-56475C095EE0}"/>
          </ac:graphicFrameMkLst>
        </pc:graphicFrameChg>
        <pc:picChg chg="mod">
          <ac:chgData name="정소영(SOYOUNG JEONG)[soy22]/사원/제조DX.자동보정.RSND자동보정팀" userId="e0dfc6da-e3c7-4ad5-9bac-f065fa9fc20e" providerId="ADAL" clId="{BB1B8FB0-11BB-44B5-9F14-3ECA49EC06CE}" dt="2025-12-16T06:46:50.798" v="1207" actId="1036"/>
          <ac:picMkLst>
            <pc:docMk/>
            <pc:sldMk cId="1129839810" sldId="2147483547"/>
            <ac:picMk id="24" creationId="{202EABF4-4A3C-703C-5FB6-998F11442C06}"/>
          </ac:picMkLst>
        </pc:picChg>
        <pc:picChg chg="mod">
          <ac:chgData name="정소영(SOYOUNG JEONG)[soy22]/사원/제조DX.자동보정.RSND자동보정팀" userId="e0dfc6da-e3c7-4ad5-9bac-f065fa9fc20e" providerId="ADAL" clId="{BB1B8FB0-11BB-44B5-9F14-3ECA49EC06CE}" dt="2025-12-16T06:46:50.798" v="1207" actId="1036"/>
          <ac:picMkLst>
            <pc:docMk/>
            <pc:sldMk cId="1129839810" sldId="2147483547"/>
            <ac:picMk id="25" creationId="{44AE739E-73EA-F65A-422A-42FF8A371722}"/>
          </ac:picMkLst>
        </pc:picChg>
      </pc:sldChg>
    </pc:docChg>
  </pc:docChgLst>
  <pc:docChgLst>
    <pc:chgData name="윤숙영(SUK YEONG YUN)[yoonsy]/책임/제조DX.자동보정.MC자동보정팀" userId="60ce3903-3136-4d02-9370-523fa04b0d65" providerId="ADAL" clId="{881AE5D2-1F94-4ED9-937C-7315CCFBB8EF}"/>
    <pc:docChg chg="custSel delSld modSld modSection">
      <pc:chgData name="윤숙영(SUK YEONG YUN)[yoonsy]/책임/제조DX.자동보정.MC자동보정팀" userId="60ce3903-3136-4d02-9370-523fa04b0d65" providerId="ADAL" clId="{881AE5D2-1F94-4ED9-937C-7315CCFBB8EF}" dt="2025-11-26T08:44:30.408" v="495" actId="47"/>
      <pc:docMkLst>
        <pc:docMk/>
      </pc:docMkLst>
      <pc:sldChg chg="modSp mod">
        <pc:chgData name="윤숙영(SUK YEONG YUN)[yoonsy]/책임/제조DX.자동보정.MC자동보정팀" userId="60ce3903-3136-4d02-9370-523fa04b0d65" providerId="ADAL" clId="{881AE5D2-1F94-4ED9-937C-7315CCFBB8EF}" dt="2025-11-26T03:29:32.477" v="457" actId="20577"/>
        <pc:sldMkLst>
          <pc:docMk/>
          <pc:sldMk cId="528501483" sldId="264"/>
        </pc:sldMkLst>
        <pc:spChg chg="mod">
          <ac:chgData name="윤숙영(SUK YEONG YUN)[yoonsy]/책임/제조DX.자동보정.MC자동보정팀" userId="60ce3903-3136-4d02-9370-523fa04b0d65" providerId="ADAL" clId="{881AE5D2-1F94-4ED9-937C-7315CCFBB8EF}" dt="2025-11-26T03:29:32.477" v="457" actId="20577"/>
          <ac:spMkLst>
            <pc:docMk/>
            <pc:sldMk cId="528501483" sldId="264"/>
            <ac:spMk id="2" creationId="{E8F06963-68B2-D37B-EC7B-3994ACC6BD2A}"/>
          </ac:spMkLst>
        </pc:spChg>
      </pc:sldChg>
      <pc:sldChg chg="addSp delSp modSp mod">
        <pc:chgData name="윤숙영(SUK YEONG YUN)[yoonsy]/책임/제조DX.자동보정.MC자동보정팀" userId="60ce3903-3136-4d02-9370-523fa04b0d65" providerId="ADAL" clId="{881AE5D2-1F94-4ED9-937C-7315CCFBB8EF}" dt="2025-11-26T03:35:01.027" v="465" actId="20577"/>
        <pc:sldMkLst>
          <pc:docMk/>
          <pc:sldMk cId="2465961435" sldId="291"/>
        </pc:sldMkLst>
        <pc:spChg chg="add mod">
          <ac:chgData name="윤숙영(SUK YEONG YUN)[yoonsy]/책임/제조DX.자동보정.MC자동보정팀" userId="60ce3903-3136-4d02-9370-523fa04b0d65" providerId="ADAL" clId="{881AE5D2-1F94-4ED9-937C-7315CCFBB8EF}" dt="2025-11-26T03:35:01.027" v="465" actId="20577"/>
          <ac:spMkLst>
            <pc:docMk/>
            <pc:sldMk cId="2465961435" sldId="291"/>
            <ac:spMk id="2" creationId="{84D1CBFA-1804-85F0-4F53-ACA88DCE01D7}"/>
          </ac:spMkLst>
        </pc:spChg>
        <pc:spChg chg="add mod">
          <ac:chgData name="윤숙영(SUK YEONG YUN)[yoonsy]/책임/제조DX.자동보정.MC자동보정팀" userId="60ce3903-3136-4d02-9370-523fa04b0d65" providerId="ADAL" clId="{881AE5D2-1F94-4ED9-937C-7315CCFBB8EF}" dt="2025-11-26T03:34:56.664" v="461"/>
          <ac:spMkLst>
            <pc:docMk/>
            <pc:sldMk cId="2465961435" sldId="291"/>
            <ac:spMk id="3" creationId="{4F802E19-4435-2C21-4FB8-E3A5C3F1F155}"/>
          </ac:spMkLst>
        </pc:spChg>
      </pc:sldChg>
      <pc:sldChg chg="addSp delSp modSp mod">
        <pc:chgData name="윤숙영(SUK YEONG YUN)[yoonsy]/책임/제조DX.자동보정.MC자동보정팀" userId="60ce3903-3136-4d02-9370-523fa04b0d65" providerId="ADAL" clId="{881AE5D2-1F94-4ED9-937C-7315CCFBB8EF}" dt="2025-11-26T03:31:15.809" v="459"/>
        <pc:sldMkLst>
          <pc:docMk/>
          <pc:sldMk cId="1796342565" sldId="309"/>
        </pc:sldMkLst>
        <pc:spChg chg="mod">
          <ac:chgData name="윤숙영(SUK YEONG YUN)[yoonsy]/책임/제조DX.자동보정.MC자동보정팀" userId="60ce3903-3136-4d02-9370-523fa04b0d65" providerId="ADAL" clId="{881AE5D2-1F94-4ED9-937C-7315CCFBB8EF}" dt="2025-11-25T23:41:20.525" v="0" actId="207"/>
          <ac:spMkLst>
            <pc:docMk/>
            <pc:sldMk cId="1796342565" sldId="309"/>
            <ac:spMk id="3" creationId="{8EC3C7D7-AD0B-9B57-5F2B-5EAC8A565DFA}"/>
          </ac:spMkLst>
        </pc:spChg>
        <pc:spChg chg="mod">
          <ac:chgData name="윤숙영(SUK YEONG YUN)[yoonsy]/책임/제조DX.자동보정.MC자동보정팀" userId="60ce3903-3136-4d02-9370-523fa04b0d65" providerId="ADAL" clId="{881AE5D2-1F94-4ED9-937C-7315CCFBB8EF}" dt="2025-11-25T23:41:36.145" v="5" actId="207"/>
          <ac:spMkLst>
            <pc:docMk/>
            <pc:sldMk cId="1796342565" sldId="309"/>
            <ac:spMk id="10" creationId="{2525666A-E543-717A-6559-370B06386532}"/>
          </ac:spMkLst>
        </pc:spChg>
        <pc:spChg chg="add mod">
          <ac:chgData name="윤숙영(SUK YEONG YUN)[yoonsy]/책임/제조DX.자동보정.MC자동보정팀" userId="60ce3903-3136-4d02-9370-523fa04b0d65" providerId="ADAL" clId="{881AE5D2-1F94-4ED9-937C-7315CCFBB8EF}" dt="2025-11-26T03:31:15.809" v="459"/>
          <ac:spMkLst>
            <pc:docMk/>
            <pc:sldMk cId="1796342565" sldId="309"/>
            <ac:spMk id="11" creationId="{2D088EAA-3718-862B-1538-BD4F903A7334}"/>
          </ac:spMkLst>
        </pc:spChg>
        <pc:graphicFrameChg chg="modGraphic">
          <ac:chgData name="윤숙영(SUK YEONG YUN)[yoonsy]/책임/제조DX.자동보정.MC자동보정팀" userId="60ce3903-3136-4d02-9370-523fa04b0d65" providerId="ADAL" clId="{881AE5D2-1F94-4ED9-937C-7315CCFBB8EF}" dt="2025-11-26T03:28:29.613" v="436" actId="20577"/>
          <ac:graphicFrameMkLst>
            <pc:docMk/>
            <pc:sldMk cId="1796342565" sldId="309"/>
            <ac:graphicFrameMk id="4" creationId="{EB5481E2-6FB4-4FB7-EF5D-7D9B040C6E64}"/>
          </ac:graphicFrameMkLst>
        </pc:graphicFrameChg>
        <pc:graphicFrameChg chg="mod modGraphic">
          <ac:chgData name="윤숙영(SUK YEONG YUN)[yoonsy]/책임/제조DX.자동보정.MC자동보정팀" userId="60ce3903-3136-4d02-9370-523fa04b0d65" providerId="ADAL" clId="{881AE5D2-1F94-4ED9-937C-7315CCFBB8EF}" dt="2025-11-26T03:24:18.412" v="171" actId="207"/>
          <ac:graphicFrameMkLst>
            <pc:docMk/>
            <pc:sldMk cId="1796342565" sldId="309"/>
            <ac:graphicFrameMk id="5" creationId="{2369CE85-B89B-6E4A-6281-356F875EAE52}"/>
          </ac:graphicFrameMkLst>
        </pc:graphicFrameChg>
        <pc:graphicFrameChg chg="modGraphic">
          <ac:chgData name="윤숙영(SUK YEONG YUN)[yoonsy]/책임/제조DX.자동보정.MC자동보정팀" userId="60ce3903-3136-4d02-9370-523fa04b0d65" providerId="ADAL" clId="{881AE5D2-1F94-4ED9-937C-7315CCFBB8EF}" dt="2025-11-25T23:41:34.299" v="4" actId="207"/>
          <ac:graphicFrameMkLst>
            <pc:docMk/>
            <pc:sldMk cId="1796342565" sldId="309"/>
            <ac:graphicFrameMk id="6" creationId="{EBCFB68D-DFE2-CE8E-016B-FC179058177F}"/>
          </ac:graphicFrameMkLst>
        </pc:graphicFrameChg>
      </pc:sldChg>
      <pc:sldChg chg="modSp mod">
        <pc:chgData name="윤숙영(SUK YEONG YUN)[yoonsy]/책임/제조DX.자동보정.MC자동보정팀" userId="60ce3903-3136-4d02-9370-523fa04b0d65" providerId="ADAL" clId="{881AE5D2-1F94-4ED9-937C-7315CCFBB8EF}" dt="2025-11-26T03:27:56.043" v="434" actId="20577"/>
        <pc:sldMkLst>
          <pc:docMk/>
          <pc:sldMk cId="2881803193" sldId="313"/>
        </pc:sldMkLst>
        <pc:spChg chg="mod">
          <ac:chgData name="윤숙영(SUK YEONG YUN)[yoonsy]/책임/제조DX.자동보정.MC자동보정팀" userId="60ce3903-3136-4d02-9370-523fa04b0d65" providerId="ADAL" clId="{881AE5D2-1F94-4ED9-937C-7315CCFBB8EF}" dt="2025-11-25T23:41:45.480" v="8" actId="207"/>
          <ac:spMkLst>
            <pc:docMk/>
            <pc:sldMk cId="2881803193" sldId="313"/>
            <ac:spMk id="3" creationId="{8EC3C7D7-AD0B-9B57-5F2B-5EAC8A565DFA}"/>
          </ac:spMkLst>
        </pc:spChg>
        <pc:spChg chg="mod">
          <ac:chgData name="윤숙영(SUK YEONG YUN)[yoonsy]/책임/제조DX.자동보정.MC자동보정팀" userId="60ce3903-3136-4d02-9370-523fa04b0d65" providerId="ADAL" clId="{881AE5D2-1F94-4ED9-937C-7315CCFBB8EF}" dt="2025-11-26T03:24:47.309" v="178" actId="20577"/>
          <ac:spMkLst>
            <pc:docMk/>
            <pc:sldMk cId="2881803193" sldId="313"/>
            <ac:spMk id="8" creationId="{07A09189-3112-656C-AD07-D2D881F7CDA1}"/>
          </ac:spMkLst>
        </pc:spChg>
        <pc:graphicFrameChg chg="modGraphic">
          <ac:chgData name="윤숙영(SUK YEONG YUN)[yoonsy]/책임/제조DX.자동보정.MC자동보정팀" userId="60ce3903-3136-4d02-9370-523fa04b0d65" providerId="ADAL" clId="{881AE5D2-1F94-4ED9-937C-7315CCFBB8EF}" dt="2025-11-26T03:26:31.611" v="182" actId="20577"/>
          <ac:graphicFrameMkLst>
            <pc:docMk/>
            <pc:sldMk cId="2881803193" sldId="313"/>
            <ac:graphicFrameMk id="4" creationId="{EB5481E2-6FB4-4FB7-EF5D-7D9B040C6E64}"/>
          </ac:graphicFrameMkLst>
        </pc:graphicFrameChg>
        <pc:graphicFrameChg chg="mod modGraphic">
          <ac:chgData name="윤숙영(SUK YEONG YUN)[yoonsy]/책임/제조DX.자동보정.MC자동보정팀" userId="60ce3903-3136-4d02-9370-523fa04b0d65" providerId="ADAL" clId="{881AE5D2-1F94-4ED9-937C-7315CCFBB8EF}" dt="2025-11-26T03:27:56.043" v="434" actId="20577"/>
          <ac:graphicFrameMkLst>
            <pc:docMk/>
            <pc:sldMk cId="2881803193" sldId="313"/>
            <ac:graphicFrameMk id="5" creationId="{2369CE85-B89B-6E4A-6281-356F875EAE52}"/>
          </ac:graphicFrameMkLst>
        </pc:graphicFrameChg>
      </pc:sldChg>
      <pc:sldChg chg="modSp mod">
        <pc:chgData name="윤숙영(SUK YEONG YUN)[yoonsy]/책임/제조DX.자동보정.MC자동보정팀" userId="60ce3903-3136-4d02-9370-523fa04b0d65" providerId="ADAL" clId="{881AE5D2-1F94-4ED9-937C-7315CCFBB8EF}" dt="2025-11-26T03:35:11.506" v="466" actId="14100"/>
        <pc:sldMkLst>
          <pc:docMk/>
          <pc:sldMk cId="2889583951" sldId="2147482028"/>
        </pc:sldMkLst>
        <pc:graphicFrameChg chg="modGraphic">
          <ac:chgData name="윤숙영(SUK YEONG YUN)[yoonsy]/책임/제조DX.자동보정.MC자동보정팀" userId="60ce3903-3136-4d02-9370-523fa04b0d65" providerId="ADAL" clId="{881AE5D2-1F94-4ED9-937C-7315CCFBB8EF}" dt="2025-11-26T03:35:11.506" v="466" actId="14100"/>
          <ac:graphicFrameMkLst>
            <pc:docMk/>
            <pc:sldMk cId="2889583951" sldId="2147482028"/>
            <ac:graphicFrameMk id="13" creationId="{464CFD32-F0C1-4BC8-83E7-D88F486D8DB2}"/>
          </ac:graphicFrameMkLst>
        </pc:graphicFrameChg>
      </pc:sldChg>
      <pc:sldChg chg="addSp delSp modSp mod">
        <pc:chgData name="윤숙영(SUK YEONG YUN)[yoonsy]/책임/제조DX.자동보정.MC자동보정팀" userId="60ce3903-3136-4d02-9370-523fa04b0d65" providerId="ADAL" clId="{881AE5D2-1F94-4ED9-937C-7315CCFBB8EF}" dt="2025-11-26T03:35:25.344" v="468"/>
        <pc:sldMkLst>
          <pc:docMk/>
          <pc:sldMk cId="3612351290" sldId="2147483553"/>
        </pc:sldMkLst>
        <pc:spChg chg="add mod">
          <ac:chgData name="윤숙영(SUK YEONG YUN)[yoonsy]/책임/제조DX.자동보정.MC자동보정팀" userId="60ce3903-3136-4d02-9370-523fa04b0d65" providerId="ADAL" clId="{881AE5D2-1F94-4ED9-937C-7315CCFBB8EF}" dt="2025-11-26T03:35:25.344" v="468"/>
          <ac:spMkLst>
            <pc:docMk/>
            <pc:sldMk cId="3612351290" sldId="2147483553"/>
            <ac:spMk id="2" creationId="{0695B7AF-560A-5981-4E47-D17686BB8CE5}"/>
          </ac:spMkLst>
        </pc:spChg>
        <pc:spChg chg="add mod">
          <ac:chgData name="윤숙영(SUK YEONG YUN)[yoonsy]/책임/제조DX.자동보정.MC자동보정팀" userId="60ce3903-3136-4d02-9370-523fa04b0d65" providerId="ADAL" clId="{881AE5D2-1F94-4ED9-937C-7315CCFBB8EF}" dt="2025-11-26T03:35:25.344" v="468"/>
          <ac:spMkLst>
            <pc:docMk/>
            <pc:sldMk cId="3612351290" sldId="2147483553"/>
            <ac:spMk id="3" creationId="{D09F7B91-9A8C-BDF5-DA8F-7BFE6E47BE92}"/>
          </ac:spMkLst>
        </pc:spChg>
      </pc:sldChg>
      <pc:sldChg chg="modSp mod">
        <pc:chgData name="윤숙영(SUK YEONG YUN)[yoonsy]/책임/제조DX.자동보정.MC자동보정팀" userId="60ce3903-3136-4d02-9370-523fa04b0d65" providerId="ADAL" clId="{881AE5D2-1F94-4ED9-937C-7315CCFBB8EF}" dt="2025-11-26T08:41:28.845" v="494" actId="1036"/>
        <pc:sldMkLst>
          <pc:docMk/>
          <pc:sldMk cId="3761653059" sldId="2147483638"/>
        </pc:sldMkLst>
        <pc:spChg chg="mod">
          <ac:chgData name="윤숙영(SUK YEONG YUN)[yoonsy]/책임/제조DX.자동보정.MC자동보정팀" userId="60ce3903-3136-4d02-9370-523fa04b0d65" providerId="ADAL" clId="{881AE5D2-1F94-4ED9-937C-7315CCFBB8EF}" dt="2025-11-26T08:39:14.049" v="472" actId="14100"/>
          <ac:spMkLst>
            <pc:docMk/>
            <pc:sldMk cId="3761653059" sldId="2147483638"/>
            <ac:spMk id="11" creationId="{4873BAB2-CAE4-46B9-DA6D-9ED57EE24099}"/>
          </ac:spMkLst>
        </pc:spChg>
        <pc:spChg chg="mod">
          <ac:chgData name="윤숙영(SUK YEONG YUN)[yoonsy]/책임/제조DX.자동보정.MC자동보정팀" userId="60ce3903-3136-4d02-9370-523fa04b0d65" providerId="ADAL" clId="{881AE5D2-1F94-4ED9-937C-7315CCFBB8EF}" dt="2025-11-26T08:39:25.669" v="474" actId="465"/>
          <ac:spMkLst>
            <pc:docMk/>
            <pc:sldMk cId="3761653059" sldId="2147483638"/>
            <ac:spMk id="23" creationId="{51EDA293-8423-D041-1D15-24DC9ACC3978}"/>
          </ac:spMkLst>
        </pc:spChg>
        <pc:spChg chg="mod">
          <ac:chgData name="윤숙영(SUK YEONG YUN)[yoonsy]/책임/제조DX.자동보정.MC자동보정팀" userId="60ce3903-3136-4d02-9370-523fa04b0d65" providerId="ADAL" clId="{881AE5D2-1F94-4ED9-937C-7315CCFBB8EF}" dt="2025-11-26T08:39:25.669" v="474" actId="465"/>
          <ac:spMkLst>
            <pc:docMk/>
            <pc:sldMk cId="3761653059" sldId="2147483638"/>
            <ac:spMk id="24" creationId="{68298820-7D85-A6ED-9D53-48660883B2D3}"/>
          </ac:spMkLst>
        </pc:spChg>
        <pc:spChg chg="mod">
          <ac:chgData name="윤숙영(SUK YEONG YUN)[yoonsy]/책임/제조DX.자동보정.MC자동보정팀" userId="60ce3903-3136-4d02-9370-523fa04b0d65" providerId="ADAL" clId="{881AE5D2-1F94-4ED9-937C-7315CCFBB8EF}" dt="2025-11-26T08:39:19.564" v="473" actId="1076"/>
          <ac:spMkLst>
            <pc:docMk/>
            <pc:sldMk cId="3761653059" sldId="2147483638"/>
            <ac:spMk id="28" creationId="{564B3419-9323-12DE-9223-F5F9F478B06A}"/>
          </ac:spMkLst>
        </pc:spChg>
        <pc:graphicFrameChg chg="mod">
          <ac:chgData name="윤숙영(SUK YEONG YUN)[yoonsy]/책임/제조DX.자동보정.MC자동보정팀" userId="60ce3903-3136-4d02-9370-523fa04b0d65" providerId="ADAL" clId="{881AE5D2-1F94-4ED9-937C-7315CCFBB8EF}" dt="2025-11-26T08:41:28.845" v="494" actId="1036"/>
          <ac:graphicFrameMkLst>
            <pc:docMk/>
            <pc:sldMk cId="3761653059" sldId="2147483638"/>
            <ac:graphicFrameMk id="4" creationId="{95D35C58-72CE-660C-B0F2-CE81666D96CD}"/>
          </ac:graphicFrameMkLst>
        </pc:graphicFrameChg>
        <pc:graphicFrameChg chg="mod">
          <ac:chgData name="윤숙영(SUK YEONG YUN)[yoonsy]/책임/제조DX.자동보정.MC자동보정팀" userId="60ce3903-3136-4d02-9370-523fa04b0d65" providerId="ADAL" clId="{881AE5D2-1F94-4ED9-937C-7315CCFBB8EF}" dt="2025-11-26T08:39:43.407" v="486" actId="1036"/>
          <ac:graphicFrameMkLst>
            <pc:docMk/>
            <pc:sldMk cId="3761653059" sldId="2147483638"/>
            <ac:graphicFrameMk id="9" creationId="{5A451E7A-4063-AB55-0D50-BD61655E7BA7}"/>
          </ac:graphicFrameMkLst>
        </pc:graphicFrameChg>
      </pc:sldChg>
    </pc:docChg>
  </pc:docChgLst>
  <pc:docChgLst>
    <pc:chgData name="임형찬(HYEONG CHAN LIM)[ils0201]/선임/제조DX.자동보정.조립자동보정팀" userId="S::ils0201@lgensol.com::a5fc29a0-7bf6-4271-9ae5-792bccdcacb0" providerId="AD" clId="Web-{9C256186-68BC-DCCA-A5B5-3DA31D61298E}"/>
    <pc:docChg chg="modSld">
      <pc:chgData name="임형찬(HYEONG CHAN LIM)[ils0201]/선임/제조DX.자동보정.조립자동보정팀" userId="S::ils0201@lgensol.com::a5fc29a0-7bf6-4271-9ae5-792bccdcacb0" providerId="AD" clId="Web-{9C256186-68BC-DCCA-A5B5-3DA31D61298E}" dt="2025-11-26T05:57:34.001" v="5"/>
      <pc:docMkLst>
        <pc:docMk/>
      </pc:docMkLst>
      <pc:sldChg chg="modSp">
        <pc:chgData name="임형찬(HYEONG CHAN LIM)[ils0201]/선임/제조DX.자동보정.조립자동보정팀" userId="S::ils0201@lgensol.com::a5fc29a0-7bf6-4271-9ae5-792bccdcacb0" providerId="AD" clId="Web-{9C256186-68BC-DCCA-A5B5-3DA31D61298E}" dt="2025-11-26T05:57:10.470" v="3"/>
        <pc:sldMkLst>
          <pc:docMk/>
          <pc:sldMk cId="1790242576" sldId="296"/>
        </pc:sldMkLst>
        <pc:graphicFrameChg chg="mod modGraphic">
          <ac:chgData name="임형찬(HYEONG CHAN LIM)[ils0201]/선임/제조DX.자동보정.조립자동보정팀" userId="S::ils0201@lgensol.com::a5fc29a0-7bf6-4271-9ae5-792bccdcacb0" providerId="AD" clId="Web-{9C256186-68BC-DCCA-A5B5-3DA31D61298E}" dt="2025-11-26T05:57:10.470" v="3"/>
          <ac:graphicFrameMkLst>
            <pc:docMk/>
            <pc:sldMk cId="1790242576" sldId="296"/>
            <ac:graphicFrameMk id="12" creationId="{E4591B7C-FD24-4C94-B784-24331C2373E4}"/>
          </ac:graphicFrameMkLst>
        </pc:graphicFrameChg>
      </pc:sldChg>
      <pc:sldChg chg="modSp">
        <pc:chgData name="임형찬(HYEONG CHAN LIM)[ils0201]/선임/제조DX.자동보정.조립자동보정팀" userId="S::ils0201@lgensol.com::a5fc29a0-7bf6-4271-9ae5-792bccdcacb0" providerId="AD" clId="Web-{9C256186-68BC-DCCA-A5B5-3DA31D61298E}" dt="2025-11-26T05:57:34.001" v="5"/>
        <pc:sldMkLst>
          <pc:docMk/>
          <pc:sldMk cId="627465572" sldId="298"/>
        </pc:sldMkLst>
        <pc:graphicFrameChg chg="mod modGraphic">
          <ac:chgData name="임형찬(HYEONG CHAN LIM)[ils0201]/선임/제조DX.자동보정.조립자동보정팀" userId="S::ils0201@lgensol.com::a5fc29a0-7bf6-4271-9ae5-792bccdcacb0" providerId="AD" clId="Web-{9C256186-68BC-DCCA-A5B5-3DA31D61298E}" dt="2025-11-26T05:57:34.001" v="5"/>
          <ac:graphicFrameMkLst>
            <pc:docMk/>
            <pc:sldMk cId="627465572" sldId="298"/>
            <ac:graphicFrameMk id="12" creationId="{E4591B7C-FD24-4C94-B784-24331C2373E4}"/>
          </ac:graphicFrameMkLst>
        </pc:graphicFrameChg>
      </pc:sldChg>
    </pc:docChg>
  </pc:docChgLst>
  <pc:docChgLst>
    <pc:chgData name="김기백(GIBAEK KIM)[gibaek.kim]/팀장/제조DX.자동보정.자동보정선행개발팀" userId="55e45d38-c472-4a38-804c-486c2f4c45c8" providerId="ADAL" clId="{14B391B7-12A8-4753-886C-AE8BB1C55BEC}"/>
    <pc:docChg chg="undo custSel modSld">
      <pc:chgData name="김기백(GIBAEK KIM)[gibaek.kim]/팀장/제조DX.자동보정.자동보정선행개발팀" userId="55e45d38-c472-4a38-804c-486c2f4c45c8" providerId="ADAL" clId="{14B391B7-12A8-4753-886C-AE8BB1C55BEC}" dt="2025-12-13T02:20:51.899" v="1056"/>
      <pc:docMkLst>
        <pc:docMk/>
      </pc:docMkLst>
      <pc:sldChg chg="modSp mod">
        <pc:chgData name="김기백(GIBAEK KIM)[gibaek.kim]/팀장/제조DX.자동보정.자동보정선행개발팀" userId="55e45d38-c472-4a38-804c-486c2f4c45c8" providerId="ADAL" clId="{14B391B7-12A8-4753-886C-AE8BB1C55BEC}" dt="2025-12-13T02:20:47.975" v="1055"/>
        <pc:sldMkLst>
          <pc:docMk/>
          <pc:sldMk cId="2246734517" sldId="261"/>
        </pc:sldMkLst>
        <pc:spChg chg="mod">
          <ac:chgData name="김기백(GIBAEK KIM)[gibaek.kim]/팀장/제조DX.자동보정.자동보정선행개발팀" userId="55e45d38-c472-4a38-804c-486c2f4c45c8" providerId="ADAL" clId="{14B391B7-12A8-4753-886C-AE8BB1C55BEC}" dt="2025-12-13T02:20:47.975" v="1055"/>
          <ac:spMkLst>
            <pc:docMk/>
            <pc:sldMk cId="2246734517" sldId="261"/>
            <ac:spMk id="17" creationId="{9D90BC5B-E744-4888-B716-ADA6A9A8C18D}"/>
          </ac:spMkLst>
        </pc:spChg>
        <pc:graphicFrameChg chg="mod">
          <ac:chgData name="김기백(GIBAEK KIM)[gibaek.kim]/팀장/제조DX.자동보정.자동보정선행개발팀" userId="55e45d38-c472-4a38-804c-486c2f4c45c8" providerId="ADAL" clId="{14B391B7-12A8-4753-886C-AE8BB1C55BEC}" dt="2025-12-13T02:20:39.709" v="1054"/>
          <ac:graphicFrameMkLst>
            <pc:docMk/>
            <pc:sldMk cId="2246734517" sldId="261"/>
            <ac:graphicFrameMk id="3" creationId="{1B538319-E744-914C-0D08-26296EEC9C81}"/>
          </ac:graphicFrameMkLst>
        </pc:graphicFrameChg>
      </pc:sldChg>
      <pc:sldChg chg="modSp mod">
        <pc:chgData name="김기백(GIBAEK KIM)[gibaek.kim]/팀장/제조DX.자동보정.자동보정선행개발팀" userId="55e45d38-c472-4a38-804c-486c2f4c45c8" providerId="ADAL" clId="{14B391B7-12A8-4753-886C-AE8BB1C55BEC}" dt="2025-12-13T02:20:51.899" v="1056"/>
        <pc:sldMkLst>
          <pc:docMk/>
          <pc:sldMk cId="3244941362" sldId="303"/>
        </pc:sldMkLst>
        <pc:spChg chg="mod">
          <ac:chgData name="김기백(GIBAEK KIM)[gibaek.kim]/팀장/제조DX.자동보정.자동보정선행개발팀" userId="55e45d38-c472-4a38-804c-486c2f4c45c8" providerId="ADAL" clId="{14B391B7-12A8-4753-886C-AE8BB1C55BEC}" dt="2025-12-13T02:20:51.899" v="1056"/>
          <ac:spMkLst>
            <pc:docMk/>
            <pc:sldMk cId="3244941362" sldId="303"/>
            <ac:spMk id="17" creationId="{9D90BC5B-E744-4888-B716-ADA6A9A8C18D}"/>
          </ac:spMkLst>
        </pc:spChg>
        <pc:graphicFrameChg chg="mod">
          <ac:chgData name="김기백(GIBAEK KIM)[gibaek.kim]/팀장/제조DX.자동보정.자동보정선행개발팀" userId="55e45d38-c472-4a38-804c-486c2f4c45c8" providerId="ADAL" clId="{14B391B7-12A8-4753-886C-AE8BB1C55BEC}" dt="2025-12-13T02:20:36.453" v="1053"/>
          <ac:graphicFrameMkLst>
            <pc:docMk/>
            <pc:sldMk cId="3244941362" sldId="303"/>
            <ac:graphicFrameMk id="3" creationId="{1B538319-E744-914C-0D08-26296EEC9C81}"/>
          </ac:graphicFrameMkLst>
        </pc:graphicFrameChg>
      </pc:sldChg>
      <pc:sldChg chg="addSp delSp modSp mod">
        <pc:chgData name="김기백(GIBAEK KIM)[gibaek.kim]/팀장/제조DX.자동보정.자동보정선행개발팀" userId="55e45d38-c472-4a38-804c-486c2f4c45c8" providerId="ADAL" clId="{14B391B7-12A8-4753-886C-AE8BB1C55BEC}" dt="2025-12-13T02:20:22.670" v="1052" actId="20577"/>
        <pc:sldMkLst>
          <pc:docMk/>
          <pc:sldMk cId="722830885" sldId="2147483567"/>
        </pc:sldMkLst>
        <pc:spChg chg="mod">
          <ac:chgData name="김기백(GIBAEK KIM)[gibaek.kim]/팀장/제조DX.자동보정.자동보정선행개발팀" userId="55e45d38-c472-4a38-804c-486c2f4c45c8" providerId="ADAL" clId="{14B391B7-12A8-4753-886C-AE8BB1C55BEC}" dt="2025-12-13T02:20:22.670" v="1052" actId="20577"/>
          <ac:spMkLst>
            <pc:docMk/>
            <pc:sldMk cId="722830885" sldId="2147483567"/>
            <ac:spMk id="2" creationId="{C43922EE-BB6A-E468-2E94-448C528B80D5}"/>
          </ac:spMkLst>
        </pc:spChg>
        <pc:spChg chg="mod">
          <ac:chgData name="김기백(GIBAEK KIM)[gibaek.kim]/팀장/제조DX.자동보정.자동보정선행개발팀" userId="55e45d38-c472-4a38-804c-486c2f4c45c8" providerId="ADAL" clId="{14B391B7-12A8-4753-886C-AE8BB1C55BEC}" dt="2025-12-13T01:35:07.846" v="915" actId="1076"/>
          <ac:spMkLst>
            <pc:docMk/>
            <pc:sldMk cId="722830885" sldId="2147483567"/>
            <ac:spMk id="6" creationId="{47A6D05B-D901-0A6C-262F-03325DC939DB}"/>
          </ac:spMkLst>
        </pc:spChg>
        <pc:spChg chg="mod">
          <ac:chgData name="김기백(GIBAEK KIM)[gibaek.kim]/팀장/제조DX.자동보정.자동보정선행개발팀" userId="55e45d38-c472-4a38-804c-486c2f4c45c8" providerId="ADAL" clId="{14B391B7-12A8-4753-886C-AE8BB1C55BEC}" dt="2025-12-13T01:35:10.878" v="916" actId="1076"/>
          <ac:spMkLst>
            <pc:docMk/>
            <pc:sldMk cId="722830885" sldId="2147483567"/>
            <ac:spMk id="7" creationId="{AD3BF565-D859-1C33-8CA9-2D6DAC4F76CB}"/>
          </ac:spMkLst>
        </pc:spChg>
      </pc:sldChg>
      <pc:sldChg chg="addSp delSp modSp mod">
        <pc:chgData name="김기백(GIBAEK KIM)[gibaek.kim]/팀장/제조DX.자동보정.자동보정선행개발팀" userId="55e45d38-c472-4a38-804c-486c2f4c45c8" providerId="ADAL" clId="{14B391B7-12A8-4753-886C-AE8BB1C55BEC}" dt="2025-12-13T01:18:20.938" v="857" actId="21"/>
        <pc:sldMkLst>
          <pc:docMk/>
          <pc:sldMk cId="2078861670" sldId="2147483568"/>
        </pc:sldMkLst>
        <pc:spChg chg="mod">
          <ac:chgData name="김기백(GIBAEK KIM)[gibaek.kim]/팀장/제조DX.자동보정.자동보정선행개발팀" userId="55e45d38-c472-4a38-804c-486c2f4c45c8" providerId="ADAL" clId="{14B391B7-12A8-4753-886C-AE8BB1C55BEC}" dt="2025-12-13T01:08:59.247" v="554" actId="20577"/>
          <ac:spMkLst>
            <pc:docMk/>
            <pc:sldMk cId="2078861670" sldId="2147483568"/>
            <ac:spMk id="2" creationId="{7CC38E67-BE48-B973-2036-F78B55B13D21}"/>
          </ac:spMkLst>
        </pc:spChg>
        <pc:spChg chg="mod">
          <ac:chgData name="김기백(GIBAEK KIM)[gibaek.kim]/팀장/제조DX.자동보정.자동보정선행개발팀" userId="55e45d38-c472-4a38-804c-486c2f4c45c8" providerId="ADAL" clId="{14B391B7-12A8-4753-886C-AE8BB1C55BEC}" dt="2025-12-13T01:09:38.030" v="569" actId="20577"/>
          <ac:spMkLst>
            <pc:docMk/>
            <pc:sldMk cId="2078861670" sldId="2147483568"/>
            <ac:spMk id="3" creationId="{22F2C12B-C266-177D-E21B-E4ACBCFFF990}"/>
          </ac:spMkLst>
        </pc:spChg>
        <pc:spChg chg="add mod">
          <ac:chgData name="김기백(GIBAEK KIM)[gibaek.kim]/팀장/제조DX.자동보정.자동보정선행개발팀" userId="55e45d38-c472-4a38-804c-486c2f4c45c8" providerId="ADAL" clId="{14B391B7-12A8-4753-886C-AE8BB1C55BEC}" dt="2025-12-13T01:09:48.626" v="570" actId="1076"/>
          <ac:spMkLst>
            <pc:docMk/>
            <pc:sldMk cId="2078861670" sldId="2147483568"/>
            <ac:spMk id="4" creationId="{E9B11933-29D8-27ED-44B8-946525613326}"/>
          </ac:spMkLst>
        </pc:spChg>
        <pc:spChg chg="mod">
          <ac:chgData name="김기백(GIBAEK KIM)[gibaek.kim]/팀장/제조DX.자동보정.자동보정선행개발팀" userId="55e45d38-c472-4a38-804c-486c2f4c45c8" providerId="ADAL" clId="{14B391B7-12A8-4753-886C-AE8BB1C55BEC}" dt="2025-12-13T01:17:59.508" v="854" actId="1036"/>
          <ac:spMkLst>
            <pc:docMk/>
            <pc:sldMk cId="2078861670" sldId="2147483568"/>
            <ac:spMk id="5" creationId="{737BFAA4-416E-B265-41C5-8341D3F9F62E}"/>
          </ac:spMkLst>
        </pc:spChg>
        <pc:spChg chg="mod">
          <ac:chgData name="김기백(GIBAEK KIM)[gibaek.kim]/팀장/제조DX.자동보정.자동보정선행개발팀" userId="55e45d38-c472-4a38-804c-486c2f4c45c8" providerId="ADAL" clId="{14B391B7-12A8-4753-886C-AE8BB1C55BEC}" dt="2025-12-13T01:17:58.009" v="853" actId="1076"/>
          <ac:spMkLst>
            <pc:docMk/>
            <pc:sldMk cId="2078861670" sldId="2147483568"/>
            <ac:spMk id="6" creationId="{B4FBCDF0-E798-E937-6664-6E87F2E92AB9}"/>
          </ac:spMkLst>
        </pc:spChg>
      </pc:sldChg>
    </pc:docChg>
  </pc:docChgLst>
  <pc:docChgLst>
    <pc:chgData name="차영은(Chayeongeun)[yeongeun.cha]/사원/소형.개발.NFF.공정기술.검사기술팀" userId="2f536f77-0598-4e2f-b6a6-af15f8ad7966" providerId="ADAL" clId="{EFA31ACC-C471-4467-AA86-69DDCC29C81C}"/>
    <pc:docChg chg="custSel modSld">
      <pc:chgData name="차영은(Chayeongeun)[yeongeun.cha]/사원/소형.개발.NFF.공정기술.검사기술팀" userId="2f536f77-0598-4e2f-b6a6-af15f8ad7966" providerId="ADAL" clId="{EFA31ACC-C471-4467-AA86-69DDCC29C81C}" dt="2025-11-18T05:14:44.077" v="647" actId="207"/>
      <pc:docMkLst>
        <pc:docMk/>
      </pc:docMkLst>
      <pc:sldChg chg="delSp modSp">
        <pc:chgData name="차영은(Chayeongeun)[yeongeun.cha]/사원/소형.개발.NFF.공정기술.검사기술팀" userId="2f536f77-0598-4e2f-b6a6-af15f8ad7966" providerId="ADAL" clId="{EFA31ACC-C471-4467-AA86-69DDCC29C81C}" dt="2025-11-18T05:12:23.202" v="498" actId="20577"/>
        <pc:sldMkLst>
          <pc:docMk/>
          <pc:sldMk cId="3442893762" sldId="2147481942"/>
        </pc:sldMkLst>
        <pc:spChg chg="mod">
          <ac:chgData name="차영은(Chayeongeun)[yeongeun.cha]/사원/소형.개발.NFF.공정기술.검사기술팀" userId="2f536f77-0598-4e2f-b6a6-af15f8ad7966" providerId="ADAL" clId="{EFA31ACC-C471-4467-AA86-69DDCC29C81C}" dt="2025-11-18T05:10:23.562" v="261" actId="1076"/>
          <ac:spMkLst>
            <pc:docMk/>
            <pc:sldMk cId="3442893762" sldId="2147481942"/>
            <ac:spMk id="2" creationId="{452D1CF4-684C-42B7-A54B-1AE451FECD26}"/>
          </ac:spMkLst>
        </pc:spChg>
        <pc:spChg chg="mod">
          <ac:chgData name="차영은(Chayeongeun)[yeongeun.cha]/사원/소형.개발.NFF.공정기술.검사기술팀" userId="2f536f77-0598-4e2f-b6a6-af15f8ad7966" providerId="ADAL" clId="{EFA31ACC-C471-4467-AA86-69DDCC29C81C}" dt="2025-11-18T05:10:23.562" v="261" actId="1076"/>
          <ac:spMkLst>
            <pc:docMk/>
            <pc:sldMk cId="3442893762" sldId="2147481942"/>
            <ac:spMk id="3" creationId="{B9FF8031-5F87-419A-8A4A-0F430DEF7A3D}"/>
          </ac:spMkLst>
        </pc:spChg>
        <pc:spChg chg="mod">
          <ac:chgData name="차영은(Chayeongeun)[yeongeun.cha]/사원/소형.개발.NFF.공정기술.검사기술팀" userId="2f536f77-0598-4e2f-b6a6-af15f8ad7966" providerId="ADAL" clId="{EFA31ACC-C471-4467-AA86-69DDCC29C81C}" dt="2025-11-18T05:08:26.919" v="8" actId="20577"/>
          <ac:spMkLst>
            <pc:docMk/>
            <pc:sldMk cId="3442893762" sldId="2147481942"/>
            <ac:spMk id="65" creationId="{5C2245B1-B08E-4132-B0D3-088A3B2C5B54}"/>
          </ac:spMkLst>
        </pc:spChg>
        <pc:graphicFrameChg chg="mod modGraphic">
          <ac:chgData name="차영은(Chayeongeun)[yeongeun.cha]/사원/소형.개발.NFF.공정기술.검사기술팀" userId="2f536f77-0598-4e2f-b6a6-af15f8ad7966" providerId="ADAL" clId="{EFA31ACC-C471-4467-AA86-69DDCC29C81C}" dt="2025-11-18T05:12:23.202" v="498" actId="20577"/>
          <ac:graphicFrameMkLst>
            <pc:docMk/>
            <pc:sldMk cId="3442893762" sldId="2147481942"/>
            <ac:graphicFrameMk id="60" creationId="{8E6A1745-E1D7-4E26-948B-BF2B71149CAF}"/>
          </ac:graphicFrameMkLst>
        </pc:graphicFrameChg>
        <pc:graphicFrameChg chg="modGraphic">
          <ac:chgData name="차영은(Chayeongeun)[yeongeun.cha]/사원/소형.개발.NFF.공정기술.검사기술팀" userId="2f536f77-0598-4e2f-b6a6-af15f8ad7966" providerId="ADAL" clId="{EFA31ACC-C471-4467-AA86-69DDCC29C81C}" dt="2025-11-18T05:10:37.591" v="265" actId="20577"/>
          <ac:graphicFrameMkLst>
            <pc:docMk/>
            <pc:sldMk cId="3442893762" sldId="2147481942"/>
            <ac:graphicFrameMk id="61" creationId="{56655462-E691-4950-9C75-2413B79BEC02}"/>
          </ac:graphicFrameMkLst>
        </pc:graphicFrameChg>
      </pc:sldChg>
    </pc:docChg>
  </pc:docChgLst>
  <pc:docChgLst>
    <pc:chgData name="심은찬(EUNCHAN SIM)[sec1021]/선임/제조DX.자동보정.조립자동보정팀" userId="S::sec1021@lgensol.com::9090956e-ab5b-49d1-9c87-2078b7755aae" providerId="AD" clId="Web-{0E093D83-DE5E-EB91-B2AE-DB03ECF8709B}"/>
    <pc:docChg chg="modSld">
      <pc:chgData name="심은찬(EUNCHAN SIM)[sec1021]/선임/제조DX.자동보정.조립자동보정팀" userId="S::sec1021@lgensol.com::9090956e-ab5b-49d1-9c87-2078b7755aae" providerId="AD" clId="Web-{0E093D83-DE5E-EB91-B2AE-DB03ECF8709B}" dt="2025-12-10T08:34:16.311" v="189" actId="20577"/>
      <pc:docMkLst>
        <pc:docMk/>
      </pc:docMkLst>
      <pc:sldChg chg="modSp">
        <pc:chgData name="심은찬(EUNCHAN SIM)[sec1021]/선임/제조DX.자동보정.조립자동보정팀" userId="S::sec1021@lgensol.com::9090956e-ab5b-49d1-9c87-2078b7755aae" providerId="AD" clId="Web-{0E093D83-DE5E-EB91-B2AE-DB03ECF8709B}" dt="2025-12-10T08:24:00.620" v="159"/>
        <pc:sldMkLst>
          <pc:docMk/>
          <pc:sldMk cId="1197446796" sldId="256"/>
        </pc:sldMkLst>
        <pc:graphicFrameChg chg="mod modGraphic">
          <ac:chgData name="심은찬(EUNCHAN SIM)[sec1021]/선임/제조DX.자동보정.조립자동보정팀" userId="S::sec1021@lgensol.com::9090956e-ab5b-49d1-9c87-2078b7755aae" providerId="AD" clId="Web-{0E093D83-DE5E-EB91-B2AE-DB03ECF8709B}" dt="2025-12-10T08:24:00.620" v="159"/>
          <ac:graphicFrameMkLst>
            <pc:docMk/>
            <pc:sldMk cId="1197446796" sldId="256"/>
            <ac:graphicFrameMk id="9" creationId="{459FC5F3-1FD5-01E7-B1BA-B39813120590}"/>
          </ac:graphicFrameMkLst>
        </pc:graphicFrameChg>
      </pc:sldChg>
      <pc:sldChg chg="addSp delSp modSp">
        <pc:chgData name="심은찬(EUNCHAN SIM)[sec1021]/선임/제조DX.자동보정.조립자동보정팀" userId="S::sec1021@lgensol.com::9090956e-ab5b-49d1-9c87-2078b7755aae" providerId="AD" clId="Web-{0E093D83-DE5E-EB91-B2AE-DB03ECF8709B}" dt="2025-12-10T08:05:54.967" v="151"/>
        <pc:sldMkLst>
          <pc:docMk/>
          <pc:sldMk cId="1984979464" sldId="277"/>
        </pc:sldMkLst>
        <pc:spChg chg="add del mod">
          <ac:chgData name="심은찬(EUNCHAN SIM)[sec1021]/선임/제조DX.자동보정.조립자동보정팀" userId="S::sec1021@lgensol.com::9090956e-ab5b-49d1-9c87-2078b7755aae" providerId="AD" clId="Web-{0E093D83-DE5E-EB91-B2AE-DB03ECF8709B}" dt="2025-12-10T07:54:15.434" v="3" actId="20577"/>
          <ac:spMkLst>
            <pc:docMk/>
            <pc:sldMk cId="1984979464" sldId="277"/>
            <ac:spMk id="6" creationId="{83CFA496-A814-27C3-3FB8-E454A7B5C13A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0E093D83-DE5E-EB91-B2AE-DB03ECF8709B}" dt="2025-12-10T07:57:15.860" v="41"/>
          <ac:graphicFrameMkLst>
            <pc:docMk/>
            <pc:sldMk cId="1984979464" sldId="277"/>
            <ac:graphicFrameMk id="5" creationId="{90FA0DD6-FD75-6357-BD16-BBD64CC6F177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0E093D83-DE5E-EB91-B2AE-DB03ECF8709B}" dt="2025-12-10T08:05:54.967" v="151"/>
          <ac:graphicFrameMkLst>
            <pc:docMk/>
            <pc:sldMk cId="1984979464" sldId="277"/>
            <ac:graphicFrameMk id="9" creationId="{8FDB63AD-0852-F4A6-4748-366EC5BD265C}"/>
          </ac:graphicFrameMkLst>
        </pc:graphicFrameChg>
      </pc:sldChg>
      <pc:sldChg chg="modSp">
        <pc:chgData name="심은찬(EUNCHAN SIM)[sec1021]/선임/제조DX.자동보정.조립자동보정팀" userId="S::sec1021@lgensol.com::9090956e-ab5b-49d1-9c87-2078b7755aae" providerId="AD" clId="Web-{0E093D83-DE5E-EB91-B2AE-DB03ECF8709B}" dt="2025-12-10T07:59:05.908" v="63" actId="20577"/>
        <pc:sldMkLst>
          <pc:docMk/>
          <pc:sldMk cId="3110584877" sldId="282"/>
        </pc:sldMkLst>
        <pc:spChg chg="mod">
          <ac:chgData name="심은찬(EUNCHAN SIM)[sec1021]/선임/제조DX.자동보정.조립자동보정팀" userId="S::sec1021@lgensol.com::9090956e-ab5b-49d1-9c87-2078b7755aae" providerId="AD" clId="Web-{0E093D83-DE5E-EB91-B2AE-DB03ECF8709B}" dt="2025-12-10T07:59:05.908" v="63" actId="20577"/>
          <ac:spMkLst>
            <pc:docMk/>
            <pc:sldMk cId="3110584877" sldId="282"/>
            <ac:spMk id="6" creationId="{83CFA496-A814-27C3-3FB8-E454A7B5C13A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0E093D83-DE5E-EB91-B2AE-DB03ECF8709B}" dt="2025-12-10T07:57:38.876" v="49"/>
          <ac:graphicFrameMkLst>
            <pc:docMk/>
            <pc:sldMk cId="3110584877" sldId="282"/>
            <ac:graphicFrameMk id="5" creationId="{90FA0DD6-FD75-6357-BD16-BBD64CC6F177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0E093D83-DE5E-EB91-B2AE-DB03ECF8709B}" dt="2025-12-10T07:57:48.376" v="57"/>
          <ac:graphicFrameMkLst>
            <pc:docMk/>
            <pc:sldMk cId="3110584877" sldId="282"/>
            <ac:graphicFrameMk id="9" creationId="{8FDB63AD-0852-F4A6-4748-366EC5BD265C}"/>
          </ac:graphicFrameMkLst>
        </pc:graphicFrameChg>
      </pc:sldChg>
      <pc:sldChg chg="addSp delSp modSp">
        <pc:chgData name="심은찬(EUNCHAN SIM)[sec1021]/선임/제조DX.자동보정.조립자동보정팀" userId="S::sec1021@lgensol.com::9090956e-ab5b-49d1-9c87-2078b7755aae" providerId="AD" clId="Web-{0E093D83-DE5E-EB91-B2AE-DB03ECF8709B}" dt="2025-12-10T08:34:16.311" v="189" actId="20577"/>
        <pc:sldMkLst>
          <pc:docMk/>
          <pc:sldMk cId="2657806170" sldId="318"/>
        </pc:sldMkLst>
        <pc:spChg chg="mod">
          <ac:chgData name="심은찬(EUNCHAN SIM)[sec1021]/선임/제조DX.자동보정.조립자동보정팀" userId="S::sec1021@lgensol.com::9090956e-ab5b-49d1-9c87-2078b7755aae" providerId="AD" clId="Web-{0E093D83-DE5E-EB91-B2AE-DB03ECF8709B}" dt="2025-12-10T08:33:57.529" v="176" actId="20577"/>
          <ac:spMkLst>
            <pc:docMk/>
            <pc:sldMk cId="2657806170" sldId="318"/>
            <ac:spMk id="2" creationId="{AD09F4E2-C0DD-0D13-D57E-D14289964941}"/>
          </ac:spMkLst>
        </pc:spChg>
        <pc:spChg chg="mod">
          <ac:chgData name="심은찬(EUNCHAN SIM)[sec1021]/선임/제조DX.자동보정.조립자동보정팀" userId="S::sec1021@lgensol.com::9090956e-ab5b-49d1-9c87-2078b7755aae" providerId="AD" clId="Web-{0E093D83-DE5E-EB91-B2AE-DB03ECF8709B}" dt="2025-12-10T08:34:16.311" v="189" actId="20577"/>
          <ac:spMkLst>
            <pc:docMk/>
            <pc:sldMk cId="2657806170" sldId="318"/>
            <ac:spMk id="4" creationId="{F3E8B27A-BB9B-FAD1-94CE-83603C8B7D0C}"/>
          </ac:spMkLst>
        </pc:spChg>
        <pc:graphicFrameChg chg="modGraphic">
          <ac:chgData name="심은찬(EUNCHAN SIM)[sec1021]/선임/제조DX.자동보정.조립자동보정팀" userId="S::sec1021@lgensol.com::9090956e-ab5b-49d1-9c87-2078b7755aae" providerId="AD" clId="Web-{0E093D83-DE5E-EB91-B2AE-DB03ECF8709B}" dt="2025-12-10T08:32:35.650" v="169"/>
          <ac:graphicFrameMkLst>
            <pc:docMk/>
            <pc:sldMk cId="2657806170" sldId="318"/>
            <ac:graphicFrameMk id="9" creationId="{459FC5F3-1FD5-01E7-B1BA-B39813120590}"/>
          </ac:graphicFrameMkLst>
        </pc:graphicFrameChg>
        <pc:picChg chg="add mod">
          <ac:chgData name="심은찬(EUNCHAN SIM)[sec1021]/선임/제조DX.자동보정.조립자동보정팀" userId="S::sec1021@lgensol.com::9090956e-ab5b-49d1-9c87-2078b7755aae" providerId="AD" clId="Web-{0E093D83-DE5E-EB91-B2AE-DB03ECF8709B}" dt="2025-12-10T08:32:12.415" v="167" actId="1076"/>
          <ac:picMkLst>
            <pc:docMk/>
            <pc:sldMk cId="2657806170" sldId="318"/>
            <ac:picMk id="3" creationId="{1D5BD7E2-1FF2-BC73-3763-7D9EE35D0999}"/>
          </ac:picMkLst>
        </pc:picChg>
      </pc:sldChg>
    </pc:docChg>
  </pc:docChgLst>
  <pc:docChgLst>
    <pc:chgData name="황재웅(JAEWOONG HWANG)[xyxowen1234]/선임/제조DX.자동보정.조립자동보정팀" userId="84481fad-ac5e-4a35-844e-8829e3f0212e" providerId="ADAL" clId="{5B9E4A2B-9925-45EE-8756-302D709F6467}"/>
    <pc:docChg chg="undo redo custSel modSld">
      <pc:chgData name="황재웅(JAEWOONG HWANG)[xyxowen1234]/선임/제조DX.자동보정.조립자동보정팀" userId="84481fad-ac5e-4a35-844e-8829e3f0212e" providerId="ADAL" clId="{5B9E4A2B-9925-45EE-8756-302D709F6467}" dt="2025-12-03T04:14:21.957" v="2218" actId="20577"/>
      <pc:docMkLst>
        <pc:docMk/>
      </pc:docMkLst>
      <pc:sldChg chg="modSp mod">
        <pc:chgData name="황재웅(JAEWOONG HWANG)[xyxowen1234]/선임/제조DX.자동보정.조립자동보정팀" userId="84481fad-ac5e-4a35-844e-8829e3f0212e" providerId="ADAL" clId="{5B9E4A2B-9925-45EE-8756-302D709F6467}" dt="2025-12-03T02:41:06.279" v="1614" actId="20577"/>
        <pc:sldMkLst>
          <pc:docMk/>
          <pc:sldMk cId="3165105239" sldId="297"/>
        </pc:sldMkLst>
        <pc:spChg chg="mod">
          <ac:chgData name="황재웅(JAEWOONG HWANG)[xyxowen1234]/선임/제조DX.자동보정.조립자동보정팀" userId="84481fad-ac5e-4a35-844e-8829e3f0212e" providerId="ADAL" clId="{5B9E4A2B-9925-45EE-8756-302D709F6467}" dt="2025-12-03T02:41:06.279" v="1614" actId="20577"/>
          <ac:spMkLst>
            <pc:docMk/>
            <pc:sldMk cId="3165105239" sldId="297"/>
            <ac:spMk id="7" creationId="{39B40AD6-7DA1-4032-84CF-63BBC4856035}"/>
          </ac:spMkLst>
        </pc:spChg>
        <pc:spChg chg="mod">
          <ac:chgData name="황재웅(JAEWOONG HWANG)[xyxowen1234]/선임/제조DX.자동보정.조립자동보정팀" userId="84481fad-ac5e-4a35-844e-8829e3f0212e" providerId="ADAL" clId="{5B9E4A2B-9925-45EE-8756-302D709F6467}" dt="2025-12-03T02:21:47.970" v="419" actId="20577"/>
          <ac:spMkLst>
            <pc:docMk/>
            <pc:sldMk cId="3165105239" sldId="297"/>
            <ac:spMk id="23" creationId="{68B6FBF6-12C2-3A8B-E799-56D11E8B7E16}"/>
          </ac:spMkLst>
        </pc:spChg>
        <pc:graphicFrameChg chg="mod modGraphic">
          <ac:chgData name="황재웅(JAEWOONG HWANG)[xyxowen1234]/선임/제조DX.자동보정.조립자동보정팀" userId="84481fad-ac5e-4a35-844e-8829e3f0212e" providerId="ADAL" clId="{5B9E4A2B-9925-45EE-8756-302D709F6467}" dt="2025-12-03T02:31:03.177" v="885" actId="20577"/>
          <ac:graphicFrameMkLst>
            <pc:docMk/>
            <pc:sldMk cId="3165105239" sldId="297"/>
            <ac:graphicFrameMk id="3" creationId="{F56DC1FB-9EE1-4913-87D1-FB9FD073A3CA}"/>
          </ac:graphicFrameMkLst>
        </pc:graphicFrameChg>
        <pc:graphicFrameChg chg="modGraphic">
          <ac:chgData name="황재웅(JAEWOONG HWANG)[xyxowen1234]/선임/제조DX.자동보정.조립자동보정팀" userId="84481fad-ac5e-4a35-844e-8829e3f0212e" providerId="ADAL" clId="{5B9E4A2B-9925-45EE-8756-302D709F6467}" dt="2025-12-03T02:38:53.856" v="1579" actId="20577"/>
          <ac:graphicFrameMkLst>
            <pc:docMk/>
            <pc:sldMk cId="3165105239" sldId="297"/>
            <ac:graphicFrameMk id="27" creationId="{B760C18F-738A-EA20-CD34-D766DF22298C}"/>
          </ac:graphicFrameMkLst>
        </pc:graphicFrameChg>
      </pc:sldChg>
      <pc:sldChg chg="modSp mod">
        <pc:chgData name="황재웅(JAEWOONG HWANG)[xyxowen1234]/선임/제조DX.자동보정.조립자동보정팀" userId="84481fad-ac5e-4a35-844e-8829e3f0212e" providerId="ADAL" clId="{5B9E4A2B-9925-45EE-8756-302D709F6467}" dt="2025-12-03T01:35:57.895" v="0" actId="1076"/>
        <pc:sldMkLst>
          <pc:docMk/>
          <pc:sldMk cId="3696303700" sldId="2147481909"/>
        </pc:sldMkLst>
        <pc:spChg chg="mod">
          <ac:chgData name="황재웅(JAEWOONG HWANG)[xyxowen1234]/선임/제조DX.자동보정.조립자동보정팀" userId="84481fad-ac5e-4a35-844e-8829e3f0212e" providerId="ADAL" clId="{5B9E4A2B-9925-45EE-8756-302D709F6467}" dt="2025-12-03T01:35:57.895" v="0" actId="1076"/>
          <ac:spMkLst>
            <pc:docMk/>
            <pc:sldMk cId="3696303700" sldId="2147481909"/>
            <ac:spMk id="55" creationId="{ABF21B06-F39A-45E8-B3D2-25BFC0CE84B6}"/>
          </ac:spMkLst>
        </pc:spChg>
      </pc:sldChg>
      <pc:sldChg chg="addSp modSp mod">
        <pc:chgData name="황재웅(JAEWOONG HWANG)[xyxowen1234]/선임/제조DX.자동보정.조립자동보정팀" userId="84481fad-ac5e-4a35-844e-8829e3f0212e" providerId="ADAL" clId="{5B9E4A2B-9925-45EE-8756-302D709F6467}" dt="2025-12-03T04:14:21.957" v="2218" actId="20577"/>
        <pc:sldMkLst>
          <pc:docMk/>
          <pc:sldMk cId="3422467958" sldId="2147483559"/>
        </pc:sldMkLst>
        <pc:spChg chg="mod">
          <ac:chgData name="황재웅(JAEWOONG HWANG)[xyxowen1234]/선임/제조DX.자동보정.조립자동보정팀" userId="84481fad-ac5e-4a35-844e-8829e3f0212e" providerId="ADAL" clId="{5B9E4A2B-9925-45EE-8756-302D709F6467}" dt="2025-12-03T02:32:57.971" v="926" actId="20577"/>
          <ac:spMkLst>
            <pc:docMk/>
            <pc:sldMk cId="3422467958" sldId="2147483559"/>
            <ac:spMk id="23" creationId="{075C7B48-380F-4884-A079-536F4D26E969}"/>
          </ac:spMkLst>
        </pc:spChg>
        <pc:spChg chg="mod">
          <ac:chgData name="황재웅(JAEWOONG HWANG)[xyxowen1234]/선임/제조DX.자동보정.조립자동보정팀" userId="84481fad-ac5e-4a35-844e-8829e3f0212e" providerId="ADAL" clId="{5B9E4A2B-9925-45EE-8756-302D709F6467}" dt="2025-12-03T02:39:24.487" v="1587" actId="1076"/>
          <ac:spMkLst>
            <pc:docMk/>
            <pc:sldMk cId="3422467958" sldId="2147483559"/>
            <ac:spMk id="31" creationId="{A19979B5-42F7-4CD6-A2B3-922D0C827A3E}"/>
          </ac:spMkLst>
        </pc:spChg>
        <pc:spChg chg="mod">
          <ac:chgData name="황재웅(JAEWOONG HWANG)[xyxowen1234]/선임/제조DX.자동보정.조립자동보정팀" userId="84481fad-ac5e-4a35-844e-8829e3f0212e" providerId="ADAL" clId="{5B9E4A2B-9925-45EE-8756-302D709F6467}" dt="2025-12-03T02:39:19.241" v="1584" actId="1076"/>
          <ac:spMkLst>
            <pc:docMk/>
            <pc:sldMk cId="3422467958" sldId="2147483559"/>
            <ac:spMk id="32" creationId="{C44378AC-F215-403F-A455-A7190B7A83B5}"/>
          </ac:spMkLst>
        </pc:spChg>
        <pc:spChg chg="mod">
          <ac:chgData name="황재웅(JAEWOONG HWANG)[xyxowen1234]/선임/제조DX.자동보정.조립자동보정팀" userId="84481fad-ac5e-4a35-844e-8829e3f0212e" providerId="ADAL" clId="{5B9E4A2B-9925-45EE-8756-302D709F6467}" dt="2025-12-03T02:33:08.609" v="936" actId="404"/>
          <ac:spMkLst>
            <pc:docMk/>
            <pc:sldMk cId="3422467958" sldId="2147483559"/>
            <ac:spMk id="55" creationId="{086E9CC7-C359-4894-A6E4-D4FF4B6DAA8D}"/>
          </ac:spMkLst>
        </pc:spChg>
        <pc:spChg chg="mod">
          <ac:chgData name="황재웅(JAEWOONG HWANG)[xyxowen1234]/선임/제조DX.자동보정.조립자동보정팀" userId="84481fad-ac5e-4a35-844e-8829e3f0212e" providerId="ADAL" clId="{5B9E4A2B-9925-45EE-8756-302D709F6467}" dt="2025-12-03T02:33:08.609" v="936" actId="404"/>
          <ac:spMkLst>
            <pc:docMk/>
            <pc:sldMk cId="3422467958" sldId="2147483559"/>
            <ac:spMk id="56" creationId="{B70612FC-31F7-4C1A-87C3-93719D805C2F}"/>
          </ac:spMkLst>
        </pc:spChg>
        <pc:grpChg chg="add mod">
          <ac:chgData name="황재웅(JAEWOONG HWANG)[xyxowen1234]/선임/제조DX.자동보정.조립자동보정팀" userId="84481fad-ac5e-4a35-844e-8829e3f0212e" providerId="ADAL" clId="{5B9E4A2B-9925-45EE-8756-302D709F6467}" dt="2025-12-03T04:12:05.446" v="1995" actId="1036"/>
          <ac:grpSpMkLst>
            <pc:docMk/>
            <pc:sldMk cId="3422467958" sldId="2147483559"/>
            <ac:grpSpMk id="4" creationId="{7E20DC9B-FB74-AF70-B602-F8F7294E134A}"/>
          </ac:grpSpMkLst>
        </pc:grpChg>
        <pc:grpChg chg="mod">
          <ac:chgData name="황재웅(JAEWOONG HWANG)[xyxowen1234]/선임/제조DX.자동보정.조립자동보정팀" userId="84481fad-ac5e-4a35-844e-8829e3f0212e" providerId="ADAL" clId="{5B9E4A2B-9925-45EE-8756-302D709F6467}" dt="2025-12-03T02:33:06.496" v="928" actId="164"/>
          <ac:grpSpMkLst>
            <pc:docMk/>
            <pc:sldMk cId="3422467958" sldId="2147483559"/>
            <ac:grpSpMk id="53" creationId="{BDED629A-F48A-493E-B484-849854B3B097}"/>
          </ac:grpSpMkLst>
        </pc:grpChg>
        <pc:graphicFrameChg chg="modGraphic">
          <ac:chgData name="황재웅(JAEWOONG HWANG)[xyxowen1234]/선임/제조DX.자동보정.조립자동보정팀" userId="84481fad-ac5e-4a35-844e-8829e3f0212e" providerId="ADAL" clId="{5B9E4A2B-9925-45EE-8756-302D709F6467}" dt="2025-12-03T02:39:05.783" v="1583" actId="20577"/>
          <ac:graphicFrameMkLst>
            <pc:docMk/>
            <pc:sldMk cId="3422467958" sldId="2147483559"/>
            <ac:graphicFrameMk id="27" creationId="{44AAB40C-C086-43BD-BA65-E476147E42EB}"/>
          </ac:graphicFrameMkLst>
        </pc:graphicFrameChg>
        <pc:graphicFrameChg chg="mod modGraphic">
          <ac:chgData name="황재웅(JAEWOONG HWANG)[xyxowen1234]/선임/제조DX.자동보정.조립자동보정팀" userId="84481fad-ac5e-4a35-844e-8829e3f0212e" providerId="ADAL" clId="{5B9E4A2B-9925-45EE-8756-302D709F6467}" dt="2025-12-03T04:14:21.957" v="2218" actId="20577"/>
          <ac:graphicFrameMkLst>
            <pc:docMk/>
            <pc:sldMk cId="3422467958" sldId="2147483559"/>
            <ac:graphicFrameMk id="28" creationId="{8E00D5BE-64E4-47DA-BAA8-80A25CD0192F}"/>
          </ac:graphicFrameMkLst>
        </pc:graphicFrameChg>
      </pc:sldChg>
    </pc:docChg>
  </pc:docChgLst>
  <pc:docChgLst>
    <pc:chgData name="임인섭(INSUP LIM)[insup_lim]/선임/제조DX.자동보정.조립자동보정팀" userId="S::insup_lim@lgensol.com::46c23904-ff79-42c9-9e41-2f57972a901c" providerId="AD" clId="Web-{2014095A-908F-FCF3-492A-77B1148C9808}"/>
    <pc:docChg chg="modSld">
      <pc:chgData name="임인섭(INSUP LIM)[insup_lim]/선임/제조DX.자동보정.조립자동보정팀" userId="S::insup_lim@lgensol.com::46c23904-ff79-42c9-9e41-2f57972a901c" providerId="AD" clId="Web-{2014095A-908F-FCF3-492A-77B1148C9808}" dt="2025-11-18T01:33:00.806" v="352" actId="20577"/>
      <pc:docMkLst>
        <pc:docMk/>
      </pc:docMkLst>
      <pc:sldChg chg="modSp">
        <pc:chgData name="임인섭(INSUP LIM)[insup_lim]/선임/제조DX.자동보정.조립자동보정팀" userId="S::insup_lim@lgensol.com::46c23904-ff79-42c9-9e41-2f57972a901c" providerId="AD" clId="Web-{2014095A-908F-FCF3-492A-77B1148C9808}" dt="2025-11-18T01:17:11.910" v="35" actId="20577"/>
        <pc:sldMkLst>
          <pc:docMk/>
          <pc:sldMk cId="2772027129" sldId="260"/>
        </pc:sldMkLst>
        <pc:spChg chg="mod">
          <ac:chgData name="임인섭(INSUP LIM)[insup_lim]/선임/제조DX.자동보정.조립자동보정팀" userId="S::insup_lim@lgensol.com::46c23904-ff79-42c9-9e41-2f57972a901c" providerId="AD" clId="Web-{2014095A-908F-FCF3-492A-77B1148C9808}" dt="2025-11-18T01:17:06.645" v="34" actId="20577"/>
          <ac:spMkLst>
            <pc:docMk/>
            <pc:sldMk cId="2772027129" sldId="260"/>
            <ac:spMk id="13" creationId="{6F04AF11-50D5-49B6-A265-556E9598BDBE}"/>
          </ac:spMkLst>
        </pc:spChg>
        <pc:spChg chg="mod">
          <ac:chgData name="임인섭(INSUP LIM)[insup_lim]/선임/제조DX.자동보정.조립자동보정팀" userId="S::insup_lim@lgensol.com::46c23904-ff79-42c9-9e41-2f57972a901c" providerId="AD" clId="Web-{2014095A-908F-FCF3-492A-77B1148C9808}" dt="2025-11-18T01:17:11.910" v="35" actId="20577"/>
          <ac:spMkLst>
            <pc:docMk/>
            <pc:sldMk cId="2772027129" sldId="260"/>
            <ac:spMk id="14" creationId="{22538F03-743C-4E4C-83CE-319524F14C18}"/>
          </ac:spMkLst>
        </pc:spChg>
      </pc:sldChg>
      <pc:sldChg chg="modSp">
        <pc:chgData name="임인섭(INSUP LIM)[insup_lim]/선임/제조DX.자동보정.조립자동보정팀" userId="S::insup_lim@lgensol.com::46c23904-ff79-42c9-9e41-2f57972a901c" providerId="AD" clId="Web-{2014095A-908F-FCF3-492A-77B1148C9808}" dt="2025-11-18T01:29:40.082" v="277"/>
        <pc:sldMkLst>
          <pc:docMk/>
          <pc:sldMk cId="521974953" sldId="295"/>
        </pc:sldMkLst>
        <pc:spChg chg="mod">
          <ac:chgData name="임인섭(INSUP LIM)[insup_lim]/선임/제조DX.자동보정.조립자동보정팀" userId="S::insup_lim@lgensol.com::46c23904-ff79-42c9-9e41-2f57972a901c" providerId="AD" clId="Web-{2014095A-908F-FCF3-492A-77B1148C9808}" dt="2025-11-18T01:28:30.564" v="271" actId="20577"/>
          <ac:spMkLst>
            <pc:docMk/>
            <pc:sldMk cId="521974953" sldId="295"/>
            <ac:spMk id="5" creationId="{6545B495-B50E-9C37-AB02-6EFD11C77479}"/>
          </ac:spMkLst>
        </pc:spChg>
        <pc:spChg chg="mod">
          <ac:chgData name="임인섭(INSUP LIM)[insup_lim]/선임/제조DX.자동보정.조립자동보정팀" userId="S::insup_lim@lgensol.com::46c23904-ff79-42c9-9e41-2f57972a901c" providerId="AD" clId="Web-{2014095A-908F-FCF3-492A-77B1148C9808}" dt="2025-11-18T01:27:51.797" v="263" actId="20577"/>
          <ac:spMkLst>
            <pc:docMk/>
            <pc:sldMk cId="521974953" sldId="295"/>
            <ac:spMk id="72" creationId="{0F9C2609-C287-4193-B74B-8D946EB076C3}"/>
          </ac:spMkLst>
        </pc:spChg>
        <pc:graphicFrameChg chg="mod modGraphic">
          <ac:chgData name="임인섭(INSUP LIM)[insup_lim]/선임/제조DX.자동보정.조립자동보정팀" userId="S::insup_lim@lgensol.com::46c23904-ff79-42c9-9e41-2f57972a901c" providerId="AD" clId="Web-{2014095A-908F-FCF3-492A-77B1148C9808}" dt="2025-11-18T01:29:40.082" v="277"/>
          <ac:graphicFrameMkLst>
            <pc:docMk/>
            <pc:sldMk cId="521974953" sldId="295"/>
            <ac:graphicFrameMk id="3" creationId="{3E86696F-E35A-4B06-9B46-63A4A6A986C1}"/>
          </ac:graphicFrameMkLst>
        </pc:graphicFrameChg>
        <pc:graphicFrameChg chg="mod modGraphic">
          <ac:chgData name="임인섭(INSUP LIM)[insup_lim]/선임/제조DX.자동보정.조립자동보정팀" userId="S::insup_lim@lgensol.com::46c23904-ff79-42c9-9e41-2f57972a901c" providerId="AD" clId="Web-{2014095A-908F-FCF3-492A-77B1148C9808}" dt="2025-11-18T01:27:44.734" v="259"/>
          <ac:graphicFrameMkLst>
            <pc:docMk/>
            <pc:sldMk cId="521974953" sldId="295"/>
            <ac:graphicFrameMk id="14" creationId="{F7BF916D-8A9E-4800-92E6-357BE08183D6}"/>
          </ac:graphicFrameMkLst>
        </pc:graphicFrameChg>
      </pc:sldChg>
      <pc:sldChg chg="modSp">
        <pc:chgData name="임인섭(INSUP LIM)[insup_lim]/선임/제조DX.자동보정.조립자동보정팀" userId="S::insup_lim@lgensol.com::46c23904-ff79-42c9-9e41-2f57972a901c" providerId="AD" clId="Web-{2014095A-908F-FCF3-492A-77B1148C9808}" dt="2025-11-18T01:14:35.204" v="1" actId="20577"/>
        <pc:sldMkLst>
          <pc:docMk/>
          <pc:sldMk cId="624474230" sldId="2147481904"/>
        </pc:sldMkLst>
        <pc:spChg chg="mod">
          <ac:chgData name="임인섭(INSUP LIM)[insup_lim]/선임/제조DX.자동보정.조립자동보정팀" userId="S::insup_lim@lgensol.com::46c23904-ff79-42c9-9e41-2f57972a901c" providerId="AD" clId="Web-{2014095A-908F-FCF3-492A-77B1148C9808}" dt="2025-11-18T01:14:35.204" v="1" actId="20577"/>
          <ac:spMkLst>
            <pc:docMk/>
            <pc:sldMk cId="624474230" sldId="2147481904"/>
            <ac:spMk id="6" creationId="{2CB0F2F2-CDBB-B3E6-AE09-A445462049EE}"/>
          </ac:spMkLst>
        </pc:spChg>
        <pc:spChg chg="mod">
          <ac:chgData name="임인섭(INSUP LIM)[insup_lim]/선임/제조DX.자동보정.조립자동보정팀" userId="S::insup_lim@lgensol.com::46c23904-ff79-42c9-9e41-2f57972a901c" providerId="AD" clId="Web-{2014095A-908F-FCF3-492A-77B1148C9808}" dt="2025-11-18T01:14:13.032" v="0" actId="20577"/>
          <ac:spMkLst>
            <pc:docMk/>
            <pc:sldMk cId="624474230" sldId="2147481904"/>
            <ac:spMk id="42" creationId="{51BF0D86-1DF9-4CDD-9ADF-D9D78254A144}"/>
          </ac:spMkLst>
        </pc:spChg>
      </pc:sldChg>
      <pc:sldChg chg="modSp">
        <pc:chgData name="임인섭(INSUP LIM)[insup_lim]/선임/제조DX.자동보정.조립자동보정팀" userId="S::insup_lim@lgensol.com::46c23904-ff79-42c9-9e41-2f57972a901c" providerId="AD" clId="Web-{2014095A-908F-FCF3-492A-77B1148C9808}" dt="2025-11-18T01:33:00.806" v="352" actId="20577"/>
        <pc:sldMkLst>
          <pc:docMk/>
          <pc:sldMk cId="3901532967" sldId="2147481959"/>
        </pc:sldMkLst>
        <pc:spChg chg="mod">
          <ac:chgData name="임인섭(INSUP LIM)[insup_lim]/선임/제조DX.자동보정.조립자동보정팀" userId="S::insup_lim@lgensol.com::46c23904-ff79-42c9-9e41-2f57972a901c" providerId="AD" clId="Web-{2014095A-908F-FCF3-492A-77B1148C9808}" dt="2025-11-18T01:33:00.806" v="352" actId="20577"/>
          <ac:spMkLst>
            <pc:docMk/>
            <pc:sldMk cId="3901532967" sldId="2147481959"/>
            <ac:spMk id="5" creationId="{1615D8B7-2F76-467E-B74D-9F119B978A4C}"/>
          </ac:spMkLst>
        </pc:spChg>
        <pc:spChg chg="mod">
          <ac:chgData name="임인섭(INSUP LIM)[insup_lim]/선임/제조DX.자동보정.조립자동보정팀" userId="S::insup_lim@lgensol.com::46c23904-ff79-42c9-9e41-2f57972a901c" providerId="AD" clId="Web-{2014095A-908F-FCF3-492A-77B1148C9808}" dt="2025-11-18T01:30:15.833" v="278" actId="20577"/>
          <ac:spMkLst>
            <pc:docMk/>
            <pc:sldMk cId="3901532967" sldId="2147481959"/>
            <ac:spMk id="13" creationId="{6F04AF11-50D5-49B6-A265-556E9598BDBE}"/>
          </ac:spMkLst>
        </pc:spChg>
        <pc:spChg chg="mod">
          <ac:chgData name="임인섭(INSUP LIM)[insup_lim]/선임/제조DX.자동보정.조립자동보정팀" userId="S::insup_lim@lgensol.com::46c23904-ff79-42c9-9e41-2f57972a901c" providerId="AD" clId="Web-{2014095A-908F-FCF3-492A-77B1148C9808}" dt="2025-11-18T01:15:09.845" v="5" actId="20577"/>
          <ac:spMkLst>
            <pc:docMk/>
            <pc:sldMk cId="3901532967" sldId="2147481959"/>
            <ac:spMk id="14" creationId="{22538F03-743C-4E4C-83CE-319524F14C18}"/>
          </ac:spMkLst>
        </pc:spChg>
      </pc:sldChg>
      <pc:sldChg chg="modSp">
        <pc:chgData name="임인섭(INSUP LIM)[insup_lim]/선임/제조DX.자동보정.조립자동보정팀" userId="S::insup_lim@lgensol.com::46c23904-ff79-42c9-9e41-2f57972a901c" providerId="AD" clId="Web-{2014095A-908F-FCF3-492A-77B1148C9808}" dt="2025-11-18T01:29:25.285" v="273"/>
        <pc:sldMkLst>
          <pc:docMk/>
          <pc:sldMk cId="3755998146" sldId="2147483565"/>
        </pc:sldMkLst>
        <pc:spChg chg="mod">
          <ac:chgData name="임인섭(INSUP LIM)[insup_lim]/선임/제조DX.자동보정.조립자동보정팀" userId="S::insup_lim@lgensol.com::46c23904-ff79-42c9-9e41-2f57972a901c" providerId="AD" clId="Web-{2014095A-908F-FCF3-492A-77B1148C9808}" dt="2025-11-18T01:28:24.736" v="267" actId="20577"/>
          <ac:spMkLst>
            <pc:docMk/>
            <pc:sldMk cId="3755998146" sldId="2147483565"/>
            <ac:spMk id="5" creationId="{6545B495-B50E-9C37-AB02-6EFD11C77479}"/>
          </ac:spMkLst>
        </pc:spChg>
        <pc:graphicFrameChg chg="mod modGraphic">
          <ac:chgData name="임인섭(INSUP LIM)[insup_lim]/선임/제조DX.자동보정.조립자동보정팀" userId="S::insup_lim@lgensol.com::46c23904-ff79-42c9-9e41-2f57972a901c" providerId="AD" clId="Web-{2014095A-908F-FCF3-492A-77B1148C9808}" dt="2025-11-18T01:29:25.285" v="273"/>
          <ac:graphicFrameMkLst>
            <pc:docMk/>
            <pc:sldMk cId="3755998146" sldId="2147483565"/>
            <ac:graphicFrameMk id="3" creationId="{3E86696F-E35A-4B06-9B46-63A4A6A986C1}"/>
          </ac:graphicFrameMkLst>
        </pc:graphicFrameChg>
        <pc:graphicFrameChg chg="mod modGraphic">
          <ac:chgData name="임인섭(INSUP LIM)[insup_lim]/선임/제조DX.자동보정.조립자동보정팀" userId="S::insup_lim@lgensol.com::46c23904-ff79-42c9-9e41-2f57972a901c" providerId="AD" clId="Web-{2014095A-908F-FCF3-492A-77B1148C9808}" dt="2025-11-18T01:28:16.548" v="265"/>
          <ac:graphicFrameMkLst>
            <pc:docMk/>
            <pc:sldMk cId="3755998146" sldId="2147483565"/>
            <ac:graphicFrameMk id="14" creationId="{F7BF916D-8A9E-4800-92E6-357BE08183D6}"/>
          </ac:graphicFrameMkLst>
        </pc:graphicFrameChg>
      </pc:sldChg>
    </pc:docChg>
  </pc:docChgLst>
  <pc:docChgLst>
    <pc:chgData name="심은찬(EUNCHAN SIM)[sec1021]/선임/제조DX.자동보정.조립자동보정팀" userId="S::sec1021@lgensol.com::9090956e-ab5b-49d1-9c87-2078b7755aae" providerId="AD" clId="Web-{484C63B4-E3B6-B86D-7C67-BA7FAEEF9DF6}"/>
    <pc:docChg chg="modSld">
      <pc:chgData name="심은찬(EUNCHAN SIM)[sec1021]/선임/제조DX.자동보정.조립자동보정팀" userId="S::sec1021@lgensol.com::9090956e-ab5b-49d1-9c87-2078b7755aae" providerId="AD" clId="Web-{484C63B4-E3B6-B86D-7C67-BA7FAEEF9DF6}" dt="2025-11-26T08:50:33.161" v="127"/>
      <pc:docMkLst>
        <pc:docMk/>
      </pc:docMkLst>
      <pc:sldChg chg="modSp">
        <pc:chgData name="심은찬(EUNCHAN SIM)[sec1021]/선임/제조DX.자동보정.조립자동보정팀" userId="S::sec1021@lgensol.com::9090956e-ab5b-49d1-9c87-2078b7755aae" providerId="AD" clId="Web-{484C63B4-E3B6-B86D-7C67-BA7FAEEF9DF6}" dt="2025-11-26T08:50:33.161" v="127"/>
        <pc:sldMkLst>
          <pc:docMk/>
          <pc:sldMk cId="2657643038" sldId="306"/>
        </pc:sldMkLst>
        <pc:graphicFrameChg chg="mod modGraphic">
          <ac:chgData name="심은찬(EUNCHAN SIM)[sec1021]/선임/제조DX.자동보정.조립자동보정팀" userId="S::sec1021@lgensol.com::9090956e-ab5b-49d1-9c87-2078b7755aae" providerId="AD" clId="Web-{484C63B4-E3B6-B86D-7C67-BA7FAEEF9DF6}" dt="2025-11-26T08:50:33.161" v="127"/>
          <ac:graphicFrameMkLst>
            <pc:docMk/>
            <pc:sldMk cId="2657643038" sldId="306"/>
            <ac:graphicFrameMk id="13" creationId="{86C7A262-6A1D-40D5-8264-083AFB86E700}"/>
          </ac:graphicFrameMkLst>
        </pc:graphicFrameChg>
      </pc:sldChg>
    </pc:docChg>
  </pc:docChgLst>
  <pc:docChgLst>
    <pc:chgData name="이기홍(GIHONG LEE)[gihong]/사원/제조DX.자동보정.조립자동보정팀" userId="7eb4d326-2995-407e-9ec7-bafd98231306" providerId="ADAL" clId="{821BABDF-8D48-48E2-A7A8-851B1BDFF053}"/>
    <pc:docChg chg="custSel modSld">
      <pc:chgData name="이기홍(GIHONG LEE)[gihong]/사원/제조DX.자동보정.조립자동보정팀" userId="7eb4d326-2995-407e-9ec7-bafd98231306" providerId="ADAL" clId="{821BABDF-8D48-48E2-A7A8-851B1BDFF053}" dt="2025-12-16T04:21:12.242" v="37" actId="207"/>
      <pc:docMkLst>
        <pc:docMk/>
      </pc:docMkLst>
      <pc:sldChg chg="modSp mod">
        <pc:chgData name="이기홍(GIHONG LEE)[gihong]/사원/제조DX.자동보정.조립자동보정팀" userId="7eb4d326-2995-407e-9ec7-bafd98231306" providerId="ADAL" clId="{821BABDF-8D48-48E2-A7A8-851B1BDFF053}" dt="2025-12-16T04:21:12.242" v="37" actId="207"/>
        <pc:sldMkLst>
          <pc:docMk/>
          <pc:sldMk cId="3390719611" sldId="283"/>
        </pc:sldMkLst>
        <pc:spChg chg="mod">
          <ac:chgData name="이기홍(GIHONG LEE)[gihong]/사원/제조DX.자동보정.조립자동보정팀" userId="7eb4d326-2995-407e-9ec7-bafd98231306" providerId="ADAL" clId="{821BABDF-8D48-48E2-A7A8-851B1BDFF053}" dt="2025-12-16T04:20:41.353" v="33" actId="20577"/>
          <ac:spMkLst>
            <pc:docMk/>
            <pc:sldMk cId="3390719611" sldId="283"/>
            <ac:spMk id="11" creationId="{039DCAA6-8194-72DD-79B6-20151011D799}"/>
          </ac:spMkLst>
        </pc:spChg>
        <pc:spChg chg="mod">
          <ac:chgData name="이기홍(GIHONG LEE)[gihong]/사원/제조DX.자동보정.조립자동보정팀" userId="7eb4d326-2995-407e-9ec7-bafd98231306" providerId="ADAL" clId="{821BABDF-8D48-48E2-A7A8-851B1BDFF053}" dt="2025-12-16T04:21:12.242" v="37" actId="207"/>
          <ac:spMkLst>
            <pc:docMk/>
            <pc:sldMk cId="3390719611" sldId="283"/>
            <ac:spMk id="53" creationId="{A7E4D464-7304-4EB9-B318-5D9694F06655}"/>
          </ac:spMkLst>
        </pc:spChg>
        <pc:graphicFrameChg chg="modGraphic">
          <ac:chgData name="이기홍(GIHONG LEE)[gihong]/사원/제조DX.자동보정.조립자동보정팀" userId="7eb4d326-2995-407e-9ec7-bafd98231306" providerId="ADAL" clId="{821BABDF-8D48-48E2-A7A8-851B1BDFF053}" dt="2025-12-16T04:20:26.519" v="1" actId="20577"/>
          <ac:graphicFrameMkLst>
            <pc:docMk/>
            <pc:sldMk cId="3390719611" sldId="283"/>
            <ac:graphicFrameMk id="3" creationId="{CCB8AE76-AB5D-CEAA-BCF7-5B514F34E44A}"/>
          </ac:graphicFrameMkLst>
        </pc:graphicFrameChg>
        <pc:graphicFrameChg chg="mod modGraphic">
          <ac:chgData name="이기홍(GIHONG LEE)[gihong]/사원/제조DX.자동보정.조립자동보정팀" userId="7eb4d326-2995-407e-9ec7-bafd98231306" providerId="ADAL" clId="{821BABDF-8D48-48E2-A7A8-851B1BDFF053}" dt="2025-12-16T04:20:56.391" v="35" actId="207"/>
          <ac:graphicFrameMkLst>
            <pc:docMk/>
            <pc:sldMk cId="3390719611" sldId="283"/>
            <ac:graphicFrameMk id="9" creationId="{6E3DE1AF-98C0-1DAE-A5F1-AF6F8C5E0456}"/>
          </ac:graphicFrameMkLst>
        </pc:graphicFrameChg>
        <pc:graphicFrameChg chg="modGraphic">
          <ac:chgData name="이기홍(GIHONG LEE)[gihong]/사원/제조DX.자동보정.조립자동보정팀" userId="7eb4d326-2995-407e-9ec7-bafd98231306" providerId="ADAL" clId="{821BABDF-8D48-48E2-A7A8-851B1BDFF053}" dt="2025-12-16T04:21:00.687" v="36" actId="207"/>
          <ac:graphicFrameMkLst>
            <pc:docMk/>
            <pc:sldMk cId="3390719611" sldId="283"/>
            <ac:graphicFrameMk id="37" creationId="{D935E034-E881-4304-AF09-65EB3DF6A001}"/>
          </ac:graphicFrameMkLst>
        </pc:graphicFrameChg>
        <pc:graphicFrameChg chg="modGraphic">
          <ac:chgData name="이기홍(GIHONG LEE)[gihong]/사원/제조DX.자동보정.조립자동보정팀" userId="7eb4d326-2995-407e-9ec7-bafd98231306" providerId="ADAL" clId="{821BABDF-8D48-48E2-A7A8-851B1BDFF053}" dt="2025-12-16T04:20:48.944" v="34" actId="207"/>
          <ac:graphicFrameMkLst>
            <pc:docMk/>
            <pc:sldMk cId="3390719611" sldId="283"/>
            <ac:graphicFrameMk id="47" creationId="{BE2E67CF-94A8-4BDD-BE84-DEC3D2A34F6E}"/>
          </ac:graphicFrameMkLst>
        </pc:graphicFrameChg>
      </pc:sldChg>
    </pc:docChg>
  </pc:docChgLst>
  <pc:docChgLst>
    <pc:chgData name="박연탁(YEONTARK PARK)[parkyt]/책임/제조DX.자동보정.자동보정선행개발팀" userId="S::parkyt@lgensol.com::ed32861b-bebc-4d6e-be9d-42a82b4a008b" providerId="AD" clId="Web-{AE247AAB-4E3E-3CD3-BE91-E9D93C41FA11}"/>
    <pc:docChg chg="modSld">
      <pc:chgData name="박연탁(YEONTARK PARK)[parkyt]/책임/제조DX.자동보정.자동보정선행개발팀" userId="S::parkyt@lgensol.com::ed32861b-bebc-4d6e-be9d-42a82b4a008b" providerId="AD" clId="Web-{AE247AAB-4E3E-3CD3-BE91-E9D93C41FA11}" dt="2025-11-26T01:22:49.126" v="392"/>
      <pc:docMkLst>
        <pc:docMk/>
      </pc:docMkLst>
      <pc:sldChg chg="modSp">
        <pc:chgData name="박연탁(YEONTARK PARK)[parkyt]/책임/제조DX.자동보정.자동보정선행개발팀" userId="S::parkyt@lgensol.com::ed32861b-bebc-4d6e-be9d-42a82b4a008b" providerId="AD" clId="Web-{AE247AAB-4E3E-3CD3-BE91-E9D93C41FA11}" dt="2025-11-26T01:22:49.126" v="392"/>
        <pc:sldMkLst>
          <pc:docMk/>
          <pc:sldMk cId="1260814657" sldId="2147481905"/>
        </pc:sldMkLst>
        <pc:graphicFrameChg chg="mod modGraphic">
          <ac:chgData name="박연탁(YEONTARK PARK)[parkyt]/책임/제조DX.자동보정.자동보정선행개발팀" userId="S::parkyt@lgensol.com::ed32861b-bebc-4d6e-be9d-42a82b4a008b" providerId="AD" clId="Web-{AE247AAB-4E3E-3CD3-BE91-E9D93C41FA11}" dt="2025-11-26T01:22:49.126" v="392"/>
          <ac:graphicFrameMkLst>
            <pc:docMk/>
            <pc:sldMk cId="1260814657" sldId="2147481905"/>
            <ac:graphicFrameMk id="13" creationId="{7FC8BFA7-9C72-4368-BAA5-09BA3B1A2B9F}"/>
          </ac:graphicFrameMkLst>
        </pc:graphicFrameChg>
      </pc:sldChg>
      <pc:sldChg chg="modSp">
        <pc:chgData name="박연탁(YEONTARK PARK)[parkyt]/책임/제조DX.자동보정.자동보정선행개발팀" userId="S::parkyt@lgensol.com::ed32861b-bebc-4d6e-be9d-42a82b4a008b" providerId="AD" clId="Web-{AE247AAB-4E3E-3CD3-BE91-E9D93C41FA11}" dt="2025-11-26T01:13:42.348" v="274"/>
        <pc:sldMkLst>
          <pc:docMk/>
          <pc:sldMk cId="3535331620" sldId="2147483550"/>
        </pc:sldMkLst>
        <pc:graphicFrameChg chg="mod modGraphic">
          <ac:chgData name="박연탁(YEONTARK PARK)[parkyt]/책임/제조DX.자동보정.자동보정선행개발팀" userId="S::parkyt@lgensol.com::ed32861b-bebc-4d6e-be9d-42a82b4a008b" providerId="AD" clId="Web-{AE247AAB-4E3E-3CD3-BE91-E9D93C41FA11}" dt="2025-11-26T01:13:42.348" v="274"/>
          <ac:graphicFrameMkLst>
            <pc:docMk/>
            <pc:sldMk cId="3535331620" sldId="2147483550"/>
            <ac:graphicFrameMk id="18" creationId="{4BA4557C-646C-4589-AAD3-2CDCBCEA5E39}"/>
          </ac:graphicFrameMkLst>
        </pc:graphicFrameChg>
        <pc:picChg chg="mod">
          <ac:chgData name="박연탁(YEONTARK PARK)[parkyt]/책임/제조DX.자동보정.자동보정선행개발팀" userId="S::parkyt@lgensol.com::ed32861b-bebc-4d6e-be9d-42a82b4a008b" providerId="AD" clId="Web-{AE247AAB-4E3E-3CD3-BE91-E9D93C41FA11}" dt="2025-11-26T01:13:10.532" v="252" actId="1076"/>
          <ac:picMkLst>
            <pc:docMk/>
            <pc:sldMk cId="3535331620" sldId="2147483550"/>
            <ac:picMk id="32" creationId="{3E9BAF4E-C671-C1E4-99B6-C31112E133AC}"/>
          </ac:picMkLst>
        </pc:picChg>
      </pc:sldChg>
    </pc:docChg>
  </pc:docChgLst>
  <pc:docChgLst>
    <pc:chgData name="정돈규(DON KYU JUNG)[donkyu]/팀장/제조DX.자동보정.RSND자동보정팀" userId="S::donkyu@lgensol.com::129dd0d3-f7f1-47f5-9573-5d4a6dd9ccfb" providerId="AD" clId="Web-{351E4F21-0506-1934-6620-AD944E55A3BE}"/>
    <pc:docChg chg="modSld">
      <pc:chgData name="정돈규(DON KYU JUNG)[donkyu]/팀장/제조DX.자동보정.RSND자동보정팀" userId="S::donkyu@lgensol.com::129dd0d3-f7f1-47f5-9573-5d4a6dd9ccfb" providerId="AD" clId="Web-{351E4F21-0506-1934-6620-AD944E55A3BE}" dt="2025-12-17T02:03:43.216" v="12" actId="20577"/>
      <pc:docMkLst>
        <pc:docMk/>
      </pc:docMkLst>
      <pc:sldChg chg="modSp">
        <pc:chgData name="정돈규(DON KYU JUNG)[donkyu]/팀장/제조DX.자동보정.RSND자동보정팀" userId="S::donkyu@lgensol.com::129dd0d3-f7f1-47f5-9573-5d4a6dd9ccfb" providerId="AD" clId="Web-{351E4F21-0506-1934-6620-AD944E55A3BE}" dt="2025-12-17T02:03:43.216" v="12" actId="20577"/>
        <pc:sldMkLst>
          <pc:docMk/>
          <pc:sldMk cId="796425396" sldId="280"/>
        </pc:sldMkLst>
        <pc:spChg chg="mod">
          <ac:chgData name="정돈규(DON KYU JUNG)[donkyu]/팀장/제조DX.자동보정.RSND자동보정팀" userId="S::donkyu@lgensol.com::129dd0d3-f7f1-47f5-9573-5d4a6dd9ccfb" providerId="AD" clId="Web-{351E4F21-0506-1934-6620-AD944E55A3BE}" dt="2025-12-17T02:03:43.216" v="12" actId="20577"/>
          <ac:spMkLst>
            <pc:docMk/>
            <pc:sldMk cId="796425396" sldId="280"/>
            <ac:spMk id="8" creationId="{3FD84678-0133-40B2-9FFB-B2D70B8D548E}"/>
          </ac:spMkLst>
        </pc:spChg>
      </pc:sldChg>
    </pc:docChg>
  </pc:docChgLst>
  <pc:docChgLst>
    <pc:chgData name="심은찬(EUNCHAN SIM)[sec1021]/선임/제조DX.자동보정.조립자동보정팀" userId="S::sec1021@lgensol.com::9090956e-ab5b-49d1-9c87-2078b7755aae" providerId="AD" clId="Web-{6FA56994-B706-97B1-AA43-9573A6724584}"/>
    <pc:docChg chg="modSld">
      <pc:chgData name="심은찬(EUNCHAN SIM)[sec1021]/선임/제조DX.자동보정.조립자동보정팀" userId="S::sec1021@lgensol.com::9090956e-ab5b-49d1-9c87-2078b7755aae" providerId="AD" clId="Web-{6FA56994-B706-97B1-AA43-9573A6724584}" dt="2025-11-18T08:08:08.937" v="93"/>
      <pc:docMkLst>
        <pc:docMk/>
      </pc:docMkLst>
    </pc:docChg>
  </pc:docChgLst>
  <pc:docChgLst>
    <pc:chgData name="오두섭(DOOSEOB OH)[jack.oh]/선임/제조DX.자동보정.자동보정선행개발팀" userId="4f0a6e31-5f23-40ca-a7fe-97e6784d5889" providerId="ADAL" clId="{257A6965-D822-4D38-83A7-AA8EF3151E70}"/>
    <pc:docChg chg="undo custSel modSld">
      <pc:chgData name="오두섭(DOOSEOB OH)[jack.oh]/선임/제조DX.자동보정.자동보정선행개발팀" userId="4f0a6e31-5f23-40ca-a7fe-97e6784d5889" providerId="ADAL" clId="{257A6965-D822-4D38-83A7-AA8EF3151E70}" dt="2025-12-16T08:05:45.100" v="1515" actId="20577"/>
      <pc:docMkLst>
        <pc:docMk/>
      </pc:docMkLst>
      <pc:sldChg chg="modSp mod">
        <pc:chgData name="오두섭(DOOSEOB OH)[jack.oh]/선임/제조DX.자동보정.자동보정선행개발팀" userId="4f0a6e31-5f23-40ca-a7fe-97e6784d5889" providerId="ADAL" clId="{257A6965-D822-4D38-83A7-AA8EF3151E70}" dt="2025-12-16T05:23:43.869" v="2" actId="1038"/>
        <pc:sldMkLst>
          <pc:docMk/>
          <pc:sldMk cId="625010072" sldId="267"/>
        </pc:sldMkLst>
        <pc:spChg chg="mod">
          <ac:chgData name="오두섭(DOOSEOB OH)[jack.oh]/선임/제조DX.자동보정.자동보정선행개발팀" userId="4f0a6e31-5f23-40ca-a7fe-97e6784d5889" providerId="ADAL" clId="{257A6965-D822-4D38-83A7-AA8EF3151E70}" dt="2025-12-16T05:23:43.869" v="2" actId="1038"/>
          <ac:spMkLst>
            <pc:docMk/>
            <pc:sldMk cId="625010072" sldId="267"/>
            <ac:spMk id="59" creationId="{72249EC5-9D26-DFB0-DDE0-EA30533F6866}"/>
          </ac:spMkLst>
        </pc:spChg>
      </pc:sldChg>
      <pc:sldChg chg="addSp delSp modSp mod">
        <pc:chgData name="오두섭(DOOSEOB OH)[jack.oh]/선임/제조DX.자동보정.자동보정선행개발팀" userId="4f0a6e31-5f23-40ca-a7fe-97e6784d5889" providerId="ADAL" clId="{257A6965-D822-4D38-83A7-AA8EF3151E70}" dt="2025-12-16T07:21:42.126" v="1331" actId="20577"/>
        <pc:sldMkLst>
          <pc:docMk/>
          <pc:sldMk cId="1962659383" sldId="275"/>
        </pc:sldMkLst>
        <pc:spChg chg="mod">
          <ac:chgData name="오두섭(DOOSEOB OH)[jack.oh]/선임/제조DX.자동보정.자동보정선행개발팀" userId="4f0a6e31-5f23-40ca-a7fe-97e6784d5889" providerId="ADAL" clId="{257A6965-D822-4D38-83A7-AA8EF3151E70}" dt="2025-12-16T07:21:22.024" v="1322" actId="20577"/>
          <ac:spMkLst>
            <pc:docMk/>
            <pc:sldMk cId="1962659383" sldId="275"/>
            <ac:spMk id="33" creationId="{28953EDA-490C-414A-829A-5166309284BE}"/>
          </ac:spMkLst>
        </pc:spChg>
        <pc:spChg chg="mod">
          <ac:chgData name="오두섭(DOOSEOB OH)[jack.oh]/선임/제조DX.자동보정.자동보정선행개발팀" userId="4f0a6e31-5f23-40ca-a7fe-97e6784d5889" providerId="ADAL" clId="{257A6965-D822-4D38-83A7-AA8EF3151E70}" dt="2025-12-16T07:17:21.687" v="1068" actId="20577"/>
          <ac:spMkLst>
            <pc:docMk/>
            <pc:sldMk cId="1962659383" sldId="275"/>
            <ac:spMk id="38" creationId="{088CF335-7124-F019-E5D6-84CF8A398AE5}"/>
          </ac:spMkLst>
        </pc:spChg>
        <pc:graphicFrameChg chg="modGraphic">
          <ac:chgData name="오두섭(DOOSEOB OH)[jack.oh]/선임/제조DX.자동보정.자동보정선행개발팀" userId="4f0a6e31-5f23-40ca-a7fe-97e6784d5889" providerId="ADAL" clId="{257A6965-D822-4D38-83A7-AA8EF3151E70}" dt="2025-12-16T07:20:33.902" v="1216" actId="20577"/>
          <ac:graphicFrameMkLst>
            <pc:docMk/>
            <pc:sldMk cId="1962659383" sldId="275"/>
            <ac:graphicFrameMk id="3" creationId="{1B538319-E744-914C-0D08-26296EEC9C81}"/>
          </ac:graphicFrameMkLst>
        </pc:graphicFrameChg>
        <pc:graphicFrameChg chg="mod modGraphic">
          <ac:chgData name="오두섭(DOOSEOB OH)[jack.oh]/선임/제조DX.자동보정.자동보정선행개발팀" userId="4f0a6e31-5f23-40ca-a7fe-97e6784d5889" providerId="ADAL" clId="{257A6965-D822-4D38-83A7-AA8EF3151E70}" dt="2025-12-16T07:21:42.126" v="1331" actId="20577"/>
          <ac:graphicFrameMkLst>
            <pc:docMk/>
            <pc:sldMk cId="1962659383" sldId="275"/>
            <ac:graphicFrameMk id="32" creationId="{C75B2E3A-6367-47F5-9C2E-36D1B1E1DCAE}"/>
          </ac:graphicFrameMkLst>
        </pc:graphicFrameChg>
        <pc:picChg chg="del">
          <ac:chgData name="오두섭(DOOSEOB OH)[jack.oh]/선임/제조DX.자동보정.자동보정선행개발팀" userId="4f0a6e31-5f23-40ca-a7fe-97e6784d5889" providerId="ADAL" clId="{257A6965-D822-4D38-83A7-AA8EF3151E70}" dt="2025-12-16T07:16:36.976" v="1055" actId="478"/>
          <ac:picMkLst>
            <pc:docMk/>
            <pc:sldMk cId="1962659383" sldId="275"/>
            <ac:picMk id="7" creationId="{98624D1B-5754-BCAA-88B2-243CBC736217}"/>
          </ac:picMkLst>
        </pc:picChg>
        <pc:picChg chg="add mod">
          <ac:chgData name="오두섭(DOOSEOB OH)[jack.oh]/선임/제조DX.자동보정.자동보정선행개발팀" userId="4f0a6e31-5f23-40ca-a7fe-97e6784d5889" providerId="ADAL" clId="{257A6965-D822-4D38-83A7-AA8EF3151E70}" dt="2025-12-16T07:20:26.540" v="1214" actId="1076"/>
          <ac:picMkLst>
            <pc:docMk/>
            <pc:sldMk cId="1962659383" sldId="275"/>
            <ac:picMk id="8" creationId="{0F519A7E-ABCD-901A-9994-835123D3AF00}"/>
          </ac:picMkLst>
        </pc:picChg>
      </pc:sldChg>
      <pc:sldChg chg="addSp delSp modSp mod">
        <pc:chgData name="오두섭(DOOSEOB OH)[jack.oh]/선임/제조DX.자동보정.자동보정선행개발팀" userId="4f0a6e31-5f23-40ca-a7fe-97e6784d5889" providerId="ADAL" clId="{257A6965-D822-4D38-83A7-AA8EF3151E70}" dt="2025-12-16T08:05:45.100" v="1515" actId="20577"/>
        <pc:sldMkLst>
          <pc:docMk/>
          <pc:sldMk cId="1926470574" sldId="281"/>
        </pc:sldMkLst>
        <pc:spChg chg="add del mod">
          <ac:chgData name="오두섭(DOOSEOB OH)[jack.oh]/선임/제조DX.자동보정.자동보정선행개발팀" userId="4f0a6e31-5f23-40ca-a7fe-97e6784d5889" providerId="ADAL" clId="{257A6965-D822-4D38-83A7-AA8EF3151E70}" dt="2025-12-16T07:09:38.562" v="883" actId="478"/>
          <ac:spMkLst>
            <pc:docMk/>
            <pc:sldMk cId="1926470574" sldId="281"/>
            <ac:spMk id="8" creationId="{65C688F5-CBC6-902A-1CCE-7665D4F8BDDD}"/>
          </ac:spMkLst>
        </pc:spChg>
        <pc:spChg chg="mod">
          <ac:chgData name="오두섭(DOOSEOB OH)[jack.oh]/선임/제조DX.자동보정.자동보정선행개발팀" userId="4f0a6e31-5f23-40ca-a7fe-97e6784d5889" providerId="ADAL" clId="{257A6965-D822-4D38-83A7-AA8EF3151E70}" dt="2025-12-16T07:07:34.812" v="641" actId="20577"/>
          <ac:spMkLst>
            <pc:docMk/>
            <pc:sldMk cId="1926470574" sldId="281"/>
            <ac:spMk id="33" creationId="{28953EDA-490C-414A-829A-5166309284BE}"/>
          </ac:spMkLst>
        </pc:spChg>
        <pc:spChg chg="mod">
          <ac:chgData name="오두섭(DOOSEOB OH)[jack.oh]/선임/제조DX.자동보정.자동보정선행개발팀" userId="4f0a6e31-5f23-40ca-a7fe-97e6784d5889" providerId="ADAL" clId="{257A6965-D822-4D38-83A7-AA8EF3151E70}" dt="2025-12-16T07:09:32.785" v="881" actId="1076"/>
          <ac:spMkLst>
            <pc:docMk/>
            <pc:sldMk cId="1926470574" sldId="281"/>
            <ac:spMk id="38" creationId="{088CF335-7124-F019-E5D6-84CF8A398AE5}"/>
          </ac:spMkLst>
        </pc:spChg>
        <pc:graphicFrameChg chg="modGraphic">
          <ac:chgData name="오두섭(DOOSEOB OH)[jack.oh]/선임/제조DX.자동보정.자동보정선행개발팀" userId="4f0a6e31-5f23-40ca-a7fe-97e6784d5889" providerId="ADAL" clId="{257A6965-D822-4D38-83A7-AA8EF3151E70}" dt="2025-12-16T07:07:38.508" v="643" actId="20577"/>
          <ac:graphicFrameMkLst>
            <pc:docMk/>
            <pc:sldMk cId="1926470574" sldId="281"/>
            <ac:graphicFrameMk id="3" creationId="{1B538319-E744-914C-0D08-26296EEC9C81}"/>
          </ac:graphicFrameMkLst>
        </pc:graphicFrameChg>
        <pc:graphicFrameChg chg="mod modGraphic">
          <ac:chgData name="오두섭(DOOSEOB OH)[jack.oh]/선임/제조DX.자동보정.자동보정선행개발팀" userId="4f0a6e31-5f23-40ca-a7fe-97e6784d5889" providerId="ADAL" clId="{257A6965-D822-4D38-83A7-AA8EF3151E70}" dt="2025-12-16T08:05:45.100" v="1515" actId="20577"/>
          <ac:graphicFrameMkLst>
            <pc:docMk/>
            <pc:sldMk cId="1926470574" sldId="281"/>
            <ac:graphicFrameMk id="32" creationId="{C75B2E3A-6367-47F5-9C2E-36D1B1E1DCAE}"/>
          </ac:graphicFrameMkLst>
        </pc:graphicFrameChg>
        <pc:picChg chg="add del mod">
          <ac:chgData name="오두섭(DOOSEOB OH)[jack.oh]/선임/제조DX.자동보정.자동보정선행개발팀" userId="4f0a6e31-5f23-40ca-a7fe-97e6784d5889" providerId="ADAL" clId="{257A6965-D822-4D38-83A7-AA8EF3151E70}" dt="2025-12-16T08:00:33.261" v="1332" actId="478"/>
          <ac:picMkLst>
            <pc:docMk/>
            <pc:sldMk cId="1926470574" sldId="281"/>
            <ac:picMk id="7" creationId="{392D2D68-DF4D-7EF0-DBC0-9FB2D7A2240D}"/>
          </ac:picMkLst>
        </pc:picChg>
        <pc:picChg chg="add del mod">
          <ac:chgData name="오두섭(DOOSEOB OH)[jack.oh]/선임/제조DX.자동보정.자동보정선행개발팀" userId="4f0a6e31-5f23-40ca-a7fe-97e6784d5889" providerId="ADAL" clId="{257A6965-D822-4D38-83A7-AA8EF3151E70}" dt="2025-12-16T08:05:05.210" v="1412" actId="478"/>
          <ac:picMkLst>
            <pc:docMk/>
            <pc:sldMk cId="1926470574" sldId="281"/>
            <ac:picMk id="8" creationId="{482F6E11-CFCF-DFBC-7379-E72E0B7093AD}"/>
          </ac:picMkLst>
        </pc:picChg>
        <pc:picChg chg="del">
          <ac:chgData name="오두섭(DOOSEOB OH)[jack.oh]/선임/제조DX.자동보정.자동보정선행개발팀" userId="4f0a6e31-5f23-40ca-a7fe-97e6784d5889" providerId="ADAL" clId="{257A6965-D822-4D38-83A7-AA8EF3151E70}" dt="2025-12-16T06:41:55.791" v="3" actId="478"/>
          <ac:picMkLst>
            <pc:docMk/>
            <pc:sldMk cId="1926470574" sldId="281"/>
            <ac:picMk id="9" creationId="{68951CE4-CB1F-7ED6-D673-5EB82B8F7C0C}"/>
          </ac:picMkLst>
        </pc:picChg>
        <pc:picChg chg="add mod">
          <ac:chgData name="오두섭(DOOSEOB OH)[jack.oh]/선임/제조DX.자동보정.자동보정선행개발팀" userId="4f0a6e31-5f23-40ca-a7fe-97e6784d5889" providerId="ADAL" clId="{257A6965-D822-4D38-83A7-AA8EF3151E70}" dt="2025-12-16T08:05:14.080" v="1416" actId="14100"/>
          <ac:picMkLst>
            <pc:docMk/>
            <pc:sldMk cId="1926470574" sldId="281"/>
            <ac:picMk id="10" creationId="{68BCEDFC-1C5F-1A9D-5BD2-A272F162C5BB}"/>
          </ac:picMkLst>
        </pc:picChg>
      </pc:sldChg>
    </pc:docChg>
  </pc:docChgLst>
  <pc:docChgLst>
    <pc:chgData name="심은찬(EUNCHAN SIM)[sec1021]/선임/제조DX.자동보정.조립자동보정팀" userId="S::sec1021@lgensol.com::9090956e-ab5b-49d1-9c87-2078b7755aae" providerId="AD" clId="Web-{A6E19347-30EA-AED5-6B19-72DA718A6401}"/>
    <pc:docChg chg="modSld">
      <pc:chgData name="심은찬(EUNCHAN SIM)[sec1021]/선임/제조DX.자동보정.조립자동보정팀" userId="S::sec1021@lgensol.com::9090956e-ab5b-49d1-9c87-2078b7755aae" providerId="AD" clId="Web-{A6E19347-30EA-AED5-6B19-72DA718A6401}" dt="2025-11-18T00:33:04.206" v="358"/>
      <pc:docMkLst>
        <pc:docMk/>
      </pc:docMkLst>
      <pc:sldChg chg="modSp">
        <pc:chgData name="심은찬(EUNCHAN SIM)[sec1021]/선임/제조DX.자동보정.조립자동보정팀" userId="S::sec1021@lgensol.com::9090956e-ab5b-49d1-9c87-2078b7755aae" providerId="AD" clId="Web-{A6E19347-30EA-AED5-6B19-72DA718A6401}" dt="2025-11-18T00:16:02.867" v="116"/>
        <pc:sldMkLst>
          <pc:docMk/>
          <pc:sldMk cId="1197446796" sldId="256"/>
        </pc:sldMkLst>
        <pc:spChg chg="mod">
          <ac:chgData name="심은찬(EUNCHAN SIM)[sec1021]/선임/제조DX.자동보정.조립자동보정팀" userId="S::sec1021@lgensol.com::9090956e-ab5b-49d1-9c87-2078b7755aae" providerId="AD" clId="Web-{A6E19347-30EA-AED5-6B19-72DA718A6401}" dt="2025-11-18T00:12:27.452" v="28" actId="20577"/>
          <ac:spMkLst>
            <pc:docMk/>
            <pc:sldMk cId="1197446796" sldId="256"/>
            <ac:spMk id="6" creationId="{B3BB1961-3F71-0018-CA2B-9894ED0A96D8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A6E19347-30EA-AED5-6B19-72DA718A6401}" dt="2025-11-18T00:15:39.726" v="106"/>
          <ac:graphicFrameMkLst>
            <pc:docMk/>
            <pc:sldMk cId="1197446796" sldId="256"/>
            <ac:graphicFrameMk id="5" creationId="{03A8162C-C521-077A-0120-8EB01DA19A52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A6E19347-30EA-AED5-6B19-72DA718A6401}" dt="2025-11-18T00:16:02.867" v="116"/>
          <ac:graphicFrameMkLst>
            <pc:docMk/>
            <pc:sldMk cId="1197446796" sldId="256"/>
            <ac:graphicFrameMk id="9" creationId="{459FC5F3-1FD5-01E7-B1BA-B39813120590}"/>
          </ac:graphicFrameMkLst>
        </pc:graphicFrameChg>
      </pc:sldChg>
      <pc:sldChg chg="modSp">
        <pc:chgData name="심은찬(EUNCHAN SIM)[sec1021]/선임/제조DX.자동보정.조립자동보정팀" userId="S::sec1021@lgensol.com::9090956e-ab5b-49d1-9c87-2078b7755aae" providerId="AD" clId="Web-{A6E19347-30EA-AED5-6B19-72DA718A6401}" dt="2025-11-18T00:20:12.498" v="184"/>
        <pc:sldMkLst>
          <pc:docMk/>
          <pc:sldMk cId="3152614394" sldId="272"/>
        </pc:sldMkLst>
        <pc:graphicFrameChg chg="mod modGraphic">
          <ac:chgData name="심은찬(EUNCHAN SIM)[sec1021]/선임/제조DX.자동보정.조립자동보정팀" userId="S::sec1021@lgensol.com::9090956e-ab5b-49d1-9c87-2078b7755aae" providerId="AD" clId="Web-{A6E19347-30EA-AED5-6B19-72DA718A6401}" dt="2025-11-18T00:20:12.498" v="184"/>
          <ac:graphicFrameMkLst>
            <pc:docMk/>
            <pc:sldMk cId="3152614394" sldId="272"/>
            <ac:graphicFrameMk id="9" creationId="{F9E76470-5813-4108-9658-C9DA922B60EF}"/>
          </ac:graphicFrameMkLst>
        </pc:graphicFrameChg>
      </pc:sldChg>
      <pc:sldChg chg="modSp">
        <pc:chgData name="심은찬(EUNCHAN SIM)[sec1021]/선임/제조DX.자동보정.조립자동보정팀" userId="S::sec1021@lgensol.com::9090956e-ab5b-49d1-9c87-2078b7755aae" providerId="AD" clId="Web-{A6E19347-30EA-AED5-6B19-72DA718A6401}" dt="2025-11-18T00:26:18.213" v="258"/>
        <pc:sldMkLst>
          <pc:docMk/>
          <pc:sldMk cId="1984979464" sldId="277"/>
        </pc:sldMkLst>
        <pc:spChg chg="mod">
          <ac:chgData name="심은찬(EUNCHAN SIM)[sec1021]/선임/제조DX.자동보정.조립자동보정팀" userId="S::sec1021@lgensol.com::9090956e-ab5b-49d1-9c87-2078b7755aae" providerId="AD" clId="Web-{A6E19347-30EA-AED5-6B19-72DA718A6401}" dt="2025-11-18T00:23:59.347" v="202" actId="20577"/>
          <ac:spMkLst>
            <pc:docMk/>
            <pc:sldMk cId="1984979464" sldId="277"/>
            <ac:spMk id="6" creationId="{83CFA496-A814-27C3-3FB8-E454A7B5C13A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A6E19347-30EA-AED5-6B19-72DA718A6401}" dt="2025-11-18T00:23:52.878" v="200"/>
          <ac:graphicFrameMkLst>
            <pc:docMk/>
            <pc:sldMk cId="1984979464" sldId="277"/>
            <ac:graphicFrameMk id="5" creationId="{90FA0DD6-FD75-6357-BD16-BBD64CC6F177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A6E19347-30EA-AED5-6B19-72DA718A6401}" dt="2025-11-18T00:26:18.213" v="258"/>
          <ac:graphicFrameMkLst>
            <pc:docMk/>
            <pc:sldMk cId="1984979464" sldId="277"/>
            <ac:graphicFrameMk id="9" creationId="{8FDB63AD-0852-F4A6-4748-366EC5BD265C}"/>
          </ac:graphicFrameMkLst>
        </pc:graphicFrameChg>
      </pc:sldChg>
      <pc:sldChg chg="modSp">
        <pc:chgData name="심은찬(EUNCHAN SIM)[sec1021]/선임/제조DX.자동보정.조립자동보정팀" userId="S::sec1021@lgensol.com::9090956e-ab5b-49d1-9c87-2078b7755aae" providerId="AD" clId="Web-{A6E19347-30EA-AED5-6B19-72DA718A6401}" dt="2025-11-18T00:33:04.206" v="358"/>
        <pc:sldMkLst>
          <pc:docMk/>
          <pc:sldMk cId="3005009049" sldId="284"/>
        </pc:sldMkLst>
        <pc:spChg chg="mod">
          <ac:chgData name="심은찬(EUNCHAN SIM)[sec1021]/선임/제조DX.자동보정.조립자동보정팀" userId="S::sec1021@lgensol.com::9090956e-ab5b-49d1-9c87-2078b7755aae" providerId="AD" clId="Web-{A6E19347-30EA-AED5-6B19-72DA718A6401}" dt="2025-11-18T00:22:37.407" v="192" actId="20577"/>
          <ac:spMkLst>
            <pc:docMk/>
            <pc:sldMk cId="3005009049" sldId="284"/>
            <ac:spMk id="6" creationId="{B3BB1961-3F71-0018-CA2B-9894ED0A96D8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A6E19347-30EA-AED5-6B19-72DA718A6401}" dt="2025-11-18T00:22:46.376" v="196"/>
          <ac:graphicFrameMkLst>
            <pc:docMk/>
            <pc:sldMk cId="3005009049" sldId="284"/>
            <ac:graphicFrameMk id="5" creationId="{03A8162C-C521-077A-0120-8EB01DA19A52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A6E19347-30EA-AED5-6B19-72DA718A6401}" dt="2025-11-18T00:33:04.206" v="358"/>
          <ac:graphicFrameMkLst>
            <pc:docMk/>
            <pc:sldMk cId="3005009049" sldId="284"/>
            <ac:graphicFrameMk id="9" creationId="{459FC5F3-1FD5-01E7-B1BA-B39813120590}"/>
          </ac:graphicFrameMkLst>
        </pc:graphicFrameChg>
      </pc:sldChg>
    </pc:docChg>
  </pc:docChgLst>
  <pc:docChgLst>
    <pc:chgData name="황재웅(JAEWOONG HWANG)[xyxowen1234]/선임/제조DX.자동보정.조립자동보정팀" userId="84481fad-ac5e-4a35-844e-8829e3f0212e" providerId="ADAL" clId="{770E4E0F-266E-4716-8A98-B27C7A02DEB6}"/>
    <pc:docChg chg="undo custSel modSld">
      <pc:chgData name="황재웅(JAEWOONG HWANG)[xyxowen1234]/선임/제조DX.자동보정.조립자동보정팀" userId="84481fad-ac5e-4a35-844e-8829e3f0212e" providerId="ADAL" clId="{770E4E0F-266E-4716-8A98-B27C7A02DEB6}" dt="2025-12-10T08:12:04.106" v="640" actId="20577"/>
      <pc:docMkLst>
        <pc:docMk/>
      </pc:docMkLst>
      <pc:sldChg chg="addSp delSp modSp mod">
        <pc:chgData name="황재웅(JAEWOONG HWANG)[xyxowen1234]/선임/제조DX.자동보정.조립자동보정팀" userId="84481fad-ac5e-4a35-844e-8829e3f0212e" providerId="ADAL" clId="{770E4E0F-266E-4716-8A98-B27C7A02DEB6}" dt="2025-12-10T08:12:04.106" v="640" actId="20577"/>
        <pc:sldMkLst>
          <pc:docMk/>
          <pc:sldMk cId="3165105239" sldId="297"/>
        </pc:sldMkLst>
        <pc:spChg chg="add mod">
          <ac:chgData name="황재웅(JAEWOONG HWANG)[xyxowen1234]/선임/제조DX.자동보정.조립자동보정팀" userId="84481fad-ac5e-4a35-844e-8829e3f0212e" providerId="ADAL" clId="{770E4E0F-266E-4716-8A98-B27C7A02DEB6}" dt="2025-12-10T08:10:58.494" v="575" actId="14100"/>
          <ac:spMkLst>
            <pc:docMk/>
            <pc:sldMk cId="3165105239" sldId="297"/>
            <ac:spMk id="5" creationId="{5F9CBCB7-384B-8F5C-FC26-81B2F7EE720C}"/>
          </ac:spMkLst>
        </pc:spChg>
        <pc:spChg chg="mod">
          <ac:chgData name="황재웅(JAEWOONG HWANG)[xyxowen1234]/선임/제조DX.자동보정.조립자동보정팀" userId="84481fad-ac5e-4a35-844e-8829e3f0212e" providerId="ADAL" clId="{770E4E0F-266E-4716-8A98-B27C7A02DEB6}" dt="2025-12-10T08:10:33.099" v="556" actId="1035"/>
          <ac:spMkLst>
            <pc:docMk/>
            <pc:sldMk cId="3165105239" sldId="297"/>
            <ac:spMk id="7" creationId="{39B40AD6-7DA1-4032-84CF-63BBC4856035}"/>
          </ac:spMkLst>
        </pc:spChg>
        <pc:spChg chg="add mod">
          <ac:chgData name="황재웅(JAEWOONG HWANG)[xyxowen1234]/선임/제조DX.자동보정.조립자동보정팀" userId="84481fad-ac5e-4a35-844e-8829e3f0212e" providerId="ADAL" clId="{770E4E0F-266E-4716-8A98-B27C7A02DEB6}" dt="2025-12-10T08:10:46.937" v="571" actId="1035"/>
          <ac:spMkLst>
            <pc:docMk/>
            <pc:sldMk cId="3165105239" sldId="297"/>
            <ac:spMk id="8" creationId="{06EBF9A2-E251-3A79-C8A8-E158F1310CE5}"/>
          </ac:spMkLst>
        </pc:spChg>
        <pc:spChg chg="add mod">
          <ac:chgData name="황재웅(JAEWOONG HWANG)[xyxowen1234]/선임/제조DX.자동보정.조립자동보정팀" userId="84481fad-ac5e-4a35-844e-8829e3f0212e" providerId="ADAL" clId="{770E4E0F-266E-4716-8A98-B27C7A02DEB6}" dt="2025-12-10T08:11:12.055" v="584"/>
          <ac:spMkLst>
            <pc:docMk/>
            <pc:sldMk cId="3165105239" sldId="297"/>
            <ac:spMk id="10" creationId="{7556E948-F9E5-79D6-5BB3-F76B60D229DD}"/>
          </ac:spMkLst>
        </pc:spChg>
        <pc:spChg chg="mod">
          <ac:chgData name="황재웅(JAEWOONG HWANG)[xyxowen1234]/선임/제조DX.자동보정.조립자동보정팀" userId="84481fad-ac5e-4a35-844e-8829e3f0212e" providerId="ADAL" clId="{770E4E0F-266E-4716-8A98-B27C7A02DEB6}" dt="2025-12-10T06:43:37.254" v="62" actId="20577"/>
          <ac:spMkLst>
            <pc:docMk/>
            <pc:sldMk cId="3165105239" sldId="297"/>
            <ac:spMk id="23" creationId="{68B6FBF6-12C2-3A8B-E799-56D11E8B7E16}"/>
          </ac:spMkLst>
        </pc:spChg>
        <pc:spChg chg="mod">
          <ac:chgData name="황재웅(JAEWOONG HWANG)[xyxowen1234]/선임/제조DX.자동보정.조립자동보정팀" userId="84481fad-ac5e-4a35-844e-8829e3f0212e" providerId="ADAL" clId="{770E4E0F-266E-4716-8A98-B27C7A02DEB6}" dt="2025-12-10T08:06:19.943" v="254" actId="1076"/>
          <ac:spMkLst>
            <pc:docMk/>
            <pc:sldMk cId="3165105239" sldId="297"/>
            <ac:spMk id="29" creationId="{65BB4B75-A16E-7EA5-1D7F-68DEA3F8B12F}"/>
          </ac:spMkLst>
        </pc:spChg>
        <pc:graphicFrameChg chg="mod modGraphic">
          <ac:chgData name="황재웅(JAEWOONG HWANG)[xyxowen1234]/선임/제조DX.자동보정.조립자동보정팀" userId="84481fad-ac5e-4a35-844e-8829e3f0212e" providerId="ADAL" clId="{770E4E0F-266E-4716-8A98-B27C7A02DEB6}" dt="2025-12-10T08:12:04.106" v="640" actId="20577"/>
          <ac:graphicFrameMkLst>
            <pc:docMk/>
            <pc:sldMk cId="3165105239" sldId="297"/>
            <ac:graphicFrameMk id="3" creationId="{F56DC1FB-9EE1-4913-87D1-FB9FD073A3CA}"/>
          </ac:graphicFrameMkLst>
        </pc:graphicFrameChg>
        <pc:graphicFrameChg chg="mod modGraphic">
          <ac:chgData name="황재웅(JAEWOONG HWANG)[xyxowen1234]/선임/제조DX.자동보정.조립자동보정팀" userId="84481fad-ac5e-4a35-844e-8829e3f0212e" providerId="ADAL" clId="{770E4E0F-266E-4716-8A98-B27C7A02DEB6}" dt="2025-12-10T08:10:30.932" v="550" actId="1036"/>
          <ac:graphicFrameMkLst>
            <pc:docMk/>
            <pc:sldMk cId="3165105239" sldId="297"/>
            <ac:graphicFrameMk id="27" creationId="{B760C18F-738A-EA20-CD34-D766DF22298C}"/>
          </ac:graphicFrameMkLst>
        </pc:graphicFrameChg>
        <pc:picChg chg="add mod modCrop">
          <ac:chgData name="황재웅(JAEWOONG HWANG)[xyxowen1234]/선임/제조DX.자동보정.조립자동보정팀" userId="84481fad-ac5e-4a35-844e-8829e3f0212e" providerId="ADAL" clId="{770E4E0F-266E-4716-8A98-B27C7A02DEB6}" dt="2025-12-10T08:06:37.825" v="265" actId="732"/>
          <ac:picMkLst>
            <pc:docMk/>
            <pc:sldMk cId="3165105239" sldId="297"/>
            <ac:picMk id="4" creationId="{CDA0C77C-1E34-8ABB-7170-536E72EFAE81}"/>
          </ac:picMkLst>
        </pc:picChg>
      </pc:sldChg>
      <pc:sldChg chg="modSp mod">
        <pc:chgData name="황재웅(JAEWOONG HWANG)[xyxowen1234]/선임/제조DX.자동보정.조립자동보정팀" userId="84481fad-ac5e-4a35-844e-8829e3f0212e" providerId="ADAL" clId="{770E4E0F-266E-4716-8A98-B27C7A02DEB6}" dt="2025-12-10T04:53:54.474" v="5" actId="20577"/>
        <pc:sldMkLst>
          <pc:docMk/>
          <pc:sldMk cId="3696303700" sldId="2147481909"/>
        </pc:sldMkLst>
        <pc:spChg chg="mod">
          <ac:chgData name="황재웅(JAEWOONG HWANG)[xyxowen1234]/선임/제조DX.자동보정.조립자동보정팀" userId="84481fad-ac5e-4a35-844e-8829e3f0212e" providerId="ADAL" clId="{770E4E0F-266E-4716-8A98-B27C7A02DEB6}" dt="2025-12-10T04:53:54.474" v="5" actId="20577"/>
          <ac:spMkLst>
            <pc:docMk/>
            <pc:sldMk cId="3696303700" sldId="2147481909"/>
            <ac:spMk id="40" creationId="{B40A5CA6-41CB-49B5-A347-A26580A6C857}"/>
          </ac:spMkLst>
        </pc:spChg>
      </pc:sldChg>
      <pc:sldChg chg="modSp mod">
        <pc:chgData name="황재웅(JAEWOONG HWANG)[xyxowen1234]/선임/제조DX.자동보정.조립자동보정팀" userId="84481fad-ac5e-4a35-844e-8829e3f0212e" providerId="ADAL" clId="{770E4E0F-266E-4716-8A98-B27C7A02DEB6}" dt="2025-12-10T04:55:51.486" v="37" actId="20577"/>
        <pc:sldMkLst>
          <pc:docMk/>
          <pc:sldMk cId="3422467958" sldId="2147483559"/>
        </pc:sldMkLst>
        <pc:spChg chg="mod">
          <ac:chgData name="황재웅(JAEWOONG HWANG)[xyxowen1234]/선임/제조DX.자동보정.조립자동보정팀" userId="84481fad-ac5e-4a35-844e-8829e3f0212e" providerId="ADAL" clId="{770E4E0F-266E-4716-8A98-B27C7A02DEB6}" dt="2025-12-10T04:55:23.482" v="18" actId="20577"/>
          <ac:spMkLst>
            <pc:docMk/>
            <pc:sldMk cId="3422467958" sldId="2147483559"/>
            <ac:spMk id="23" creationId="{075C7B48-380F-4884-A079-536F4D26E969}"/>
          </ac:spMkLst>
        </pc:spChg>
        <pc:grpChg chg="mod">
          <ac:chgData name="황재웅(JAEWOONG HWANG)[xyxowen1234]/선임/제조DX.자동보정.조립자동보정팀" userId="84481fad-ac5e-4a35-844e-8829e3f0212e" providerId="ADAL" clId="{770E4E0F-266E-4716-8A98-B27C7A02DEB6}" dt="2025-12-10T04:55:39.311" v="33" actId="1036"/>
          <ac:grpSpMkLst>
            <pc:docMk/>
            <pc:sldMk cId="3422467958" sldId="2147483559"/>
            <ac:grpSpMk id="4" creationId="{7E20DC9B-FB74-AF70-B602-F8F7294E134A}"/>
          </ac:grpSpMkLst>
        </pc:grpChg>
        <pc:graphicFrameChg chg="modGraphic">
          <ac:chgData name="황재웅(JAEWOONG HWANG)[xyxowen1234]/선임/제조DX.자동보정.조립자동보정팀" userId="84481fad-ac5e-4a35-844e-8829e3f0212e" providerId="ADAL" clId="{770E4E0F-266E-4716-8A98-B27C7A02DEB6}" dt="2025-12-10T04:55:51.486" v="37" actId="20577"/>
          <ac:graphicFrameMkLst>
            <pc:docMk/>
            <pc:sldMk cId="3422467958" sldId="2147483559"/>
            <ac:graphicFrameMk id="27" creationId="{44AAB40C-C086-43BD-BA65-E476147E42EB}"/>
          </ac:graphicFrameMkLst>
        </pc:graphicFrameChg>
        <pc:graphicFrameChg chg="modGraphic">
          <ac:chgData name="황재웅(JAEWOONG HWANG)[xyxowen1234]/선임/제조DX.자동보정.조립자동보정팀" userId="84481fad-ac5e-4a35-844e-8829e3f0212e" providerId="ADAL" clId="{770E4E0F-266E-4716-8A98-B27C7A02DEB6}" dt="2025-12-10T04:55:36.892" v="30" actId="20577"/>
          <ac:graphicFrameMkLst>
            <pc:docMk/>
            <pc:sldMk cId="3422467958" sldId="2147483559"/>
            <ac:graphicFrameMk id="28" creationId="{8E00D5BE-64E4-47DA-BAA8-80A25CD0192F}"/>
          </ac:graphicFrameMkLst>
        </pc:graphicFrameChg>
      </pc:sldChg>
    </pc:docChg>
  </pc:docChgLst>
  <pc:docChgLst>
    <pc:chgData name="함경호(KYUNG HO HAM)[kyungho.ham]/책임/제조DX.자동보정.MC자동보정팀" userId="2a5cfc74-1b1b-4414-b1fd-cb38d5c4422f" providerId="ADAL" clId="{92154F09-BAFF-45C4-830E-00B02FE12616}"/>
    <pc:docChg chg="undo custSel modSld">
      <pc:chgData name="함경호(KYUNG HO HAM)[kyungho.ham]/책임/제조DX.자동보정.MC자동보정팀" userId="2a5cfc74-1b1b-4414-b1fd-cb38d5c4422f" providerId="ADAL" clId="{92154F09-BAFF-45C4-830E-00B02FE12616}" dt="2025-11-18T08:09:00.257" v="492" actId="1036"/>
      <pc:docMkLst>
        <pc:docMk/>
      </pc:docMkLst>
      <pc:sldChg chg="addSp delSp modSp mod">
        <pc:chgData name="함경호(KYUNG HO HAM)[kyungho.ham]/책임/제조DX.자동보정.MC자동보정팀" userId="2a5cfc74-1b1b-4414-b1fd-cb38d5c4422f" providerId="ADAL" clId="{92154F09-BAFF-45C4-830E-00B02FE12616}" dt="2025-11-18T08:09:00.257" v="492" actId="1036"/>
        <pc:sldMkLst>
          <pc:docMk/>
          <pc:sldMk cId="2130930852" sldId="273"/>
        </pc:sldMkLst>
        <pc:spChg chg="mod">
          <ac:chgData name="함경호(KYUNG HO HAM)[kyungho.ham]/책임/제조DX.자동보정.MC자동보정팀" userId="2a5cfc74-1b1b-4414-b1fd-cb38d5c4422f" providerId="ADAL" clId="{92154F09-BAFF-45C4-830E-00B02FE12616}" dt="2025-11-18T07:22:16.979" v="24" actId="20577"/>
          <ac:spMkLst>
            <pc:docMk/>
            <pc:sldMk cId="2130930852" sldId="273"/>
            <ac:spMk id="8" creationId="{07A09189-3112-656C-AD07-D2D881F7CDA1}"/>
          </ac:spMkLst>
        </pc:spChg>
        <pc:spChg chg="mod">
          <ac:chgData name="함경호(KYUNG HO HAM)[kyungho.ham]/책임/제조DX.자동보정.MC자동보정팀" userId="2a5cfc74-1b1b-4414-b1fd-cb38d5c4422f" providerId="ADAL" clId="{92154F09-BAFF-45C4-830E-00B02FE12616}" dt="2025-11-18T08:09:00.257" v="492" actId="1036"/>
          <ac:spMkLst>
            <pc:docMk/>
            <pc:sldMk cId="2130930852" sldId="273"/>
            <ac:spMk id="36" creationId="{8DA6D352-9B07-761B-D16A-87E154485E47}"/>
          </ac:spMkLst>
        </pc:spChg>
        <pc:graphicFrameChg chg="modGraphic">
          <ac:chgData name="함경호(KYUNG HO HAM)[kyungho.ham]/책임/제조DX.자동보정.MC자동보정팀" userId="2a5cfc74-1b1b-4414-b1fd-cb38d5c4422f" providerId="ADAL" clId="{92154F09-BAFF-45C4-830E-00B02FE12616}" dt="2025-11-18T07:22:29.058" v="31" actId="20577"/>
          <ac:graphicFrameMkLst>
            <pc:docMk/>
            <pc:sldMk cId="2130930852" sldId="273"/>
            <ac:graphicFrameMk id="4" creationId="{EB5481E2-6FB4-4FB7-EF5D-7D9B040C6E64}"/>
          </ac:graphicFrameMkLst>
        </pc:graphicFrameChg>
        <pc:graphicFrameChg chg="mod modGraphic">
          <ac:chgData name="함경호(KYUNG HO HAM)[kyungho.ham]/책임/제조DX.자동보정.MC자동보정팀" userId="2a5cfc74-1b1b-4414-b1fd-cb38d5c4422f" providerId="ADAL" clId="{92154F09-BAFF-45C4-830E-00B02FE12616}" dt="2025-11-18T08:02:49.280" v="472" actId="6549"/>
          <ac:graphicFrameMkLst>
            <pc:docMk/>
            <pc:sldMk cId="2130930852" sldId="273"/>
            <ac:graphicFrameMk id="5" creationId="{2369CE85-B89B-6E4A-6281-356F875EAE52}"/>
          </ac:graphicFrameMkLst>
        </pc:graphicFrameChg>
        <pc:graphicFrameChg chg="mod">
          <ac:chgData name="함경호(KYUNG HO HAM)[kyungho.ham]/책임/제조DX.자동보정.MC자동보정팀" userId="2a5cfc74-1b1b-4414-b1fd-cb38d5c4422f" providerId="ADAL" clId="{92154F09-BAFF-45C4-830E-00B02FE12616}" dt="2025-11-18T08:09:00.257" v="492" actId="1036"/>
          <ac:graphicFrameMkLst>
            <pc:docMk/>
            <pc:sldMk cId="2130930852" sldId="273"/>
            <ac:graphicFrameMk id="32" creationId="{CA3FBD93-2B86-2670-F775-0A09164A9385}"/>
          </ac:graphicFrameMkLst>
        </pc:graphicFrameChg>
        <pc:graphicFrameChg chg="mod modGraphic">
          <ac:chgData name="함경호(KYUNG HO HAM)[kyungho.ham]/책임/제조DX.자동보정.MC자동보정팀" userId="2a5cfc74-1b1b-4414-b1fd-cb38d5c4422f" providerId="ADAL" clId="{92154F09-BAFF-45C4-830E-00B02FE12616}" dt="2025-11-18T07:57:13.798" v="316" actId="207"/>
          <ac:graphicFrameMkLst>
            <pc:docMk/>
            <pc:sldMk cId="2130930852" sldId="273"/>
            <ac:graphicFrameMk id="33" creationId="{06CED5A8-4136-8BB0-A091-B792BB688DEF}"/>
          </ac:graphicFrameMkLst>
        </pc:graphicFrameChg>
      </pc:sldChg>
      <pc:sldChg chg="modSp mod">
        <pc:chgData name="함경호(KYUNG HO HAM)[kyungho.ham]/책임/제조DX.자동보정.MC자동보정팀" userId="2a5cfc74-1b1b-4414-b1fd-cb38d5c4422f" providerId="ADAL" clId="{92154F09-BAFF-45C4-830E-00B02FE12616}" dt="2025-11-18T07:18:48.193" v="13" actId="20577"/>
        <pc:sldMkLst>
          <pc:docMk/>
          <pc:sldMk cId="538742533" sldId="2147482032"/>
        </pc:sldMkLst>
        <pc:spChg chg="mod">
          <ac:chgData name="함경호(KYUNG HO HAM)[kyungho.ham]/책임/제조DX.자동보정.MC자동보정팀" userId="2a5cfc74-1b1b-4414-b1fd-cb38d5c4422f" providerId="ADAL" clId="{92154F09-BAFF-45C4-830E-00B02FE12616}" dt="2025-11-18T07:18:48.193" v="13" actId="20577"/>
          <ac:spMkLst>
            <pc:docMk/>
            <pc:sldMk cId="538742533" sldId="2147482032"/>
            <ac:spMk id="39" creationId="{8765733F-73A2-81BD-BC8C-3BE9F9D5F6AE}"/>
          </ac:spMkLst>
        </pc:spChg>
        <pc:graphicFrameChg chg="modGraphic">
          <ac:chgData name="함경호(KYUNG HO HAM)[kyungho.ham]/책임/제조DX.자동보정.MC자동보정팀" userId="2a5cfc74-1b1b-4414-b1fd-cb38d5c4422f" providerId="ADAL" clId="{92154F09-BAFF-45C4-830E-00B02FE12616}" dt="2025-11-18T07:17:47.121" v="9" actId="20577"/>
          <ac:graphicFrameMkLst>
            <pc:docMk/>
            <pc:sldMk cId="538742533" sldId="2147482032"/>
            <ac:graphicFrameMk id="2" creationId="{EDD7634A-5B1A-0AA9-D4B2-0C9DB54DC62D}"/>
          </ac:graphicFrameMkLst>
        </pc:graphicFrameChg>
        <pc:graphicFrameChg chg="modGraphic">
          <ac:chgData name="함경호(KYUNG HO HAM)[kyungho.ham]/책임/제조DX.자동보정.MC자동보정팀" userId="2a5cfc74-1b1b-4414-b1fd-cb38d5c4422f" providerId="ADAL" clId="{92154F09-BAFF-45C4-830E-00B02FE12616}" dt="2025-11-18T07:17:44.183" v="7" actId="6549"/>
          <ac:graphicFrameMkLst>
            <pc:docMk/>
            <pc:sldMk cId="538742533" sldId="2147482032"/>
            <ac:graphicFrameMk id="7" creationId="{F7A6BBF7-8871-322E-E6B8-FB752E7001C2}"/>
          </ac:graphicFrameMkLst>
        </pc:graphicFrameChg>
      </pc:sldChg>
      <pc:sldChg chg="modSp mod">
        <pc:chgData name="함경호(KYUNG HO HAM)[kyungho.ham]/책임/제조DX.자동보정.MC자동보정팀" userId="2a5cfc74-1b1b-4414-b1fd-cb38d5c4422f" providerId="ADAL" clId="{92154F09-BAFF-45C4-830E-00B02FE12616}" dt="2025-11-18T07:21:16.644" v="20" actId="20577"/>
        <pc:sldMkLst>
          <pc:docMk/>
          <pc:sldMk cId="2934317814" sldId="2147483612"/>
        </pc:sldMkLst>
        <pc:spChg chg="mod">
          <ac:chgData name="함경호(KYUNG HO HAM)[kyungho.ham]/책임/제조DX.자동보정.MC자동보정팀" userId="2a5cfc74-1b1b-4414-b1fd-cb38d5c4422f" providerId="ADAL" clId="{92154F09-BAFF-45C4-830E-00B02FE12616}" dt="2025-11-18T07:18:58.167" v="17" actId="20577"/>
          <ac:spMkLst>
            <pc:docMk/>
            <pc:sldMk cId="2934317814" sldId="2147483612"/>
            <ac:spMk id="37" creationId="{F06A6308-D199-E0C9-63F4-0C9EB0AE3FB7}"/>
          </ac:spMkLst>
        </pc:spChg>
        <pc:graphicFrameChg chg="modGraphic">
          <ac:chgData name="함경호(KYUNG HO HAM)[kyungho.ham]/책임/제조DX.자동보정.MC자동보정팀" userId="2a5cfc74-1b1b-4414-b1fd-cb38d5c4422f" providerId="ADAL" clId="{92154F09-BAFF-45C4-830E-00B02FE12616}" dt="2025-11-18T07:19:02.389" v="19" actId="20577"/>
          <ac:graphicFrameMkLst>
            <pc:docMk/>
            <pc:sldMk cId="2934317814" sldId="2147483612"/>
            <ac:graphicFrameMk id="7" creationId="{874F4904-490C-92A6-9694-09DC8FF3045A}"/>
          </ac:graphicFrameMkLst>
        </pc:graphicFrameChg>
        <pc:graphicFrameChg chg="modGraphic">
          <ac:chgData name="함경호(KYUNG HO HAM)[kyungho.ham]/책임/제조DX.자동보정.MC자동보정팀" userId="2a5cfc74-1b1b-4414-b1fd-cb38d5c4422f" providerId="ADAL" clId="{92154F09-BAFF-45C4-830E-00B02FE12616}" dt="2025-11-18T07:21:16.644" v="20" actId="20577"/>
          <ac:graphicFrameMkLst>
            <pc:docMk/>
            <pc:sldMk cId="2934317814" sldId="2147483612"/>
            <ac:graphicFrameMk id="10" creationId="{BEDE071C-F35F-E4A4-7A2B-D5E251FB36C4}"/>
          </ac:graphicFrameMkLst>
        </pc:graphicFrameChg>
      </pc:sldChg>
      <pc:sldChg chg="modSp mod">
        <pc:chgData name="함경호(KYUNG HO HAM)[kyungho.ham]/책임/제조DX.자동보정.MC자동보정팀" userId="2a5cfc74-1b1b-4414-b1fd-cb38d5c4422f" providerId="ADAL" clId="{92154F09-BAFF-45C4-830E-00B02FE12616}" dt="2025-11-18T08:01:03.563" v="441"/>
        <pc:sldMkLst>
          <pc:docMk/>
          <pc:sldMk cId="3761653059" sldId="2147483638"/>
        </pc:sldMkLst>
        <pc:spChg chg="mod">
          <ac:chgData name="함경호(KYUNG HO HAM)[kyungho.ham]/책임/제조DX.자동보정.MC자동보정팀" userId="2a5cfc74-1b1b-4414-b1fd-cb38d5c4422f" providerId="ADAL" clId="{92154F09-BAFF-45C4-830E-00B02FE12616}" dt="2025-11-18T08:01:03.563" v="441"/>
          <ac:spMkLst>
            <pc:docMk/>
            <pc:sldMk cId="3761653059" sldId="2147483638"/>
            <ac:spMk id="24" creationId="{68298820-7D85-A6ED-9D53-48660883B2D3}"/>
          </ac:spMkLst>
        </pc:spChg>
      </pc:sldChg>
    </pc:docChg>
  </pc:docChgLst>
  <pc:docChgLst>
    <pc:chgData name="김형준(HYUNGJUN KIM)[hkim810]/책임/제조DX.자동보정.MC자동보정팀" userId="76eaafad-027b-42f8-8d92-ede6d1a17ed2" providerId="ADAL" clId="{87036C18-6E0B-4D27-93EF-50E87129D35C}"/>
    <pc:docChg chg="undo custSel modSld">
      <pc:chgData name="김형준(HYUNGJUN KIM)[hkim810]/책임/제조DX.자동보정.MC자동보정팀" userId="76eaafad-027b-42f8-8d92-ede6d1a17ed2" providerId="ADAL" clId="{87036C18-6E0B-4D27-93EF-50E87129D35C}" dt="2025-12-09T04:13:31.996" v="3143" actId="1035"/>
      <pc:docMkLst>
        <pc:docMk/>
      </pc:docMkLst>
      <pc:sldChg chg="modSp mod">
        <pc:chgData name="김형준(HYUNGJUN KIM)[hkim810]/책임/제조DX.자동보정.MC자동보정팀" userId="76eaafad-027b-42f8-8d92-ede6d1a17ed2" providerId="ADAL" clId="{87036C18-6E0B-4D27-93EF-50E87129D35C}" dt="2025-12-09T04:12:26.103" v="3129" actId="207"/>
        <pc:sldMkLst>
          <pc:docMk/>
          <pc:sldMk cId="528501483" sldId="264"/>
        </pc:sldMkLst>
        <pc:spChg chg="mod">
          <ac:chgData name="김형준(HYUNGJUN KIM)[hkim810]/책임/제조DX.자동보정.MC자동보정팀" userId="76eaafad-027b-42f8-8d92-ede6d1a17ed2" providerId="ADAL" clId="{87036C18-6E0B-4D27-93EF-50E87129D35C}" dt="2025-12-09T03:26:14.060" v="949" actId="1036"/>
          <ac:spMkLst>
            <pc:docMk/>
            <pc:sldMk cId="528501483" sldId="264"/>
            <ac:spMk id="2" creationId="{E8F06963-68B2-D37B-EC7B-3994ACC6BD2A}"/>
          </ac:spMkLst>
        </pc:spChg>
        <pc:spChg chg="mod">
          <ac:chgData name="김형준(HYUNGJUN KIM)[hkim810]/책임/제조DX.자동보정.MC자동보정팀" userId="76eaafad-027b-42f8-8d92-ede6d1a17ed2" providerId="ADAL" clId="{87036C18-6E0B-4D27-93EF-50E87129D35C}" dt="2025-12-09T03:26:21.710" v="961" actId="1035"/>
          <ac:spMkLst>
            <pc:docMk/>
            <pc:sldMk cId="528501483" sldId="264"/>
            <ac:spMk id="8" creationId="{9A1AFDD3-0124-4AF4-173A-8D36DE226272}"/>
          </ac:spMkLst>
        </pc:spChg>
        <pc:spChg chg="mod">
          <ac:chgData name="김형준(HYUNGJUN KIM)[hkim810]/책임/제조DX.자동보정.MC자동보정팀" userId="76eaafad-027b-42f8-8d92-ede6d1a17ed2" providerId="ADAL" clId="{87036C18-6E0B-4D27-93EF-50E87129D35C}" dt="2025-12-09T03:32:14.246" v="1333" actId="20577"/>
          <ac:spMkLst>
            <pc:docMk/>
            <pc:sldMk cId="528501483" sldId="264"/>
            <ac:spMk id="10" creationId="{622256A6-C7CD-F573-B117-F304392ACE9E}"/>
          </ac:spMkLst>
        </pc:spChg>
        <pc:spChg chg="mod">
          <ac:chgData name="김형준(HYUNGJUN KIM)[hkim810]/책임/제조DX.자동보정.MC자동보정팀" userId="76eaafad-027b-42f8-8d92-ede6d1a17ed2" providerId="ADAL" clId="{87036C18-6E0B-4D27-93EF-50E87129D35C}" dt="2025-12-09T03:37:16.114" v="1445" actId="20577"/>
          <ac:spMkLst>
            <pc:docMk/>
            <pc:sldMk cId="528501483" sldId="264"/>
            <ac:spMk id="12" creationId="{6F1B67F7-3FCA-8C3B-A398-028735996A77}"/>
          </ac:spMkLst>
        </pc:spChg>
        <pc:spChg chg="mod">
          <ac:chgData name="김형준(HYUNGJUN KIM)[hkim810]/책임/제조DX.자동보정.MC자동보정팀" userId="76eaafad-027b-42f8-8d92-ede6d1a17ed2" providerId="ADAL" clId="{87036C18-6E0B-4D27-93EF-50E87129D35C}" dt="2025-12-09T04:12:26.103" v="3129" actId="207"/>
          <ac:spMkLst>
            <pc:docMk/>
            <pc:sldMk cId="528501483" sldId="264"/>
            <ac:spMk id="15" creationId="{E0E42231-D299-2E3B-F2DE-55FFD43F80C3}"/>
          </ac:spMkLst>
        </pc:spChg>
        <pc:graphicFrameChg chg="mod modGraphic">
          <ac:chgData name="김형준(HYUNGJUN KIM)[hkim810]/책임/제조DX.자동보정.MC자동보정팀" userId="76eaafad-027b-42f8-8d92-ede6d1a17ed2" providerId="ADAL" clId="{87036C18-6E0B-4D27-93EF-50E87129D35C}" dt="2025-12-09T03:26:08.032" v="937" actId="1036"/>
          <ac:graphicFrameMkLst>
            <pc:docMk/>
            <pc:sldMk cId="528501483" sldId="264"/>
            <ac:graphicFrameMk id="3" creationId="{860E7189-B0CA-D078-C309-42442B78B578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87036C18-6E0B-4D27-93EF-50E87129D35C}" dt="2025-12-09T04:12:43.976" v="3131" actId="113"/>
        <pc:sldMkLst>
          <pc:docMk/>
          <pc:sldMk cId="2852005536" sldId="288"/>
        </pc:sldMkLst>
        <pc:spChg chg="mod">
          <ac:chgData name="김형준(HYUNGJUN KIM)[hkim810]/책임/제조DX.자동보정.MC자동보정팀" userId="76eaafad-027b-42f8-8d92-ede6d1a17ed2" providerId="ADAL" clId="{87036C18-6E0B-4D27-93EF-50E87129D35C}" dt="2025-12-09T03:58:03.946" v="2963" actId="20577"/>
          <ac:spMkLst>
            <pc:docMk/>
            <pc:sldMk cId="2852005536" sldId="288"/>
            <ac:spMk id="7" creationId="{B6C8A63D-202F-740A-3CCC-6B105B14BB0F}"/>
          </ac:spMkLst>
        </pc:spChg>
        <pc:graphicFrameChg chg="modGraphic">
          <ac:chgData name="김형준(HYUNGJUN KIM)[hkim810]/책임/제조DX.자동보정.MC자동보정팀" userId="76eaafad-027b-42f8-8d92-ede6d1a17ed2" providerId="ADAL" clId="{87036C18-6E0B-4D27-93EF-50E87129D35C}" dt="2025-12-09T03:58:14.783" v="2967" actId="20577"/>
          <ac:graphicFrameMkLst>
            <pc:docMk/>
            <pc:sldMk cId="2852005536" sldId="288"/>
            <ac:graphicFrameMk id="3" creationId="{3E86696F-E35A-4B06-9B46-63A4A6A986C1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87036C18-6E0B-4D27-93EF-50E87129D35C}" dt="2025-12-09T04:12:43.976" v="3131" actId="113"/>
          <ac:graphicFrameMkLst>
            <pc:docMk/>
            <pc:sldMk cId="2852005536" sldId="288"/>
            <ac:graphicFrameMk id="14" creationId="{F7BF916D-8A9E-4800-92E6-357BE08183D6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87036C18-6E0B-4D27-93EF-50E87129D35C}" dt="2025-12-09T03:39:54.653" v="1510" actId="20577"/>
        <pc:sldMkLst>
          <pc:docMk/>
          <pc:sldMk cId="131521753" sldId="302"/>
        </pc:sldMkLst>
        <pc:spChg chg="mod">
          <ac:chgData name="김형준(HYUNGJUN KIM)[hkim810]/책임/제조DX.자동보정.MC자동보정팀" userId="76eaafad-027b-42f8-8d92-ede6d1a17ed2" providerId="ADAL" clId="{87036C18-6E0B-4D27-93EF-50E87129D35C}" dt="2025-12-09T03:39:54.653" v="1510" actId="20577"/>
          <ac:spMkLst>
            <pc:docMk/>
            <pc:sldMk cId="131521753" sldId="302"/>
            <ac:spMk id="8" creationId="{07A09189-3112-656C-AD07-D2D881F7CDA1}"/>
          </ac:spMkLst>
        </pc:spChg>
        <pc:graphicFrameChg chg="modGraphic">
          <ac:chgData name="김형준(HYUNGJUN KIM)[hkim810]/책임/제조DX.자동보정.MC자동보정팀" userId="76eaafad-027b-42f8-8d92-ede6d1a17ed2" providerId="ADAL" clId="{87036C18-6E0B-4D27-93EF-50E87129D35C}" dt="2025-12-09T03:35:12.263" v="1350" actId="20577"/>
          <ac:graphicFrameMkLst>
            <pc:docMk/>
            <pc:sldMk cId="131521753" sldId="302"/>
            <ac:graphicFrameMk id="4" creationId="{EB5481E2-6FB4-4FB7-EF5D-7D9B040C6E64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87036C18-6E0B-4D27-93EF-50E87129D35C}" dt="2025-12-09T03:35:45.978" v="1391" actId="20577"/>
          <ac:graphicFrameMkLst>
            <pc:docMk/>
            <pc:sldMk cId="131521753" sldId="302"/>
            <ac:graphicFrameMk id="5" creationId="{2369CE85-B89B-6E4A-6281-356F875EAE52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87036C18-6E0B-4D27-93EF-50E87129D35C}" dt="2025-12-09T03:40:02.215" v="1514" actId="20577"/>
        <pc:sldMkLst>
          <pc:docMk/>
          <pc:sldMk cId="2352087536" sldId="305"/>
        </pc:sldMkLst>
        <pc:spChg chg="mod">
          <ac:chgData name="김형준(HYUNGJUN KIM)[hkim810]/책임/제조DX.자동보정.MC자동보정팀" userId="76eaafad-027b-42f8-8d92-ede6d1a17ed2" providerId="ADAL" clId="{87036C18-6E0B-4D27-93EF-50E87129D35C}" dt="2025-12-09T03:40:02.215" v="1514" actId="20577"/>
          <ac:spMkLst>
            <pc:docMk/>
            <pc:sldMk cId="2352087536" sldId="305"/>
            <ac:spMk id="8" creationId="{07A09189-3112-656C-AD07-D2D881F7CDA1}"/>
          </ac:spMkLst>
        </pc:spChg>
        <pc:graphicFrameChg chg="mod modGraphic">
          <ac:chgData name="김형준(HYUNGJUN KIM)[hkim810]/책임/제조DX.자동보정.MC자동보정팀" userId="76eaafad-027b-42f8-8d92-ede6d1a17ed2" providerId="ADAL" clId="{87036C18-6E0B-4D27-93EF-50E87129D35C}" dt="2025-12-09T03:36:49.305" v="1444" actId="207"/>
          <ac:graphicFrameMkLst>
            <pc:docMk/>
            <pc:sldMk cId="2352087536" sldId="305"/>
            <ac:graphicFrameMk id="5" creationId="{2369CE85-B89B-6E4A-6281-356F875EAE52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87036C18-6E0B-4D27-93EF-50E87129D35C}" dt="2025-12-09T04:13:31.996" v="3143" actId="1035"/>
        <pc:sldMkLst>
          <pc:docMk/>
          <pc:sldMk cId="3308190164" sldId="2147482025"/>
        </pc:sldMkLst>
        <pc:spChg chg="mod">
          <ac:chgData name="김형준(HYUNGJUN KIM)[hkim810]/책임/제조DX.자동보정.MC자동보정팀" userId="76eaafad-027b-42f8-8d92-ede6d1a17ed2" providerId="ADAL" clId="{87036C18-6E0B-4D27-93EF-50E87129D35C}" dt="2025-12-09T04:13:31.996" v="3143" actId="1035"/>
          <ac:spMkLst>
            <pc:docMk/>
            <pc:sldMk cId="3308190164" sldId="2147482025"/>
            <ac:spMk id="4" creationId="{A6075D5E-6659-B85F-1599-61982DF0C502}"/>
          </ac:spMkLst>
        </pc:spChg>
        <pc:spChg chg="mod">
          <ac:chgData name="김형준(HYUNGJUN KIM)[hkim810]/책임/제조DX.자동보정.MC자동보정팀" userId="76eaafad-027b-42f8-8d92-ede6d1a17ed2" providerId="ADAL" clId="{87036C18-6E0B-4D27-93EF-50E87129D35C}" dt="2025-12-09T03:57:58.356" v="2959" actId="20577"/>
          <ac:spMkLst>
            <pc:docMk/>
            <pc:sldMk cId="3308190164" sldId="2147482025"/>
            <ac:spMk id="9" creationId="{B5840AC6-D288-4190-89A9-88F0476A4F12}"/>
          </ac:spMkLst>
        </pc:spChg>
        <pc:spChg chg="mod">
          <ac:chgData name="김형준(HYUNGJUN KIM)[hkim810]/책임/제조DX.자동보정.MC자동보정팀" userId="76eaafad-027b-42f8-8d92-ede6d1a17ed2" providerId="ADAL" clId="{87036C18-6E0B-4D27-93EF-50E87129D35C}" dt="2025-12-09T04:13:31.996" v="3143" actId="1035"/>
          <ac:spMkLst>
            <pc:docMk/>
            <pc:sldMk cId="3308190164" sldId="2147482025"/>
            <ac:spMk id="71" creationId="{5E6EBAE9-C304-4D45-92F2-F8ED463F8539}"/>
          </ac:spMkLst>
        </pc:spChg>
        <pc:graphicFrameChg chg="modGraphic">
          <ac:chgData name="김형준(HYUNGJUN KIM)[hkim810]/책임/제조DX.자동보정.MC자동보정팀" userId="76eaafad-027b-42f8-8d92-ede6d1a17ed2" providerId="ADAL" clId="{87036C18-6E0B-4D27-93EF-50E87129D35C}" dt="2025-12-09T03:57:11.657" v="2917" actId="20577"/>
          <ac:graphicFrameMkLst>
            <pc:docMk/>
            <pc:sldMk cId="3308190164" sldId="2147482025"/>
            <ac:graphicFrameMk id="3" creationId="{3E86696F-E35A-4B06-9B46-63A4A6A986C1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87036C18-6E0B-4D27-93EF-50E87129D35C}" dt="2025-12-09T04:12:51.725" v="3133" actId="113"/>
          <ac:graphicFrameMkLst>
            <pc:docMk/>
            <pc:sldMk cId="3308190164" sldId="2147482025"/>
            <ac:graphicFrameMk id="14" creationId="{F7BF916D-8A9E-4800-92E6-357BE08183D6}"/>
          </ac:graphicFrameMkLst>
        </pc:graphicFrameChg>
        <pc:graphicFrameChg chg="mod">
          <ac:chgData name="김형준(HYUNGJUN KIM)[hkim810]/책임/제조DX.자동보정.MC자동보정팀" userId="76eaafad-027b-42f8-8d92-ede6d1a17ed2" providerId="ADAL" clId="{87036C18-6E0B-4D27-93EF-50E87129D35C}" dt="2025-12-09T04:13:31.996" v="3143" actId="1035"/>
          <ac:graphicFrameMkLst>
            <pc:docMk/>
            <pc:sldMk cId="3308190164" sldId="2147482025"/>
            <ac:graphicFrameMk id="69" creationId="{BCCD3FA5-3CC2-43F6-807B-6DC80371FE8F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87036C18-6E0B-4D27-93EF-50E87129D35C}" dt="2025-12-09T03:39:45.746" v="1508"/>
        <pc:sldMkLst>
          <pc:docMk/>
          <pc:sldMk cId="2498954843" sldId="2147482027"/>
        </pc:sldMkLst>
        <pc:spChg chg="mod">
          <ac:chgData name="김형준(HYUNGJUN KIM)[hkim810]/책임/제조DX.자동보정.MC자동보정팀" userId="76eaafad-027b-42f8-8d92-ede6d1a17ed2" providerId="ADAL" clId="{87036C18-6E0B-4D27-93EF-50E87129D35C}" dt="2025-12-09T03:38:04.717" v="1480" actId="20577"/>
          <ac:spMkLst>
            <pc:docMk/>
            <pc:sldMk cId="2498954843" sldId="2147482027"/>
            <ac:spMk id="92" creationId="{13CDFC16-554A-49B6-A4D8-2A9DFE65EFC7}"/>
          </ac:spMkLst>
        </pc:spChg>
        <pc:graphicFrameChg chg="mod modGraphic">
          <ac:chgData name="김형준(HYUNGJUN KIM)[hkim810]/책임/제조DX.자동보정.MC자동보정팀" userId="76eaafad-027b-42f8-8d92-ede6d1a17ed2" providerId="ADAL" clId="{87036C18-6E0B-4D27-93EF-50E87129D35C}" dt="2025-12-09T03:39:45.746" v="1508"/>
          <ac:graphicFrameMkLst>
            <pc:docMk/>
            <pc:sldMk cId="2498954843" sldId="2147482027"/>
            <ac:graphicFrameMk id="63" creationId="{70AA915B-889A-4A75-A7AD-D2F8B7F2A37E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87036C18-6E0B-4D27-93EF-50E87129D35C}" dt="2025-12-09T03:37:53.294" v="1472" actId="20577"/>
          <ac:graphicFrameMkLst>
            <pc:docMk/>
            <pc:sldMk cId="2498954843" sldId="2147482027"/>
            <ac:graphicFrameMk id="65" creationId="{91A76A10-8A60-4643-B690-6F503385D026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87036C18-6E0B-4D27-93EF-50E87129D35C}" dt="2025-12-09T03:39:35.818" v="1506" actId="20577"/>
        <pc:sldMkLst>
          <pc:docMk/>
          <pc:sldMk cId="2889583951" sldId="2147482028"/>
        </pc:sldMkLst>
        <pc:spChg chg="mod">
          <ac:chgData name="김형준(HYUNGJUN KIM)[hkim810]/책임/제조DX.자동보정.MC자동보정팀" userId="76eaafad-027b-42f8-8d92-ede6d1a17ed2" providerId="ADAL" clId="{87036C18-6E0B-4D27-93EF-50E87129D35C}" dt="2025-12-09T03:39:18.613" v="1493" actId="20577"/>
          <ac:spMkLst>
            <pc:docMk/>
            <pc:sldMk cId="2889583951" sldId="2147482028"/>
            <ac:spMk id="19" creationId="{A1BE8DD3-E58F-491D-859F-D6362136CD78}"/>
          </ac:spMkLst>
        </pc:spChg>
        <pc:graphicFrameChg chg="modGraphic">
          <ac:chgData name="김형준(HYUNGJUN KIM)[hkim810]/책임/제조DX.자동보정.MC자동보정팀" userId="76eaafad-027b-42f8-8d92-ede6d1a17ed2" providerId="ADAL" clId="{87036C18-6E0B-4D27-93EF-50E87129D35C}" dt="2025-12-09T03:39:35.818" v="1506" actId="20577"/>
          <ac:graphicFrameMkLst>
            <pc:docMk/>
            <pc:sldMk cId="2889583951" sldId="2147482028"/>
            <ac:graphicFrameMk id="9" creationId="{46C0305A-7583-4C36-B6FB-7599E8598DC9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87036C18-6E0B-4D27-93EF-50E87129D35C}" dt="2025-12-09T03:38:24.718" v="1485" actId="20577"/>
          <ac:graphicFrameMkLst>
            <pc:docMk/>
            <pc:sldMk cId="2889583951" sldId="2147482028"/>
            <ac:graphicFrameMk id="13" creationId="{464CFD32-F0C1-4BC8-83E7-D88F486D8DB2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87036C18-6E0B-4D27-93EF-50E87129D35C}" dt="2025-12-09T03:54:56.796" v="2883" actId="20577"/>
        <pc:sldMkLst>
          <pc:docMk/>
          <pc:sldMk cId="2625735704" sldId="2147483628"/>
        </pc:sldMkLst>
        <pc:spChg chg="mod">
          <ac:chgData name="김형준(HYUNGJUN KIM)[hkim810]/책임/제조DX.자동보정.MC자동보정팀" userId="76eaafad-027b-42f8-8d92-ede6d1a17ed2" providerId="ADAL" clId="{87036C18-6E0B-4D27-93EF-50E87129D35C}" dt="2025-12-09T03:54:51.808" v="2881" actId="20577"/>
          <ac:spMkLst>
            <pc:docMk/>
            <pc:sldMk cId="2625735704" sldId="2147483628"/>
            <ac:spMk id="9" creationId="{B5840AC6-D288-4190-89A9-88F0476A4F12}"/>
          </ac:spMkLst>
        </pc:spChg>
        <pc:graphicFrameChg chg="modGraphic">
          <ac:chgData name="김형준(HYUNGJUN KIM)[hkim810]/책임/제조DX.자동보정.MC자동보정팀" userId="76eaafad-027b-42f8-8d92-ede6d1a17ed2" providerId="ADAL" clId="{87036C18-6E0B-4D27-93EF-50E87129D35C}" dt="2025-12-09T03:54:47.559" v="2877" actId="20577"/>
          <ac:graphicFrameMkLst>
            <pc:docMk/>
            <pc:sldMk cId="2625735704" sldId="2147483628"/>
            <ac:graphicFrameMk id="3" creationId="{3E86696F-E35A-4B06-9B46-63A4A6A986C1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87036C18-6E0B-4D27-93EF-50E87129D35C}" dt="2025-12-09T03:54:56.796" v="2883" actId="20577"/>
          <ac:graphicFrameMkLst>
            <pc:docMk/>
            <pc:sldMk cId="2625735704" sldId="2147483628"/>
            <ac:graphicFrameMk id="14" creationId="{F7BF916D-8A9E-4800-92E6-357BE08183D6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87036C18-6E0B-4D27-93EF-50E87129D35C}" dt="2025-12-09T03:56:00.618" v="2898" actId="20577"/>
        <pc:sldMkLst>
          <pc:docMk/>
          <pc:sldMk cId="1514616925" sldId="2147483629"/>
        </pc:sldMkLst>
        <pc:spChg chg="mod">
          <ac:chgData name="김형준(HYUNGJUN KIM)[hkim810]/책임/제조DX.자동보정.MC자동보정팀" userId="76eaafad-027b-42f8-8d92-ede6d1a17ed2" providerId="ADAL" clId="{87036C18-6E0B-4D27-93EF-50E87129D35C}" dt="2025-12-09T03:55:42.795" v="2890" actId="20577"/>
          <ac:spMkLst>
            <pc:docMk/>
            <pc:sldMk cId="1514616925" sldId="2147483629"/>
            <ac:spMk id="68" creationId="{0791A128-377F-47F2-AB21-67B038F94CE2}"/>
          </ac:spMkLst>
        </pc:spChg>
        <pc:graphicFrameChg chg="modGraphic">
          <ac:chgData name="김형준(HYUNGJUN KIM)[hkim810]/책임/제조DX.자동보정.MC자동보정팀" userId="76eaafad-027b-42f8-8d92-ede6d1a17ed2" providerId="ADAL" clId="{87036C18-6E0B-4D27-93EF-50E87129D35C}" dt="2025-12-09T03:55:55.103" v="2894" actId="20577"/>
          <ac:graphicFrameMkLst>
            <pc:docMk/>
            <pc:sldMk cId="1514616925" sldId="2147483629"/>
            <ac:graphicFrameMk id="3" creationId="{3E86696F-E35A-4B06-9B46-63A4A6A986C1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87036C18-6E0B-4D27-93EF-50E87129D35C}" dt="2025-12-09T03:56:00.618" v="2898" actId="20577"/>
          <ac:graphicFrameMkLst>
            <pc:docMk/>
            <pc:sldMk cId="1514616925" sldId="2147483629"/>
            <ac:graphicFrameMk id="14" creationId="{F7BF916D-8A9E-4800-92E6-357BE08183D6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87036C18-6E0B-4D27-93EF-50E87129D35C}" dt="2025-12-09T03:52:45.985" v="2795" actId="1035"/>
        <pc:sldMkLst>
          <pc:docMk/>
          <pc:sldMk cId="3761653059" sldId="2147483638"/>
        </pc:sldMkLst>
        <pc:spChg chg="mod">
          <ac:chgData name="김형준(HYUNGJUN KIM)[hkim810]/책임/제조DX.자동보정.MC자동보정팀" userId="76eaafad-027b-42f8-8d92-ede6d1a17ed2" providerId="ADAL" clId="{87036C18-6E0B-4D27-93EF-50E87129D35C}" dt="2025-12-09T03:52:37.573" v="2776" actId="20577"/>
          <ac:spMkLst>
            <pc:docMk/>
            <pc:sldMk cId="3761653059" sldId="2147483638"/>
            <ac:spMk id="11" creationId="{4873BAB2-CAE4-46B9-DA6D-9ED57EE24099}"/>
          </ac:spMkLst>
        </pc:spChg>
        <pc:spChg chg="mod">
          <ac:chgData name="김형준(HYUNGJUN KIM)[hkim810]/책임/제조DX.자동보정.MC자동보정팀" userId="76eaafad-027b-42f8-8d92-ede6d1a17ed2" providerId="ADAL" clId="{87036C18-6E0B-4D27-93EF-50E87129D35C}" dt="2025-12-09T03:52:45.985" v="2795" actId="1035"/>
          <ac:spMkLst>
            <pc:docMk/>
            <pc:sldMk cId="3761653059" sldId="2147483638"/>
            <ac:spMk id="23" creationId="{51EDA293-8423-D041-1D15-24DC9ACC3978}"/>
          </ac:spMkLst>
        </pc:spChg>
        <pc:spChg chg="mod">
          <ac:chgData name="김형준(HYUNGJUN KIM)[hkim810]/책임/제조DX.자동보정.MC자동보정팀" userId="76eaafad-027b-42f8-8d92-ede6d1a17ed2" providerId="ADAL" clId="{87036C18-6E0B-4D27-93EF-50E87129D35C}" dt="2025-12-09T03:52:45.985" v="2795" actId="1035"/>
          <ac:spMkLst>
            <pc:docMk/>
            <pc:sldMk cId="3761653059" sldId="2147483638"/>
            <ac:spMk id="24" creationId="{68298820-7D85-A6ED-9D53-48660883B2D3}"/>
          </ac:spMkLst>
        </pc:spChg>
        <pc:spChg chg="mod">
          <ac:chgData name="김형준(HYUNGJUN KIM)[hkim810]/책임/제조DX.자동보정.MC자동보정팀" userId="76eaafad-027b-42f8-8d92-ede6d1a17ed2" providerId="ADAL" clId="{87036C18-6E0B-4D27-93EF-50E87129D35C}" dt="2025-12-09T03:52:45.985" v="2795" actId="1035"/>
          <ac:spMkLst>
            <pc:docMk/>
            <pc:sldMk cId="3761653059" sldId="2147483638"/>
            <ac:spMk id="28" creationId="{564B3419-9323-12DE-9223-F5F9F478B06A}"/>
          </ac:spMkLst>
        </pc:spChg>
        <pc:graphicFrameChg chg="mod">
          <ac:chgData name="김형준(HYUNGJUN KIM)[hkim810]/책임/제조DX.자동보정.MC자동보정팀" userId="76eaafad-027b-42f8-8d92-ede6d1a17ed2" providerId="ADAL" clId="{87036C18-6E0B-4D27-93EF-50E87129D35C}" dt="2025-12-09T03:52:45.985" v="2795" actId="1035"/>
          <ac:graphicFrameMkLst>
            <pc:docMk/>
            <pc:sldMk cId="3761653059" sldId="2147483638"/>
            <ac:graphicFrameMk id="4" creationId="{95D35C58-72CE-660C-B0F2-CE81666D96CD}"/>
          </ac:graphicFrameMkLst>
        </pc:graphicFrameChg>
        <pc:graphicFrameChg chg="mod">
          <ac:chgData name="김형준(HYUNGJUN KIM)[hkim810]/책임/제조DX.자동보정.MC자동보정팀" userId="76eaafad-027b-42f8-8d92-ede6d1a17ed2" providerId="ADAL" clId="{87036C18-6E0B-4D27-93EF-50E87129D35C}" dt="2025-12-09T03:52:45.985" v="2795" actId="1035"/>
          <ac:graphicFrameMkLst>
            <pc:docMk/>
            <pc:sldMk cId="3761653059" sldId="2147483638"/>
            <ac:graphicFrameMk id="9" creationId="{5A451E7A-4063-AB55-0D50-BD61655E7BA7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87036C18-6E0B-4D27-93EF-50E87129D35C}" dt="2025-12-09T03:56:13.325" v="2906" actId="20577"/>
        <pc:sldMkLst>
          <pc:docMk/>
          <pc:sldMk cId="1194096424" sldId="2147483640"/>
        </pc:sldMkLst>
        <pc:graphicFrameChg chg="modGraphic">
          <ac:chgData name="김형준(HYUNGJUN KIM)[hkim810]/책임/제조DX.자동보정.MC자동보정팀" userId="76eaafad-027b-42f8-8d92-ede6d1a17ed2" providerId="ADAL" clId="{87036C18-6E0B-4D27-93EF-50E87129D35C}" dt="2025-12-09T03:56:13.325" v="2906" actId="20577"/>
          <ac:graphicFrameMkLst>
            <pc:docMk/>
            <pc:sldMk cId="1194096424" sldId="2147483640"/>
            <ac:graphicFrameMk id="3" creationId="{3E86696F-E35A-4B06-9B46-63A4A6A986C1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87036C18-6E0B-4D27-93EF-50E87129D35C}" dt="2025-12-09T03:56:07.997" v="2902" actId="20577"/>
          <ac:graphicFrameMkLst>
            <pc:docMk/>
            <pc:sldMk cId="1194096424" sldId="2147483640"/>
            <ac:graphicFrameMk id="14" creationId="{F7BF916D-8A9E-4800-92E6-357BE08183D6}"/>
          </ac:graphicFrameMkLst>
        </pc:graphicFrameChg>
      </pc:sldChg>
    </pc:docChg>
  </pc:docChgLst>
  <pc:docChgLst>
    <pc:chgData name="염지혜(JIHYE YEOM)[jhyeom7]/선임/제조DX.자동보정.자동보정선행개발팀" userId="cc0fc4dc-177a-4640-8408-e6637d07b47f" providerId="ADAL" clId="{F50B824B-B8E5-406C-BE9A-D4F9E8CFB6E4}"/>
    <pc:docChg chg="undo custSel modSld">
      <pc:chgData name="염지혜(JIHYE YEOM)[jhyeom7]/선임/제조DX.자동보정.자동보정선행개발팀" userId="cc0fc4dc-177a-4640-8408-e6637d07b47f" providerId="ADAL" clId="{F50B824B-B8E5-406C-BE9A-D4F9E8CFB6E4}" dt="2025-12-02T06:24:57.614" v="343" actId="20577"/>
      <pc:docMkLst>
        <pc:docMk/>
      </pc:docMkLst>
      <pc:sldChg chg="modSp mod">
        <pc:chgData name="염지혜(JIHYE YEOM)[jhyeom7]/선임/제조DX.자동보정.자동보정선행개발팀" userId="cc0fc4dc-177a-4640-8408-e6637d07b47f" providerId="ADAL" clId="{F50B824B-B8E5-406C-BE9A-D4F9E8CFB6E4}" dt="2025-12-02T06:18:08.134" v="23" actId="20577"/>
        <pc:sldMkLst>
          <pc:docMk/>
          <pc:sldMk cId="625010072" sldId="267"/>
        </pc:sldMkLst>
        <pc:spChg chg="mod">
          <ac:chgData name="염지혜(JIHYE YEOM)[jhyeom7]/선임/제조DX.자동보정.자동보정선행개발팀" userId="cc0fc4dc-177a-4640-8408-e6637d07b47f" providerId="ADAL" clId="{F50B824B-B8E5-406C-BE9A-D4F9E8CFB6E4}" dt="2025-12-02T06:18:08.134" v="23" actId="20577"/>
          <ac:spMkLst>
            <pc:docMk/>
            <pc:sldMk cId="625010072" sldId="267"/>
            <ac:spMk id="2" creationId="{C63ED2EF-B7C6-FCC0-EB31-59AE6051BC74}"/>
          </ac:spMkLst>
        </pc:spChg>
        <pc:graphicFrameChg chg="modGraphic">
          <ac:chgData name="염지혜(JIHYE YEOM)[jhyeom7]/선임/제조DX.자동보정.자동보정선행개발팀" userId="cc0fc4dc-177a-4640-8408-e6637d07b47f" providerId="ADAL" clId="{F50B824B-B8E5-406C-BE9A-D4F9E8CFB6E4}" dt="2025-12-02T06:18:03.093" v="13" actId="20577"/>
          <ac:graphicFrameMkLst>
            <pc:docMk/>
            <pc:sldMk cId="625010072" sldId="267"/>
            <ac:graphicFrameMk id="3" creationId="{3E86696F-E35A-4B06-9B46-63A4A6A986C1}"/>
          </ac:graphicFrameMkLst>
        </pc:graphicFrameChg>
        <pc:graphicFrameChg chg="modGraphic">
          <ac:chgData name="염지혜(JIHYE YEOM)[jhyeom7]/선임/제조DX.자동보정.자동보정선행개발팀" userId="cc0fc4dc-177a-4640-8408-e6637d07b47f" providerId="ADAL" clId="{F50B824B-B8E5-406C-BE9A-D4F9E8CFB6E4}" dt="2025-12-02T06:18:05.011" v="15" actId="20577"/>
          <ac:graphicFrameMkLst>
            <pc:docMk/>
            <pc:sldMk cId="625010072" sldId="267"/>
            <ac:graphicFrameMk id="18" creationId="{4BA4557C-646C-4589-AAD3-2CDCBCEA5E39}"/>
          </ac:graphicFrameMkLst>
        </pc:graphicFrameChg>
      </pc:sldChg>
      <pc:sldChg chg="modSp mod">
        <pc:chgData name="염지혜(JIHYE YEOM)[jhyeom7]/선임/제조DX.자동보정.자동보정선행개발팀" userId="cc0fc4dc-177a-4640-8408-e6637d07b47f" providerId="ADAL" clId="{F50B824B-B8E5-406C-BE9A-D4F9E8CFB6E4}" dt="2025-12-02T06:17:58.341" v="11" actId="20577"/>
        <pc:sldMkLst>
          <pc:docMk/>
          <pc:sldMk cId="3159414920" sldId="2147483590"/>
        </pc:sldMkLst>
        <pc:spChg chg="mod">
          <ac:chgData name="염지혜(JIHYE YEOM)[jhyeom7]/선임/제조DX.자동보정.자동보정선행개발팀" userId="cc0fc4dc-177a-4640-8408-e6637d07b47f" providerId="ADAL" clId="{F50B824B-B8E5-406C-BE9A-D4F9E8CFB6E4}" dt="2025-12-02T06:17:58.341" v="11" actId="20577"/>
          <ac:spMkLst>
            <pc:docMk/>
            <pc:sldMk cId="3159414920" sldId="2147483590"/>
            <ac:spMk id="19" creationId="{60528C01-D584-4123-83FB-43C0A95AE421}"/>
          </ac:spMkLst>
        </pc:spChg>
        <pc:graphicFrameChg chg="modGraphic">
          <ac:chgData name="염지혜(JIHYE YEOM)[jhyeom7]/선임/제조DX.자동보정.자동보정선행개발팀" userId="cc0fc4dc-177a-4640-8408-e6637d07b47f" providerId="ADAL" clId="{F50B824B-B8E5-406C-BE9A-D4F9E8CFB6E4}" dt="2025-12-02T06:17:50.338" v="7" actId="20577"/>
          <ac:graphicFrameMkLst>
            <pc:docMk/>
            <pc:sldMk cId="3159414920" sldId="2147483590"/>
            <ac:graphicFrameMk id="3" creationId="{3E86696F-E35A-4B06-9B46-63A4A6A986C1}"/>
          </ac:graphicFrameMkLst>
        </pc:graphicFrameChg>
        <pc:graphicFrameChg chg="modGraphic">
          <ac:chgData name="염지혜(JIHYE YEOM)[jhyeom7]/선임/제조DX.자동보정.자동보정선행개발팀" userId="cc0fc4dc-177a-4640-8408-e6637d07b47f" providerId="ADAL" clId="{F50B824B-B8E5-406C-BE9A-D4F9E8CFB6E4}" dt="2025-12-02T06:17:52.286" v="9" actId="20577"/>
          <ac:graphicFrameMkLst>
            <pc:docMk/>
            <pc:sldMk cId="3159414920" sldId="2147483590"/>
            <ac:graphicFrameMk id="18" creationId="{4BA4557C-646C-4589-AAD3-2CDCBCEA5E39}"/>
          </ac:graphicFrameMkLst>
        </pc:graphicFrameChg>
      </pc:sldChg>
    </pc:docChg>
  </pc:docChgLst>
  <pc:docChgLst>
    <pc:chgData name="안다현(DAHYUN AHN)[dahyun.ahn]/사원/제조DX.자동보정.조립자동보정팀" userId="S::dahyun.ahn@lgensol.com::7637ba88-3042-4a41-bc1d-63ce7574c848" providerId="AD" clId="Web-{185EA60A-7DB4-F4E2-C9E7-D3EB25ACF1EA}"/>
    <pc:docChg chg="modSld">
      <pc:chgData name="안다현(DAHYUN AHN)[dahyun.ahn]/사원/제조DX.자동보정.조립자동보정팀" userId="S::dahyun.ahn@lgensol.com::7637ba88-3042-4a41-bc1d-63ce7574c848" providerId="AD" clId="Web-{185EA60A-7DB4-F4E2-C9E7-D3EB25ACF1EA}" dt="2025-12-10T02:17:47.631" v="278"/>
      <pc:docMkLst>
        <pc:docMk/>
      </pc:docMkLst>
      <pc:sldChg chg="modSp">
        <pc:chgData name="안다현(DAHYUN AHN)[dahyun.ahn]/사원/제조DX.자동보정.조립자동보정팀" userId="S::dahyun.ahn@lgensol.com::7637ba88-3042-4a41-bc1d-63ce7574c848" providerId="AD" clId="Web-{185EA60A-7DB4-F4E2-C9E7-D3EB25ACF1EA}" dt="2025-12-10T02:12:49.785" v="95" actId="20577"/>
        <pc:sldMkLst>
          <pc:docMk/>
          <pc:sldMk cId="3152614394" sldId="272"/>
        </pc:sldMkLst>
        <pc:spChg chg="mod">
          <ac:chgData name="안다현(DAHYUN AHN)[dahyun.ahn]/사원/제조DX.자동보정.조립자동보정팀" userId="S::dahyun.ahn@lgensol.com::7637ba88-3042-4a41-bc1d-63ce7574c848" providerId="AD" clId="Web-{185EA60A-7DB4-F4E2-C9E7-D3EB25ACF1EA}" dt="2025-12-10T02:12:49.785" v="95" actId="20577"/>
          <ac:spMkLst>
            <pc:docMk/>
            <pc:sldMk cId="3152614394" sldId="272"/>
            <ac:spMk id="6" creationId="{05773D21-E444-94AC-7BF3-D0B9E1BC9F91}"/>
          </ac:spMkLst>
        </pc:spChg>
        <pc:graphicFrameChg chg="mod modGraphic">
          <ac:chgData name="안다현(DAHYUN AHN)[dahyun.ahn]/사원/제조DX.자동보정.조립자동보정팀" userId="S::dahyun.ahn@lgensol.com::7637ba88-3042-4a41-bc1d-63ce7574c848" providerId="AD" clId="Web-{185EA60A-7DB4-F4E2-C9E7-D3EB25ACF1EA}" dt="2025-12-10T02:10:19.701" v="75"/>
          <ac:graphicFrameMkLst>
            <pc:docMk/>
            <pc:sldMk cId="3152614394" sldId="272"/>
            <ac:graphicFrameMk id="5" creationId="{121A634B-5A70-7493-F45C-36F3130C1F6D}"/>
          </ac:graphicFrameMkLst>
        </pc:graphicFrameChg>
        <pc:graphicFrameChg chg="mod modGraphic">
          <ac:chgData name="안다현(DAHYUN AHN)[dahyun.ahn]/사원/제조DX.자동보정.조립자동보정팀" userId="S::dahyun.ahn@lgensol.com::7637ba88-3042-4a41-bc1d-63ce7574c848" providerId="AD" clId="Web-{185EA60A-7DB4-F4E2-C9E7-D3EB25ACF1EA}" dt="2025-12-10T02:10:25.841" v="81"/>
          <ac:graphicFrameMkLst>
            <pc:docMk/>
            <pc:sldMk cId="3152614394" sldId="272"/>
            <ac:graphicFrameMk id="9" creationId="{F9E76470-5813-4108-9658-C9DA922B60EF}"/>
          </ac:graphicFrameMkLst>
        </pc:graphicFrameChg>
      </pc:sldChg>
      <pc:sldChg chg="delSp modSp">
        <pc:chgData name="안다현(DAHYUN AHN)[dahyun.ahn]/사원/제조DX.자동보정.조립자동보정팀" userId="S::dahyun.ahn@lgensol.com::7637ba88-3042-4a41-bc1d-63ce7574c848" providerId="AD" clId="Web-{185EA60A-7DB4-F4E2-C9E7-D3EB25ACF1EA}" dt="2025-12-10T02:17:47.631" v="278"/>
        <pc:sldMkLst>
          <pc:docMk/>
          <pc:sldMk cId="980722720" sldId="287"/>
        </pc:sldMkLst>
        <pc:spChg chg="mod">
          <ac:chgData name="안다현(DAHYUN AHN)[dahyun.ahn]/사원/제조DX.자동보정.조립자동보정팀" userId="S::dahyun.ahn@lgensol.com::7637ba88-3042-4a41-bc1d-63ce7574c848" providerId="AD" clId="Web-{185EA60A-7DB4-F4E2-C9E7-D3EB25ACF1EA}" dt="2025-12-10T02:13:10.724" v="100" actId="20577"/>
          <ac:spMkLst>
            <pc:docMk/>
            <pc:sldMk cId="980722720" sldId="287"/>
            <ac:spMk id="6" creationId="{4E1E8773-DC85-D4E2-9228-C2B401218374}"/>
          </ac:spMkLst>
        </pc:spChg>
        <pc:spChg chg="mod">
          <ac:chgData name="안다현(DAHYUN AHN)[dahyun.ahn]/사원/제조DX.자동보정.조립자동보정팀" userId="S::dahyun.ahn@lgensol.com::7637ba88-3042-4a41-bc1d-63ce7574c848" providerId="AD" clId="Web-{185EA60A-7DB4-F4E2-C9E7-D3EB25ACF1EA}" dt="2025-12-10T02:14:33.184" v="112" actId="1076"/>
          <ac:spMkLst>
            <pc:docMk/>
            <pc:sldMk cId="980722720" sldId="287"/>
            <ac:spMk id="50" creationId="{1813BD00-4916-E003-327D-6FB1770AFF3D}"/>
          </ac:spMkLst>
        </pc:spChg>
        <pc:graphicFrameChg chg="mod modGraphic">
          <ac:chgData name="안다현(DAHYUN AHN)[dahyun.ahn]/사원/제조DX.자동보정.조립자동보정팀" userId="S::dahyun.ahn@lgensol.com::7637ba88-3042-4a41-bc1d-63ce7574c848" providerId="AD" clId="Web-{185EA60A-7DB4-F4E2-C9E7-D3EB25ACF1EA}" dt="2025-12-10T02:12:15.390" v="89"/>
          <ac:graphicFrameMkLst>
            <pc:docMk/>
            <pc:sldMk cId="980722720" sldId="287"/>
            <ac:graphicFrameMk id="5" creationId="{334963D2-7BB3-DB88-7CD8-853B51F8D5F2}"/>
          </ac:graphicFrameMkLst>
        </pc:graphicFrameChg>
        <pc:graphicFrameChg chg="mod modGraphic">
          <ac:chgData name="안다현(DAHYUN AHN)[dahyun.ahn]/사원/제조DX.자동보정.조립자동보정팀" userId="S::dahyun.ahn@lgensol.com::7637ba88-3042-4a41-bc1d-63ce7574c848" providerId="AD" clId="Web-{185EA60A-7DB4-F4E2-C9E7-D3EB25ACF1EA}" dt="2025-12-10T02:17:47.631" v="278"/>
          <ac:graphicFrameMkLst>
            <pc:docMk/>
            <pc:sldMk cId="980722720" sldId="287"/>
            <ac:graphicFrameMk id="9" creationId="{6418FABD-9FDF-D221-AA86-B60755751675}"/>
          </ac:graphicFrameMkLst>
        </pc:graphicFrameChg>
      </pc:sldChg>
    </pc:docChg>
  </pc:docChgLst>
  <pc:docChgLst>
    <pc:chgData name="임형찬(HYEONG CHAN LIM)[ils0201]/선임/제조DX.자동보정.조립자동보정팀" userId="a5fc29a0-7bf6-4271-9ae5-792bccdcacb0" providerId="ADAL" clId="{E6E21535-CC5F-42C7-8793-1F61F6EF4BD1}"/>
    <pc:docChg chg="undo custSel delSld modSld sldOrd modSection">
      <pc:chgData name="임형찬(HYEONG CHAN LIM)[ils0201]/선임/제조DX.자동보정.조립자동보정팀" userId="a5fc29a0-7bf6-4271-9ae5-792bccdcacb0" providerId="ADAL" clId="{E6E21535-CC5F-42C7-8793-1F61F6EF4BD1}" dt="2025-11-18T08:39:07.552" v="589" actId="20577"/>
      <pc:docMkLst>
        <pc:docMk/>
      </pc:docMkLst>
      <pc:sldChg chg="modSp mod">
        <pc:chgData name="임형찬(HYEONG CHAN LIM)[ils0201]/선임/제조DX.자동보정.조립자동보정팀" userId="a5fc29a0-7bf6-4271-9ae5-792bccdcacb0" providerId="ADAL" clId="{E6E21535-CC5F-42C7-8793-1F61F6EF4BD1}" dt="2025-11-18T08:38:50.177" v="584" actId="20577"/>
        <pc:sldMkLst>
          <pc:docMk/>
          <pc:sldMk cId="3442612884" sldId="266"/>
        </pc:sldMkLst>
        <pc:spChg chg="mod">
          <ac:chgData name="임형찬(HYEONG CHAN LIM)[ils0201]/선임/제조DX.자동보정.조립자동보정팀" userId="a5fc29a0-7bf6-4271-9ae5-792bccdcacb0" providerId="ADAL" clId="{E6E21535-CC5F-42C7-8793-1F61F6EF4BD1}" dt="2025-11-18T08:38:29.974" v="580" actId="20577"/>
          <ac:spMkLst>
            <pc:docMk/>
            <pc:sldMk cId="3442612884" sldId="266"/>
            <ac:spMk id="2" creationId="{83976950-88D6-2322-5989-C8A13188BF46}"/>
          </ac:spMkLst>
        </pc:spChg>
        <pc:spChg chg="mod">
          <ac:chgData name="임형찬(HYEONG CHAN LIM)[ils0201]/선임/제조DX.자동보정.조립자동보정팀" userId="a5fc29a0-7bf6-4271-9ae5-792bccdcacb0" providerId="ADAL" clId="{E6E21535-CC5F-42C7-8793-1F61F6EF4BD1}" dt="2025-11-18T08:38:50.177" v="584" actId="20577"/>
          <ac:spMkLst>
            <pc:docMk/>
            <pc:sldMk cId="3442612884" sldId="266"/>
            <ac:spMk id="5" creationId="{6E1E140E-D530-CFF5-0299-E9E1A606C335}"/>
          </ac:spMkLst>
        </pc:spChg>
        <pc:spChg chg="mod">
          <ac:chgData name="임형찬(HYEONG CHAN LIM)[ils0201]/선임/제조DX.자동보정.조립자동보정팀" userId="a5fc29a0-7bf6-4271-9ae5-792bccdcacb0" providerId="ADAL" clId="{E6E21535-CC5F-42C7-8793-1F61F6EF4BD1}" dt="2025-11-18T08:36:03.396" v="437" actId="1035"/>
          <ac:spMkLst>
            <pc:docMk/>
            <pc:sldMk cId="3442612884" sldId="266"/>
            <ac:spMk id="7" creationId="{820FDABF-85AD-5692-5CE8-0527AC0F3B30}"/>
          </ac:spMkLst>
        </pc:spChg>
        <pc:spChg chg="mod">
          <ac:chgData name="임형찬(HYEONG CHAN LIM)[ils0201]/선임/제조DX.자동보정.조립자동보정팀" userId="a5fc29a0-7bf6-4271-9ae5-792bccdcacb0" providerId="ADAL" clId="{E6E21535-CC5F-42C7-8793-1F61F6EF4BD1}" dt="2025-11-18T08:37:12.349" v="525" actId="1036"/>
          <ac:spMkLst>
            <pc:docMk/>
            <pc:sldMk cId="3442612884" sldId="266"/>
            <ac:spMk id="19" creationId="{665608D1-C61A-C325-0AB7-E94653C352B9}"/>
          </ac:spMkLst>
        </pc:spChg>
        <pc:grpChg chg="mod">
          <ac:chgData name="임형찬(HYEONG CHAN LIM)[ils0201]/선임/제조DX.자동보정.조립자동보정팀" userId="a5fc29a0-7bf6-4271-9ae5-792bccdcacb0" providerId="ADAL" clId="{E6E21535-CC5F-42C7-8793-1F61F6EF4BD1}" dt="2025-11-18T08:37:12.349" v="525" actId="1036"/>
          <ac:grpSpMkLst>
            <pc:docMk/>
            <pc:sldMk cId="3442612884" sldId="266"/>
            <ac:grpSpMk id="8" creationId="{5752FF86-02A5-BA00-70B7-F9F73AB7C876}"/>
          </ac:grpSpMkLst>
        </pc:grpChg>
        <pc:grpChg chg="mod">
          <ac:chgData name="임형찬(HYEONG CHAN LIM)[ils0201]/선임/제조DX.자동보정.조립자동보정팀" userId="a5fc29a0-7bf6-4271-9ae5-792bccdcacb0" providerId="ADAL" clId="{E6E21535-CC5F-42C7-8793-1F61F6EF4BD1}" dt="2025-11-18T08:36:03.396" v="437" actId="1035"/>
          <ac:grpSpMkLst>
            <pc:docMk/>
            <pc:sldMk cId="3442612884" sldId="266"/>
            <ac:grpSpMk id="15" creationId="{68A09DB5-D873-839D-6B3E-E5684FF30E51}"/>
          </ac:grpSpMkLst>
        </pc:grpChg>
        <pc:graphicFrameChg chg="mod modGraphic">
          <ac:chgData name="임형찬(HYEONG CHAN LIM)[ils0201]/선임/제조DX.자동보정.조립자동보정팀" userId="a5fc29a0-7bf6-4271-9ae5-792bccdcacb0" providerId="ADAL" clId="{E6E21535-CC5F-42C7-8793-1F61F6EF4BD1}" dt="2025-11-18T08:34:04.240" v="272"/>
          <ac:graphicFrameMkLst>
            <pc:docMk/>
            <pc:sldMk cId="3442612884" sldId="266"/>
            <ac:graphicFrameMk id="3" creationId="{B966A984-42B0-671C-E83A-29B58F6414F6}"/>
          </ac:graphicFrameMkLst>
        </pc:graphicFrameChg>
        <pc:graphicFrameChg chg="mod modGraphic">
          <ac:chgData name="임형찬(HYEONG CHAN LIM)[ils0201]/선임/제조DX.자동보정.조립자동보정팀" userId="a5fc29a0-7bf6-4271-9ae5-792bccdcacb0" providerId="ADAL" clId="{E6E21535-CC5F-42C7-8793-1F61F6EF4BD1}" dt="2025-11-18T08:37:04.976" v="504" actId="20577"/>
          <ac:graphicFrameMkLst>
            <pc:docMk/>
            <pc:sldMk cId="3442612884" sldId="266"/>
            <ac:graphicFrameMk id="14" creationId="{64FCF04B-6859-5682-075E-CF24E44AFB7E}"/>
          </ac:graphicFrameMkLst>
        </pc:graphicFrameChg>
      </pc:sldChg>
      <pc:sldChg chg="modSp mod ord modShow">
        <pc:chgData name="임형찬(HYEONG CHAN LIM)[ils0201]/선임/제조DX.자동보정.조립자동보정팀" userId="a5fc29a0-7bf6-4271-9ae5-792bccdcacb0" providerId="ADAL" clId="{E6E21535-CC5F-42C7-8793-1F61F6EF4BD1}" dt="2025-11-18T08:14:26.848" v="141"/>
        <pc:sldMkLst>
          <pc:docMk/>
          <pc:sldMk cId="2162312557" sldId="271"/>
        </pc:sldMkLst>
        <pc:graphicFrameChg chg="mod modGraphic">
          <ac:chgData name="임형찬(HYEONG CHAN LIM)[ils0201]/선임/제조DX.자동보정.조립자동보정팀" userId="a5fc29a0-7bf6-4271-9ae5-792bccdcacb0" providerId="ADAL" clId="{E6E21535-CC5F-42C7-8793-1F61F6EF4BD1}" dt="2025-11-18T08:07:59.115" v="125" actId="20577"/>
          <ac:graphicFrameMkLst>
            <pc:docMk/>
            <pc:sldMk cId="2162312557" sldId="271"/>
            <ac:graphicFrameMk id="14" creationId="{F7BF916D-8A9E-4800-92E6-357BE08183D6}"/>
          </ac:graphicFrameMkLst>
        </pc:graphicFrameChg>
      </pc:sldChg>
      <pc:sldChg chg="modSp mod ord modShow">
        <pc:chgData name="임형찬(HYEONG CHAN LIM)[ils0201]/선임/제조DX.자동보정.조립자동보정팀" userId="a5fc29a0-7bf6-4271-9ae5-792bccdcacb0" providerId="ADAL" clId="{E6E21535-CC5F-42C7-8793-1F61F6EF4BD1}" dt="2025-11-18T08:14:26.848" v="141"/>
        <pc:sldMkLst>
          <pc:docMk/>
          <pc:sldMk cId="581361013" sldId="276"/>
        </pc:sldMkLst>
        <pc:graphicFrameChg chg="mod modGraphic">
          <ac:chgData name="임형찬(HYEONG CHAN LIM)[ils0201]/선임/제조DX.자동보정.조립자동보정팀" userId="a5fc29a0-7bf6-4271-9ae5-792bccdcacb0" providerId="ADAL" clId="{E6E21535-CC5F-42C7-8793-1F61F6EF4BD1}" dt="2025-11-18T08:10:19.583" v="133" actId="20577"/>
          <ac:graphicFrameMkLst>
            <pc:docMk/>
            <pc:sldMk cId="581361013" sldId="276"/>
            <ac:graphicFrameMk id="14" creationId="{F7BF916D-8A9E-4800-92E6-357BE08183D6}"/>
          </ac:graphicFrameMkLst>
        </pc:graphicFrameChg>
      </pc:sldChg>
      <pc:sldChg chg="modSp mod ord modShow">
        <pc:chgData name="임형찬(HYEONG CHAN LIM)[ils0201]/선임/제조DX.자동보정.조립자동보정팀" userId="a5fc29a0-7bf6-4271-9ae5-792bccdcacb0" providerId="ADAL" clId="{E6E21535-CC5F-42C7-8793-1F61F6EF4BD1}" dt="2025-11-18T08:17:30.348" v="150" actId="207"/>
        <pc:sldMkLst>
          <pc:docMk/>
          <pc:sldMk cId="3659595129" sldId="279"/>
        </pc:sldMkLst>
        <pc:spChg chg="mod">
          <ac:chgData name="임형찬(HYEONG CHAN LIM)[ils0201]/선임/제조DX.자동보정.조립자동보정팀" userId="a5fc29a0-7bf6-4271-9ae5-792bccdcacb0" providerId="ADAL" clId="{E6E21535-CC5F-42C7-8793-1F61F6EF4BD1}" dt="2025-11-18T08:06:54.162" v="64" actId="20577"/>
          <ac:spMkLst>
            <pc:docMk/>
            <pc:sldMk cId="3659595129" sldId="279"/>
            <ac:spMk id="7" creationId="{5A56BAC1-253B-F33C-D713-144605B9EB80}"/>
          </ac:spMkLst>
        </pc:spChg>
        <pc:graphicFrameChg chg="modGraphic">
          <ac:chgData name="임형찬(HYEONG CHAN LIM)[ils0201]/선임/제조DX.자동보정.조립자동보정팀" userId="a5fc29a0-7bf6-4271-9ae5-792bccdcacb0" providerId="ADAL" clId="{E6E21535-CC5F-42C7-8793-1F61F6EF4BD1}" dt="2025-11-18T08:06:50.972" v="63" actId="20577"/>
          <ac:graphicFrameMkLst>
            <pc:docMk/>
            <pc:sldMk cId="3659595129" sldId="279"/>
            <ac:graphicFrameMk id="3" creationId="{F4918B0D-D56F-BC4E-E450-B0958C0484B4}"/>
          </ac:graphicFrameMkLst>
        </pc:graphicFrameChg>
        <pc:graphicFrameChg chg="mod modGraphic">
          <ac:chgData name="임형찬(HYEONG CHAN LIM)[ils0201]/선임/제조DX.자동보정.조립자동보정팀" userId="a5fc29a0-7bf6-4271-9ae5-792bccdcacb0" providerId="ADAL" clId="{E6E21535-CC5F-42C7-8793-1F61F6EF4BD1}" dt="2025-11-18T08:17:30.348" v="150" actId="207"/>
          <ac:graphicFrameMkLst>
            <pc:docMk/>
            <pc:sldMk cId="3659595129" sldId="279"/>
            <ac:graphicFrameMk id="14" creationId="{ABAA70EC-A84F-AF94-90A0-47B0BD8D063F}"/>
          </ac:graphicFrameMkLst>
        </pc:graphicFrameChg>
      </pc:sldChg>
      <pc:sldChg chg="modSp mod">
        <pc:chgData name="임형찬(HYEONG CHAN LIM)[ils0201]/선임/제조DX.자동보정.조립자동보정팀" userId="a5fc29a0-7bf6-4271-9ae5-792bccdcacb0" providerId="ADAL" clId="{E6E21535-CC5F-42C7-8793-1F61F6EF4BD1}" dt="2025-11-18T08:13:30.614" v="135" actId="20577"/>
        <pc:sldMkLst>
          <pc:docMk/>
          <pc:sldMk cId="2967565303" sldId="294"/>
        </pc:sldMkLst>
        <pc:spChg chg="mod">
          <ac:chgData name="임형찬(HYEONG CHAN LIM)[ils0201]/선임/제조DX.자동보정.조립자동보정팀" userId="a5fc29a0-7bf6-4271-9ae5-792bccdcacb0" providerId="ADAL" clId="{E6E21535-CC5F-42C7-8793-1F61F6EF4BD1}" dt="2025-11-18T08:13:30.614" v="135" actId="20577"/>
          <ac:spMkLst>
            <pc:docMk/>
            <pc:sldMk cId="2967565303" sldId="294"/>
            <ac:spMk id="147" creationId="{FDBFD616-77D7-4EB3-AD68-7E51C76D14DB}"/>
          </ac:spMkLst>
        </pc:spChg>
      </pc:sldChg>
      <pc:sldChg chg="modSp mod">
        <pc:chgData name="임형찬(HYEONG CHAN LIM)[ils0201]/선임/제조DX.자동보정.조립자동보정팀" userId="a5fc29a0-7bf6-4271-9ae5-792bccdcacb0" providerId="ADAL" clId="{E6E21535-CC5F-42C7-8793-1F61F6EF4BD1}" dt="2025-11-18T08:19:16.848" v="225" actId="1035"/>
        <pc:sldMkLst>
          <pc:docMk/>
          <pc:sldMk cId="1790242576" sldId="296"/>
        </pc:sldMkLst>
      </pc:sldChg>
      <pc:sldChg chg="modSp mod">
        <pc:chgData name="임형찬(HYEONG CHAN LIM)[ils0201]/선임/제조DX.자동보정.조립자동보정팀" userId="a5fc29a0-7bf6-4271-9ae5-792bccdcacb0" providerId="ADAL" clId="{E6E21535-CC5F-42C7-8793-1F61F6EF4BD1}" dt="2025-11-18T08:13:40.118" v="139" actId="20577"/>
        <pc:sldMkLst>
          <pc:docMk/>
          <pc:sldMk cId="627465572" sldId="298"/>
        </pc:sldMkLst>
      </pc:sldChg>
      <pc:sldChg chg="modSp mod">
        <pc:chgData name="임형찬(HYEONG CHAN LIM)[ils0201]/선임/제조DX.자동보정.조립자동보정팀" userId="a5fc29a0-7bf6-4271-9ae5-792bccdcacb0" providerId="ADAL" clId="{E6E21535-CC5F-42C7-8793-1F61F6EF4BD1}" dt="2025-11-18T08:38:56.661" v="587" actId="20577"/>
        <pc:sldMkLst>
          <pc:docMk/>
          <pc:sldMk cId="1989204422" sldId="312"/>
        </pc:sldMkLst>
        <pc:spChg chg="mod">
          <ac:chgData name="임형찬(HYEONG CHAN LIM)[ils0201]/선임/제조DX.자동보정.조립자동보정팀" userId="a5fc29a0-7bf6-4271-9ae5-792bccdcacb0" providerId="ADAL" clId="{E6E21535-CC5F-42C7-8793-1F61F6EF4BD1}" dt="2025-11-18T08:38:33.818" v="581" actId="20577"/>
          <ac:spMkLst>
            <pc:docMk/>
            <pc:sldMk cId="1989204422" sldId="312"/>
            <ac:spMk id="2" creationId="{3ECAD9FC-D852-4063-9712-418387AA6A78}"/>
          </ac:spMkLst>
        </pc:spChg>
        <pc:spChg chg="mod">
          <ac:chgData name="임형찬(HYEONG CHAN LIM)[ils0201]/선임/제조DX.자동보정.조립자동보정팀" userId="a5fc29a0-7bf6-4271-9ae5-792bccdcacb0" providerId="ADAL" clId="{E6E21535-CC5F-42C7-8793-1F61F6EF4BD1}" dt="2025-11-18T08:38:56.661" v="587" actId="20577"/>
          <ac:spMkLst>
            <pc:docMk/>
            <pc:sldMk cId="1989204422" sldId="312"/>
            <ac:spMk id="5" creationId="{628CAE2A-DD4F-41F2-BEE4-46B7C086D483}"/>
          </ac:spMkLst>
        </pc:spChg>
        <pc:graphicFrameChg chg="mod modGraphic">
          <ac:chgData name="임형찬(HYEONG CHAN LIM)[ils0201]/선임/제조DX.자동보정.조립자동보정팀" userId="a5fc29a0-7bf6-4271-9ae5-792bccdcacb0" providerId="ADAL" clId="{E6E21535-CC5F-42C7-8793-1F61F6EF4BD1}" dt="2025-11-18T08:34:15.583" v="300"/>
          <ac:graphicFrameMkLst>
            <pc:docMk/>
            <pc:sldMk cId="1989204422" sldId="312"/>
            <ac:graphicFrameMk id="3" creationId="{3E86696F-E35A-4B06-9B46-63A4A6A986C1}"/>
          </ac:graphicFrameMkLst>
        </pc:graphicFrameChg>
        <pc:graphicFrameChg chg="modGraphic">
          <ac:chgData name="임형찬(HYEONG CHAN LIM)[ils0201]/선임/제조DX.자동보정.조립자동보정팀" userId="a5fc29a0-7bf6-4271-9ae5-792bccdcacb0" providerId="ADAL" clId="{E6E21535-CC5F-42C7-8793-1F61F6EF4BD1}" dt="2025-11-18T08:38:23.646" v="579" actId="20577"/>
          <ac:graphicFrameMkLst>
            <pc:docMk/>
            <pc:sldMk cId="1989204422" sldId="312"/>
            <ac:graphicFrameMk id="14" creationId="{F7BF916D-8A9E-4800-92E6-357BE08183D6}"/>
          </ac:graphicFrameMkLst>
        </pc:graphicFrameChg>
      </pc:sldChg>
      <pc:sldChg chg="modSp mod ord modShow">
        <pc:chgData name="임형찬(HYEONG CHAN LIM)[ils0201]/선임/제조DX.자동보정.조립자동보정팀" userId="a5fc29a0-7bf6-4271-9ae5-792bccdcacb0" providerId="ADAL" clId="{E6E21535-CC5F-42C7-8793-1F61F6EF4BD1}" dt="2025-11-18T08:17:20.032" v="148" actId="207"/>
        <pc:sldMkLst>
          <pc:docMk/>
          <pc:sldMk cId="3023140332" sldId="2147481924"/>
        </pc:sldMkLst>
        <pc:spChg chg="mod">
          <ac:chgData name="임형찬(HYEONG CHAN LIM)[ils0201]/선임/제조DX.자동보정.조립자동보정팀" userId="a5fc29a0-7bf6-4271-9ae5-792bccdcacb0" providerId="ADAL" clId="{E6E21535-CC5F-42C7-8793-1F61F6EF4BD1}" dt="2025-11-18T08:17:20.032" v="148" actId="207"/>
          <ac:spMkLst>
            <pc:docMk/>
            <pc:sldMk cId="3023140332" sldId="2147481924"/>
            <ac:spMk id="25" creationId="{A6ACE88A-A1AB-461F-AEE3-1464873574DC}"/>
          </ac:spMkLst>
        </pc:spChg>
      </pc:sldChg>
      <pc:sldChg chg="addSp delSp modSp mod">
        <pc:chgData name="임형찬(HYEONG CHAN LIM)[ils0201]/선임/제조DX.자동보정.조립자동보정팀" userId="a5fc29a0-7bf6-4271-9ae5-792bccdcacb0" providerId="ADAL" clId="{E6E21535-CC5F-42C7-8793-1F61F6EF4BD1}" dt="2025-11-18T08:39:07.552" v="589" actId="20577"/>
        <pc:sldMkLst>
          <pc:docMk/>
          <pc:sldMk cId="1781785319" sldId="2147481926"/>
        </pc:sldMkLst>
        <pc:spChg chg="mod">
          <ac:chgData name="임형찬(HYEONG CHAN LIM)[ils0201]/선임/제조DX.자동보정.조립자동보정팀" userId="a5fc29a0-7bf6-4271-9ae5-792bccdcacb0" providerId="ADAL" clId="{E6E21535-CC5F-42C7-8793-1F61F6EF4BD1}" dt="2025-11-18T08:38:45.849" v="582" actId="20577"/>
          <ac:spMkLst>
            <pc:docMk/>
            <pc:sldMk cId="1781785319" sldId="2147481926"/>
            <ac:spMk id="5" creationId="{628CAE2A-DD4F-41F2-BEE4-46B7C086D483}"/>
          </ac:spMkLst>
        </pc:spChg>
        <pc:spChg chg="mod">
          <ac:chgData name="임형찬(HYEONG CHAN LIM)[ils0201]/선임/제조DX.자동보정.조립자동보정팀" userId="a5fc29a0-7bf6-4271-9ae5-792bccdcacb0" providerId="ADAL" clId="{E6E21535-CC5F-42C7-8793-1F61F6EF4BD1}" dt="2025-11-18T08:38:09.458" v="553" actId="1035"/>
          <ac:spMkLst>
            <pc:docMk/>
            <pc:sldMk cId="1781785319" sldId="2147481926"/>
            <ac:spMk id="22" creationId="{F2CAEDFA-2D24-425F-BFBC-10B078C03E5C}"/>
          </ac:spMkLst>
        </pc:spChg>
        <pc:spChg chg="mod">
          <ac:chgData name="임형찬(HYEONG CHAN LIM)[ils0201]/선임/제조DX.자동보정.조립자동보정팀" userId="a5fc29a0-7bf6-4271-9ae5-792bccdcacb0" providerId="ADAL" clId="{E6E21535-CC5F-42C7-8793-1F61F6EF4BD1}" dt="2025-11-18T08:38:15.208" v="578" actId="1035"/>
          <ac:spMkLst>
            <pc:docMk/>
            <pc:sldMk cId="1781785319" sldId="2147481926"/>
            <ac:spMk id="55" creationId="{1801C099-D757-4B34-ACF1-9AAFC0F40C1C}"/>
          </ac:spMkLst>
        </pc:spChg>
        <pc:graphicFrameChg chg="mod modGraphic">
          <ac:chgData name="임형찬(HYEONG CHAN LIM)[ils0201]/선임/제조DX.자동보정.조립자동보정팀" userId="a5fc29a0-7bf6-4271-9ae5-792bccdcacb0" providerId="ADAL" clId="{E6E21535-CC5F-42C7-8793-1F61F6EF4BD1}" dt="2025-11-18T08:39:07.552" v="589" actId="20577"/>
          <ac:graphicFrameMkLst>
            <pc:docMk/>
            <pc:sldMk cId="1781785319" sldId="2147481926"/>
            <ac:graphicFrameMk id="3" creationId="{3E86696F-E35A-4B06-9B46-63A4A6A986C1}"/>
          </ac:graphicFrameMkLst>
        </pc:graphicFrameChg>
        <pc:graphicFrameChg chg="mod modGraphic">
          <ac:chgData name="임형찬(HYEONG CHAN LIM)[ils0201]/선임/제조DX.자동보정.조립자동보정팀" userId="a5fc29a0-7bf6-4271-9ae5-792bccdcacb0" providerId="ADAL" clId="{E6E21535-CC5F-42C7-8793-1F61F6EF4BD1}" dt="2025-11-18T08:39:01.724" v="588" actId="20577"/>
          <ac:graphicFrameMkLst>
            <pc:docMk/>
            <pc:sldMk cId="1781785319" sldId="2147481926"/>
            <ac:graphicFrameMk id="14" creationId="{F7BF916D-8A9E-4800-92E6-357BE08183D6}"/>
          </ac:graphicFrameMkLst>
        </pc:graphicFrameChg>
      </pc:sldChg>
      <pc:sldChg chg="modSp mod ord modShow">
        <pc:chgData name="임형찬(HYEONG CHAN LIM)[ils0201]/선임/제조DX.자동보정.조립자동보정팀" userId="a5fc29a0-7bf6-4271-9ae5-792bccdcacb0" providerId="ADAL" clId="{E6E21535-CC5F-42C7-8793-1F61F6EF4BD1}" dt="2025-11-18T08:17:23.380" v="149" actId="207"/>
        <pc:sldMkLst>
          <pc:docMk/>
          <pc:sldMk cId="177098289" sldId="2147481996"/>
        </pc:sldMkLst>
        <pc:spChg chg="mod">
          <ac:chgData name="임형찬(HYEONG CHAN LIM)[ils0201]/선임/제조DX.자동보정.조립자동보정팀" userId="a5fc29a0-7bf6-4271-9ae5-792bccdcacb0" providerId="ADAL" clId="{E6E21535-CC5F-42C7-8793-1F61F6EF4BD1}" dt="2025-11-18T08:06:20.475" v="61" actId="20577"/>
          <ac:spMkLst>
            <pc:docMk/>
            <pc:sldMk cId="177098289" sldId="2147481996"/>
            <ac:spMk id="2" creationId="{4BC5104A-80BF-E474-F21A-B2B2939F9382}"/>
          </ac:spMkLst>
        </pc:spChg>
        <pc:spChg chg="mod">
          <ac:chgData name="임형찬(HYEONG CHAN LIM)[ils0201]/선임/제조DX.자동보정.조립자동보정팀" userId="a5fc29a0-7bf6-4271-9ae5-792bccdcacb0" providerId="ADAL" clId="{E6E21535-CC5F-42C7-8793-1F61F6EF4BD1}" dt="2025-11-18T08:17:23.380" v="149" actId="207"/>
          <ac:spMkLst>
            <pc:docMk/>
            <pc:sldMk cId="177098289" sldId="2147481996"/>
            <ac:spMk id="45" creationId="{CE63F292-B2EE-4FCA-F201-82C9D71BB8F8}"/>
          </ac:spMkLst>
        </pc:spChg>
      </pc:sldChg>
    </pc:docChg>
  </pc:docChgLst>
  <pc:docChgLst>
    <pc:chgData name="박연탁(YEONTARK PARK)[parkyt]/책임/제조DX.자동보정.자동보정선행개발팀" userId="S::parkyt@lgensol.com::ed32861b-bebc-4d6e-be9d-42a82b4a008b" providerId="AD" clId="Web-{6D806F1C-5F72-C886-7E61-230C7E81205E}"/>
    <pc:docChg chg="modSld">
      <pc:chgData name="박연탁(YEONTARK PARK)[parkyt]/책임/제조DX.자동보정.자동보정선행개발팀" userId="S::parkyt@lgensol.com::ed32861b-bebc-4d6e-be9d-42a82b4a008b" providerId="AD" clId="Web-{6D806F1C-5F72-C886-7E61-230C7E81205E}" dt="2025-11-26T08:19:44.630" v="205"/>
      <pc:docMkLst>
        <pc:docMk/>
      </pc:docMkLst>
      <pc:sldChg chg="modSp">
        <pc:chgData name="박연탁(YEONTARK PARK)[parkyt]/책임/제조DX.자동보정.자동보정선행개발팀" userId="S::parkyt@lgensol.com::ed32861b-bebc-4d6e-be9d-42a82b4a008b" providerId="AD" clId="Web-{6D806F1C-5F72-C886-7E61-230C7E81205E}" dt="2025-11-26T08:16:01.269" v="177"/>
        <pc:sldMkLst>
          <pc:docMk/>
          <pc:sldMk cId="3535331620" sldId="2147483550"/>
        </pc:sldMkLst>
        <pc:graphicFrameChg chg="mod modGraphic">
          <ac:chgData name="박연탁(YEONTARK PARK)[parkyt]/책임/제조DX.자동보정.자동보정선행개발팀" userId="S::parkyt@lgensol.com::ed32861b-bebc-4d6e-be9d-42a82b4a008b" providerId="AD" clId="Web-{6D806F1C-5F72-C886-7E61-230C7E81205E}" dt="2025-11-26T08:16:01.269" v="177"/>
          <ac:graphicFrameMkLst>
            <pc:docMk/>
            <pc:sldMk cId="3535331620" sldId="2147483550"/>
            <ac:graphicFrameMk id="18" creationId="{4BA4557C-646C-4589-AAD3-2CDCBCEA5E39}"/>
          </ac:graphicFrameMkLst>
        </pc:graphicFrameChg>
      </pc:sldChg>
    </pc:docChg>
  </pc:docChgLst>
  <pc:docChgLst>
    <pc:chgData name="서재근(JAEGEUN SEO)[jaegeun_seo]/책임/제조DX.자동보정.조립자동보정팀" userId="7bb6d943-2582-47a8-abe5-eec9821e0b5c" providerId="ADAL" clId="{17711D0C-C673-40B4-84B9-2550825C3A2D}"/>
    <pc:docChg chg="undo custSel modSld">
      <pc:chgData name="서재근(JAEGEUN SEO)[jaegeun_seo]/책임/제조DX.자동보정.조립자동보정팀" userId="7bb6d943-2582-47a8-abe5-eec9821e0b5c" providerId="ADAL" clId="{17711D0C-C673-40B4-84B9-2550825C3A2D}" dt="2025-12-03T04:40:05.199" v="611" actId="478"/>
      <pc:docMkLst>
        <pc:docMk/>
      </pc:docMkLst>
      <pc:sldChg chg="modSp mod">
        <pc:chgData name="서재근(JAEGEUN SEO)[jaegeun_seo]/책임/제조DX.자동보정.조립자동보정팀" userId="7bb6d943-2582-47a8-abe5-eec9821e0b5c" providerId="ADAL" clId="{17711D0C-C673-40B4-84B9-2550825C3A2D}" dt="2025-12-03T00:10:53.072" v="412" actId="20577"/>
        <pc:sldMkLst>
          <pc:docMk/>
          <pc:sldMk cId="2551372592" sldId="274"/>
        </pc:sldMkLst>
        <pc:graphicFrameChg chg="mod modGraphic">
          <ac:chgData name="서재근(JAEGEUN SEO)[jaegeun_seo]/책임/제조DX.자동보정.조립자동보정팀" userId="7bb6d943-2582-47a8-abe5-eec9821e0b5c" providerId="ADAL" clId="{17711D0C-C673-40B4-84B9-2550825C3A2D}" dt="2025-12-03T00:10:53.072" v="412" actId="20577"/>
          <ac:graphicFrameMkLst>
            <pc:docMk/>
            <pc:sldMk cId="2551372592" sldId="274"/>
            <ac:graphicFrameMk id="19" creationId="{AC0E64D7-C678-4BFA-BA23-CADEA743A611}"/>
          </ac:graphicFrameMkLst>
        </pc:graphicFrameChg>
        <pc:graphicFrameChg chg="modGraphic">
          <ac:chgData name="서재근(JAEGEUN SEO)[jaegeun_seo]/책임/제조DX.자동보정.조립자동보정팀" userId="7bb6d943-2582-47a8-abe5-eec9821e0b5c" providerId="ADAL" clId="{17711D0C-C673-40B4-84B9-2550825C3A2D}" dt="2025-12-03T00:09:28.395" v="297" actId="14100"/>
          <ac:graphicFrameMkLst>
            <pc:docMk/>
            <pc:sldMk cId="2551372592" sldId="274"/>
            <ac:graphicFrameMk id="21" creationId="{9779E312-C9FB-4C89-9F7F-FCF42F278188}"/>
          </ac:graphicFrameMkLst>
        </pc:graphicFrameChg>
      </pc:sldChg>
      <pc:sldChg chg="delSp modSp mod">
        <pc:chgData name="서재근(JAEGEUN SEO)[jaegeun_seo]/책임/제조DX.자동보정.조립자동보정팀" userId="7bb6d943-2582-47a8-abe5-eec9821e0b5c" providerId="ADAL" clId="{17711D0C-C673-40B4-84B9-2550825C3A2D}" dt="2025-12-03T04:40:05.199" v="611" actId="478"/>
        <pc:sldMkLst>
          <pc:docMk/>
          <pc:sldMk cId="2275017208" sldId="2147481958"/>
        </pc:sldMkLst>
        <pc:spChg chg="mod">
          <ac:chgData name="서재근(JAEGEUN SEO)[jaegeun_seo]/책임/제조DX.자동보정.조립자동보정팀" userId="7bb6d943-2582-47a8-abe5-eec9821e0b5c" providerId="ADAL" clId="{17711D0C-C673-40B4-84B9-2550825C3A2D}" dt="2025-12-03T04:37:56.551" v="512" actId="20577"/>
          <ac:spMkLst>
            <pc:docMk/>
            <pc:sldMk cId="2275017208" sldId="2147481958"/>
            <ac:spMk id="2" creationId="{5748F319-FE8D-4ECF-AFB9-B7E0916A513F}"/>
          </ac:spMkLst>
        </pc:spChg>
        <pc:spChg chg="mod">
          <ac:chgData name="서재근(JAEGEUN SEO)[jaegeun_seo]/책임/제조DX.자동보정.조립자동보정팀" userId="7bb6d943-2582-47a8-abe5-eec9821e0b5c" providerId="ADAL" clId="{17711D0C-C673-40B4-84B9-2550825C3A2D}" dt="2025-12-03T04:39:32.062" v="607" actId="207"/>
          <ac:spMkLst>
            <pc:docMk/>
            <pc:sldMk cId="2275017208" sldId="2147481958"/>
            <ac:spMk id="5" creationId="{1615D8B7-2F76-467E-B74D-9F119B978A4C}"/>
          </ac:spMkLst>
        </pc:spChg>
        <pc:spChg chg="mod">
          <ac:chgData name="서재근(JAEGEUN SEO)[jaegeun_seo]/책임/제조DX.자동보정.조립자동보정팀" userId="7bb6d943-2582-47a8-abe5-eec9821e0b5c" providerId="ADAL" clId="{17711D0C-C673-40B4-84B9-2550825C3A2D}" dt="2025-12-03T00:00:36.425" v="5" actId="20577"/>
          <ac:spMkLst>
            <pc:docMk/>
            <pc:sldMk cId="2275017208" sldId="2147481958"/>
            <ac:spMk id="10" creationId="{BDADEB63-FA2A-413A-90C3-F27F4D564C57}"/>
          </ac:spMkLst>
        </pc:spChg>
        <pc:graphicFrameChg chg="mod modGraphic">
          <ac:chgData name="서재근(JAEGEUN SEO)[jaegeun_seo]/책임/제조DX.자동보정.조립자동보정팀" userId="7bb6d943-2582-47a8-abe5-eec9821e0b5c" providerId="ADAL" clId="{17711D0C-C673-40B4-84B9-2550825C3A2D}" dt="2025-12-03T04:40:03.669" v="610" actId="20577"/>
          <ac:graphicFrameMkLst>
            <pc:docMk/>
            <pc:sldMk cId="2275017208" sldId="2147481958"/>
            <ac:graphicFrameMk id="4" creationId="{FA3240C7-2182-41B1-AE1F-AC51AA1BB276}"/>
          </ac:graphicFrameMkLst>
        </pc:graphicFrameChg>
      </pc:sldChg>
      <pc:sldChg chg="modSp mod">
        <pc:chgData name="서재근(JAEGEUN SEO)[jaegeun_seo]/책임/제조DX.자동보정.조립자동보정팀" userId="7bb6d943-2582-47a8-abe5-eec9821e0b5c" providerId="ADAL" clId="{17711D0C-C673-40B4-84B9-2550825C3A2D}" dt="2025-12-03T00:05:56.044" v="27" actId="20577"/>
        <pc:sldMkLst>
          <pc:docMk/>
          <pc:sldMk cId="3939307129" sldId="2147481960"/>
        </pc:sldMkLst>
        <pc:spChg chg="mod">
          <ac:chgData name="서재근(JAEGEUN SEO)[jaegeun_seo]/책임/제조DX.자동보정.조립자동보정팀" userId="7bb6d943-2582-47a8-abe5-eec9821e0b5c" providerId="ADAL" clId="{17711D0C-C673-40B4-84B9-2550825C3A2D}" dt="2025-12-03T00:00:48.176" v="13" actId="20577"/>
          <ac:spMkLst>
            <pc:docMk/>
            <pc:sldMk cId="3939307129" sldId="2147481960"/>
            <ac:spMk id="70" creationId="{DF67FEB9-4AB7-4D44-9D13-B27C7C303C42}"/>
          </ac:spMkLst>
        </pc:spChg>
        <pc:graphicFrameChg chg="modGraphic">
          <ac:chgData name="서재근(JAEGEUN SEO)[jaegeun_seo]/책임/제조DX.자동보정.조립자동보정팀" userId="7bb6d943-2582-47a8-abe5-eec9821e0b5c" providerId="ADAL" clId="{17711D0C-C673-40B4-84B9-2550825C3A2D}" dt="2025-12-03T00:00:51.987" v="15" actId="20577"/>
          <ac:graphicFrameMkLst>
            <pc:docMk/>
            <pc:sldMk cId="3939307129" sldId="2147481960"/>
            <ac:graphicFrameMk id="16" creationId="{33D55F02-6D8E-4551-BA96-882BCCE1D0E0}"/>
          </ac:graphicFrameMkLst>
        </pc:graphicFrameChg>
        <pc:graphicFrameChg chg="modGraphic">
          <ac:chgData name="서재근(JAEGEUN SEO)[jaegeun_seo]/책임/제조DX.자동보정.조립자동보정팀" userId="7bb6d943-2582-47a8-abe5-eec9821e0b5c" providerId="ADAL" clId="{17711D0C-C673-40B4-84B9-2550825C3A2D}" dt="2025-12-03T00:00:54.841" v="17" actId="20577"/>
          <ac:graphicFrameMkLst>
            <pc:docMk/>
            <pc:sldMk cId="3939307129" sldId="2147481960"/>
            <ac:graphicFrameMk id="19" creationId="{AC0E64D7-C678-4BFA-BA23-CADEA743A611}"/>
          </ac:graphicFrameMkLst>
        </pc:graphicFrameChg>
        <pc:graphicFrameChg chg="mod modGraphic">
          <ac:chgData name="서재근(JAEGEUN SEO)[jaegeun_seo]/책임/제조DX.자동보정.조립자동보정팀" userId="7bb6d943-2582-47a8-abe5-eec9821e0b5c" providerId="ADAL" clId="{17711D0C-C673-40B4-84B9-2550825C3A2D}" dt="2025-12-03T00:05:56.044" v="27" actId="20577"/>
          <ac:graphicFrameMkLst>
            <pc:docMk/>
            <pc:sldMk cId="3939307129" sldId="2147481960"/>
            <ac:graphicFrameMk id="64" creationId="{0705FDA6-9762-4EFD-84D1-BBEE26F619C3}"/>
          </ac:graphicFrameMkLst>
        </pc:graphicFrameChg>
      </pc:sldChg>
      <pc:sldChg chg="modSp mod">
        <pc:chgData name="서재근(JAEGEUN SEO)[jaegeun_seo]/책임/제조DX.자동보정.조립자동보정팀" userId="7bb6d943-2582-47a8-abe5-eec9821e0b5c" providerId="ADAL" clId="{17711D0C-C673-40B4-84B9-2550825C3A2D}" dt="2025-12-03T00:01:17.176" v="23" actId="20577"/>
        <pc:sldMkLst>
          <pc:docMk/>
          <pc:sldMk cId="4007070389" sldId="2147481975"/>
        </pc:sldMkLst>
        <pc:graphicFrameChg chg="modGraphic">
          <ac:chgData name="서재근(JAEGEUN SEO)[jaegeun_seo]/책임/제조DX.자동보정.조립자동보정팀" userId="7bb6d943-2582-47a8-abe5-eec9821e0b5c" providerId="ADAL" clId="{17711D0C-C673-40B4-84B9-2550825C3A2D}" dt="2025-12-03T00:01:17.176" v="23" actId="20577"/>
          <ac:graphicFrameMkLst>
            <pc:docMk/>
            <pc:sldMk cId="4007070389" sldId="2147481975"/>
            <ac:graphicFrameMk id="19" creationId="{AC0E64D7-C678-4BFA-BA23-CADEA743A611}"/>
          </ac:graphicFrameMkLst>
        </pc:graphicFrameChg>
      </pc:sldChg>
    </pc:docChg>
  </pc:docChgLst>
  <pc:docChgLst>
    <pc:chgData name="정대영(DAEYEONG JUNG)[shinecas]/책임/제조DX.자동보정.RSND자동보정팀" userId="S::shinecas@lgensol.com::d0d3060e-f064-4c8a-b029-66e60df73558" providerId="AD" clId="Web-{AC6C6361-C526-7BE5-6998-C26B6D5855D6}"/>
    <pc:docChg chg="addSld delSld modSld modSection">
      <pc:chgData name="정대영(DAEYEONG JUNG)[shinecas]/책임/제조DX.자동보정.RSND자동보정팀" userId="S::shinecas@lgensol.com::d0d3060e-f064-4c8a-b029-66e60df73558" providerId="AD" clId="Web-{AC6C6361-C526-7BE5-6998-C26B6D5855D6}" dt="2025-11-26T04:10:39.420" v="36"/>
      <pc:docMkLst>
        <pc:docMk/>
      </pc:docMkLst>
      <pc:sldChg chg="add del">
        <pc:chgData name="정대영(DAEYEONG JUNG)[shinecas]/책임/제조DX.자동보정.RSND자동보정팀" userId="S::shinecas@lgensol.com::d0d3060e-f064-4c8a-b029-66e60df73558" providerId="AD" clId="Web-{AC6C6361-C526-7BE5-6998-C26B6D5855D6}" dt="2025-11-26T04:10:00.606" v="24"/>
        <pc:sldMkLst>
          <pc:docMk/>
          <pc:sldMk cId="2926393564" sldId="285"/>
        </pc:sldMkLst>
      </pc:sldChg>
      <pc:sldChg chg="modSp add del replId">
        <pc:chgData name="정대영(DAEYEONG JUNG)[shinecas]/책임/제조DX.자동보정.RSND자동보정팀" userId="S::shinecas@lgensol.com::d0d3060e-f064-4c8a-b029-66e60df73558" providerId="AD" clId="Web-{AC6C6361-C526-7BE5-6998-C26B6D5855D6}" dt="2025-11-26T04:10:39.420" v="36"/>
        <pc:sldMkLst>
          <pc:docMk/>
          <pc:sldMk cId="1740659674" sldId="315"/>
        </pc:sldMkLst>
        <pc:spChg chg="mod">
          <ac:chgData name="정대영(DAEYEONG JUNG)[shinecas]/책임/제조DX.자동보정.RSND자동보정팀" userId="S::shinecas@lgensol.com::d0d3060e-f064-4c8a-b029-66e60df73558" providerId="AD" clId="Web-{AC6C6361-C526-7BE5-6998-C26B6D5855D6}" dt="2025-11-26T04:10:26.216" v="28" actId="20577"/>
          <ac:spMkLst>
            <pc:docMk/>
            <pc:sldMk cId="1740659674" sldId="315"/>
            <ac:spMk id="9" creationId="{B56044BA-F623-F194-0F47-B4750CF54DD5}"/>
          </ac:spMkLst>
        </pc:spChg>
        <pc:graphicFrameChg chg="mod modGraphic">
          <ac:chgData name="정대영(DAEYEONG JUNG)[shinecas]/책임/제조DX.자동보정.RSND자동보정팀" userId="S::shinecas@lgensol.com::d0d3060e-f064-4c8a-b029-66e60df73558" providerId="AD" clId="Web-{AC6C6361-C526-7BE5-6998-C26B6D5855D6}" dt="2025-11-26T04:10:32.841" v="35"/>
          <ac:graphicFrameMkLst>
            <pc:docMk/>
            <pc:sldMk cId="1740659674" sldId="315"/>
            <ac:graphicFrameMk id="16" creationId="{A8AD81CD-0759-8312-B1F9-13B54FD95FDE}"/>
          </ac:graphicFrameMkLst>
        </pc:graphicFrameChg>
      </pc:sldChg>
    </pc:docChg>
  </pc:docChgLst>
  <pc:docChgLst>
    <pc:chgData name="김기백(GIBAEK KIM)[gibaek.kim]/팀장/제조DX.자동보정.자동보정선행개발팀" userId="55e45d38-c472-4a38-804c-486c2f4c45c8" providerId="ADAL" clId="{3F268B42-8640-4D41-8D7B-41FA60C0C719}"/>
    <pc:docChg chg="undo custSel modSld">
      <pc:chgData name="김기백(GIBAEK KIM)[gibaek.kim]/팀장/제조DX.자동보정.자동보정선행개발팀" userId="55e45d38-c472-4a38-804c-486c2f4c45c8" providerId="ADAL" clId="{3F268B42-8640-4D41-8D7B-41FA60C0C719}" dt="2025-11-26T07:54:40.350" v="1762" actId="20577"/>
      <pc:docMkLst>
        <pc:docMk/>
      </pc:docMkLst>
      <pc:sldChg chg="modSp mod">
        <pc:chgData name="김기백(GIBAEK KIM)[gibaek.kim]/팀장/제조DX.자동보정.자동보정선행개발팀" userId="55e45d38-c472-4a38-804c-486c2f4c45c8" providerId="ADAL" clId="{3F268B42-8640-4D41-8D7B-41FA60C0C719}" dt="2025-11-26T06:36:28.261" v="532" actId="14100"/>
        <pc:sldMkLst>
          <pc:docMk/>
          <pc:sldMk cId="3535331620" sldId="2147483550"/>
        </pc:sldMkLst>
        <pc:picChg chg="mod">
          <ac:chgData name="김기백(GIBAEK KIM)[gibaek.kim]/팀장/제조DX.자동보정.자동보정선행개발팀" userId="55e45d38-c472-4a38-804c-486c2f4c45c8" providerId="ADAL" clId="{3F268B42-8640-4D41-8D7B-41FA60C0C719}" dt="2025-11-26T06:36:28.261" v="532" actId="14100"/>
          <ac:picMkLst>
            <pc:docMk/>
            <pc:sldMk cId="3535331620" sldId="2147483550"/>
            <ac:picMk id="32" creationId="{3E9BAF4E-C671-C1E4-99B6-C31112E133AC}"/>
          </ac:picMkLst>
        </pc:picChg>
      </pc:sldChg>
      <pc:sldChg chg="addSp delSp modSp mod">
        <pc:chgData name="김기백(GIBAEK KIM)[gibaek.kim]/팀장/제조DX.자동보정.자동보정선행개발팀" userId="55e45d38-c472-4a38-804c-486c2f4c45c8" providerId="ADAL" clId="{3F268B42-8640-4D41-8D7B-41FA60C0C719}" dt="2025-11-26T07:21:22.448" v="795" actId="207"/>
        <pc:sldMkLst>
          <pc:docMk/>
          <pc:sldMk cId="722830885" sldId="2147483567"/>
        </pc:sldMkLst>
      </pc:sldChg>
      <pc:sldChg chg="addSp delSp modSp mod">
        <pc:chgData name="김기백(GIBAEK KIM)[gibaek.kim]/팀장/제조DX.자동보정.자동보정선행개발팀" userId="55e45d38-c472-4a38-804c-486c2f4c45c8" providerId="ADAL" clId="{3F268B42-8640-4D41-8D7B-41FA60C0C719}" dt="2025-11-26T07:54:40.350" v="1762" actId="20577"/>
        <pc:sldMkLst>
          <pc:docMk/>
          <pc:sldMk cId="2078861670" sldId="2147483568"/>
        </pc:sldMkLst>
      </pc:sldChg>
    </pc:docChg>
  </pc:docChgLst>
  <pc:docChgLst>
    <pc:chgData name="임형찬(HYEONG CHAN LIM)[ils0201]/선임/제조DX.자동보정.조립자동보정팀" userId="a5fc29a0-7bf6-4271-9ae5-792bccdcacb0" providerId="ADAL" clId="{A039A873-0254-4D83-A6FE-A217FC1B34F3}"/>
    <pc:docChg chg="modSld">
      <pc:chgData name="임형찬(HYEONG CHAN LIM)[ils0201]/선임/제조DX.자동보정.조립자동보정팀" userId="a5fc29a0-7bf6-4271-9ae5-792bccdcacb0" providerId="ADAL" clId="{A039A873-0254-4D83-A6FE-A217FC1B34F3}" dt="2025-11-26T03:05:59.367" v="82"/>
      <pc:docMkLst>
        <pc:docMk/>
      </pc:docMkLst>
      <pc:sldChg chg="modSp mod">
        <pc:chgData name="임형찬(HYEONG CHAN LIM)[ils0201]/선임/제조DX.자동보정.조립자동보정팀" userId="a5fc29a0-7bf6-4271-9ae5-792bccdcacb0" providerId="ADAL" clId="{A039A873-0254-4D83-A6FE-A217FC1B34F3}" dt="2025-11-26T03:05:55.352" v="81"/>
        <pc:sldMkLst>
          <pc:docMk/>
          <pc:sldMk cId="3442612884" sldId="266"/>
        </pc:sldMkLst>
        <pc:spChg chg="mod">
          <ac:chgData name="임형찬(HYEONG CHAN LIM)[ils0201]/선임/제조DX.자동보정.조립자동보정팀" userId="a5fc29a0-7bf6-4271-9ae5-792bccdcacb0" providerId="ADAL" clId="{A039A873-0254-4D83-A6FE-A217FC1B34F3}" dt="2025-11-26T01:44:26.287" v="2" actId="20577"/>
          <ac:spMkLst>
            <pc:docMk/>
            <pc:sldMk cId="3442612884" sldId="266"/>
            <ac:spMk id="4" creationId="{1BAE0AB8-2D5F-6F5C-CFCD-86F36B304F8E}"/>
          </ac:spMkLst>
        </pc:spChg>
        <pc:graphicFrameChg chg="modGraphic">
          <ac:chgData name="임형찬(HYEONG CHAN LIM)[ils0201]/선임/제조DX.자동보정.조립자동보정팀" userId="a5fc29a0-7bf6-4271-9ae5-792bccdcacb0" providerId="ADAL" clId="{A039A873-0254-4D83-A6FE-A217FC1B34F3}" dt="2025-11-26T01:44:22.455" v="0" actId="20577"/>
          <ac:graphicFrameMkLst>
            <pc:docMk/>
            <pc:sldMk cId="3442612884" sldId="266"/>
            <ac:graphicFrameMk id="3" creationId="{B966A984-42B0-671C-E83A-29B58F6414F6}"/>
          </ac:graphicFrameMkLst>
        </pc:graphicFrameChg>
        <pc:graphicFrameChg chg="mod modGraphic">
          <ac:chgData name="임형찬(HYEONG CHAN LIM)[ils0201]/선임/제조DX.자동보정.조립자동보정팀" userId="a5fc29a0-7bf6-4271-9ae5-792bccdcacb0" providerId="ADAL" clId="{A039A873-0254-4D83-A6FE-A217FC1B34F3}" dt="2025-11-26T03:05:55.352" v="81"/>
          <ac:graphicFrameMkLst>
            <pc:docMk/>
            <pc:sldMk cId="3442612884" sldId="266"/>
            <ac:graphicFrameMk id="14" creationId="{64FCF04B-6859-5682-075E-CF24E44AFB7E}"/>
          </ac:graphicFrameMkLst>
        </pc:graphicFrameChg>
      </pc:sldChg>
      <pc:sldChg chg="modSp mod">
        <pc:chgData name="임형찬(HYEONG CHAN LIM)[ils0201]/선임/제조DX.자동보정.조립자동보정팀" userId="a5fc29a0-7bf6-4271-9ae5-792bccdcacb0" providerId="ADAL" clId="{A039A873-0254-4D83-A6FE-A217FC1B34F3}" dt="2025-11-26T01:53:35.662" v="11" actId="20577"/>
        <pc:sldMkLst>
          <pc:docMk/>
          <pc:sldMk cId="3390719611" sldId="283"/>
        </pc:sldMkLst>
        <pc:graphicFrameChg chg="modGraphic">
          <ac:chgData name="임형찬(HYEONG CHAN LIM)[ils0201]/선임/제조DX.자동보정.조립자동보정팀" userId="a5fc29a0-7bf6-4271-9ae5-792bccdcacb0" providerId="ADAL" clId="{A039A873-0254-4D83-A6FE-A217FC1B34F3}" dt="2025-11-26T01:53:31.486" v="10" actId="20577"/>
          <ac:graphicFrameMkLst>
            <pc:docMk/>
            <pc:sldMk cId="3390719611" sldId="283"/>
            <ac:graphicFrameMk id="3" creationId="{CCB8AE76-AB5D-CEAA-BCF7-5B514F34E44A}"/>
          </ac:graphicFrameMkLst>
        </pc:graphicFrameChg>
        <pc:graphicFrameChg chg="modGraphic">
          <ac:chgData name="임형찬(HYEONG CHAN LIM)[ils0201]/선임/제조DX.자동보정.조립자동보정팀" userId="a5fc29a0-7bf6-4271-9ae5-792bccdcacb0" providerId="ADAL" clId="{A039A873-0254-4D83-A6FE-A217FC1B34F3}" dt="2025-11-26T01:53:35.662" v="11" actId="20577"/>
          <ac:graphicFrameMkLst>
            <pc:docMk/>
            <pc:sldMk cId="3390719611" sldId="283"/>
            <ac:graphicFrameMk id="9" creationId="{6E3DE1AF-98C0-1DAE-A5F1-AF6F8C5E0456}"/>
          </ac:graphicFrameMkLst>
        </pc:graphicFrameChg>
      </pc:sldChg>
      <pc:sldChg chg="modSp mod">
        <pc:chgData name="임형찬(HYEONG CHAN LIM)[ils0201]/선임/제조DX.자동보정.조립자동보정팀" userId="a5fc29a0-7bf6-4271-9ae5-792bccdcacb0" providerId="ADAL" clId="{A039A873-0254-4D83-A6FE-A217FC1B34F3}" dt="2025-11-26T03:00:47.070" v="29" actId="20577"/>
        <pc:sldMkLst>
          <pc:docMk/>
          <pc:sldMk cId="2967565303" sldId="294"/>
        </pc:sldMkLst>
        <pc:spChg chg="mod">
          <ac:chgData name="임형찬(HYEONG CHAN LIM)[ils0201]/선임/제조DX.자동보정.조립자동보정팀" userId="a5fc29a0-7bf6-4271-9ae5-792bccdcacb0" providerId="ADAL" clId="{A039A873-0254-4D83-A6FE-A217FC1B34F3}" dt="2025-11-26T03:00:47.070" v="29" actId="20577"/>
          <ac:spMkLst>
            <pc:docMk/>
            <pc:sldMk cId="2967565303" sldId="294"/>
            <ac:spMk id="13" creationId="{B2BCB7C6-7FF2-4166-82A2-E3FE4B0B4E2A}"/>
          </ac:spMkLst>
        </pc:spChg>
        <pc:graphicFrameChg chg="modGraphic">
          <ac:chgData name="임형찬(HYEONG CHAN LIM)[ils0201]/선임/제조DX.자동보정.조립자동보정팀" userId="a5fc29a0-7bf6-4271-9ae5-792bccdcacb0" providerId="ADAL" clId="{A039A873-0254-4D83-A6FE-A217FC1B34F3}" dt="2025-11-26T01:55:00.965" v="25" actId="20577"/>
          <ac:graphicFrameMkLst>
            <pc:docMk/>
            <pc:sldMk cId="2967565303" sldId="294"/>
            <ac:graphicFrameMk id="12" creationId="{E4591B7C-FD24-4C94-B784-24331C2373E4}"/>
          </ac:graphicFrameMkLst>
        </pc:graphicFrameChg>
      </pc:sldChg>
      <pc:sldChg chg="modSp mod">
        <pc:chgData name="임형찬(HYEONG CHAN LIM)[ils0201]/선임/제조DX.자동보정.조립자동보정팀" userId="a5fc29a0-7bf6-4271-9ae5-792bccdcacb0" providerId="ADAL" clId="{A039A873-0254-4D83-A6FE-A217FC1B34F3}" dt="2025-11-26T03:01:01.013" v="33" actId="20577"/>
        <pc:sldMkLst>
          <pc:docMk/>
          <pc:sldMk cId="627465572" sldId="298"/>
        </pc:sldMkLst>
        <pc:graphicFrameChg chg="modGraphic">
          <ac:chgData name="임형찬(HYEONG CHAN LIM)[ils0201]/선임/제조DX.자동보정.조립자동보정팀" userId="a5fc29a0-7bf6-4271-9ae5-792bccdcacb0" providerId="ADAL" clId="{A039A873-0254-4D83-A6FE-A217FC1B34F3}" dt="2025-11-26T01:55:09.028" v="26" actId="20577"/>
          <ac:graphicFrameMkLst>
            <pc:docMk/>
            <pc:sldMk cId="627465572" sldId="298"/>
            <ac:graphicFrameMk id="12" creationId="{E4591B7C-FD24-4C94-B784-24331C2373E4}"/>
          </ac:graphicFrameMkLst>
        </pc:graphicFrameChg>
      </pc:sldChg>
      <pc:sldChg chg="modSp mod">
        <pc:chgData name="임형찬(HYEONG CHAN LIM)[ils0201]/선임/제조DX.자동보정.조립자동보정팀" userId="a5fc29a0-7bf6-4271-9ae5-792bccdcacb0" providerId="ADAL" clId="{A039A873-0254-4D83-A6FE-A217FC1B34F3}" dt="2025-11-26T03:05:59.367" v="82"/>
        <pc:sldMkLst>
          <pc:docMk/>
          <pc:sldMk cId="1989204422" sldId="312"/>
        </pc:sldMkLst>
        <pc:spChg chg="mod">
          <ac:chgData name="임형찬(HYEONG CHAN LIM)[ils0201]/선임/제조DX.자동보정.조립자동보정팀" userId="a5fc29a0-7bf6-4271-9ae5-792bccdcacb0" providerId="ADAL" clId="{A039A873-0254-4D83-A6FE-A217FC1B34F3}" dt="2025-11-26T01:53:14.783" v="5" actId="20577"/>
          <ac:spMkLst>
            <pc:docMk/>
            <pc:sldMk cId="1989204422" sldId="312"/>
            <ac:spMk id="4" creationId="{47D3FC24-BD74-04F5-7623-4FE511799F7D}"/>
          </ac:spMkLst>
        </pc:spChg>
        <pc:spChg chg="mod">
          <ac:chgData name="임형찬(HYEONG CHAN LIM)[ils0201]/선임/제조DX.자동보정.조립자동보정팀" userId="a5fc29a0-7bf6-4271-9ae5-792bccdcacb0" providerId="ADAL" clId="{A039A873-0254-4D83-A6FE-A217FC1B34F3}" dt="2025-11-26T01:53:46.892" v="12" actId="207"/>
          <ac:spMkLst>
            <pc:docMk/>
            <pc:sldMk cId="1989204422" sldId="312"/>
            <ac:spMk id="21" creationId="{3BFC5F83-C02F-41D9-9029-0154D86FB2AD}"/>
          </ac:spMkLst>
        </pc:spChg>
        <pc:spChg chg="mod">
          <ac:chgData name="임형찬(HYEONG CHAN LIM)[ils0201]/선임/제조DX.자동보정.조립자동보정팀" userId="a5fc29a0-7bf6-4271-9ae5-792bccdcacb0" providerId="ADAL" clId="{A039A873-0254-4D83-A6FE-A217FC1B34F3}" dt="2025-11-26T01:53:49.502" v="13" actId="207"/>
          <ac:spMkLst>
            <pc:docMk/>
            <pc:sldMk cId="1989204422" sldId="312"/>
            <ac:spMk id="25" creationId="{7F197B7F-72AE-4748-B3BC-848F8B3D25B2}"/>
          </ac:spMkLst>
        </pc:spChg>
        <pc:spChg chg="mod">
          <ac:chgData name="임형찬(HYEONG CHAN LIM)[ils0201]/선임/제조DX.자동보정.조립자동보정팀" userId="a5fc29a0-7bf6-4271-9ae5-792bccdcacb0" providerId="ADAL" clId="{A039A873-0254-4D83-A6FE-A217FC1B34F3}" dt="2025-11-26T01:53:56.158" v="14" actId="207"/>
          <ac:spMkLst>
            <pc:docMk/>
            <pc:sldMk cId="1989204422" sldId="312"/>
            <ac:spMk id="27" creationId="{A1EFDDF7-7AD8-45A5-94C3-7A7E0F8B01D7}"/>
          </ac:spMkLst>
        </pc:spChg>
        <pc:spChg chg="mod">
          <ac:chgData name="임형찬(HYEONG CHAN LIM)[ils0201]/선임/제조DX.자동보정.조립자동보정팀" userId="a5fc29a0-7bf6-4271-9ae5-792bccdcacb0" providerId="ADAL" clId="{A039A873-0254-4D83-A6FE-A217FC1B34F3}" dt="2025-11-26T01:54:02.377" v="16" actId="207"/>
          <ac:spMkLst>
            <pc:docMk/>
            <pc:sldMk cId="1989204422" sldId="312"/>
            <ac:spMk id="304" creationId="{CC0D34A1-6064-4E7B-A9C5-5927F2895815}"/>
          </ac:spMkLst>
        </pc:spChg>
        <pc:spChg chg="mod">
          <ac:chgData name="임형찬(HYEONG CHAN LIM)[ils0201]/선임/제조DX.자동보정.조립자동보정팀" userId="a5fc29a0-7bf6-4271-9ae5-792bccdcacb0" providerId="ADAL" clId="{A039A873-0254-4D83-A6FE-A217FC1B34F3}" dt="2025-11-26T01:54:06.002" v="17" actId="207"/>
          <ac:spMkLst>
            <pc:docMk/>
            <pc:sldMk cId="1989204422" sldId="312"/>
            <ac:spMk id="305" creationId="{86C7B156-58E2-4F97-8D6E-B8C3351B09F5}"/>
          </ac:spMkLst>
        </pc:spChg>
        <pc:spChg chg="mod">
          <ac:chgData name="임형찬(HYEONG CHAN LIM)[ils0201]/선임/제조DX.자동보정.조립자동보정팀" userId="a5fc29a0-7bf6-4271-9ae5-792bccdcacb0" providerId="ADAL" clId="{A039A873-0254-4D83-A6FE-A217FC1B34F3}" dt="2025-11-26T01:54:14.236" v="19" actId="207"/>
          <ac:spMkLst>
            <pc:docMk/>
            <pc:sldMk cId="1989204422" sldId="312"/>
            <ac:spMk id="310" creationId="{5A642E5E-0C7D-4433-90EC-266A7202B316}"/>
          </ac:spMkLst>
        </pc:spChg>
        <pc:spChg chg="mod">
          <ac:chgData name="임형찬(HYEONG CHAN LIM)[ils0201]/선임/제조DX.자동보정.조립자동보정팀" userId="a5fc29a0-7bf6-4271-9ae5-792bccdcacb0" providerId="ADAL" clId="{A039A873-0254-4D83-A6FE-A217FC1B34F3}" dt="2025-11-26T01:54:14.236" v="19" actId="207"/>
          <ac:spMkLst>
            <pc:docMk/>
            <pc:sldMk cId="1989204422" sldId="312"/>
            <ac:spMk id="311" creationId="{90348767-F14A-4430-A2D2-23B9CA246B76}"/>
          </ac:spMkLst>
        </pc:spChg>
        <pc:spChg chg="mod">
          <ac:chgData name="임형찬(HYEONG CHAN LIM)[ils0201]/선임/제조DX.자동보정.조립자동보정팀" userId="a5fc29a0-7bf6-4271-9ae5-792bccdcacb0" providerId="ADAL" clId="{A039A873-0254-4D83-A6FE-A217FC1B34F3}" dt="2025-11-26T01:54:14.236" v="19" actId="207"/>
          <ac:spMkLst>
            <pc:docMk/>
            <pc:sldMk cId="1989204422" sldId="312"/>
            <ac:spMk id="313" creationId="{53C1135D-E93A-4940-8A70-DAC3FB3A8A43}"/>
          </ac:spMkLst>
        </pc:spChg>
        <pc:spChg chg="mod">
          <ac:chgData name="임형찬(HYEONG CHAN LIM)[ils0201]/선임/제조DX.자동보정.조립자동보정팀" userId="a5fc29a0-7bf6-4271-9ae5-792bccdcacb0" providerId="ADAL" clId="{A039A873-0254-4D83-A6FE-A217FC1B34F3}" dt="2025-11-26T01:54:08.553" v="18" actId="207"/>
          <ac:spMkLst>
            <pc:docMk/>
            <pc:sldMk cId="1989204422" sldId="312"/>
            <ac:spMk id="314" creationId="{92895125-0EB9-47DC-8857-61CED9B498EB}"/>
          </ac:spMkLst>
        </pc:spChg>
        <pc:spChg chg="mod">
          <ac:chgData name="임형찬(HYEONG CHAN LIM)[ils0201]/선임/제조DX.자동보정.조립자동보정팀" userId="a5fc29a0-7bf6-4271-9ae5-792bccdcacb0" providerId="ADAL" clId="{A039A873-0254-4D83-A6FE-A217FC1B34F3}" dt="2025-11-26T01:53:59.736" v="15" actId="207"/>
          <ac:spMkLst>
            <pc:docMk/>
            <pc:sldMk cId="1989204422" sldId="312"/>
            <ac:spMk id="534" creationId="{FF7AFA37-76C7-43A2-9004-DFDE37FDB0DA}"/>
          </ac:spMkLst>
        </pc:spChg>
        <pc:graphicFrameChg chg="modGraphic">
          <ac:chgData name="임형찬(HYEONG CHAN LIM)[ils0201]/선임/제조DX.자동보정.조립자동보정팀" userId="a5fc29a0-7bf6-4271-9ae5-792bccdcacb0" providerId="ADAL" clId="{A039A873-0254-4D83-A6FE-A217FC1B34F3}" dt="2025-11-26T01:53:20.033" v="6" actId="20577"/>
          <ac:graphicFrameMkLst>
            <pc:docMk/>
            <pc:sldMk cId="1989204422" sldId="312"/>
            <ac:graphicFrameMk id="3" creationId="{3E86696F-E35A-4B06-9B46-63A4A6A986C1}"/>
          </ac:graphicFrameMkLst>
        </pc:graphicFrameChg>
        <pc:graphicFrameChg chg="mod modGraphic">
          <ac:chgData name="임형찬(HYEONG CHAN LIM)[ils0201]/선임/제조DX.자동보정.조립자동보정팀" userId="a5fc29a0-7bf6-4271-9ae5-792bccdcacb0" providerId="ADAL" clId="{A039A873-0254-4D83-A6FE-A217FC1B34F3}" dt="2025-11-26T03:05:59.367" v="82"/>
          <ac:graphicFrameMkLst>
            <pc:docMk/>
            <pc:sldMk cId="1989204422" sldId="312"/>
            <ac:graphicFrameMk id="14" creationId="{F7BF916D-8A9E-4800-92E6-357BE08183D6}"/>
          </ac:graphicFrameMkLst>
        </pc:graphicFrameChg>
      </pc:sldChg>
      <pc:sldChg chg="modSp mod">
        <pc:chgData name="임형찬(HYEONG CHAN LIM)[ils0201]/선임/제조DX.자동보정.조립자동보정팀" userId="a5fc29a0-7bf6-4271-9ae5-792bccdcacb0" providerId="ADAL" clId="{A039A873-0254-4D83-A6FE-A217FC1B34F3}" dt="2025-11-26T03:01:31.508" v="41" actId="20577"/>
        <pc:sldMkLst>
          <pc:docMk/>
          <pc:sldMk cId="1661639708" sldId="2147482034"/>
        </pc:sldMkLst>
        <pc:spChg chg="mod">
          <ac:chgData name="임형찬(HYEONG CHAN LIM)[ils0201]/선임/제조DX.자동보정.조립자동보정팀" userId="a5fc29a0-7bf6-4271-9ae5-792bccdcacb0" providerId="ADAL" clId="{A039A873-0254-4D83-A6FE-A217FC1B34F3}" dt="2025-11-26T03:01:25.336" v="39" actId="20577"/>
          <ac:spMkLst>
            <pc:docMk/>
            <pc:sldMk cId="1661639708" sldId="2147482034"/>
            <ac:spMk id="17" creationId="{53BD2C0A-5A07-4ADD-8F3B-76031B186FF8}"/>
          </ac:spMkLst>
        </pc:spChg>
        <pc:graphicFrameChg chg="modGraphic">
          <ac:chgData name="임형찬(HYEONG CHAN LIM)[ils0201]/선임/제조DX.자동보정.조립자동보정팀" userId="a5fc29a0-7bf6-4271-9ae5-792bccdcacb0" providerId="ADAL" clId="{A039A873-0254-4D83-A6FE-A217FC1B34F3}" dt="2025-11-26T03:01:31.508" v="41" actId="20577"/>
          <ac:graphicFrameMkLst>
            <pc:docMk/>
            <pc:sldMk cId="1661639708" sldId="2147482034"/>
            <ac:graphicFrameMk id="13" creationId="{749EDA29-3892-4D6C-B422-D508526099A4}"/>
          </ac:graphicFrameMkLst>
        </pc:graphicFrameChg>
      </pc:sldChg>
    </pc:docChg>
  </pc:docChgLst>
  <pc:docChgLst>
    <pc:chgData name="박상하(SANGHA PARK)[sangha.park]/책임/제조DX.자동보정.RSND자동보정팀" userId="d8210dce-489f-49ff-9447-774a5aaba186" providerId="ADAL" clId="{01F1D6A7-1563-4383-BC56-DF2B73BC839D}"/>
    <pc:docChg chg="undo redo custSel modSld">
      <pc:chgData name="박상하(SANGHA PARK)[sangha.park]/책임/제조DX.자동보정.RSND자동보정팀" userId="d8210dce-489f-49ff-9447-774a5aaba186" providerId="ADAL" clId="{01F1D6A7-1563-4383-BC56-DF2B73BC839D}" dt="2025-11-24T09:06:53.670" v="2781" actId="20577"/>
      <pc:docMkLst>
        <pc:docMk/>
      </pc:docMkLst>
      <pc:sldChg chg="modSp">
        <pc:chgData name="박상하(SANGHA PARK)[sangha.park]/책임/제조DX.자동보정.RSND자동보정팀" userId="d8210dce-489f-49ff-9447-774a5aaba186" providerId="ADAL" clId="{01F1D6A7-1563-4383-BC56-DF2B73BC839D}" dt="2025-11-24T09:06:45.982" v="2777" actId="20577"/>
        <pc:sldMkLst>
          <pc:docMk/>
          <pc:sldMk cId="2670422386" sldId="2147481938"/>
        </pc:sldMkLst>
        <pc:spChg chg="mod">
          <ac:chgData name="박상하(SANGHA PARK)[sangha.park]/책임/제조DX.자동보정.RSND자동보정팀" userId="d8210dce-489f-49ff-9447-774a5aaba186" providerId="ADAL" clId="{01F1D6A7-1563-4383-BC56-DF2B73BC839D}" dt="2025-11-24T09:04:24.498" v="2754" actId="20577"/>
          <ac:spMkLst>
            <pc:docMk/>
            <pc:sldMk cId="2670422386" sldId="2147481938"/>
            <ac:spMk id="18" creationId="{6B94AF95-FFD1-4D2A-A912-AEC69067876E}"/>
          </ac:spMkLst>
        </pc:spChg>
        <pc:graphicFrameChg chg="modGraphic">
          <ac:chgData name="박상하(SANGHA PARK)[sangha.park]/책임/제조DX.자동보정.RSND자동보정팀" userId="d8210dce-489f-49ff-9447-774a5aaba186" providerId="ADAL" clId="{01F1D6A7-1563-4383-BC56-DF2B73BC839D}" dt="2025-11-24T09:06:45.982" v="2777" actId="20577"/>
          <ac:graphicFrameMkLst>
            <pc:docMk/>
            <pc:sldMk cId="2670422386" sldId="2147481938"/>
            <ac:graphicFrameMk id="13" creationId="{CD9241CA-D098-43FB-9A45-151AAEF5B4CB}"/>
          </ac:graphicFrameMkLst>
        </pc:graphicFrameChg>
      </pc:sldChg>
      <pc:sldChg chg="modSp">
        <pc:chgData name="박상하(SANGHA PARK)[sangha.park]/책임/제조DX.자동보정.RSND자동보정팀" userId="d8210dce-489f-49ff-9447-774a5aaba186" providerId="ADAL" clId="{01F1D6A7-1563-4383-BC56-DF2B73BC839D}" dt="2025-11-24T09:04:16.576" v="2751" actId="20577"/>
        <pc:sldMkLst>
          <pc:docMk/>
          <pc:sldMk cId="938929586" sldId="2147483555"/>
        </pc:sldMkLst>
        <pc:spChg chg="mod">
          <ac:chgData name="박상하(SANGHA PARK)[sangha.park]/책임/제조DX.자동보정.RSND자동보정팀" userId="d8210dce-489f-49ff-9447-774a5aaba186" providerId="ADAL" clId="{01F1D6A7-1563-4383-BC56-DF2B73BC839D}" dt="2025-11-24T09:04:16.576" v="2751" actId="20577"/>
          <ac:spMkLst>
            <pc:docMk/>
            <pc:sldMk cId="938929586" sldId="2147483555"/>
            <ac:spMk id="13" creationId="{887CCADF-6E8D-4B31-B59A-D9BD709A09E6}"/>
          </ac:spMkLst>
        </pc:spChg>
        <pc:graphicFrameChg chg="mod modGraphic">
          <ac:chgData name="박상하(SANGHA PARK)[sangha.park]/책임/제조DX.자동보정.RSND자동보정팀" userId="d8210dce-489f-49ff-9447-774a5aaba186" providerId="ADAL" clId="{01F1D6A7-1563-4383-BC56-DF2B73BC839D}" dt="2025-11-24T08:47:16.113" v="1812"/>
          <ac:graphicFrameMkLst>
            <pc:docMk/>
            <pc:sldMk cId="938929586" sldId="2147483555"/>
            <ac:graphicFrameMk id="21" creationId="{698AF8AB-92C6-45AB-A7E1-5FAFA10C41C5}"/>
          </ac:graphicFrameMkLst>
        </pc:graphicFrameChg>
        <pc:picChg chg="mod">
          <ac:chgData name="박상하(SANGHA PARK)[sangha.park]/책임/제조DX.자동보정.RSND자동보정팀" userId="d8210dce-489f-49ff-9447-774a5aaba186" providerId="ADAL" clId="{01F1D6A7-1563-4383-BC56-DF2B73BC839D}" dt="2025-11-24T08:38:23.976" v="1542" actId="1036"/>
          <ac:picMkLst>
            <pc:docMk/>
            <pc:sldMk cId="938929586" sldId="2147483555"/>
            <ac:picMk id="10" creationId="{AC6E9A1E-BED5-C75E-F025-5B1A8B9C6064}"/>
          </ac:picMkLst>
        </pc:picChg>
        <pc:picChg chg="mod">
          <ac:chgData name="박상하(SANGHA PARK)[sangha.park]/책임/제조DX.자동보정.RSND자동보정팀" userId="d8210dce-489f-49ff-9447-774a5aaba186" providerId="ADAL" clId="{01F1D6A7-1563-4383-BC56-DF2B73BC839D}" dt="2025-11-24T08:38:23.976" v="1542" actId="1036"/>
          <ac:picMkLst>
            <pc:docMk/>
            <pc:sldMk cId="938929586" sldId="2147483555"/>
            <ac:picMk id="11" creationId="{A9310F0C-419A-E62C-05F9-F711AAEFA6D2}"/>
          </ac:picMkLst>
        </pc:picChg>
        <pc:picChg chg="mod">
          <ac:chgData name="박상하(SANGHA PARK)[sangha.park]/책임/제조DX.자동보정.RSND자동보정팀" userId="d8210dce-489f-49ff-9447-774a5aaba186" providerId="ADAL" clId="{01F1D6A7-1563-4383-BC56-DF2B73BC839D}" dt="2025-11-24T08:38:23.976" v="1542" actId="1036"/>
          <ac:picMkLst>
            <pc:docMk/>
            <pc:sldMk cId="938929586" sldId="2147483555"/>
            <ac:picMk id="12" creationId="{5CEAAE65-99C6-4B37-AA75-2912F3FC99FF}"/>
          </ac:picMkLst>
        </pc:picChg>
      </pc:sldChg>
      <pc:sldChg chg="modSp">
        <pc:chgData name="박상하(SANGHA PARK)[sangha.park]/책임/제조DX.자동보정.RSND자동보정팀" userId="d8210dce-489f-49ff-9447-774a5aaba186" providerId="ADAL" clId="{01F1D6A7-1563-4383-BC56-DF2B73BC839D}" dt="2025-11-24T09:06:53.670" v="2781" actId="20577"/>
        <pc:sldMkLst>
          <pc:docMk/>
          <pc:sldMk cId="2628521279" sldId="2147483556"/>
        </pc:sldMkLst>
        <pc:spChg chg="mod">
          <ac:chgData name="박상하(SANGHA PARK)[sangha.park]/책임/제조DX.자동보정.RSND자동보정팀" userId="d8210dce-489f-49ff-9447-774a5aaba186" providerId="ADAL" clId="{01F1D6A7-1563-4383-BC56-DF2B73BC839D}" dt="2025-11-24T09:04:13.154" v="2750" actId="20577"/>
          <ac:spMkLst>
            <pc:docMk/>
            <pc:sldMk cId="2628521279" sldId="2147483556"/>
            <ac:spMk id="15" creationId="{47DCDD23-DDED-4691-B961-A973B21BA6B3}"/>
          </ac:spMkLst>
        </pc:spChg>
        <pc:graphicFrameChg chg="mod modGraphic">
          <ac:chgData name="박상하(SANGHA PARK)[sangha.park]/책임/제조DX.자동보정.RSND자동보정팀" userId="d8210dce-489f-49ff-9447-774a5aaba186" providerId="ADAL" clId="{01F1D6A7-1563-4383-BC56-DF2B73BC839D}" dt="2025-11-24T09:06:53.670" v="2781" actId="20577"/>
          <ac:graphicFrameMkLst>
            <pc:docMk/>
            <pc:sldMk cId="2628521279" sldId="2147483556"/>
            <ac:graphicFrameMk id="21" creationId="{698AF8AB-92C6-45AB-A7E1-5FAFA10C41C5}"/>
          </ac:graphicFrameMkLst>
        </pc:graphicFrameChg>
      </pc:sldChg>
    </pc:docChg>
  </pc:docChgLst>
  <pc:docChgLst>
    <pc:chgData name="정소영(SOYOUNG JEONG)[soy22]/사원/제조DX.자동보정.RSND자동보정팀" userId="S::soy22@lgensol.com::e0dfc6da-e3c7-4ad5-9bac-f065fa9fc20e" providerId="AD" clId="Web-{76B2C35B-AC6A-36DD-D8AB-0581E15E4052}"/>
    <pc:docChg chg="modSld">
      <pc:chgData name="정소영(SOYOUNG JEONG)[soy22]/사원/제조DX.자동보정.RSND자동보정팀" userId="S::soy22@lgensol.com::e0dfc6da-e3c7-4ad5-9bac-f065fa9fc20e" providerId="AD" clId="Web-{76B2C35B-AC6A-36DD-D8AB-0581E15E4052}" dt="2025-12-03T00:17:36.353" v="365"/>
      <pc:docMkLst>
        <pc:docMk/>
      </pc:docMkLst>
      <pc:sldChg chg="modSp">
        <pc:chgData name="정소영(SOYOUNG JEONG)[soy22]/사원/제조DX.자동보정.RSND자동보정팀" userId="S::soy22@lgensol.com::e0dfc6da-e3c7-4ad5-9bac-f065fa9fc20e" providerId="AD" clId="Web-{76B2C35B-AC6A-36DD-D8AB-0581E15E4052}" dt="2025-12-03T00:17:36.353" v="365"/>
        <pc:sldMkLst>
          <pc:docMk/>
          <pc:sldMk cId="3212163405" sldId="314"/>
        </pc:sldMkLst>
        <pc:graphicFrameChg chg="mod modGraphic">
          <ac:chgData name="정소영(SOYOUNG JEONG)[soy22]/사원/제조DX.자동보정.RSND자동보정팀" userId="S::soy22@lgensol.com::e0dfc6da-e3c7-4ad5-9bac-f065fa9fc20e" providerId="AD" clId="Web-{76B2C35B-AC6A-36DD-D8AB-0581E15E4052}" dt="2025-12-03T00:17:36.353" v="365"/>
          <ac:graphicFrameMkLst>
            <pc:docMk/>
            <pc:sldMk cId="3212163405" sldId="314"/>
            <ac:graphicFrameMk id="16" creationId="{EB242356-A299-46C3-9D06-5B35325220C3}"/>
          </ac:graphicFrameMkLst>
        </pc:graphicFrameChg>
      </pc:sldChg>
      <pc:sldChg chg="modSp">
        <pc:chgData name="정소영(SOYOUNG JEONG)[soy22]/사원/제조DX.자동보정.RSND자동보정팀" userId="S::soy22@lgensol.com::e0dfc6da-e3c7-4ad5-9bac-f065fa9fc20e" providerId="AD" clId="Web-{76B2C35B-AC6A-36DD-D8AB-0581E15E4052}" dt="2025-12-03T00:12:44.356" v="276"/>
        <pc:sldMkLst>
          <pc:docMk/>
          <pc:sldMk cId="3211266544" sldId="2147481936"/>
        </pc:sldMkLst>
        <pc:spChg chg="mod">
          <ac:chgData name="정소영(SOYOUNG JEONG)[soy22]/사원/제조DX.자동보정.RSND자동보정팀" userId="S::soy22@lgensol.com::e0dfc6da-e3c7-4ad5-9bac-f065fa9fc20e" providerId="AD" clId="Web-{76B2C35B-AC6A-36DD-D8AB-0581E15E4052}" dt="2025-12-03T00:00:53.098" v="13" actId="20577"/>
          <ac:spMkLst>
            <pc:docMk/>
            <pc:sldMk cId="3211266544" sldId="2147481936"/>
            <ac:spMk id="8" creationId="{53FC2A76-41EE-4125-BB0D-9C5F9F46FD99}"/>
          </ac:spMkLst>
        </pc:spChg>
        <pc:graphicFrameChg chg="mod modGraphic">
          <ac:chgData name="정소영(SOYOUNG JEONG)[soy22]/사원/제조DX.자동보정.RSND자동보정팀" userId="S::soy22@lgensol.com::e0dfc6da-e3c7-4ad5-9bac-f065fa9fc20e" providerId="AD" clId="Web-{76B2C35B-AC6A-36DD-D8AB-0581E15E4052}" dt="2025-12-03T00:12:44.356" v="276"/>
          <ac:graphicFrameMkLst>
            <pc:docMk/>
            <pc:sldMk cId="3211266544" sldId="2147481936"/>
            <ac:graphicFrameMk id="13" creationId="{9264D16C-9C91-4D66-A165-E98F03FD5E21}"/>
          </ac:graphicFrameMkLst>
        </pc:graphicFrameChg>
      </pc:sldChg>
      <pc:sldChg chg="modSp">
        <pc:chgData name="정소영(SOYOUNG JEONG)[soy22]/사원/제조DX.자동보정.RSND자동보정팀" userId="S::soy22@lgensol.com::e0dfc6da-e3c7-4ad5-9bac-f065fa9fc20e" providerId="AD" clId="Web-{76B2C35B-AC6A-36DD-D8AB-0581E15E4052}" dt="2025-12-03T00:12:29.480" v="268"/>
        <pc:sldMkLst>
          <pc:docMk/>
          <pc:sldMk cId="2670422386" sldId="2147481938"/>
        </pc:sldMkLst>
        <pc:spChg chg="mod">
          <ac:chgData name="정소영(SOYOUNG JEONG)[soy22]/사원/제조DX.자동보정.RSND자동보정팀" userId="S::soy22@lgensol.com::e0dfc6da-e3c7-4ad5-9bac-f065fa9fc20e" providerId="AD" clId="Web-{76B2C35B-AC6A-36DD-D8AB-0581E15E4052}" dt="2025-12-03T00:12:16.494" v="260" actId="20577"/>
          <ac:spMkLst>
            <pc:docMk/>
            <pc:sldMk cId="2670422386" sldId="2147481938"/>
            <ac:spMk id="18" creationId="{6B94AF95-FFD1-4D2A-A912-AEC69067876E}"/>
          </ac:spMkLst>
        </pc:spChg>
        <pc:graphicFrameChg chg="mod modGraphic">
          <ac:chgData name="정소영(SOYOUNG JEONG)[soy22]/사원/제조DX.자동보정.RSND자동보정팀" userId="S::soy22@lgensol.com::e0dfc6da-e3c7-4ad5-9bac-f065fa9fc20e" providerId="AD" clId="Web-{76B2C35B-AC6A-36DD-D8AB-0581E15E4052}" dt="2025-12-03T00:12:29.480" v="268"/>
          <ac:graphicFrameMkLst>
            <pc:docMk/>
            <pc:sldMk cId="2670422386" sldId="2147481938"/>
            <ac:graphicFrameMk id="13" creationId="{CD9241CA-D098-43FB-9A45-151AAEF5B4CB}"/>
          </ac:graphicFrameMkLst>
        </pc:graphicFrameChg>
      </pc:sldChg>
      <pc:sldChg chg="modSp">
        <pc:chgData name="정소영(SOYOUNG JEONG)[soy22]/사원/제조DX.자동보정.RSND자동보정팀" userId="S::soy22@lgensol.com::e0dfc6da-e3c7-4ad5-9bac-f065fa9fc20e" providerId="AD" clId="Web-{76B2C35B-AC6A-36DD-D8AB-0581E15E4052}" dt="2025-12-03T00:16:06.679" v="361" actId="20577"/>
        <pc:sldMkLst>
          <pc:docMk/>
          <pc:sldMk cId="938929586" sldId="2147483555"/>
        </pc:sldMkLst>
        <pc:spChg chg="mod">
          <ac:chgData name="정소영(SOYOUNG JEONG)[soy22]/사원/제조DX.자동보정.RSND자동보정팀" userId="S::soy22@lgensol.com::e0dfc6da-e3c7-4ad5-9bac-f065fa9fc20e" providerId="AD" clId="Web-{76B2C35B-AC6A-36DD-D8AB-0581E15E4052}" dt="2025-12-03T00:16:06.679" v="361" actId="20577"/>
          <ac:spMkLst>
            <pc:docMk/>
            <pc:sldMk cId="938929586" sldId="2147483555"/>
            <ac:spMk id="13" creationId="{887CCADF-6E8D-4B31-B59A-D9BD709A09E6}"/>
          </ac:spMkLst>
        </pc:spChg>
        <pc:graphicFrameChg chg="mod modGraphic">
          <ac:chgData name="정소영(SOYOUNG JEONG)[soy22]/사원/제조DX.자동보정.RSND자동보정팀" userId="S::soy22@lgensol.com::e0dfc6da-e3c7-4ad5-9bac-f065fa9fc20e" providerId="AD" clId="Web-{76B2C35B-AC6A-36DD-D8AB-0581E15E4052}" dt="2025-12-03T00:15:56.069" v="355"/>
          <ac:graphicFrameMkLst>
            <pc:docMk/>
            <pc:sldMk cId="938929586" sldId="2147483555"/>
            <ac:graphicFrameMk id="21" creationId="{698AF8AB-92C6-45AB-A7E1-5FAFA10C41C5}"/>
          </ac:graphicFrameMkLst>
        </pc:graphicFrameChg>
      </pc:sldChg>
      <pc:sldChg chg="modSp">
        <pc:chgData name="정소영(SOYOUNG JEONG)[soy22]/사원/제조DX.자동보정.RSND자동보정팀" userId="S::soy22@lgensol.com::e0dfc6da-e3c7-4ad5-9bac-f065fa9fc20e" providerId="AD" clId="Web-{76B2C35B-AC6A-36DD-D8AB-0581E15E4052}" dt="2025-12-03T00:13:35.734" v="315"/>
        <pc:sldMkLst>
          <pc:docMk/>
          <pc:sldMk cId="2628521279" sldId="2147483556"/>
        </pc:sldMkLst>
        <pc:spChg chg="mod">
          <ac:chgData name="정소영(SOYOUNG JEONG)[soy22]/사원/제조DX.자동보정.RSND자동보정팀" userId="S::soy22@lgensol.com::e0dfc6da-e3c7-4ad5-9bac-f065fa9fc20e" providerId="AD" clId="Web-{76B2C35B-AC6A-36DD-D8AB-0581E15E4052}" dt="2025-12-03T00:13:16.639" v="293" actId="20577"/>
          <ac:spMkLst>
            <pc:docMk/>
            <pc:sldMk cId="2628521279" sldId="2147483556"/>
            <ac:spMk id="15" creationId="{47DCDD23-DDED-4691-B961-A973B21BA6B3}"/>
          </ac:spMkLst>
        </pc:spChg>
        <pc:graphicFrameChg chg="mod modGraphic">
          <ac:chgData name="정소영(SOYOUNG JEONG)[soy22]/사원/제조DX.자동보정.RSND자동보정팀" userId="S::soy22@lgensol.com::e0dfc6da-e3c7-4ad5-9bac-f065fa9fc20e" providerId="AD" clId="Web-{76B2C35B-AC6A-36DD-D8AB-0581E15E4052}" dt="2025-12-03T00:13:35.734" v="315"/>
          <ac:graphicFrameMkLst>
            <pc:docMk/>
            <pc:sldMk cId="2628521279" sldId="2147483556"/>
            <ac:graphicFrameMk id="21" creationId="{698AF8AB-92C6-45AB-A7E1-5FAFA10C41C5}"/>
          </ac:graphicFrameMkLst>
        </pc:graphicFrameChg>
      </pc:sldChg>
    </pc:docChg>
  </pc:docChgLst>
  <pc:docChgLst>
    <pc:chgData name="오두섭(DOOSEOB OH)[jack.oh]/선임/제조DX.자동보정.자동보정선행개발팀" userId="4f0a6e31-5f23-40ca-a7fe-97e6784d5889" providerId="ADAL" clId="{6CFD332E-71AF-4368-B51D-0E92550089A1}"/>
    <pc:docChg chg="undo custSel modSld">
      <pc:chgData name="오두섭(DOOSEOB OH)[jack.oh]/선임/제조DX.자동보정.자동보정선행개발팀" userId="4f0a6e31-5f23-40ca-a7fe-97e6784d5889" providerId="ADAL" clId="{6CFD332E-71AF-4368-B51D-0E92550089A1}" dt="2025-12-10T01:14:20.149" v="972" actId="1076"/>
      <pc:docMkLst>
        <pc:docMk/>
      </pc:docMkLst>
      <pc:sldChg chg="modSp mod">
        <pc:chgData name="오두섭(DOOSEOB OH)[jack.oh]/선임/제조DX.자동보정.자동보정선행개발팀" userId="4f0a6e31-5f23-40ca-a7fe-97e6784d5889" providerId="ADAL" clId="{6CFD332E-71AF-4368-B51D-0E92550089A1}" dt="2025-12-10T01:13:18.529" v="968" actId="20577"/>
        <pc:sldMkLst>
          <pc:docMk/>
          <pc:sldMk cId="1962659383" sldId="275"/>
        </pc:sldMkLst>
        <pc:spChg chg="mod">
          <ac:chgData name="오두섭(DOOSEOB OH)[jack.oh]/선임/제조DX.자동보정.자동보정선행개발팀" userId="4f0a6e31-5f23-40ca-a7fe-97e6784d5889" providerId="ADAL" clId="{6CFD332E-71AF-4368-B51D-0E92550089A1}" dt="2025-12-10T01:13:18.529" v="968" actId="20577"/>
          <ac:spMkLst>
            <pc:docMk/>
            <pc:sldMk cId="1962659383" sldId="275"/>
            <ac:spMk id="33" creationId="{28953EDA-490C-414A-829A-5166309284BE}"/>
          </ac:spMkLst>
        </pc:spChg>
        <pc:graphicFrameChg chg="modGraphic">
          <ac:chgData name="오두섭(DOOSEOB OH)[jack.oh]/선임/제조DX.자동보정.자동보정선행개발팀" userId="4f0a6e31-5f23-40ca-a7fe-97e6784d5889" providerId="ADAL" clId="{6CFD332E-71AF-4368-B51D-0E92550089A1}" dt="2025-12-10T01:13:14.523" v="963" actId="20577"/>
          <ac:graphicFrameMkLst>
            <pc:docMk/>
            <pc:sldMk cId="1962659383" sldId="275"/>
            <ac:graphicFrameMk id="3" creationId="{1B538319-E744-914C-0D08-26296EEC9C81}"/>
          </ac:graphicFrameMkLst>
        </pc:graphicFrameChg>
        <pc:graphicFrameChg chg="mod modGraphic">
          <ac:chgData name="오두섭(DOOSEOB OH)[jack.oh]/선임/제조DX.자동보정.자동보정선행개발팀" userId="4f0a6e31-5f23-40ca-a7fe-97e6784d5889" providerId="ADAL" clId="{6CFD332E-71AF-4368-B51D-0E92550089A1}" dt="2025-12-10T01:13:11.608" v="959" actId="20577"/>
          <ac:graphicFrameMkLst>
            <pc:docMk/>
            <pc:sldMk cId="1962659383" sldId="275"/>
            <ac:graphicFrameMk id="32" creationId="{C75B2E3A-6367-47F5-9C2E-36D1B1E1DCAE}"/>
          </ac:graphicFrameMkLst>
        </pc:graphicFrameChg>
      </pc:sldChg>
      <pc:sldChg chg="addSp delSp modSp mod">
        <pc:chgData name="오두섭(DOOSEOB OH)[jack.oh]/선임/제조DX.자동보정.자동보정선행개발팀" userId="4f0a6e31-5f23-40ca-a7fe-97e6784d5889" providerId="ADAL" clId="{6CFD332E-71AF-4368-B51D-0E92550089A1}" dt="2025-12-10T01:14:20.149" v="972" actId="1076"/>
        <pc:sldMkLst>
          <pc:docMk/>
          <pc:sldMk cId="1926470574" sldId="281"/>
        </pc:sldMkLst>
        <pc:spChg chg="mod">
          <ac:chgData name="오두섭(DOOSEOB OH)[jack.oh]/선임/제조DX.자동보정.자동보정선행개발팀" userId="4f0a6e31-5f23-40ca-a7fe-97e6784d5889" providerId="ADAL" clId="{6CFD332E-71AF-4368-B51D-0E92550089A1}" dt="2025-12-10T01:14:20.149" v="972" actId="1076"/>
          <ac:spMkLst>
            <pc:docMk/>
            <pc:sldMk cId="1926470574" sldId="281"/>
            <ac:spMk id="13" creationId="{7D85EA66-3AE3-DE5A-8C17-FADCB4FBCBDE}"/>
          </ac:spMkLst>
        </pc:spChg>
        <pc:spChg chg="mod">
          <ac:chgData name="오두섭(DOOSEOB OH)[jack.oh]/선임/제조DX.자동보정.자동보정선행개발팀" userId="4f0a6e31-5f23-40ca-a7fe-97e6784d5889" providerId="ADAL" clId="{6CFD332E-71AF-4368-B51D-0E92550089A1}" dt="2025-12-10T01:13:25.884" v="971" actId="20577"/>
          <ac:spMkLst>
            <pc:docMk/>
            <pc:sldMk cId="1926470574" sldId="281"/>
            <ac:spMk id="33" creationId="{28953EDA-490C-414A-829A-5166309284BE}"/>
          </ac:spMkLst>
        </pc:spChg>
        <pc:spChg chg="mod">
          <ac:chgData name="오두섭(DOOSEOB OH)[jack.oh]/선임/제조DX.자동보정.자동보정선행개발팀" userId="4f0a6e31-5f23-40ca-a7fe-97e6784d5889" providerId="ADAL" clId="{6CFD332E-71AF-4368-B51D-0E92550089A1}" dt="2025-12-10T01:10:49.332" v="900" actId="1076"/>
          <ac:spMkLst>
            <pc:docMk/>
            <pc:sldMk cId="1926470574" sldId="281"/>
            <ac:spMk id="38" creationId="{088CF335-7124-F019-E5D6-84CF8A398AE5}"/>
          </ac:spMkLst>
        </pc:spChg>
        <pc:graphicFrameChg chg="modGraphic">
          <ac:chgData name="오두섭(DOOSEOB OH)[jack.oh]/선임/제조DX.자동보정.자동보정선행개발팀" userId="4f0a6e31-5f23-40ca-a7fe-97e6784d5889" providerId="ADAL" clId="{6CFD332E-71AF-4368-B51D-0E92550089A1}" dt="2025-12-10T01:04:22.432" v="599" actId="20577"/>
          <ac:graphicFrameMkLst>
            <pc:docMk/>
            <pc:sldMk cId="1926470574" sldId="281"/>
            <ac:graphicFrameMk id="3" creationId="{1B538319-E744-914C-0D08-26296EEC9C81}"/>
          </ac:graphicFrameMkLst>
        </pc:graphicFrameChg>
        <pc:graphicFrameChg chg="mod modGraphic">
          <ac:chgData name="오두섭(DOOSEOB OH)[jack.oh]/선임/제조DX.자동보정.자동보정선행개발팀" userId="4f0a6e31-5f23-40ca-a7fe-97e6784d5889" providerId="ADAL" clId="{6CFD332E-71AF-4368-B51D-0E92550089A1}" dt="2025-12-10T01:11:01.461" v="919"/>
          <ac:graphicFrameMkLst>
            <pc:docMk/>
            <pc:sldMk cId="1926470574" sldId="281"/>
            <ac:graphicFrameMk id="32" creationId="{C75B2E3A-6367-47F5-9C2E-36D1B1E1DCAE}"/>
          </ac:graphicFrameMkLst>
        </pc:graphicFrameChg>
        <pc:picChg chg="add mod">
          <ac:chgData name="오두섭(DOOSEOB OH)[jack.oh]/선임/제조DX.자동보정.자동보정선행개발팀" userId="4f0a6e31-5f23-40ca-a7fe-97e6784d5889" providerId="ADAL" clId="{6CFD332E-71AF-4368-B51D-0E92550089A1}" dt="2025-12-10T01:08:48.650" v="713" actId="1036"/>
          <ac:picMkLst>
            <pc:docMk/>
            <pc:sldMk cId="1926470574" sldId="281"/>
            <ac:picMk id="9" creationId="{68951CE4-CB1F-7ED6-D673-5EB82B8F7C0C}"/>
          </ac:picMkLst>
        </pc:picChg>
      </pc:sldChg>
    </pc:docChg>
  </pc:docChgLst>
  <pc:docChgLst>
    <pc:chgData name="박연탁(YEONTARK PARK)[parkyt]/책임/제조DX.자동보정.자동보정선행개발팀" userId="S::parkyt@lgensol.com::ed32861b-bebc-4d6e-be9d-42a82b4a008b" providerId="AD" clId="Web-{D0320489-DA99-2669-D6F4-FE12F34AD933}"/>
    <pc:docChg chg="modSld">
      <pc:chgData name="박연탁(YEONTARK PARK)[parkyt]/책임/제조DX.자동보정.자동보정선행개발팀" userId="S::parkyt@lgensol.com::ed32861b-bebc-4d6e-be9d-42a82b4a008b" providerId="AD" clId="Web-{D0320489-DA99-2669-D6F4-FE12F34AD933}" dt="2025-11-19T01:57:45.167" v="38"/>
      <pc:docMkLst>
        <pc:docMk/>
      </pc:docMkLst>
      <pc:sldChg chg="modSp">
        <pc:chgData name="박연탁(YEONTARK PARK)[parkyt]/책임/제조DX.자동보정.자동보정선행개발팀" userId="S::parkyt@lgensol.com::ed32861b-bebc-4d6e-be9d-42a82b4a008b" providerId="AD" clId="Web-{D0320489-DA99-2669-D6F4-FE12F34AD933}" dt="2025-11-19T01:57:45.167" v="38"/>
        <pc:sldMkLst>
          <pc:docMk/>
          <pc:sldMk cId="1260814657" sldId="2147481905"/>
        </pc:sldMkLst>
        <pc:spChg chg="mod">
          <ac:chgData name="박연탁(YEONTARK PARK)[parkyt]/책임/제조DX.자동보정.자동보정선행개발팀" userId="S::parkyt@lgensol.com::ed32861b-bebc-4d6e-be9d-42a82b4a008b" providerId="AD" clId="Web-{D0320489-DA99-2669-D6F4-FE12F34AD933}" dt="2025-11-19T01:15:00.816" v="8" actId="20577"/>
          <ac:spMkLst>
            <pc:docMk/>
            <pc:sldMk cId="1260814657" sldId="2147481905"/>
            <ac:spMk id="19" creationId="{6D33EF45-A043-472E-B0C7-E818C118347C}"/>
          </ac:spMkLst>
        </pc:spChg>
        <pc:graphicFrameChg chg="mod modGraphic">
          <ac:chgData name="박연탁(YEONTARK PARK)[parkyt]/책임/제조DX.자동보정.자동보정선행개발팀" userId="S::parkyt@lgensol.com::ed32861b-bebc-4d6e-be9d-42a82b4a008b" providerId="AD" clId="Web-{D0320489-DA99-2669-D6F4-FE12F34AD933}" dt="2025-11-19T01:57:45.167" v="38"/>
          <ac:graphicFrameMkLst>
            <pc:docMk/>
            <pc:sldMk cId="1260814657" sldId="2147481905"/>
            <ac:graphicFrameMk id="13" creationId="{7FC8BFA7-9C72-4368-BAA5-09BA3B1A2B9F}"/>
          </ac:graphicFrameMkLst>
        </pc:graphicFrameChg>
      </pc:sldChg>
      <pc:sldChg chg="modSp">
        <pc:chgData name="박연탁(YEONTARK PARK)[parkyt]/책임/제조DX.자동보정.자동보정선행개발팀" userId="S::parkyt@lgensol.com::ed32861b-bebc-4d6e-be9d-42a82b4a008b" providerId="AD" clId="Web-{D0320489-DA99-2669-D6F4-FE12F34AD933}" dt="2025-11-19T01:57:37.933" v="36"/>
        <pc:sldMkLst>
          <pc:docMk/>
          <pc:sldMk cId="3535331620" sldId="2147483550"/>
        </pc:sldMkLst>
        <pc:spChg chg="mod">
          <ac:chgData name="박연탁(YEONTARK PARK)[parkyt]/책임/제조DX.자동보정.자동보정선행개발팀" userId="S::parkyt@lgensol.com::ed32861b-bebc-4d6e-be9d-42a82b4a008b" providerId="AD" clId="Web-{D0320489-DA99-2669-D6F4-FE12F34AD933}" dt="2025-11-19T01:11:00.528" v="0" actId="20577"/>
          <ac:spMkLst>
            <pc:docMk/>
            <pc:sldMk cId="3535331620" sldId="2147483550"/>
            <ac:spMk id="19" creationId="{60528C01-D584-4123-83FB-43C0A95AE421}"/>
          </ac:spMkLst>
        </pc:spChg>
        <pc:graphicFrameChg chg="mod modGraphic">
          <ac:chgData name="박연탁(YEONTARK PARK)[parkyt]/책임/제조DX.자동보정.자동보정선행개발팀" userId="S::parkyt@lgensol.com::ed32861b-bebc-4d6e-be9d-42a82b4a008b" providerId="AD" clId="Web-{D0320489-DA99-2669-D6F4-FE12F34AD933}" dt="2025-11-19T01:11:15.012" v="2"/>
          <ac:graphicFrameMkLst>
            <pc:docMk/>
            <pc:sldMk cId="3535331620" sldId="2147483550"/>
            <ac:graphicFrameMk id="3" creationId="{3E86696F-E35A-4B06-9B46-63A4A6A986C1}"/>
          </ac:graphicFrameMkLst>
        </pc:graphicFrameChg>
        <pc:graphicFrameChg chg="mod modGraphic">
          <ac:chgData name="박연탁(YEONTARK PARK)[parkyt]/책임/제조DX.자동보정.자동보정선행개발팀" userId="S::parkyt@lgensol.com::ed32861b-bebc-4d6e-be9d-42a82b4a008b" providerId="AD" clId="Web-{D0320489-DA99-2669-D6F4-FE12F34AD933}" dt="2025-11-19T01:57:37.933" v="36"/>
          <ac:graphicFrameMkLst>
            <pc:docMk/>
            <pc:sldMk cId="3535331620" sldId="2147483550"/>
            <ac:graphicFrameMk id="18" creationId="{4BA4557C-646C-4589-AAD3-2CDCBCEA5E39}"/>
          </ac:graphicFrameMkLst>
        </pc:graphicFrameChg>
      </pc:sldChg>
    </pc:docChg>
  </pc:docChgLst>
  <pc:docChgLst>
    <pc:chgData name="안다현(DAHYUN AHN)[dahyun.ahn]/사원/제조DX.자동보정.조립자동보정팀" userId="S::dahyun.ahn@lgensol.com::7637ba88-3042-4a41-bc1d-63ce7574c848" providerId="AD" clId="Web-{2D07A890-D90C-B295-3BB0-B95D2F741C2F}"/>
    <pc:docChg chg="addSld delSld modSld modSection">
      <pc:chgData name="안다현(DAHYUN AHN)[dahyun.ahn]/사원/제조DX.자동보정.조립자동보정팀" userId="S::dahyun.ahn@lgensol.com::7637ba88-3042-4a41-bc1d-63ce7574c848" providerId="AD" clId="Web-{2D07A890-D90C-B295-3BB0-B95D2F741C2F}" dt="2025-12-10T02:33:35.927" v="269"/>
      <pc:docMkLst>
        <pc:docMk/>
      </pc:docMkLst>
      <pc:sldChg chg="addSp delSp modSp add del">
        <pc:chgData name="안다현(DAHYUN AHN)[dahyun.ahn]/사원/제조DX.자동보정.조립자동보정팀" userId="S::dahyun.ahn@lgensol.com::7637ba88-3042-4a41-bc1d-63ce7574c848" providerId="AD" clId="Web-{2D07A890-D90C-B295-3BB0-B95D2F741C2F}" dt="2025-12-10T02:33:35.927" v="269"/>
        <pc:sldMkLst>
          <pc:docMk/>
          <pc:sldMk cId="980722720" sldId="287"/>
        </pc:sldMkLst>
        <pc:spChg chg="mod">
          <ac:chgData name="안다현(DAHYUN AHN)[dahyun.ahn]/사원/제조DX.자동보정.조립자동보정팀" userId="S::dahyun.ahn@lgensol.com::7637ba88-3042-4a41-bc1d-63ce7574c848" providerId="AD" clId="Web-{2D07A890-D90C-B295-3BB0-B95D2F741C2F}" dt="2025-12-10T02:22:38.826" v="14" actId="1076"/>
          <ac:spMkLst>
            <pc:docMk/>
            <pc:sldMk cId="980722720" sldId="287"/>
            <ac:spMk id="32" creationId="{DC24BAC5-9164-5041-878E-78D95DD053F1}"/>
          </ac:spMkLst>
        </pc:spChg>
        <pc:spChg chg="mod">
          <ac:chgData name="안다현(DAHYUN AHN)[dahyun.ahn]/사원/제조DX.자동보정.조립자동보정팀" userId="S::dahyun.ahn@lgensol.com::7637ba88-3042-4a41-bc1d-63ce7574c848" providerId="AD" clId="Web-{2D07A890-D90C-B295-3BB0-B95D2F741C2F}" dt="2025-12-10T02:27:43.213" v="156" actId="1076"/>
          <ac:spMkLst>
            <pc:docMk/>
            <pc:sldMk cId="980722720" sldId="287"/>
            <ac:spMk id="50" creationId="{1813BD00-4916-E003-327D-6FB1770AFF3D}"/>
          </ac:spMkLst>
        </pc:spChg>
        <pc:graphicFrameChg chg="mod modGraphic">
          <ac:chgData name="안다현(DAHYUN AHN)[dahyun.ahn]/사원/제조DX.자동보정.조립자동보정팀" userId="S::dahyun.ahn@lgensol.com::7637ba88-3042-4a41-bc1d-63ce7574c848" providerId="AD" clId="Web-{2D07A890-D90C-B295-3BB0-B95D2F741C2F}" dt="2025-12-10T02:32:59.613" v="261"/>
          <ac:graphicFrameMkLst>
            <pc:docMk/>
            <pc:sldMk cId="980722720" sldId="287"/>
            <ac:graphicFrameMk id="9" creationId="{6418FABD-9FDF-D221-AA86-B60755751675}"/>
          </ac:graphicFrameMkLst>
        </pc:graphicFrameChg>
      </pc:sldChg>
    </pc:docChg>
  </pc:docChgLst>
  <pc:docChgLst>
    <pc:chgData name="김치완(CHIWAN KIM)[kimchiwan04]/선임/제조DX.자동보정.RSND자동보정팀" userId="S::kimchiwan04@lgensol.com::022829bc-3ea1-441b-b8a3-451705c4a94d" providerId="AD" clId="Web-{FECAA359-74C2-FF02-7277-4423E21B6090}"/>
    <pc:docChg chg="modSld">
      <pc:chgData name="김치완(CHIWAN KIM)[kimchiwan04]/선임/제조DX.자동보정.RSND자동보정팀" userId="S::kimchiwan04@lgensol.com::022829bc-3ea1-441b-b8a3-451705c4a94d" providerId="AD" clId="Web-{FECAA359-74C2-FF02-7277-4423E21B6090}" dt="2025-11-25T08:29:43.477" v="1" actId="1076"/>
      <pc:docMkLst>
        <pc:docMk/>
      </pc:docMkLst>
    </pc:docChg>
  </pc:docChgLst>
  <pc:docChgLst>
    <pc:chgData name="염지혜(JIHYE YEOM)[jhyeom7]/선임/제조DX.자동보정.자동보정선행개발팀" userId="cc0fc4dc-177a-4640-8408-e6637d07b47f" providerId="ADAL" clId="{D3719F1C-8A92-4314-8589-8B44A8DB7DE5}"/>
    <pc:docChg chg="undo custSel modSld">
      <pc:chgData name="염지혜(JIHYE YEOM)[jhyeom7]/선임/제조DX.자동보정.자동보정선행개발팀" userId="cc0fc4dc-177a-4640-8408-e6637d07b47f" providerId="ADAL" clId="{D3719F1C-8A92-4314-8589-8B44A8DB7DE5}" dt="2025-12-16T07:32:12.709" v="1061" actId="6549"/>
      <pc:docMkLst>
        <pc:docMk/>
      </pc:docMkLst>
      <pc:sldChg chg="modSp mod">
        <pc:chgData name="염지혜(JIHYE YEOM)[jhyeom7]/선임/제조DX.자동보정.자동보정선행개발팀" userId="cc0fc4dc-177a-4640-8408-e6637d07b47f" providerId="ADAL" clId="{D3719F1C-8A92-4314-8589-8B44A8DB7DE5}" dt="2025-12-16T07:32:12.709" v="1061" actId="6549"/>
        <pc:sldMkLst>
          <pc:docMk/>
          <pc:sldMk cId="625010072" sldId="267"/>
        </pc:sldMkLst>
        <pc:spChg chg="mod">
          <ac:chgData name="염지혜(JIHYE YEOM)[jhyeom7]/선임/제조DX.자동보정.자동보정선행개발팀" userId="cc0fc4dc-177a-4640-8408-e6637d07b47f" providerId="ADAL" clId="{D3719F1C-8A92-4314-8589-8B44A8DB7DE5}" dt="2025-12-16T00:31:29.437" v="11" actId="20577"/>
          <ac:spMkLst>
            <pc:docMk/>
            <pc:sldMk cId="625010072" sldId="267"/>
            <ac:spMk id="2" creationId="{C63ED2EF-B7C6-FCC0-EB31-59AE6051BC74}"/>
          </ac:spMkLst>
        </pc:spChg>
        <pc:graphicFrameChg chg="modGraphic">
          <ac:chgData name="염지혜(JIHYE YEOM)[jhyeom7]/선임/제조DX.자동보정.자동보정선행개발팀" userId="cc0fc4dc-177a-4640-8408-e6637d07b47f" providerId="ADAL" clId="{D3719F1C-8A92-4314-8589-8B44A8DB7DE5}" dt="2025-12-16T00:31:26.737" v="9" actId="20577"/>
          <ac:graphicFrameMkLst>
            <pc:docMk/>
            <pc:sldMk cId="625010072" sldId="267"/>
            <ac:graphicFrameMk id="3" creationId="{3E86696F-E35A-4B06-9B46-63A4A6A986C1}"/>
          </ac:graphicFrameMkLst>
        </pc:graphicFrameChg>
        <pc:graphicFrameChg chg="mod modGraphic">
          <ac:chgData name="염지혜(JIHYE YEOM)[jhyeom7]/선임/제조DX.자동보정.자동보정선행개발팀" userId="cc0fc4dc-177a-4640-8408-e6637d07b47f" providerId="ADAL" clId="{D3719F1C-8A92-4314-8589-8B44A8DB7DE5}" dt="2025-12-16T07:32:12.709" v="1061" actId="6549"/>
          <ac:graphicFrameMkLst>
            <pc:docMk/>
            <pc:sldMk cId="625010072" sldId="267"/>
            <ac:graphicFrameMk id="18" creationId="{4BA4557C-646C-4589-AAD3-2CDCBCEA5E39}"/>
          </ac:graphicFrameMkLst>
        </pc:graphicFrameChg>
        <pc:cxnChg chg="mod">
          <ac:chgData name="염지혜(JIHYE YEOM)[jhyeom7]/선임/제조DX.자동보정.자동보정선행개발팀" userId="cc0fc4dc-177a-4640-8408-e6637d07b47f" providerId="ADAL" clId="{D3719F1C-8A92-4314-8589-8B44A8DB7DE5}" dt="2025-12-16T07:25:30.392" v="884" actId="1076"/>
          <ac:cxnSpMkLst>
            <pc:docMk/>
            <pc:sldMk cId="625010072" sldId="267"/>
            <ac:cxnSpMk id="70" creationId="{B647E0E6-43EE-2D3B-A798-62978AAD181D}"/>
          </ac:cxnSpMkLst>
        </pc:cxnChg>
      </pc:sldChg>
      <pc:sldChg chg="modSp mod">
        <pc:chgData name="염지혜(JIHYE YEOM)[jhyeom7]/선임/제조DX.자동보정.자동보정선행개발팀" userId="cc0fc4dc-177a-4640-8408-e6637d07b47f" providerId="ADAL" clId="{D3719F1C-8A92-4314-8589-8B44A8DB7DE5}" dt="2025-12-16T00:39:08.748" v="707" actId="207"/>
        <pc:sldMkLst>
          <pc:docMk/>
          <pc:sldMk cId="3244941362" sldId="303"/>
        </pc:sldMkLst>
        <pc:spChg chg="mod">
          <ac:chgData name="염지혜(JIHYE YEOM)[jhyeom7]/선임/제조DX.자동보정.자동보정선행개발팀" userId="cc0fc4dc-177a-4640-8408-e6637d07b47f" providerId="ADAL" clId="{D3719F1C-8A92-4314-8589-8B44A8DB7DE5}" dt="2025-12-16T00:32:19.453" v="19" actId="20577"/>
          <ac:spMkLst>
            <pc:docMk/>
            <pc:sldMk cId="3244941362" sldId="303"/>
            <ac:spMk id="23" creationId="{702908A2-D49F-80F3-D6EF-7D36F78CC9AD}"/>
          </ac:spMkLst>
        </pc:spChg>
        <pc:graphicFrameChg chg="modGraphic">
          <ac:chgData name="염지혜(JIHYE YEOM)[jhyeom7]/선임/제조DX.자동보정.자동보정선행개발팀" userId="cc0fc4dc-177a-4640-8408-e6637d07b47f" providerId="ADAL" clId="{D3719F1C-8A92-4314-8589-8B44A8DB7DE5}" dt="2025-12-16T00:32:22.904" v="21" actId="20577"/>
          <ac:graphicFrameMkLst>
            <pc:docMk/>
            <pc:sldMk cId="3244941362" sldId="303"/>
            <ac:graphicFrameMk id="3" creationId="{1B538319-E744-914C-0D08-26296EEC9C81}"/>
          </ac:graphicFrameMkLst>
        </pc:graphicFrameChg>
        <pc:graphicFrameChg chg="mod modGraphic">
          <ac:chgData name="염지혜(JIHYE YEOM)[jhyeom7]/선임/제조DX.자동보정.자동보정선행개발팀" userId="cc0fc4dc-177a-4640-8408-e6637d07b47f" providerId="ADAL" clId="{D3719F1C-8A92-4314-8589-8B44A8DB7DE5}" dt="2025-12-16T00:39:08.748" v="707" actId="207"/>
          <ac:graphicFrameMkLst>
            <pc:docMk/>
            <pc:sldMk cId="3244941362" sldId="303"/>
            <ac:graphicFrameMk id="32" creationId="{C75B2E3A-6367-47F5-9C2E-36D1B1E1DCAE}"/>
          </ac:graphicFrameMkLst>
        </pc:graphicFrameChg>
      </pc:sldChg>
      <pc:sldChg chg="modSp mod">
        <pc:chgData name="염지혜(JIHYE YEOM)[jhyeom7]/선임/제조DX.자동보정.자동보정선행개발팀" userId="cc0fc4dc-177a-4640-8408-e6637d07b47f" providerId="ADAL" clId="{D3719F1C-8A92-4314-8589-8B44A8DB7DE5}" dt="2025-12-16T00:12:30.133" v="5" actId="20577"/>
        <pc:sldMkLst>
          <pc:docMk/>
          <pc:sldMk cId="3159414920" sldId="2147483590"/>
        </pc:sldMkLst>
        <pc:spChg chg="mod">
          <ac:chgData name="염지혜(JIHYE YEOM)[jhyeom7]/선임/제조DX.자동보정.자동보정선행개발팀" userId="cc0fc4dc-177a-4640-8408-e6637d07b47f" providerId="ADAL" clId="{D3719F1C-8A92-4314-8589-8B44A8DB7DE5}" dt="2025-12-16T00:12:16" v="1" actId="20577"/>
          <ac:spMkLst>
            <pc:docMk/>
            <pc:sldMk cId="3159414920" sldId="2147483590"/>
            <ac:spMk id="19" creationId="{60528C01-D584-4123-83FB-43C0A95AE421}"/>
          </ac:spMkLst>
        </pc:spChg>
        <pc:graphicFrameChg chg="modGraphic">
          <ac:chgData name="염지혜(JIHYE YEOM)[jhyeom7]/선임/제조DX.자동보정.자동보정선행개발팀" userId="cc0fc4dc-177a-4640-8408-e6637d07b47f" providerId="ADAL" clId="{D3719F1C-8A92-4314-8589-8B44A8DB7DE5}" dt="2025-12-16T00:12:30.133" v="5" actId="20577"/>
          <ac:graphicFrameMkLst>
            <pc:docMk/>
            <pc:sldMk cId="3159414920" sldId="2147483590"/>
            <ac:graphicFrameMk id="3" creationId="{3E86696F-E35A-4B06-9B46-63A4A6A986C1}"/>
          </ac:graphicFrameMkLst>
        </pc:graphicFrameChg>
        <pc:graphicFrameChg chg="modGraphic">
          <ac:chgData name="염지혜(JIHYE YEOM)[jhyeom7]/선임/제조DX.자동보정.자동보정선행개발팀" userId="cc0fc4dc-177a-4640-8408-e6637d07b47f" providerId="ADAL" clId="{D3719F1C-8A92-4314-8589-8B44A8DB7DE5}" dt="2025-12-16T00:12:19.271" v="3" actId="20577"/>
          <ac:graphicFrameMkLst>
            <pc:docMk/>
            <pc:sldMk cId="3159414920" sldId="2147483590"/>
            <ac:graphicFrameMk id="18" creationId="{4BA4557C-646C-4589-AAD3-2CDCBCEA5E39}"/>
          </ac:graphicFrameMkLst>
        </pc:graphicFrameChg>
      </pc:sldChg>
    </pc:docChg>
  </pc:docChgLst>
  <pc:docChgLst>
    <pc:chgData name="김태욱(TAEWOOK KIM)[twkiii]/사원/제조DX.자동보정.자동보정선행개발팀" userId="7550169e-81b5-4b23-9cda-68528cfbbc51" providerId="ADAL" clId="{25441FD0-D7A3-46DF-BEB8-460CA6F29186}"/>
    <pc:docChg chg="undo custSel modSld">
      <pc:chgData name="김태욱(TAEWOOK KIM)[twkiii]/사원/제조DX.자동보정.자동보정선행개발팀" userId="7550169e-81b5-4b23-9cda-68528cfbbc51" providerId="ADAL" clId="{25441FD0-D7A3-46DF-BEB8-460CA6F29186}" dt="2025-11-19T04:59:57.583" v="699" actId="208"/>
      <pc:docMkLst>
        <pc:docMk/>
      </pc:docMkLst>
    </pc:docChg>
  </pc:docChgLst>
  <pc:docChgLst>
    <pc:chgData name="박홍준(HONGJUN PARK)[bakongjun]/사원/제조DX.자동보정.RSND자동보정팀" userId="72d131f8-3bdb-4973-92c4-217bee4fcd53" providerId="ADAL" clId="{0A982A52-31E6-4A65-8B23-7DB7881223C6}"/>
    <pc:docChg chg="undo custSel modSld">
      <pc:chgData name="박홍준(HONGJUN PARK)[bakongjun]/사원/제조DX.자동보정.RSND자동보정팀" userId="72d131f8-3bdb-4973-92c4-217bee4fcd53" providerId="ADAL" clId="{0A982A52-31E6-4A65-8B23-7DB7881223C6}" dt="2025-12-16T05:48:45.880" v="409" actId="20577"/>
      <pc:docMkLst>
        <pc:docMk/>
      </pc:docMkLst>
      <pc:sldChg chg="modSp mod">
        <pc:chgData name="박홍준(HONGJUN PARK)[bakongjun]/사원/제조DX.자동보정.RSND자동보정팀" userId="72d131f8-3bdb-4973-92c4-217bee4fcd53" providerId="ADAL" clId="{0A982A52-31E6-4A65-8B23-7DB7881223C6}" dt="2025-12-16T05:48:20.856" v="381" actId="207"/>
        <pc:sldMkLst>
          <pc:docMk/>
          <pc:sldMk cId="664710437" sldId="258"/>
        </pc:sldMkLst>
        <pc:graphicFrameChg chg="modGraphic">
          <ac:chgData name="박홍준(HONGJUN PARK)[bakongjun]/사원/제조DX.자동보정.RSND자동보정팀" userId="72d131f8-3bdb-4973-92c4-217bee4fcd53" providerId="ADAL" clId="{0A982A52-31E6-4A65-8B23-7DB7881223C6}" dt="2025-12-16T05:48:20.856" v="381" actId="207"/>
          <ac:graphicFrameMkLst>
            <pc:docMk/>
            <pc:sldMk cId="664710437" sldId="258"/>
            <ac:graphicFrameMk id="16" creationId="{721D71E9-3437-A6BF-DC12-E6C5B9BEBCB8}"/>
          </ac:graphicFrameMkLst>
        </pc:graphicFrameChg>
      </pc:sldChg>
      <pc:sldChg chg="modSp mod">
        <pc:chgData name="박홍준(HONGJUN PARK)[bakongjun]/사원/제조DX.자동보정.RSND자동보정팀" userId="72d131f8-3bdb-4973-92c4-217bee4fcd53" providerId="ADAL" clId="{0A982A52-31E6-4A65-8B23-7DB7881223C6}" dt="2025-12-16T05:48:10.409" v="380" actId="207"/>
        <pc:sldMkLst>
          <pc:docMk/>
          <pc:sldMk cId="2887664435" sldId="259"/>
        </pc:sldMkLst>
        <pc:graphicFrameChg chg="modGraphic">
          <ac:chgData name="박홍준(HONGJUN PARK)[bakongjun]/사원/제조DX.자동보정.RSND자동보정팀" userId="72d131f8-3bdb-4973-92c4-217bee4fcd53" providerId="ADAL" clId="{0A982A52-31E6-4A65-8B23-7DB7881223C6}" dt="2025-12-16T05:48:10.409" v="380" actId="207"/>
          <ac:graphicFrameMkLst>
            <pc:docMk/>
            <pc:sldMk cId="2887664435" sldId="259"/>
            <ac:graphicFrameMk id="3" creationId="{09782DC6-7820-E46A-976F-513B35163C74}"/>
          </ac:graphicFrameMkLst>
        </pc:graphicFrameChg>
      </pc:sldChg>
      <pc:sldChg chg="modSp mod">
        <pc:chgData name="박홍준(HONGJUN PARK)[bakongjun]/사원/제조DX.자동보정.RSND자동보정팀" userId="72d131f8-3bdb-4973-92c4-217bee4fcd53" providerId="ADAL" clId="{0A982A52-31E6-4A65-8B23-7DB7881223C6}" dt="2025-12-16T05:48:45.880" v="409" actId="20577"/>
        <pc:sldMkLst>
          <pc:docMk/>
          <pc:sldMk cId="805204089" sldId="299"/>
        </pc:sldMkLst>
        <pc:spChg chg="mod">
          <ac:chgData name="박홍준(HONGJUN PARK)[bakongjun]/사원/제조DX.자동보정.RSND자동보정팀" userId="72d131f8-3bdb-4973-92c4-217bee4fcd53" providerId="ADAL" clId="{0A982A52-31E6-4A65-8B23-7DB7881223C6}" dt="2025-12-16T00:19:20.870" v="378" actId="20577"/>
          <ac:spMkLst>
            <pc:docMk/>
            <pc:sldMk cId="805204089" sldId="299"/>
            <ac:spMk id="8" creationId="{1721071B-4082-221B-9C56-E02FFAF6E3A6}"/>
          </ac:spMkLst>
        </pc:spChg>
        <pc:graphicFrameChg chg="modGraphic">
          <ac:chgData name="박홍준(HONGJUN PARK)[bakongjun]/사원/제조DX.자동보정.RSND자동보정팀" userId="72d131f8-3bdb-4973-92c4-217bee4fcd53" providerId="ADAL" clId="{0A982A52-31E6-4A65-8B23-7DB7881223C6}" dt="2025-12-16T00:17:26.059" v="64" actId="20577"/>
          <ac:graphicFrameMkLst>
            <pc:docMk/>
            <pc:sldMk cId="805204089" sldId="299"/>
            <ac:graphicFrameMk id="3" creationId="{1B538319-E744-914C-0D08-26296EEC9C81}"/>
          </ac:graphicFrameMkLst>
        </pc:graphicFrameChg>
        <pc:graphicFrameChg chg="mod modGraphic">
          <ac:chgData name="박홍준(HONGJUN PARK)[bakongjun]/사원/제조DX.자동보정.RSND자동보정팀" userId="72d131f8-3bdb-4973-92c4-217bee4fcd53" providerId="ADAL" clId="{0A982A52-31E6-4A65-8B23-7DB7881223C6}" dt="2025-12-16T05:48:45.880" v="409" actId="20577"/>
          <ac:graphicFrameMkLst>
            <pc:docMk/>
            <pc:sldMk cId="805204089" sldId="299"/>
            <ac:graphicFrameMk id="32" creationId="{C75B2E3A-6367-47F5-9C2E-36D1B1E1DCAE}"/>
          </ac:graphicFrameMkLst>
        </pc:graphicFrameChg>
      </pc:sldChg>
      <pc:sldChg chg="modSp mod">
        <pc:chgData name="박홍준(HONGJUN PARK)[bakongjun]/사원/제조DX.자동보정.RSND자동보정팀" userId="72d131f8-3bdb-4973-92c4-217bee4fcd53" providerId="ADAL" clId="{0A982A52-31E6-4A65-8B23-7DB7881223C6}" dt="2025-12-16T00:17:01.305" v="63" actId="20577"/>
        <pc:sldMkLst>
          <pc:docMk/>
          <pc:sldMk cId="3227093882" sldId="300"/>
        </pc:sldMkLst>
        <pc:spChg chg="mod">
          <ac:chgData name="박홍준(HONGJUN PARK)[bakongjun]/사원/제조DX.자동보정.RSND자동보정팀" userId="72d131f8-3bdb-4973-92c4-217bee4fcd53" providerId="ADAL" clId="{0A982A52-31E6-4A65-8B23-7DB7881223C6}" dt="2025-12-16T00:16:12.692" v="30" actId="20577"/>
          <ac:spMkLst>
            <pc:docMk/>
            <pc:sldMk cId="3227093882" sldId="300"/>
            <ac:spMk id="8" creationId="{B00DF2C9-431D-6CB6-C306-046765BA9159}"/>
          </ac:spMkLst>
        </pc:spChg>
        <pc:graphicFrameChg chg="modGraphic">
          <ac:chgData name="박홍준(HONGJUN PARK)[bakongjun]/사원/제조DX.자동보정.RSND자동보정팀" userId="72d131f8-3bdb-4973-92c4-217bee4fcd53" providerId="ADAL" clId="{0A982A52-31E6-4A65-8B23-7DB7881223C6}" dt="2025-12-16T00:16:09.820" v="28" actId="20577"/>
          <ac:graphicFrameMkLst>
            <pc:docMk/>
            <pc:sldMk cId="3227093882" sldId="300"/>
            <ac:graphicFrameMk id="3" creationId="{1B538319-E744-914C-0D08-26296EEC9C81}"/>
          </ac:graphicFrameMkLst>
        </pc:graphicFrameChg>
        <pc:graphicFrameChg chg="mod modGraphic">
          <ac:chgData name="박홍준(HONGJUN PARK)[bakongjun]/사원/제조DX.자동보정.RSND자동보정팀" userId="72d131f8-3bdb-4973-92c4-217bee4fcd53" providerId="ADAL" clId="{0A982A52-31E6-4A65-8B23-7DB7881223C6}" dt="2025-12-16T00:17:01.305" v="63" actId="20577"/>
          <ac:graphicFrameMkLst>
            <pc:docMk/>
            <pc:sldMk cId="3227093882" sldId="300"/>
            <ac:graphicFrameMk id="32" creationId="{C75B2E3A-6367-47F5-9C2E-36D1B1E1DCAE}"/>
          </ac:graphicFrameMkLst>
        </pc:graphicFrameChg>
      </pc:sldChg>
      <pc:sldChg chg="modSp mod">
        <pc:chgData name="박홍준(HONGJUN PARK)[bakongjun]/사원/제조DX.자동보정.RSND자동보정팀" userId="72d131f8-3bdb-4973-92c4-217bee4fcd53" providerId="ADAL" clId="{0A982A52-31E6-4A65-8B23-7DB7881223C6}" dt="2025-12-16T05:47:31.528" v="379" actId="20577"/>
        <pc:sldMkLst>
          <pc:docMk/>
          <pc:sldMk cId="236506849" sldId="304"/>
        </pc:sldMkLst>
        <pc:graphicFrameChg chg="modGraphic">
          <ac:chgData name="박홍준(HONGJUN PARK)[bakongjun]/사원/제조DX.자동보정.RSND자동보정팀" userId="72d131f8-3bdb-4973-92c4-217bee4fcd53" providerId="ADAL" clId="{0A982A52-31E6-4A65-8B23-7DB7881223C6}" dt="2025-12-16T05:47:31.528" v="379" actId="20577"/>
          <ac:graphicFrameMkLst>
            <pc:docMk/>
            <pc:sldMk cId="236506849" sldId="304"/>
            <ac:graphicFrameMk id="7" creationId="{E6C22FD3-C5C8-4206-B495-6884712C8967}"/>
          </ac:graphicFrameMkLst>
        </pc:graphicFrameChg>
      </pc:sldChg>
      <pc:sldChg chg="modSp mod">
        <pc:chgData name="박홍준(HONGJUN PARK)[bakongjun]/사원/제조DX.자동보정.RSND자동보정팀" userId="72d131f8-3bdb-4973-92c4-217bee4fcd53" providerId="ADAL" clId="{0A982A52-31E6-4A65-8B23-7DB7881223C6}" dt="2025-12-16T00:15:33.280" v="19" actId="20577"/>
        <pc:sldMkLst>
          <pc:docMk/>
          <pc:sldMk cId="4068242795" sldId="2147481937"/>
        </pc:sldMkLst>
        <pc:spChg chg="mod">
          <ac:chgData name="박홍준(HONGJUN PARK)[bakongjun]/사원/제조DX.자동보정.RSND자동보정팀" userId="72d131f8-3bdb-4973-92c4-217bee4fcd53" providerId="ADAL" clId="{0A982A52-31E6-4A65-8B23-7DB7881223C6}" dt="2025-12-16T00:15:33.280" v="19" actId="20577"/>
          <ac:spMkLst>
            <pc:docMk/>
            <pc:sldMk cId="4068242795" sldId="2147481937"/>
            <ac:spMk id="10" creationId="{0FCE8223-3D08-46D9-90C5-609F0803ACD6}"/>
          </ac:spMkLst>
        </pc:spChg>
        <pc:graphicFrameChg chg="modGraphic">
          <ac:chgData name="박홍준(HONGJUN PARK)[bakongjun]/사원/제조DX.자동보정.RSND자동보정팀" userId="72d131f8-3bdb-4973-92c4-217bee4fcd53" providerId="ADAL" clId="{0A982A52-31E6-4A65-8B23-7DB7881223C6}" dt="2025-12-16T00:14:54.045" v="3" actId="20577"/>
          <ac:graphicFrameMkLst>
            <pc:docMk/>
            <pc:sldMk cId="4068242795" sldId="2147481937"/>
            <ac:graphicFrameMk id="12" creationId="{C7335BD5-3A55-44AE-BC93-06CEDE9FCA71}"/>
          </ac:graphicFrameMkLst>
        </pc:graphicFrameChg>
      </pc:sldChg>
      <pc:sldChg chg="modSp mod">
        <pc:chgData name="박홍준(HONGJUN PARK)[bakongjun]/사원/제조DX.자동보정.RSND자동보정팀" userId="72d131f8-3bdb-4973-92c4-217bee4fcd53" providerId="ADAL" clId="{0A982A52-31E6-4A65-8B23-7DB7881223C6}" dt="2025-12-16T00:15:37.562" v="23" actId="20577"/>
        <pc:sldMkLst>
          <pc:docMk/>
          <pc:sldMk cId="918514752" sldId="2147481962"/>
        </pc:sldMkLst>
        <pc:spChg chg="mod">
          <ac:chgData name="박홍준(HONGJUN PARK)[bakongjun]/사원/제조DX.자동보정.RSND자동보정팀" userId="72d131f8-3bdb-4973-92c4-217bee4fcd53" providerId="ADAL" clId="{0A982A52-31E6-4A65-8B23-7DB7881223C6}" dt="2025-12-16T00:15:37.562" v="23" actId="20577"/>
          <ac:spMkLst>
            <pc:docMk/>
            <pc:sldMk cId="918514752" sldId="2147481962"/>
            <ac:spMk id="9" creationId="{048D4168-FF8D-47A1-9AD4-CC1266300A32}"/>
          </ac:spMkLst>
        </pc:spChg>
        <pc:graphicFrameChg chg="modGraphic">
          <ac:chgData name="박홍준(HONGJUN PARK)[bakongjun]/사원/제조DX.자동보정.RSND자동보정팀" userId="72d131f8-3bdb-4973-92c4-217bee4fcd53" providerId="ADAL" clId="{0A982A52-31E6-4A65-8B23-7DB7881223C6}" dt="2025-12-16T00:15:01.884" v="7" actId="20577"/>
          <ac:graphicFrameMkLst>
            <pc:docMk/>
            <pc:sldMk cId="918514752" sldId="2147481962"/>
            <ac:graphicFrameMk id="12" creationId="{C7335BD5-3A55-44AE-BC93-06CEDE9FCA71}"/>
          </ac:graphicFrameMkLst>
        </pc:graphicFrameChg>
      </pc:sldChg>
      <pc:sldChg chg="modSp mod">
        <pc:chgData name="박홍준(HONGJUN PARK)[bakongjun]/사원/제조DX.자동보정.RSND자동보정팀" userId="72d131f8-3bdb-4973-92c4-217bee4fcd53" providerId="ADAL" clId="{0A982A52-31E6-4A65-8B23-7DB7881223C6}" dt="2025-12-16T00:15:23.986" v="15" actId="20577"/>
        <pc:sldMkLst>
          <pc:docMk/>
          <pc:sldMk cId="2962861313" sldId="2147483647"/>
        </pc:sldMkLst>
        <pc:spChg chg="mod">
          <ac:chgData name="박홍준(HONGJUN PARK)[bakongjun]/사원/제조DX.자동보정.RSND자동보정팀" userId="72d131f8-3bdb-4973-92c4-217bee4fcd53" providerId="ADAL" clId="{0A982A52-31E6-4A65-8B23-7DB7881223C6}" dt="2025-12-16T00:15:23.986" v="15" actId="20577"/>
          <ac:spMkLst>
            <pc:docMk/>
            <pc:sldMk cId="2962861313" sldId="2147483647"/>
            <ac:spMk id="5" creationId="{058D9290-B6FE-4188-A628-169045B30DE8}"/>
          </ac:spMkLst>
        </pc:spChg>
        <pc:graphicFrameChg chg="modGraphic">
          <ac:chgData name="박홍준(HONGJUN PARK)[bakongjun]/사원/제조DX.자동보정.RSND자동보정팀" userId="72d131f8-3bdb-4973-92c4-217bee4fcd53" providerId="ADAL" clId="{0A982A52-31E6-4A65-8B23-7DB7881223C6}" dt="2025-12-16T00:15:19.492" v="11" actId="20577"/>
          <ac:graphicFrameMkLst>
            <pc:docMk/>
            <pc:sldMk cId="2962861313" sldId="2147483647"/>
            <ac:graphicFrameMk id="2" creationId="{14126919-6681-402B-B8DC-D9D2730CDB15}"/>
          </ac:graphicFrameMkLst>
        </pc:graphicFrameChg>
      </pc:sldChg>
    </pc:docChg>
  </pc:docChgLst>
  <pc:docChgLst>
    <pc:chgData name="윤숙영(SUK YEONG YUN)[yoonsy]/책임/제조DX.자동보정.MC자동보정팀" userId="60ce3903-3136-4d02-9370-523fa04b0d65" providerId="ADAL" clId="{E814E542-7920-4180-BB14-3D46CB46823C}"/>
    <pc:docChg chg="modSld">
      <pc:chgData name="윤숙영(SUK YEONG YUN)[yoonsy]/책임/제조DX.자동보정.MC자동보정팀" userId="60ce3903-3136-4d02-9370-523fa04b0d65" providerId="ADAL" clId="{E814E542-7920-4180-BB14-3D46CB46823C}" dt="2025-12-03T06:42:13.361" v="285" actId="20577"/>
      <pc:docMkLst>
        <pc:docMk/>
      </pc:docMkLst>
      <pc:sldChg chg="modSp mod">
        <pc:chgData name="윤숙영(SUK YEONG YUN)[yoonsy]/책임/제조DX.자동보정.MC자동보정팀" userId="60ce3903-3136-4d02-9370-523fa04b0d65" providerId="ADAL" clId="{E814E542-7920-4180-BB14-3D46CB46823C}" dt="2025-12-03T06:42:13.361" v="285" actId="20577"/>
        <pc:sldMkLst>
          <pc:docMk/>
          <pc:sldMk cId="528501483" sldId="264"/>
        </pc:sldMkLst>
        <pc:spChg chg="mod">
          <ac:chgData name="윤숙영(SUK YEONG YUN)[yoonsy]/책임/제조DX.자동보정.MC자동보정팀" userId="60ce3903-3136-4d02-9370-523fa04b0d65" providerId="ADAL" clId="{E814E542-7920-4180-BB14-3D46CB46823C}" dt="2025-12-03T06:42:13.361" v="285" actId="20577"/>
          <ac:spMkLst>
            <pc:docMk/>
            <pc:sldMk cId="528501483" sldId="264"/>
            <ac:spMk id="2" creationId="{E8F06963-68B2-D37B-EC7B-3994ACC6BD2A}"/>
          </ac:spMkLst>
        </pc:spChg>
      </pc:sldChg>
    </pc:docChg>
  </pc:docChgLst>
  <pc:docChgLst>
    <pc:chgData name="임인섭(INSUP LIM)[insup_lim]/선임/제조DX.자동보정.조립자동보정팀" userId="46c23904-ff79-42c9-9e41-2f57972a901c" providerId="ADAL" clId="{8074CC5C-AB62-4649-8D37-0D9DF4082404}"/>
    <pc:docChg chg="undo custSel addSld delSld modSld modSection">
      <pc:chgData name="임인섭(INSUP LIM)[insup_lim]/선임/제조DX.자동보정.조립자동보정팀" userId="46c23904-ff79-42c9-9e41-2f57972a901c" providerId="ADAL" clId="{8074CC5C-AB62-4649-8D37-0D9DF4082404}" dt="2025-12-11T03:39:39.187" v="13653" actId="20577"/>
      <pc:docMkLst>
        <pc:docMk/>
      </pc:docMkLst>
      <pc:sldChg chg="modSp mod">
        <pc:chgData name="임인섭(INSUP LIM)[insup_lim]/선임/제조DX.자동보정.조립자동보정팀" userId="46c23904-ff79-42c9-9e41-2f57972a901c" providerId="ADAL" clId="{8074CC5C-AB62-4649-8D37-0D9DF4082404}" dt="2025-12-10T23:41:44.796" v="11725"/>
        <pc:sldMkLst>
          <pc:docMk/>
          <pc:sldMk cId="4091322217" sldId="265"/>
        </pc:sldMkLst>
        <pc:spChg chg="mod">
          <ac:chgData name="임인섭(INSUP LIM)[insup_lim]/선임/제조DX.자동보정.조립자동보정팀" userId="46c23904-ff79-42c9-9e41-2f57972a901c" providerId="ADAL" clId="{8074CC5C-AB62-4649-8D37-0D9DF4082404}" dt="2025-12-10T07:57:39.808" v="9460" actId="20577"/>
          <ac:spMkLst>
            <pc:docMk/>
            <pc:sldMk cId="4091322217" sldId="265"/>
            <ac:spMk id="58" creationId="{186787BD-0D0A-4FBF-B605-16D76EB626E6}"/>
          </ac:spMkLst>
        </pc:spChg>
        <pc:graphicFrameChg chg="mod modGraphic">
          <ac:chgData name="임인섭(INSUP LIM)[insup_lim]/선임/제조DX.자동보정.조립자동보정팀" userId="46c23904-ff79-42c9-9e41-2f57972a901c" providerId="ADAL" clId="{8074CC5C-AB62-4649-8D37-0D9DF4082404}" dt="2025-12-10T23:41:44.796" v="11725"/>
          <ac:graphicFrameMkLst>
            <pc:docMk/>
            <pc:sldMk cId="4091322217" sldId="265"/>
            <ac:graphicFrameMk id="14" creationId="{F7BF916D-8A9E-4800-92E6-357BE08183D6}"/>
          </ac:graphicFrameMkLst>
        </pc:graphicFrameChg>
      </pc:sldChg>
      <pc:sldChg chg="addSp delSp modSp add mod">
        <pc:chgData name="임인섭(INSUP LIM)[insup_lim]/선임/제조DX.자동보정.조립자동보정팀" userId="46c23904-ff79-42c9-9e41-2f57972a901c" providerId="ADAL" clId="{8074CC5C-AB62-4649-8D37-0D9DF4082404}" dt="2025-12-11T03:36:29.217" v="13644" actId="1035"/>
        <pc:sldMkLst>
          <pc:docMk/>
          <pc:sldMk cId="324999883" sldId="292"/>
        </pc:sldMkLst>
        <pc:spChg chg="mod">
          <ac:chgData name="임인섭(INSUP LIM)[insup_lim]/선임/제조DX.자동보정.조립자동보정팀" userId="46c23904-ff79-42c9-9e41-2f57972a901c" providerId="ADAL" clId="{8074CC5C-AB62-4649-8D37-0D9DF4082404}" dt="2025-12-10T08:00:22.053" v="9498"/>
          <ac:spMkLst>
            <pc:docMk/>
            <pc:sldMk cId="324999883" sldId="292"/>
            <ac:spMk id="2" creationId="{3ECAD9FC-D852-4063-9712-418387AA6A78}"/>
          </ac:spMkLst>
        </pc:spChg>
        <pc:spChg chg="add mod">
          <ac:chgData name="임인섭(INSUP LIM)[insup_lim]/선임/제조DX.자동보정.조립자동보정팀" userId="46c23904-ff79-42c9-9e41-2f57972a901c" providerId="ADAL" clId="{8074CC5C-AB62-4649-8D37-0D9DF4082404}" dt="2025-12-11T03:36:29.217" v="13644" actId="1035"/>
          <ac:spMkLst>
            <pc:docMk/>
            <pc:sldMk cId="324999883" sldId="292"/>
            <ac:spMk id="4" creationId="{61642B9D-48C8-6897-F758-68716FE80DB6}"/>
          </ac:spMkLst>
        </pc:spChg>
        <pc:spChg chg="add mod">
          <ac:chgData name="임인섭(INSUP LIM)[insup_lim]/선임/제조DX.자동보정.조립자동보정팀" userId="46c23904-ff79-42c9-9e41-2f57972a901c" providerId="ADAL" clId="{8074CC5C-AB62-4649-8D37-0D9DF4082404}" dt="2025-12-11T00:29:29.498" v="13188" actId="1036"/>
          <ac:spMkLst>
            <pc:docMk/>
            <pc:sldMk cId="324999883" sldId="292"/>
            <ac:spMk id="7" creationId="{A1133C69-D486-E164-8AA4-628B7A3F6703}"/>
          </ac:spMkLst>
        </pc:spChg>
        <pc:spChg chg="add mod">
          <ac:chgData name="임인섭(INSUP LIM)[insup_lim]/선임/제조DX.자동보정.조립자동보정팀" userId="46c23904-ff79-42c9-9e41-2f57972a901c" providerId="ADAL" clId="{8074CC5C-AB62-4649-8D37-0D9DF4082404}" dt="2025-12-11T00:31:16.400" v="13287" actId="1036"/>
          <ac:spMkLst>
            <pc:docMk/>
            <pc:sldMk cId="324999883" sldId="292"/>
            <ac:spMk id="9" creationId="{6808765B-6B7E-8FDD-99CA-2054888DCC8B}"/>
          </ac:spMkLst>
        </pc:spChg>
        <pc:spChg chg="add mod">
          <ac:chgData name="임인섭(INSUP LIM)[insup_lim]/선임/제조DX.자동보정.조립자동보정팀" userId="46c23904-ff79-42c9-9e41-2f57972a901c" providerId="ADAL" clId="{8074CC5C-AB62-4649-8D37-0D9DF4082404}" dt="2025-12-11T00:31:31.445" v="13296" actId="14100"/>
          <ac:spMkLst>
            <pc:docMk/>
            <pc:sldMk cId="324999883" sldId="292"/>
            <ac:spMk id="10" creationId="{05CB915E-4CFF-0F29-E73A-5C949CB03483}"/>
          </ac:spMkLst>
        </pc:spChg>
        <pc:spChg chg="add mod">
          <ac:chgData name="임인섭(INSUP LIM)[insup_lim]/선임/제조DX.자동보정.조립자동보정팀" userId="46c23904-ff79-42c9-9e41-2f57972a901c" providerId="ADAL" clId="{8074CC5C-AB62-4649-8D37-0D9DF4082404}" dt="2025-12-11T00:16:48.258" v="12821" actId="1037"/>
          <ac:spMkLst>
            <pc:docMk/>
            <pc:sldMk cId="324999883" sldId="292"/>
            <ac:spMk id="11" creationId="{B2935019-6B6E-468A-9DCC-9C08D4341F12}"/>
          </ac:spMkLst>
        </pc:spChg>
        <pc:spChg chg="add mod">
          <ac:chgData name="임인섭(INSUP LIM)[insup_lim]/선임/제조DX.자동보정.조립자동보정팀" userId="46c23904-ff79-42c9-9e41-2f57972a901c" providerId="ADAL" clId="{8074CC5C-AB62-4649-8D37-0D9DF4082404}" dt="2025-12-11T00:31:16.400" v="13287" actId="1036"/>
          <ac:spMkLst>
            <pc:docMk/>
            <pc:sldMk cId="324999883" sldId="292"/>
            <ac:spMk id="12" creationId="{859D142D-16E1-8FE3-E3E7-65302A244418}"/>
          </ac:spMkLst>
        </pc:spChg>
        <pc:spChg chg="add mod">
          <ac:chgData name="임인섭(INSUP LIM)[insup_lim]/선임/제조DX.자동보정.조립자동보정팀" userId="46c23904-ff79-42c9-9e41-2f57972a901c" providerId="ADAL" clId="{8074CC5C-AB62-4649-8D37-0D9DF4082404}" dt="2025-12-11T00:31:22.634" v="13293" actId="1038"/>
          <ac:spMkLst>
            <pc:docMk/>
            <pc:sldMk cId="324999883" sldId="292"/>
            <ac:spMk id="13" creationId="{7F6506DB-9A59-DA08-EB27-11508D383A7D}"/>
          </ac:spMkLst>
        </pc:spChg>
        <pc:spChg chg="add mod">
          <ac:chgData name="임인섭(INSUP LIM)[insup_lim]/선임/제조DX.자동보정.조립자동보정팀" userId="46c23904-ff79-42c9-9e41-2f57972a901c" providerId="ADAL" clId="{8074CC5C-AB62-4649-8D37-0D9DF4082404}" dt="2025-12-11T00:30:46.674" v="13274" actId="1037"/>
          <ac:spMkLst>
            <pc:docMk/>
            <pc:sldMk cId="324999883" sldId="292"/>
            <ac:spMk id="15" creationId="{40295CDF-B9CB-7A85-8A85-AEDCD2C0513A}"/>
          </ac:spMkLst>
        </pc:spChg>
        <pc:spChg chg="add mod">
          <ac:chgData name="임인섭(INSUP LIM)[insup_lim]/선임/제조DX.자동보정.조립자동보정팀" userId="46c23904-ff79-42c9-9e41-2f57972a901c" providerId="ADAL" clId="{8074CC5C-AB62-4649-8D37-0D9DF4082404}" dt="2025-12-11T00:30:46.674" v="13274" actId="1037"/>
          <ac:spMkLst>
            <pc:docMk/>
            <pc:sldMk cId="324999883" sldId="292"/>
            <ac:spMk id="16" creationId="{884EA2CF-8420-01E5-8BD8-04E1BA8C64A0}"/>
          </ac:spMkLst>
        </pc:spChg>
        <pc:spChg chg="add mod">
          <ac:chgData name="임인섭(INSUP LIM)[insup_lim]/선임/제조DX.자동보정.조립자동보정팀" userId="46c23904-ff79-42c9-9e41-2f57972a901c" providerId="ADAL" clId="{8074CC5C-AB62-4649-8D37-0D9DF4082404}" dt="2025-12-11T00:30:39.396" v="13269" actId="1035"/>
          <ac:spMkLst>
            <pc:docMk/>
            <pc:sldMk cId="324999883" sldId="292"/>
            <ac:spMk id="19" creationId="{BCC7D584-5663-C6CD-EA55-FAEB883ED439}"/>
          </ac:spMkLst>
        </pc:spChg>
        <pc:spChg chg="add mod">
          <ac:chgData name="임인섭(INSUP LIM)[insup_lim]/선임/제조DX.자동보정.조립자동보정팀" userId="46c23904-ff79-42c9-9e41-2f57972a901c" providerId="ADAL" clId="{8074CC5C-AB62-4649-8D37-0D9DF4082404}" dt="2025-12-11T00:30:39.396" v="13269" actId="1035"/>
          <ac:spMkLst>
            <pc:docMk/>
            <pc:sldMk cId="324999883" sldId="292"/>
            <ac:spMk id="20" creationId="{67B52D58-E9E8-8DE5-4B08-221B2243AC25}"/>
          </ac:spMkLst>
        </pc:spChg>
        <pc:spChg chg="mod">
          <ac:chgData name="임인섭(INSUP LIM)[insup_lim]/선임/제조DX.자동보정.조립자동보정팀" userId="46c23904-ff79-42c9-9e41-2f57972a901c" providerId="ADAL" clId="{8074CC5C-AB62-4649-8D37-0D9DF4082404}" dt="2025-12-10T07:57:33.901" v="9455" actId="20577"/>
          <ac:spMkLst>
            <pc:docMk/>
            <pc:sldMk cId="324999883" sldId="292"/>
            <ac:spMk id="58" creationId="{186787BD-0D0A-4FBF-B605-16D76EB626E6}"/>
          </ac:spMkLst>
        </pc:spChg>
        <pc:graphicFrameChg chg="add mod modGraphic">
          <ac:chgData name="임인섭(INSUP LIM)[insup_lim]/선임/제조DX.자동보정.조립자동보정팀" userId="46c23904-ff79-42c9-9e41-2f57972a901c" providerId="ADAL" clId="{8074CC5C-AB62-4649-8D37-0D9DF4082404}" dt="2025-12-11T03:34:42.248" v="13488" actId="255"/>
          <ac:graphicFrameMkLst>
            <pc:docMk/>
            <pc:sldMk cId="324999883" sldId="292"/>
            <ac:graphicFrameMk id="6" creationId="{F4AFC594-FFFD-F6B3-E3ED-055FC2D2F59E}"/>
          </ac:graphicFrameMkLst>
        </pc:graphicFrameChg>
        <pc:graphicFrameChg chg="mod modGraphic">
          <ac:chgData name="임인섭(INSUP LIM)[insup_lim]/선임/제조DX.자동보정.조립자동보정팀" userId="46c23904-ff79-42c9-9e41-2f57972a901c" providerId="ADAL" clId="{8074CC5C-AB62-4649-8D37-0D9DF4082404}" dt="2025-12-11T00:29:25.299" v="13180" actId="20577"/>
          <ac:graphicFrameMkLst>
            <pc:docMk/>
            <pc:sldMk cId="324999883" sldId="292"/>
            <ac:graphicFrameMk id="14" creationId="{F7BF916D-8A9E-4800-92E6-357BE08183D6}"/>
          </ac:graphicFrameMkLst>
        </pc:graphicFrameChg>
        <pc:picChg chg="add mod">
          <ac:chgData name="임인섭(INSUP LIM)[insup_lim]/선임/제조DX.자동보정.조립자동보정팀" userId="46c23904-ff79-42c9-9e41-2f57972a901c" providerId="ADAL" clId="{8074CC5C-AB62-4649-8D37-0D9DF4082404}" dt="2025-12-11T00:04:25.981" v="12008" actId="1038"/>
          <ac:picMkLst>
            <pc:docMk/>
            <pc:sldMk cId="324999883" sldId="292"/>
            <ac:picMk id="8" creationId="{A1D57BC0-C481-FA8B-2A9A-05B086DBFDB5}"/>
          </ac:picMkLst>
        </pc:picChg>
        <pc:cxnChg chg="add mod">
          <ac:chgData name="임인섭(INSUP LIM)[insup_lim]/선임/제조DX.자동보정.조립자동보정팀" userId="46c23904-ff79-42c9-9e41-2f57972a901c" providerId="ADAL" clId="{8074CC5C-AB62-4649-8D37-0D9DF4082404}" dt="2025-12-11T00:31:22.634" v="13293" actId="1038"/>
          <ac:cxnSpMkLst>
            <pc:docMk/>
            <pc:sldMk cId="324999883" sldId="292"/>
            <ac:cxnSpMk id="18" creationId="{159BD925-B5DE-10F7-FB0A-BCC37E1990E9}"/>
          </ac:cxnSpMkLst>
        </pc:cxnChg>
      </pc:sldChg>
      <pc:sldChg chg="modSp mod">
        <pc:chgData name="임인섭(INSUP LIM)[insup_lim]/선임/제조DX.자동보정.조립자동보정팀" userId="46c23904-ff79-42c9-9e41-2f57972a901c" providerId="ADAL" clId="{8074CC5C-AB62-4649-8D37-0D9DF4082404}" dt="2025-12-10T01:22:53.691" v="1056" actId="20577"/>
        <pc:sldMkLst>
          <pc:docMk/>
          <pc:sldMk cId="521974953" sldId="295"/>
        </pc:sldMkLst>
        <pc:spChg chg="mod">
          <ac:chgData name="임인섭(INSUP LIM)[insup_lim]/선임/제조DX.자동보정.조립자동보정팀" userId="46c23904-ff79-42c9-9e41-2f57972a901c" providerId="ADAL" clId="{8074CC5C-AB62-4649-8D37-0D9DF4082404}" dt="2025-12-10T01:18:50.648" v="468" actId="20577"/>
          <ac:spMkLst>
            <pc:docMk/>
            <pc:sldMk cId="521974953" sldId="295"/>
            <ac:spMk id="5" creationId="{6545B495-B50E-9C37-AB02-6EFD11C77479}"/>
          </ac:spMkLst>
        </pc:spChg>
        <pc:spChg chg="mod">
          <ac:chgData name="임인섭(INSUP LIM)[insup_lim]/선임/제조DX.자동보정.조립자동보정팀" userId="46c23904-ff79-42c9-9e41-2f57972a901c" providerId="ADAL" clId="{8074CC5C-AB62-4649-8D37-0D9DF4082404}" dt="2025-12-10T01:22:22.175" v="902" actId="207"/>
          <ac:spMkLst>
            <pc:docMk/>
            <pc:sldMk cId="521974953" sldId="295"/>
            <ac:spMk id="72" creationId="{0F9C2609-C287-4193-B74B-8D946EB076C3}"/>
          </ac:spMkLst>
        </pc:spChg>
        <pc:graphicFrameChg chg="mod modGraphic">
          <ac:chgData name="임인섭(INSUP LIM)[insup_lim]/선임/제조DX.자동보정.조립자동보정팀" userId="46c23904-ff79-42c9-9e41-2f57972a901c" providerId="ADAL" clId="{8074CC5C-AB62-4649-8D37-0D9DF4082404}" dt="2025-12-10T01:22:53.691" v="1056" actId="20577"/>
          <ac:graphicFrameMkLst>
            <pc:docMk/>
            <pc:sldMk cId="521974953" sldId="295"/>
            <ac:graphicFrameMk id="14" creationId="{F7BF916D-8A9E-4800-92E6-357BE08183D6}"/>
          </ac:graphicFrameMkLst>
        </pc:graphicFrameChg>
      </pc:sldChg>
      <pc:sldChg chg="modSp mod">
        <pc:chgData name="임인섭(INSUP LIM)[insup_lim]/선임/제조DX.자동보정.조립자동보정팀" userId="46c23904-ff79-42c9-9e41-2f57972a901c" providerId="ADAL" clId="{8074CC5C-AB62-4649-8D37-0D9DF4082404}" dt="2025-12-10T01:23:30.745" v="1069" actId="20577"/>
        <pc:sldMkLst>
          <pc:docMk/>
          <pc:sldMk cId="2519093233" sldId="316"/>
        </pc:sldMkLst>
        <pc:spChg chg="mod">
          <ac:chgData name="임인섭(INSUP LIM)[insup_lim]/선임/제조DX.자동보정.조립자동보정팀" userId="46c23904-ff79-42c9-9e41-2f57972a901c" providerId="ADAL" clId="{8074CC5C-AB62-4649-8D37-0D9DF4082404}" dt="2025-12-10T01:23:30.745" v="1069" actId="20577"/>
          <ac:spMkLst>
            <pc:docMk/>
            <pc:sldMk cId="2519093233" sldId="316"/>
            <ac:spMk id="70" creationId="{DF67FEB9-4AB7-4D44-9D13-B27C7C303C42}"/>
          </ac:spMkLst>
        </pc:spChg>
        <pc:graphicFrameChg chg="modGraphic">
          <ac:chgData name="임인섭(INSUP LIM)[insup_lim]/선임/제조DX.자동보정.조립자동보정팀" userId="46c23904-ff79-42c9-9e41-2f57972a901c" providerId="ADAL" clId="{8074CC5C-AB62-4649-8D37-0D9DF4082404}" dt="2025-12-10T01:23:19.936" v="1061" actId="20577"/>
          <ac:graphicFrameMkLst>
            <pc:docMk/>
            <pc:sldMk cId="2519093233" sldId="316"/>
            <ac:graphicFrameMk id="19" creationId="{AC0E64D7-C678-4BFA-BA23-CADEA743A611}"/>
          </ac:graphicFrameMkLst>
        </pc:graphicFrameChg>
      </pc:sldChg>
      <pc:sldChg chg="modSp mod">
        <pc:chgData name="임인섭(INSUP LIM)[insup_lim]/선임/제조DX.자동보정.조립자동보정팀" userId="46c23904-ff79-42c9-9e41-2f57972a901c" providerId="ADAL" clId="{8074CC5C-AB62-4649-8D37-0D9DF4082404}" dt="2025-12-10T01:23:34.749" v="1073" actId="20577"/>
        <pc:sldMkLst>
          <pc:docMk/>
          <pc:sldMk cId="3631484623" sldId="317"/>
        </pc:sldMkLst>
        <pc:spChg chg="mod">
          <ac:chgData name="임인섭(INSUP LIM)[insup_lim]/선임/제조DX.자동보정.조립자동보정팀" userId="46c23904-ff79-42c9-9e41-2f57972a901c" providerId="ADAL" clId="{8074CC5C-AB62-4649-8D37-0D9DF4082404}" dt="2025-12-10T01:23:34.749" v="1073" actId="20577"/>
          <ac:spMkLst>
            <pc:docMk/>
            <pc:sldMk cId="3631484623" sldId="317"/>
            <ac:spMk id="70" creationId="{DF67FEB9-4AB7-4D44-9D13-B27C7C303C42}"/>
          </ac:spMkLst>
        </pc:spChg>
        <pc:graphicFrameChg chg="modGraphic">
          <ac:chgData name="임인섭(INSUP LIM)[insup_lim]/선임/제조DX.자동보정.조립자동보정팀" userId="46c23904-ff79-42c9-9e41-2f57972a901c" providerId="ADAL" clId="{8074CC5C-AB62-4649-8D37-0D9DF4082404}" dt="2025-12-10T01:23:24.247" v="1065" actId="20577"/>
          <ac:graphicFrameMkLst>
            <pc:docMk/>
            <pc:sldMk cId="3631484623" sldId="317"/>
            <ac:graphicFrameMk id="19" creationId="{AC0E64D7-C678-4BFA-BA23-CADEA743A611}"/>
          </ac:graphicFrameMkLst>
        </pc:graphicFrameChg>
      </pc:sldChg>
      <pc:sldChg chg="modSp mod">
        <pc:chgData name="임인섭(INSUP LIM)[insup_lim]/선임/제조DX.자동보정.조립자동보정팀" userId="46c23904-ff79-42c9-9e41-2f57972a901c" providerId="ADAL" clId="{8074CC5C-AB62-4649-8D37-0D9DF4082404}" dt="2025-12-11T03:39:39.187" v="13653" actId="20577"/>
        <pc:sldMkLst>
          <pc:docMk/>
          <pc:sldMk cId="3266697761" sldId="2278"/>
        </pc:sldMkLst>
        <pc:spChg chg="mod">
          <ac:chgData name="임인섭(INSUP LIM)[insup_lim]/선임/제조DX.자동보정.조립자동보정팀" userId="46c23904-ff79-42c9-9e41-2f57972a901c" providerId="ADAL" clId="{8074CC5C-AB62-4649-8D37-0D9DF4082404}" dt="2025-12-11T03:39:39.187" v="13653" actId="20577"/>
          <ac:spMkLst>
            <pc:docMk/>
            <pc:sldMk cId="3266697761" sldId="2278"/>
            <ac:spMk id="5" creationId="{9F5FF4B7-2926-4D73-A8B9-82803C7166FE}"/>
          </ac:spMkLst>
        </pc:spChg>
      </pc:sldChg>
      <pc:sldChg chg="modSp mod">
        <pc:chgData name="임인섭(INSUP LIM)[insup_lim]/선임/제조DX.자동보정.조립자동보정팀" userId="46c23904-ff79-42c9-9e41-2f57972a901c" providerId="ADAL" clId="{8074CC5C-AB62-4649-8D37-0D9DF4082404}" dt="2025-12-10T01:21:15.030" v="861" actId="207"/>
        <pc:sldMkLst>
          <pc:docMk/>
          <pc:sldMk cId="624474230" sldId="2147481904"/>
        </pc:sldMkLst>
        <pc:spChg chg="mod">
          <ac:chgData name="임인섭(INSUP LIM)[insup_lim]/선임/제조DX.자동보정.조립자동보정팀" userId="46c23904-ff79-42c9-9e41-2f57972a901c" providerId="ADAL" clId="{8074CC5C-AB62-4649-8D37-0D9DF4082404}" dt="2025-12-10T01:21:15.030" v="861" actId="207"/>
          <ac:spMkLst>
            <pc:docMk/>
            <pc:sldMk cId="624474230" sldId="2147481904"/>
            <ac:spMk id="2" creationId="{88539A7A-691C-A91F-92D4-163C0AF1D559}"/>
          </ac:spMkLst>
        </pc:spChg>
        <pc:spChg chg="mod">
          <ac:chgData name="임인섭(INSUP LIM)[insup_lim]/선임/제조DX.자동보정.조립자동보정팀" userId="46c23904-ff79-42c9-9e41-2f57972a901c" providerId="ADAL" clId="{8074CC5C-AB62-4649-8D37-0D9DF4082404}" dt="2025-12-10T01:20:27.311" v="616" actId="20577"/>
          <ac:spMkLst>
            <pc:docMk/>
            <pc:sldMk cId="624474230" sldId="2147481904"/>
            <ac:spMk id="6" creationId="{2CB0F2F2-CDBB-B3E6-AE09-A445462049EE}"/>
          </ac:spMkLst>
        </pc:spChg>
        <pc:spChg chg="mod">
          <ac:chgData name="임인섭(INSUP LIM)[insup_lim]/선임/제조DX.자동보정.조립자동보정팀" userId="46c23904-ff79-42c9-9e41-2f57972a901c" providerId="ADAL" clId="{8074CC5C-AB62-4649-8D37-0D9DF4082404}" dt="2025-12-10T01:19:36.636" v="516" actId="20577"/>
          <ac:spMkLst>
            <pc:docMk/>
            <pc:sldMk cId="624474230" sldId="2147481904"/>
            <ac:spMk id="42" creationId="{51BF0D86-1DF9-4CDD-9ADF-D9D78254A144}"/>
          </ac:spMkLst>
        </pc:spChg>
      </pc:sldChg>
      <pc:sldChg chg="modSp mod">
        <pc:chgData name="임인섭(INSUP LIM)[insup_lim]/선임/제조DX.자동보정.조립자동보정팀" userId="46c23904-ff79-42c9-9e41-2f57972a901c" providerId="ADAL" clId="{8074CC5C-AB62-4649-8D37-0D9DF4082404}" dt="2025-12-10T01:22:57.928" v="1057"/>
        <pc:sldMkLst>
          <pc:docMk/>
          <pc:sldMk cId="3755998146" sldId="2147483565"/>
        </pc:sldMkLst>
        <pc:spChg chg="mod">
          <ac:chgData name="임인섭(INSUP LIM)[insup_lim]/선임/제조DX.자동보정.조립자동보정팀" userId="46c23904-ff79-42c9-9e41-2f57972a901c" providerId="ADAL" clId="{8074CC5C-AB62-4649-8D37-0D9DF4082404}" dt="2025-12-10T01:18:57.724" v="469"/>
          <ac:spMkLst>
            <pc:docMk/>
            <pc:sldMk cId="3755998146" sldId="2147483565"/>
            <ac:spMk id="5" creationId="{6545B495-B50E-9C37-AB02-6EFD11C77479}"/>
          </ac:spMkLst>
        </pc:spChg>
        <pc:graphicFrameChg chg="mod modGraphic">
          <ac:chgData name="임인섭(INSUP LIM)[insup_lim]/선임/제조DX.자동보정.조립자동보정팀" userId="46c23904-ff79-42c9-9e41-2f57972a901c" providerId="ADAL" clId="{8074CC5C-AB62-4649-8D37-0D9DF4082404}" dt="2025-12-10T01:22:57.928" v="1057"/>
          <ac:graphicFrameMkLst>
            <pc:docMk/>
            <pc:sldMk cId="3755998146" sldId="2147483565"/>
            <ac:graphicFrameMk id="14" creationId="{F7BF916D-8A9E-4800-92E6-357BE08183D6}"/>
          </ac:graphicFrameMkLst>
        </pc:graphicFrameChg>
      </pc:sldChg>
    </pc:docChg>
  </pc:docChgLst>
  <pc:docChgLst>
    <pc:chgData name="박상하(SANGHA PARK)[sangha.park]/책임/제조DX.자동보정.RSND자동보정팀" userId="S::sangha.park@lgensol.com::507a07c6-8366-4767-be6e-cc66d4fd9711" providerId="AD" clId="Web-{69BF84AB-E3CD-F4C3-14BF-BC59518B2615}"/>
    <pc:docChg chg="modSld">
      <pc:chgData name="박상하(SANGHA PARK)[sangha.park]/책임/제조DX.자동보정.RSND자동보정팀" userId="S::sangha.park@lgensol.com::507a07c6-8366-4767-be6e-cc66d4fd9711" providerId="AD" clId="Web-{69BF84AB-E3CD-F4C3-14BF-BC59518B2615}" dt="2025-11-18T09:46:34.620" v="277" actId="20577"/>
      <pc:docMkLst>
        <pc:docMk/>
      </pc:docMkLst>
    </pc:docChg>
  </pc:docChgLst>
  <pc:docChgLst>
    <pc:chgData name="박세용(SEYONG PARK)[seyong89]/책임/제조DX.자동보정.RSND자동보정팀" userId="9a53a9cf-4d05-4e8b-b6f4-51c057f191bb" providerId="ADAL" clId="{E62E00F1-6A2C-4927-B6C3-E732107964AE}"/>
    <pc:docChg chg="undo custSel modSld">
      <pc:chgData name="박세용(SEYONG PARK)[seyong89]/책임/제조DX.자동보정.RSND자동보정팀" userId="9a53a9cf-4d05-4e8b-b6f4-51c057f191bb" providerId="ADAL" clId="{E62E00F1-6A2C-4927-B6C3-E732107964AE}" dt="2025-12-03T01:55:36.487" v="1392" actId="6549"/>
      <pc:docMkLst>
        <pc:docMk/>
      </pc:docMkLst>
      <pc:sldChg chg="modSp mod">
        <pc:chgData name="박세용(SEYONG PARK)[seyong89]/책임/제조DX.자동보정.RSND자동보정팀" userId="9a53a9cf-4d05-4e8b-b6f4-51c057f191bb" providerId="ADAL" clId="{E62E00F1-6A2C-4927-B6C3-E732107964AE}" dt="2025-12-03T01:55:36.487" v="1392" actId="6549"/>
        <pc:sldMkLst>
          <pc:docMk/>
          <pc:sldMk cId="2926393564" sldId="285"/>
        </pc:sldMkLst>
        <pc:spChg chg="mod">
          <ac:chgData name="박세용(SEYONG PARK)[seyong89]/책임/제조DX.자동보정.RSND자동보정팀" userId="9a53a9cf-4d05-4e8b-b6f4-51c057f191bb" providerId="ADAL" clId="{E62E00F1-6A2C-4927-B6C3-E732107964AE}" dt="2025-12-02T23:46:23.382" v="677" actId="20577"/>
          <ac:spMkLst>
            <pc:docMk/>
            <pc:sldMk cId="2926393564" sldId="285"/>
            <ac:spMk id="5" creationId="{8823653C-1E4C-2AB3-B2C7-17A96027CDF5}"/>
          </ac:spMkLst>
        </pc:spChg>
        <pc:graphicFrameChg chg="mod modGraphic">
          <ac:chgData name="박세용(SEYONG PARK)[seyong89]/책임/제조DX.자동보정.RSND자동보정팀" userId="9a53a9cf-4d05-4e8b-b6f4-51c057f191bb" providerId="ADAL" clId="{E62E00F1-6A2C-4927-B6C3-E732107964AE}" dt="2025-12-03T01:55:36.487" v="1392" actId="6549"/>
          <ac:graphicFrameMkLst>
            <pc:docMk/>
            <pc:sldMk cId="2926393564" sldId="285"/>
            <ac:graphicFrameMk id="16" creationId="{721D71E9-3437-A6BF-DC12-E6C5B9BEBCB8}"/>
          </ac:graphicFrameMkLst>
        </pc:graphicFrameChg>
      </pc:sldChg>
      <pc:sldChg chg="modSp mod">
        <pc:chgData name="박세용(SEYONG PARK)[seyong89]/책임/제조DX.자동보정.RSND자동보정팀" userId="9a53a9cf-4d05-4e8b-b6f4-51c057f191bb" providerId="ADAL" clId="{E62E00F1-6A2C-4927-B6C3-E732107964AE}" dt="2025-12-02T23:45:31.792" v="600" actId="20577"/>
        <pc:sldMkLst>
          <pc:docMk/>
          <pc:sldMk cId="3212163405" sldId="314"/>
        </pc:sldMkLst>
        <pc:spChg chg="mod">
          <ac:chgData name="박세용(SEYONG PARK)[seyong89]/책임/제조DX.자동보정.RSND자동보정팀" userId="9a53a9cf-4d05-4e8b-b6f4-51c057f191bb" providerId="ADAL" clId="{E62E00F1-6A2C-4927-B6C3-E732107964AE}" dt="2025-12-02T23:45:31.792" v="600" actId="20577"/>
          <ac:spMkLst>
            <pc:docMk/>
            <pc:sldMk cId="3212163405" sldId="314"/>
            <ac:spMk id="13" creationId="{17889248-F115-4AA2-BAEB-FB8BEFDFF7E4}"/>
          </ac:spMkLst>
        </pc:spChg>
        <pc:graphicFrameChg chg="mod modGraphic">
          <ac:chgData name="박세용(SEYONG PARK)[seyong89]/책임/제조DX.자동보정.RSND자동보정팀" userId="9a53a9cf-4d05-4e8b-b6f4-51c057f191bb" providerId="ADAL" clId="{E62E00F1-6A2C-4927-B6C3-E732107964AE}" dt="2025-12-02T23:45:25.475" v="598" actId="20577"/>
          <ac:graphicFrameMkLst>
            <pc:docMk/>
            <pc:sldMk cId="3212163405" sldId="314"/>
            <ac:graphicFrameMk id="16" creationId="{EB242356-A299-46C3-9D06-5B35325220C3}"/>
          </ac:graphicFrameMkLst>
        </pc:graphicFrameChg>
      </pc:sldChg>
      <pc:sldChg chg="modSp mod">
        <pc:chgData name="박세용(SEYONG PARK)[seyong89]/책임/제조DX.자동보정.RSND자동보정팀" userId="9a53a9cf-4d05-4e8b-b6f4-51c057f191bb" providerId="ADAL" clId="{E62E00F1-6A2C-4927-B6C3-E732107964AE}" dt="2025-12-02T23:37:39.862" v="525"/>
        <pc:sldMkLst>
          <pc:docMk/>
          <pc:sldMk cId="2253287276" sldId="2147482042"/>
        </pc:sldMkLst>
        <pc:spChg chg="mod">
          <ac:chgData name="박세용(SEYONG PARK)[seyong89]/책임/제조DX.자동보정.RSND자동보정팀" userId="9a53a9cf-4d05-4e8b-b6f4-51c057f191bb" providerId="ADAL" clId="{E62E00F1-6A2C-4927-B6C3-E732107964AE}" dt="2025-12-02T23:37:22.908" v="512" actId="20577"/>
          <ac:spMkLst>
            <pc:docMk/>
            <pc:sldMk cId="2253287276" sldId="2147482042"/>
            <ac:spMk id="14" creationId="{728330FB-2942-4211-9DA7-42F39BB3C8B5}"/>
          </ac:spMkLst>
        </pc:spChg>
        <pc:graphicFrameChg chg="mod modGraphic">
          <ac:chgData name="박세용(SEYONG PARK)[seyong89]/책임/제조DX.자동보정.RSND자동보정팀" userId="9a53a9cf-4d05-4e8b-b6f4-51c057f191bb" providerId="ADAL" clId="{E62E00F1-6A2C-4927-B6C3-E732107964AE}" dt="2025-12-02T23:37:39.862" v="525"/>
          <ac:graphicFrameMkLst>
            <pc:docMk/>
            <pc:sldMk cId="2253287276" sldId="2147482042"/>
            <ac:graphicFrameMk id="12" creationId="{7B364C26-8D6A-49BB-AD20-5191801966F9}"/>
          </ac:graphicFrameMkLst>
        </pc:graphicFrameChg>
      </pc:sldChg>
      <pc:sldChg chg="modSp mod">
        <pc:chgData name="박세용(SEYONG PARK)[seyong89]/책임/제조DX.자동보정.RSND자동보정팀" userId="9a53a9cf-4d05-4e8b-b6f4-51c057f191bb" providerId="ADAL" clId="{E62E00F1-6A2C-4927-B6C3-E732107964AE}" dt="2025-12-02T23:38:56.757" v="567" actId="20577"/>
        <pc:sldMkLst>
          <pc:docMk/>
          <pc:sldMk cId="1129839810" sldId="2147483547"/>
        </pc:sldMkLst>
        <pc:spChg chg="mod">
          <ac:chgData name="박세용(SEYONG PARK)[seyong89]/책임/제조DX.자동보정.RSND자동보정팀" userId="9a53a9cf-4d05-4e8b-b6f4-51c057f191bb" providerId="ADAL" clId="{E62E00F1-6A2C-4927-B6C3-E732107964AE}" dt="2025-12-02T23:36:59.194" v="510" actId="20577"/>
          <ac:spMkLst>
            <pc:docMk/>
            <pc:sldMk cId="1129839810" sldId="2147483547"/>
            <ac:spMk id="13" creationId="{17889248-F115-4AA2-BAEB-FB8BEFDFF7E4}"/>
          </ac:spMkLst>
        </pc:spChg>
      </pc:sldChg>
      <pc:sldChg chg="modSp mod">
        <pc:chgData name="박세용(SEYONG PARK)[seyong89]/책임/제조DX.자동보정.RSND자동보정팀" userId="9a53a9cf-4d05-4e8b-b6f4-51c057f191bb" providerId="ADAL" clId="{E62E00F1-6A2C-4927-B6C3-E732107964AE}" dt="2025-12-03T01:04:26.104" v="1391" actId="207"/>
        <pc:sldMkLst>
          <pc:docMk/>
          <pc:sldMk cId="525786264" sldId="2147483624"/>
        </pc:sldMkLst>
        <pc:spChg chg="mod">
          <ac:chgData name="박세용(SEYONG PARK)[seyong89]/책임/제조DX.자동보정.RSND자동보정팀" userId="9a53a9cf-4d05-4e8b-b6f4-51c057f191bb" providerId="ADAL" clId="{E62E00F1-6A2C-4927-B6C3-E732107964AE}" dt="2025-12-02T23:38:22.813" v="535" actId="20577"/>
          <ac:spMkLst>
            <pc:docMk/>
            <pc:sldMk cId="525786264" sldId="2147483624"/>
            <ac:spMk id="21" creationId="{B00712CB-B099-86DB-9D6F-E91A2DDF6AB5}"/>
          </ac:spMkLst>
        </pc:spChg>
      </pc:sldChg>
      <pc:sldChg chg="modSp mod">
        <pc:chgData name="박세용(SEYONG PARK)[seyong89]/책임/제조DX.자동보정.RSND자동보정팀" userId="9a53a9cf-4d05-4e8b-b6f4-51c057f191bb" providerId="ADAL" clId="{E62E00F1-6A2C-4927-B6C3-E732107964AE}" dt="2025-12-02T23:46:01.586" v="674" actId="20577"/>
        <pc:sldMkLst>
          <pc:docMk/>
          <pc:sldMk cId="3800057163" sldId="2147483625"/>
        </pc:sldMkLst>
        <pc:spChg chg="mod">
          <ac:chgData name="박세용(SEYONG PARK)[seyong89]/책임/제조DX.자동보정.RSND자동보정팀" userId="9a53a9cf-4d05-4e8b-b6f4-51c057f191bb" providerId="ADAL" clId="{E62E00F1-6A2C-4927-B6C3-E732107964AE}" dt="2025-12-02T23:46:01.586" v="674" actId="20577"/>
          <ac:spMkLst>
            <pc:docMk/>
            <pc:sldMk cId="3800057163" sldId="2147483625"/>
            <ac:spMk id="33" creationId="{708B1D54-9D52-42CB-82CB-E5D69946BACE}"/>
          </ac:spMkLst>
        </pc:spChg>
        <pc:graphicFrameChg chg="mod modGraphic">
          <ac:chgData name="박세용(SEYONG PARK)[seyong89]/책임/제조DX.자동보정.RSND자동보정팀" userId="9a53a9cf-4d05-4e8b-b6f4-51c057f191bb" providerId="ADAL" clId="{E62E00F1-6A2C-4927-B6C3-E732107964AE}" dt="2025-12-02T23:45:55.139" v="670" actId="20577"/>
          <ac:graphicFrameMkLst>
            <pc:docMk/>
            <pc:sldMk cId="3800057163" sldId="2147483625"/>
            <ac:graphicFrameMk id="16" creationId="{EB242356-A299-46C3-9D06-5B35325220C3}"/>
          </ac:graphicFrameMkLst>
        </pc:graphicFrameChg>
      </pc:sldChg>
    </pc:docChg>
  </pc:docChgLst>
  <pc:docChgLst>
    <pc:chgData name="서재근(JAEGEUN SEO)[jaegeun_seo]/책임/제조DX.자동보정.조립자동보정팀" userId="S::jaegeun_seo@lgensol.com::7bb6d943-2582-47a8-abe5-eec9821e0b5c" providerId="AD" clId="Web-{01985C72-2FFA-8779-E494-D3E8B701A8DC}"/>
    <pc:docChg chg="modSld">
      <pc:chgData name="서재근(JAEGEUN SEO)[jaegeun_seo]/책임/제조DX.자동보정.조립자동보정팀" userId="S::jaegeun_seo@lgensol.com::7bb6d943-2582-47a8-abe5-eec9821e0b5c" providerId="AD" clId="Web-{01985C72-2FFA-8779-E494-D3E8B701A8DC}" dt="2025-11-18T01:20:24.631" v="128"/>
      <pc:docMkLst>
        <pc:docMk/>
      </pc:docMkLst>
      <pc:sldChg chg="modSp">
        <pc:chgData name="서재근(JAEGEUN SEO)[jaegeun_seo]/책임/제조DX.자동보정.조립자동보정팀" userId="S::jaegeun_seo@lgensol.com::7bb6d943-2582-47a8-abe5-eec9821e0b5c" providerId="AD" clId="Web-{01985C72-2FFA-8779-E494-D3E8B701A8DC}" dt="2025-11-18T01:20:24.631" v="128"/>
        <pc:sldMkLst>
          <pc:docMk/>
          <pc:sldMk cId="2551372592" sldId="274"/>
        </pc:sldMkLst>
        <pc:spChg chg="mod">
          <ac:chgData name="서재근(JAEGEUN SEO)[jaegeun_seo]/책임/제조DX.자동보정.조립자동보정팀" userId="S::jaegeun_seo@lgensol.com::7bb6d943-2582-47a8-abe5-eec9821e0b5c" providerId="AD" clId="Web-{01985C72-2FFA-8779-E494-D3E8B701A8DC}" dt="2025-11-18T01:17:23.331" v="70" actId="20577"/>
          <ac:spMkLst>
            <pc:docMk/>
            <pc:sldMk cId="2551372592" sldId="274"/>
            <ac:spMk id="14" creationId="{B37B5930-E590-474C-B34F-D326DD490861}"/>
          </ac:spMkLst>
        </pc:spChg>
        <pc:graphicFrameChg chg="mod modGraphic">
          <ac:chgData name="서재근(JAEGEUN SEO)[jaegeun_seo]/책임/제조DX.자동보정.조립자동보정팀" userId="S::jaegeun_seo@lgensol.com::7bb6d943-2582-47a8-abe5-eec9821e0b5c" providerId="AD" clId="Web-{01985C72-2FFA-8779-E494-D3E8B701A8DC}" dt="2025-11-18T01:18:12.629" v="80"/>
          <ac:graphicFrameMkLst>
            <pc:docMk/>
            <pc:sldMk cId="2551372592" sldId="274"/>
            <ac:graphicFrameMk id="16" creationId="{33D55F02-6D8E-4551-BA96-882BCCE1D0E0}"/>
          </ac:graphicFrameMkLst>
        </pc:graphicFrameChg>
        <pc:graphicFrameChg chg="mod modGraphic">
          <ac:chgData name="서재근(JAEGEUN SEO)[jaegeun_seo]/책임/제조DX.자동보정.조립자동보정팀" userId="S::jaegeun_seo@lgensol.com::7bb6d943-2582-47a8-abe5-eec9821e0b5c" providerId="AD" clId="Web-{01985C72-2FFA-8779-E494-D3E8B701A8DC}" dt="2025-11-18T01:17:48.831" v="76"/>
          <ac:graphicFrameMkLst>
            <pc:docMk/>
            <pc:sldMk cId="2551372592" sldId="274"/>
            <ac:graphicFrameMk id="19" creationId="{AC0E64D7-C678-4BFA-BA23-CADEA743A611}"/>
          </ac:graphicFrameMkLst>
        </pc:graphicFrameChg>
        <pc:graphicFrameChg chg="mod modGraphic">
          <ac:chgData name="서재근(JAEGEUN SEO)[jaegeun_seo]/책임/제조DX.자동보정.조립자동보정팀" userId="S::jaegeun_seo@lgensol.com::7bb6d943-2582-47a8-abe5-eec9821e0b5c" providerId="AD" clId="Web-{01985C72-2FFA-8779-E494-D3E8B701A8DC}" dt="2025-11-18T01:20:24.631" v="128"/>
          <ac:graphicFrameMkLst>
            <pc:docMk/>
            <pc:sldMk cId="2551372592" sldId="274"/>
            <ac:graphicFrameMk id="21" creationId="{9779E312-C9FB-4C89-9F7F-FCF42F278188}"/>
          </ac:graphicFrameMkLst>
        </pc:graphicFrameChg>
      </pc:sldChg>
      <pc:sldChg chg="modSp">
        <pc:chgData name="서재근(JAEGEUN SEO)[jaegeun_seo]/책임/제조DX.자동보정.조립자동보정팀" userId="S::jaegeun_seo@lgensol.com::7bb6d943-2582-47a8-abe5-eec9821e0b5c" providerId="AD" clId="Web-{01985C72-2FFA-8779-E494-D3E8B701A8DC}" dt="2025-11-18T01:14:49.593" v="1" actId="20577"/>
        <pc:sldMkLst>
          <pc:docMk/>
          <pc:sldMk cId="2275017208" sldId="2147481958"/>
        </pc:sldMkLst>
        <pc:spChg chg="mod">
          <ac:chgData name="서재근(JAEGEUN SEO)[jaegeun_seo]/책임/제조DX.자동보정.조립자동보정팀" userId="S::jaegeun_seo@lgensol.com::7bb6d943-2582-47a8-abe5-eec9821e0b5c" providerId="AD" clId="Web-{01985C72-2FFA-8779-E494-D3E8B701A8DC}" dt="2025-11-18T01:14:42.218" v="0" actId="20577"/>
          <ac:spMkLst>
            <pc:docMk/>
            <pc:sldMk cId="2275017208" sldId="2147481958"/>
            <ac:spMk id="2" creationId="{5748F319-FE8D-4ECF-AFB9-B7E0916A513F}"/>
          </ac:spMkLst>
        </pc:spChg>
        <pc:spChg chg="mod">
          <ac:chgData name="서재근(JAEGEUN SEO)[jaegeun_seo]/책임/제조DX.자동보정.조립자동보정팀" userId="S::jaegeun_seo@lgensol.com::7bb6d943-2582-47a8-abe5-eec9821e0b5c" providerId="AD" clId="Web-{01985C72-2FFA-8779-E494-D3E8B701A8DC}" dt="2025-11-18T01:14:49.593" v="1" actId="20577"/>
          <ac:spMkLst>
            <pc:docMk/>
            <pc:sldMk cId="2275017208" sldId="2147481958"/>
            <ac:spMk id="10" creationId="{BDADEB63-FA2A-413A-90C3-F27F4D564C57}"/>
          </ac:spMkLst>
        </pc:spChg>
      </pc:sldChg>
      <pc:sldChg chg="addSp delSp modSp">
        <pc:chgData name="서재근(JAEGEUN SEO)[jaegeun_seo]/책임/제조DX.자동보정.조립자동보정팀" userId="S::jaegeun_seo@lgensol.com::7bb6d943-2582-47a8-abe5-eec9821e0b5c" providerId="AD" clId="Web-{01985C72-2FFA-8779-E494-D3E8B701A8DC}" dt="2025-11-18T01:16:22.626" v="59"/>
        <pc:sldMkLst>
          <pc:docMk/>
          <pc:sldMk cId="3939307129" sldId="2147481960"/>
        </pc:sldMkLst>
        <pc:spChg chg="mod">
          <ac:chgData name="서재근(JAEGEUN SEO)[jaegeun_seo]/책임/제조DX.자동보정.조립자동보정팀" userId="S::jaegeun_seo@lgensol.com::7bb6d943-2582-47a8-abe5-eec9821e0b5c" providerId="AD" clId="Web-{01985C72-2FFA-8779-E494-D3E8B701A8DC}" dt="2025-11-18T01:15:04.015" v="3" actId="20577"/>
          <ac:spMkLst>
            <pc:docMk/>
            <pc:sldMk cId="3939307129" sldId="2147481960"/>
            <ac:spMk id="70" creationId="{DF67FEB9-4AB7-4D44-9D13-B27C7C303C42}"/>
          </ac:spMkLst>
        </pc:spChg>
        <pc:graphicFrameChg chg="mod modGraphic">
          <ac:chgData name="서재근(JAEGEUN SEO)[jaegeun_seo]/책임/제조DX.자동보정.조립자동보정팀" userId="S::jaegeun_seo@lgensol.com::7bb6d943-2582-47a8-abe5-eec9821e0b5c" providerId="AD" clId="Web-{01985C72-2FFA-8779-E494-D3E8B701A8DC}" dt="2025-11-18T01:15:23.438" v="9"/>
          <ac:graphicFrameMkLst>
            <pc:docMk/>
            <pc:sldMk cId="3939307129" sldId="2147481960"/>
            <ac:graphicFrameMk id="16" creationId="{33D55F02-6D8E-4551-BA96-882BCCE1D0E0}"/>
          </ac:graphicFrameMkLst>
        </pc:graphicFrameChg>
        <pc:graphicFrameChg chg="mod modGraphic">
          <ac:chgData name="서재근(JAEGEUN SEO)[jaegeun_seo]/책임/제조DX.자동보정.조립자동보정팀" userId="S::jaegeun_seo@lgensol.com::7bb6d943-2582-47a8-abe5-eec9821e0b5c" providerId="AD" clId="Web-{01985C72-2FFA-8779-E494-D3E8B701A8DC}" dt="2025-11-18T01:15:06.390" v="5"/>
          <ac:graphicFrameMkLst>
            <pc:docMk/>
            <pc:sldMk cId="3939307129" sldId="2147481960"/>
            <ac:graphicFrameMk id="19" creationId="{AC0E64D7-C678-4BFA-BA23-CADEA743A611}"/>
          </ac:graphicFrameMkLst>
        </pc:graphicFrameChg>
        <pc:graphicFrameChg chg="mod modGraphic">
          <ac:chgData name="서재근(JAEGEUN SEO)[jaegeun_seo]/책임/제조DX.자동보정.조립자동보정팀" userId="S::jaegeun_seo@lgensol.com::7bb6d943-2582-47a8-abe5-eec9821e0b5c" providerId="AD" clId="Web-{01985C72-2FFA-8779-E494-D3E8B701A8DC}" dt="2025-11-18T01:16:22.283" v="58"/>
          <ac:graphicFrameMkLst>
            <pc:docMk/>
            <pc:sldMk cId="3939307129" sldId="2147481960"/>
            <ac:graphicFrameMk id="64" creationId="{0705FDA6-9762-4EFD-84D1-BBEE26F619C3}"/>
          </ac:graphicFrameMkLst>
        </pc:graphicFrameChg>
      </pc:sldChg>
      <pc:sldChg chg="modSp">
        <pc:chgData name="서재근(JAEGEUN SEO)[jaegeun_seo]/책임/제조DX.자동보정.조립자동보정팀" userId="S::jaegeun_seo@lgensol.com::7bb6d943-2582-47a8-abe5-eec9821e0b5c" providerId="AD" clId="Web-{01985C72-2FFA-8779-E494-D3E8B701A8DC}" dt="2025-11-18T01:17:17.612" v="69" actId="20577"/>
        <pc:sldMkLst>
          <pc:docMk/>
          <pc:sldMk cId="4007070389" sldId="2147481975"/>
        </pc:sldMkLst>
        <pc:spChg chg="mod">
          <ac:chgData name="서재근(JAEGEUN SEO)[jaegeun_seo]/책임/제조DX.자동보정.조립자동보정팀" userId="S::jaegeun_seo@lgensol.com::7bb6d943-2582-47a8-abe5-eec9821e0b5c" providerId="AD" clId="Web-{01985C72-2FFA-8779-E494-D3E8B701A8DC}" dt="2025-11-18T01:17:17.612" v="69" actId="20577"/>
          <ac:spMkLst>
            <pc:docMk/>
            <pc:sldMk cId="4007070389" sldId="2147481975"/>
            <ac:spMk id="14" creationId="{B37B5930-E590-474C-B34F-D326DD490861}"/>
          </ac:spMkLst>
        </pc:spChg>
        <pc:graphicFrameChg chg="mod modGraphic">
          <ac:chgData name="서재근(JAEGEUN SEO)[jaegeun_seo]/책임/제조DX.자동보정.조립자동보정팀" userId="S::jaegeun_seo@lgensol.com::7bb6d943-2582-47a8-abe5-eec9821e0b5c" providerId="AD" clId="Web-{01985C72-2FFA-8779-E494-D3E8B701A8DC}" dt="2025-11-18T01:16:46.924" v="63"/>
          <ac:graphicFrameMkLst>
            <pc:docMk/>
            <pc:sldMk cId="4007070389" sldId="2147481975"/>
            <ac:graphicFrameMk id="16" creationId="{33D55F02-6D8E-4551-BA96-882BCCE1D0E0}"/>
          </ac:graphicFrameMkLst>
        </pc:graphicFrameChg>
        <pc:graphicFrameChg chg="mod modGraphic">
          <ac:chgData name="서재근(JAEGEUN SEO)[jaegeun_seo]/책임/제조DX.자동보정.조립자동보정팀" userId="S::jaegeun_seo@lgensol.com::7bb6d943-2582-47a8-abe5-eec9821e0b5c" providerId="AD" clId="Web-{01985C72-2FFA-8779-E494-D3E8B701A8DC}" dt="2025-11-18T01:16:33.689" v="61"/>
          <ac:graphicFrameMkLst>
            <pc:docMk/>
            <pc:sldMk cId="4007070389" sldId="2147481975"/>
            <ac:graphicFrameMk id="19" creationId="{AC0E64D7-C678-4BFA-BA23-CADEA743A611}"/>
          </ac:graphicFrameMkLst>
        </pc:graphicFrameChg>
      </pc:sldChg>
    </pc:docChg>
  </pc:docChgLst>
  <pc:docChgLst>
    <pc:chgData name="황재웅(JAEWOONG HWANG)[xyxowen1234]/선임/제조DX.자동보정.조립자동보정팀" userId="84481fad-ac5e-4a35-844e-8829e3f0212e" providerId="ADAL" clId="{CCDE2FA5-09F1-4774-8AE0-311F5C70310D}"/>
    <pc:docChg chg="undo redo custSel modSld">
      <pc:chgData name="황재웅(JAEWOONG HWANG)[xyxowen1234]/선임/제조DX.자동보정.조립자동보정팀" userId="84481fad-ac5e-4a35-844e-8829e3f0212e" providerId="ADAL" clId="{CCDE2FA5-09F1-4774-8AE0-311F5C70310D}" dt="2025-12-16T07:29:00.747" v="214" actId="20577"/>
      <pc:docMkLst>
        <pc:docMk/>
      </pc:docMkLst>
      <pc:sldChg chg="addSp delSp modSp mod">
        <pc:chgData name="황재웅(JAEWOONG HWANG)[xyxowen1234]/선임/제조DX.자동보정.조립자동보정팀" userId="84481fad-ac5e-4a35-844e-8829e3f0212e" providerId="ADAL" clId="{CCDE2FA5-09F1-4774-8AE0-311F5C70310D}" dt="2025-12-16T07:08:38.841" v="208" actId="20577"/>
        <pc:sldMkLst>
          <pc:docMk/>
          <pc:sldMk cId="3165105239" sldId="297"/>
        </pc:sldMkLst>
        <pc:spChg chg="del">
          <ac:chgData name="황재웅(JAEWOONG HWANG)[xyxowen1234]/선임/제조DX.자동보정.조립자동보정팀" userId="84481fad-ac5e-4a35-844e-8829e3f0212e" providerId="ADAL" clId="{CCDE2FA5-09F1-4774-8AE0-311F5C70310D}" dt="2025-12-16T07:03:15.683" v="0" actId="478"/>
          <ac:spMkLst>
            <pc:docMk/>
            <pc:sldMk cId="3165105239" sldId="297"/>
            <ac:spMk id="5" creationId="{5F9CBCB7-384B-8F5C-FC26-81B2F7EE720C}"/>
          </ac:spMkLst>
        </pc:spChg>
        <pc:spChg chg="mod">
          <ac:chgData name="황재웅(JAEWOONG HWANG)[xyxowen1234]/선임/제조DX.자동보정.조립자동보정팀" userId="84481fad-ac5e-4a35-844e-8829e3f0212e" providerId="ADAL" clId="{CCDE2FA5-09F1-4774-8AE0-311F5C70310D}" dt="2025-12-16T07:06:09.409" v="125" actId="20577"/>
          <ac:spMkLst>
            <pc:docMk/>
            <pc:sldMk cId="3165105239" sldId="297"/>
            <ac:spMk id="7" creationId="{39B40AD6-7DA1-4032-84CF-63BBC4856035}"/>
          </ac:spMkLst>
        </pc:spChg>
        <pc:spChg chg="del">
          <ac:chgData name="황재웅(JAEWOONG HWANG)[xyxowen1234]/선임/제조DX.자동보정.조립자동보정팀" userId="84481fad-ac5e-4a35-844e-8829e3f0212e" providerId="ADAL" clId="{CCDE2FA5-09F1-4774-8AE0-311F5C70310D}" dt="2025-12-16T07:03:15.683" v="0" actId="478"/>
          <ac:spMkLst>
            <pc:docMk/>
            <pc:sldMk cId="3165105239" sldId="297"/>
            <ac:spMk id="8" creationId="{06EBF9A2-E251-3A79-C8A8-E158F1310CE5}"/>
          </ac:spMkLst>
        </pc:spChg>
        <pc:spChg chg="del">
          <ac:chgData name="황재웅(JAEWOONG HWANG)[xyxowen1234]/선임/제조DX.자동보정.조립자동보정팀" userId="84481fad-ac5e-4a35-844e-8829e3f0212e" providerId="ADAL" clId="{CCDE2FA5-09F1-4774-8AE0-311F5C70310D}" dt="2025-12-16T07:03:15.683" v="0" actId="478"/>
          <ac:spMkLst>
            <pc:docMk/>
            <pc:sldMk cId="3165105239" sldId="297"/>
            <ac:spMk id="10" creationId="{7556E948-F9E5-79D6-5BB3-F76B60D229DD}"/>
          </ac:spMkLst>
        </pc:spChg>
        <pc:spChg chg="mod">
          <ac:chgData name="황재웅(JAEWOONG HWANG)[xyxowen1234]/선임/제조DX.자동보정.조립자동보정팀" userId="84481fad-ac5e-4a35-844e-8829e3f0212e" providerId="ADAL" clId="{CCDE2FA5-09F1-4774-8AE0-311F5C70310D}" dt="2025-12-16T07:08:38.841" v="208" actId="20577"/>
          <ac:spMkLst>
            <pc:docMk/>
            <pc:sldMk cId="3165105239" sldId="297"/>
            <ac:spMk id="23" creationId="{68B6FBF6-12C2-3A8B-E799-56D11E8B7E16}"/>
          </ac:spMkLst>
        </pc:spChg>
        <pc:graphicFrameChg chg="add mod modGraphic">
          <ac:chgData name="황재웅(JAEWOONG HWANG)[xyxowen1234]/선임/제조DX.자동보정.조립자동보정팀" userId="84481fad-ac5e-4a35-844e-8829e3f0212e" providerId="ADAL" clId="{CCDE2FA5-09F1-4774-8AE0-311F5C70310D}" dt="2025-12-16T07:08:24.057" v="206" actId="20577"/>
          <ac:graphicFrameMkLst>
            <pc:docMk/>
            <pc:sldMk cId="3165105239" sldId="297"/>
            <ac:graphicFrameMk id="2" creationId="{405EE17E-FE0E-A854-189B-26810641E8CF}"/>
          </ac:graphicFrameMkLst>
        </pc:graphicFrameChg>
        <pc:graphicFrameChg chg="del">
          <ac:chgData name="황재웅(JAEWOONG HWANG)[xyxowen1234]/선임/제조DX.자동보정.조립자동보정팀" userId="84481fad-ac5e-4a35-844e-8829e3f0212e" providerId="ADAL" clId="{CCDE2FA5-09F1-4774-8AE0-311F5C70310D}" dt="2025-12-16T07:03:18.345" v="1" actId="478"/>
          <ac:graphicFrameMkLst>
            <pc:docMk/>
            <pc:sldMk cId="3165105239" sldId="297"/>
            <ac:graphicFrameMk id="3" creationId="{F56DC1FB-9EE1-4913-87D1-FB9FD073A3CA}"/>
          </ac:graphicFrameMkLst>
        </pc:graphicFrameChg>
        <pc:graphicFrameChg chg="mod">
          <ac:chgData name="황재웅(JAEWOONG HWANG)[xyxowen1234]/선임/제조DX.자동보정.조립자동보정팀" userId="84481fad-ac5e-4a35-844e-8829e3f0212e" providerId="ADAL" clId="{CCDE2FA5-09F1-4774-8AE0-311F5C70310D}" dt="2025-12-16T07:04:06.570" v="52"/>
          <ac:graphicFrameMkLst>
            <pc:docMk/>
            <pc:sldMk cId="3165105239" sldId="297"/>
            <ac:graphicFrameMk id="27" creationId="{B760C18F-738A-EA20-CD34-D766DF22298C}"/>
          </ac:graphicFrameMkLst>
        </pc:graphicFrameChg>
        <pc:picChg chg="del">
          <ac:chgData name="황재웅(JAEWOONG HWANG)[xyxowen1234]/선임/제조DX.자동보정.조립자동보정팀" userId="84481fad-ac5e-4a35-844e-8829e3f0212e" providerId="ADAL" clId="{CCDE2FA5-09F1-4774-8AE0-311F5C70310D}" dt="2025-12-16T07:03:15.683" v="0" actId="478"/>
          <ac:picMkLst>
            <pc:docMk/>
            <pc:sldMk cId="3165105239" sldId="297"/>
            <ac:picMk id="4" creationId="{CDA0C77C-1E34-8ABB-7170-536E72EFAE81}"/>
          </ac:picMkLst>
        </pc:picChg>
      </pc:sldChg>
      <pc:sldChg chg="modSp mod">
        <pc:chgData name="황재웅(JAEWOONG HWANG)[xyxowen1234]/선임/제조DX.자동보정.조립자동보정팀" userId="84481fad-ac5e-4a35-844e-8829e3f0212e" providerId="ADAL" clId="{CCDE2FA5-09F1-4774-8AE0-311F5C70310D}" dt="2025-12-16T07:29:00.747" v="214" actId="20577"/>
        <pc:sldMkLst>
          <pc:docMk/>
          <pc:sldMk cId="3696303700" sldId="2147481909"/>
        </pc:sldMkLst>
        <pc:spChg chg="mod">
          <ac:chgData name="황재웅(JAEWOONG HWANG)[xyxowen1234]/선임/제조DX.자동보정.조립자동보정팀" userId="84481fad-ac5e-4a35-844e-8829e3f0212e" providerId="ADAL" clId="{CCDE2FA5-09F1-4774-8AE0-311F5C70310D}" dt="2025-12-16T07:29:00.747" v="214" actId="20577"/>
          <ac:spMkLst>
            <pc:docMk/>
            <pc:sldMk cId="3696303700" sldId="2147481909"/>
            <ac:spMk id="40" creationId="{B40A5CA6-41CB-49B5-A347-A26580A6C857}"/>
          </ac:spMkLst>
        </pc:spChg>
      </pc:sldChg>
      <pc:sldChg chg="modSp mod">
        <pc:chgData name="황재웅(JAEWOONG HWANG)[xyxowen1234]/선임/제조DX.자동보정.조립자동보정팀" userId="84481fad-ac5e-4a35-844e-8829e3f0212e" providerId="ADAL" clId="{CCDE2FA5-09F1-4774-8AE0-311F5C70310D}" dt="2025-12-16T07:09:22.622" v="212" actId="20577"/>
        <pc:sldMkLst>
          <pc:docMk/>
          <pc:sldMk cId="3422467958" sldId="2147483559"/>
        </pc:sldMkLst>
        <pc:spChg chg="mod">
          <ac:chgData name="황재웅(JAEWOONG HWANG)[xyxowen1234]/선임/제조DX.자동보정.조립자동보정팀" userId="84481fad-ac5e-4a35-844e-8829e3f0212e" providerId="ADAL" clId="{CCDE2FA5-09F1-4774-8AE0-311F5C70310D}" dt="2025-12-16T07:08:52.729" v="210" actId="20577"/>
          <ac:spMkLst>
            <pc:docMk/>
            <pc:sldMk cId="3422467958" sldId="2147483559"/>
            <ac:spMk id="23" creationId="{075C7B48-380F-4884-A079-536F4D26E969}"/>
          </ac:spMkLst>
        </pc:spChg>
        <pc:graphicFrameChg chg="modGraphic">
          <ac:chgData name="황재웅(JAEWOONG HWANG)[xyxowen1234]/선임/제조DX.자동보정.조립자동보정팀" userId="84481fad-ac5e-4a35-844e-8829e3f0212e" providerId="ADAL" clId="{CCDE2FA5-09F1-4774-8AE0-311F5C70310D}" dt="2025-12-16T07:09:22.622" v="212" actId="20577"/>
          <ac:graphicFrameMkLst>
            <pc:docMk/>
            <pc:sldMk cId="3422467958" sldId="2147483559"/>
            <ac:graphicFrameMk id="27" creationId="{44AAB40C-C086-43BD-BA65-E476147E42EB}"/>
          </ac:graphicFrameMkLst>
        </pc:graphicFrameChg>
      </pc:sldChg>
    </pc:docChg>
  </pc:docChgLst>
  <pc:docChgLst>
    <pc:chgData name="박상하(SANGHA PARK)[sangha.park]/책임/제조DX.자동보정.RSND자동보정팀" userId="S::sangha.park@lgensol.com::507a07c6-8366-4767-be6e-cc66d4fd9711" providerId="AD" clId="Web-{62E5E414-7803-A73E-1441-A5D86037B251}"/>
    <pc:docChg chg="modSld">
      <pc:chgData name="박상하(SANGHA PARK)[sangha.park]/책임/제조DX.자동보정.RSND자동보정팀" userId="S::sangha.park@lgensol.com::507a07c6-8366-4767-be6e-cc66d4fd9711" providerId="AD" clId="Web-{62E5E414-7803-A73E-1441-A5D86037B251}" dt="2025-11-26T01:33:24.129" v="21"/>
      <pc:docMkLst>
        <pc:docMk/>
      </pc:docMkLst>
      <pc:sldChg chg="modSp">
        <pc:chgData name="박상하(SANGHA PARK)[sangha.park]/책임/제조DX.자동보정.RSND자동보정팀" userId="S::sangha.park@lgensol.com::507a07c6-8366-4767-be6e-cc66d4fd9711" providerId="AD" clId="Web-{62E5E414-7803-A73E-1441-A5D86037B251}" dt="2025-11-26T01:33:24.129" v="21"/>
        <pc:sldMkLst>
          <pc:docMk/>
          <pc:sldMk cId="938929586" sldId="2147483555"/>
        </pc:sldMkLst>
        <pc:graphicFrameChg chg="mod modGraphic">
          <ac:chgData name="박상하(SANGHA PARK)[sangha.park]/책임/제조DX.자동보정.RSND자동보정팀" userId="S::sangha.park@lgensol.com::507a07c6-8366-4767-be6e-cc66d4fd9711" providerId="AD" clId="Web-{62E5E414-7803-A73E-1441-A5D86037B251}" dt="2025-11-26T01:33:24.129" v="21"/>
          <ac:graphicFrameMkLst>
            <pc:docMk/>
            <pc:sldMk cId="938929586" sldId="2147483555"/>
            <ac:graphicFrameMk id="21" creationId="{698AF8AB-92C6-45AB-A7E1-5FAFA10C41C5}"/>
          </ac:graphicFrameMkLst>
        </pc:graphicFrameChg>
      </pc:sldChg>
    </pc:docChg>
  </pc:docChgLst>
  <pc:docChgLst>
    <pc:chgData name="박상하(SANGHA PARK)[sangha.park]/책임/제조DX.자동보정.RSND자동보정팀" userId="S::sangha.park@lgensol.com::507a07c6-8366-4767-be6e-cc66d4fd9711" providerId="AD" clId="Web-{FAB80848-6EED-353D-E4F2-10329CCC9F8D}"/>
    <pc:docChg chg="modSld">
      <pc:chgData name="박상하(SANGHA PARK)[sangha.park]/책임/제조DX.자동보정.RSND자동보정팀" userId="S::sangha.park@lgensol.com::507a07c6-8366-4767-be6e-cc66d4fd9711" providerId="AD" clId="Web-{FAB80848-6EED-353D-E4F2-10329CCC9F8D}" dt="2025-12-09T05:31:47.288" v="31"/>
      <pc:docMkLst>
        <pc:docMk/>
      </pc:docMkLst>
      <pc:sldChg chg="modSp">
        <pc:chgData name="박상하(SANGHA PARK)[sangha.park]/책임/제조DX.자동보정.RSND자동보정팀" userId="S::sangha.park@lgensol.com::507a07c6-8366-4767-be6e-cc66d4fd9711" providerId="AD" clId="Web-{FAB80848-6EED-353D-E4F2-10329CCC9F8D}" dt="2025-12-09T05:31:47.288" v="31"/>
        <pc:sldMkLst>
          <pc:docMk/>
          <pc:sldMk cId="3211266544" sldId="2147481936"/>
        </pc:sldMkLst>
        <pc:graphicFrameChg chg="mod modGraphic">
          <ac:chgData name="박상하(SANGHA PARK)[sangha.park]/책임/제조DX.자동보정.RSND자동보정팀" userId="S::sangha.park@lgensol.com::507a07c6-8366-4767-be6e-cc66d4fd9711" providerId="AD" clId="Web-{FAB80848-6EED-353D-E4F2-10329CCC9F8D}" dt="2025-12-09T05:31:47.288" v="31"/>
          <ac:graphicFrameMkLst>
            <pc:docMk/>
            <pc:sldMk cId="3211266544" sldId="2147481936"/>
            <ac:graphicFrameMk id="13" creationId="{9264D16C-9C91-4D66-A165-E98F03FD5E21}"/>
          </ac:graphicFrameMkLst>
        </pc:graphicFrameChg>
      </pc:sldChg>
    </pc:docChg>
  </pc:docChgLst>
  <pc:docChgLst>
    <pc:chgData name="박준오(JUNO PARK)[jopark]/책임/제조DX.자동보정.조립자동보정팀" userId="b07c4842-d582-4cfa-bd05-8310818ebb5c" providerId="ADAL" clId="{D37AFD77-AC7B-44E8-8B61-DE474395E2BD}"/>
    <pc:docChg chg="custSel addSld modSld modSection">
      <pc:chgData name="박준오(JUNO PARK)[jopark]/책임/제조DX.자동보정.조립자동보정팀" userId="b07c4842-d582-4cfa-bd05-8310818ebb5c" providerId="ADAL" clId="{D37AFD77-AC7B-44E8-8B61-DE474395E2BD}" dt="2025-12-16T09:18:31.809" v="1860" actId="20577"/>
      <pc:docMkLst>
        <pc:docMk/>
      </pc:docMkLst>
      <pc:sldChg chg="addSp delSp modSp add mod">
        <pc:chgData name="박준오(JUNO PARK)[jopark]/책임/제조DX.자동보정.조립자동보정팀" userId="b07c4842-d582-4cfa-bd05-8310818ebb5c" providerId="ADAL" clId="{D37AFD77-AC7B-44E8-8B61-DE474395E2BD}" dt="2025-12-16T09:18:31.809" v="1860" actId="20577"/>
        <pc:sldMkLst>
          <pc:docMk/>
          <pc:sldMk cId="153853615" sldId="301"/>
        </pc:sldMkLst>
        <pc:spChg chg="add mod">
          <ac:chgData name="박준오(JUNO PARK)[jopark]/책임/제조DX.자동보정.조립자동보정팀" userId="b07c4842-d582-4cfa-bd05-8310818ebb5c" providerId="ADAL" clId="{D37AFD77-AC7B-44E8-8B61-DE474395E2BD}" dt="2025-12-16T08:57:31.361" v="687"/>
          <ac:spMkLst>
            <pc:docMk/>
            <pc:sldMk cId="153853615" sldId="301"/>
            <ac:spMk id="2" creationId="{B09E5402-F048-DBF6-3311-F9F94F10A463}"/>
          </ac:spMkLst>
        </pc:spChg>
        <pc:spChg chg="mod topLvl">
          <ac:chgData name="박준오(JUNO PARK)[jopark]/책임/제조DX.자동보정.조립자동보정팀" userId="b07c4842-d582-4cfa-bd05-8310818ebb5c" providerId="ADAL" clId="{D37AFD77-AC7B-44E8-8B61-DE474395E2BD}" dt="2025-12-16T08:55:25.978" v="621" actId="165"/>
          <ac:spMkLst>
            <pc:docMk/>
            <pc:sldMk cId="153853615" sldId="301"/>
            <ac:spMk id="9" creationId="{B5268966-411E-5384-233B-99E824102208}"/>
          </ac:spMkLst>
        </pc:spChg>
        <pc:spChg chg="mod topLvl">
          <ac:chgData name="박준오(JUNO PARK)[jopark]/책임/제조DX.자동보정.조립자동보정팀" userId="b07c4842-d582-4cfa-bd05-8310818ebb5c" providerId="ADAL" clId="{D37AFD77-AC7B-44E8-8B61-DE474395E2BD}" dt="2025-12-16T08:55:25.978" v="621" actId="165"/>
          <ac:spMkLst>
            <pc:docMk/>
            <pc:sldMk cId="153853615" sldId="301"/>
            <ac:spMk id="10" creationId="{8A479773-49B9-0F14-6160-1457EA8AC427}"/>
          </ac:spMkLst>
        </pc:spChg>
        <pc:spChg chg="mod topLvl">
          <ac:chgData name="박준오(JUNO PARK)[jopark]/책임/제조DX.자동보정.조립자동보정팀" userId="b07c4842-d582-4cfa-bd05-8310818ebb5c" providerId="ADAL" clId="{D37AFD77-AC7B-44E8-8B61-DE474395E2BD}" dt="2025-12-16T08:55:25.978" v="621" actId="165"/>
          <ac:spMkLst>
            <pc:docMk/>
            <pc:sldMk cId="153853615" sldId="301"/>
            <ac:spMk id="11" creationId="{AE039D3C-0B81-E79A-0581-19E7FB987A3C}"/>
          </ac:spMkLst>
        </pc:spChg>
        <pc:spChg chg="del">
          <ac:chgData name="박준오(JUNO PARK)[jopark]/책임/제조DX.자동보정.조립자동보정팀" userId="b07c4842-d582-4cfa-bd05-8310818ebb5c" providerId="ADAL" clId="{D37AFD77-AC7B-44E8-8B61-DE474395E2BD}" dt="2025-12-16T08:52:10.576" v="532" actId="478"/>
          <ac:spMkLst>
            <pc:docMk/>
            <pc:sldMk cId="153853615" sldId="301"/>
            <ac:spMk id="26" creationId="{8BA0FECA-4BC7-4016-A5AE-0F85FBF50749}"/>
          </ac:spMkLst>
        </pc:spChg>
        <pc:spChg chg="del">
          <ac:chgData name="박준오(JUNO PARK)[jopark]/책임/제조DX.자동보정.조립자동보정팀" userId="b07c4842-d582-4cfa-bd05-8310818ebb5c" providerId="ADAL" clId="{D37AFD77-AC7B-44E8-8B61-DE474395E2BD}" dt="2025-12-16T08:52:11.503" v="533" actId="478"/>
          <ac:spMkLst>
            <pc:docMk/>
            <pc:sldMk cId="153853615" sldId="301"/>
            <ac:spMk id="27" creationId="{B5CFA24C-71E0-49D1-B7CC-1A3F0CFC5EBE}"/>
          </ac:spMkLst>
        </pc:spChg>
        <pc:spChg chg="mod">
          <ac:chgData name="박준오(JUNO PARK)[jopark]/책임/제조DX.자동보정.조립자동보정팀" userId="b07c4842-d582-4cfa-bd05-8310818ebb5c" providerId="ADAL" clId="{D37AFD77-AC7B-44E8-8B61-DE474395E2BD}" dt="2025-12-16T08:52:53.195" v="550" actId="1076"/>
          <ac:spMkLst>
            <pc:docMk/>
            <pc:sldMk cId="153853615" sldId="301"/>
            <ac:spMk id="31" creationId="{D93EC94B-2C09-4F2C-AFB0-17D4D26A2000}"/>
          </ac:spMkLst>
        </pc:spChg>
        <pc:spChg chg="mod">
          <ac:chgData name="박준오(JUNO PARK)[jopark]/책임/제조DX.자동보정.조립자동보정팀" userId="b07c4842-d582-4cfa-bd05-8310818ebb5c" providerId="ADAL" clId="{D37AFD77-AC7B-44E8-8B61-DE474395E2BD}" dt="2025-12-16T09:06:20.157" v="1599" actId="20577"/>
          <ac:spMkLst>
            <pc:docMk/>
            <pc:sldMk cId="153853615" sldId="301"/>
            <ac:spMk id="39" creationId="{35A19147-95B2-445E-9EA9-7C629BED958D}"/>
          </ac:spMkLst>
        </pc:spChg>
        <pc:grpChg chg="add del mod">
          <ac:chgData name="박준오(JUNO PARK)[jopark]/책임/제조DX.자동보정.조립자동보정팀" userId="b07c4842-d582-4cfa-bd05-8310818ebb5c" providerId="ADAL" clId="{D37AFD77-AC7B-44E8-8B61-DE474395E2BD}" dt="2025-12-16T08:55:25.978" v="621" actId="165"/>
          <ac:grpSpMkLst>
            <pc:docMk/>
            <pc:sldMk cId="153853615" sldId="301"/>
            <ac:grpSpMk id="6" creationId="{724D8622-3A1F-B4B3-C125-149D29F2519E}"/>
          </ac:grpSpMkLst>
        </pc:grpChg>
        <pc:grpChg chg="del mod topLvl">
          <ac:chgData name="박준오(JUNO PARK)[jopark]/책임/제조DX.자동보정.조립자동보정팀" userId="b07c4842-d582-4cfa-bd05-8310818ebb5c" providerId="ADAL" clId="{D37AFD77-AC7B-44E8-8B61-DE474395E2BD}" dt="2025-12-16T08:55:28.167" v="622" actId="478"/>
          <ac:grpSpMkLst>
            <pc:docMk/>
            <pc:sldMk cId="153853615" sldId="301"/>
            <ac:grpSpMk id="7" creationId="{9C6D53BE-63F9-C456-2150-71BA3CC59BC8}"/>
          </ac:grpSpMkLst>
        </pc:grpChg>
        <pc:grpChg chg="del">
          <ac:chgData name="박준오(JUNO PARK)[jopark]/책임/제조DX.자동보정.조립자동보정팀" userId="b07c4842-d582-4cfa-bd05-8310818ebb5c" providerId="ADAL" clId="{D37AFD77-AC7B-44E8-8B61-DE474395E2BD}" dt="2025-12-16T08:52:08.712" v="531" actId="478"/>
          <ac:grpSpMkLst>
            <pc:docMk/>
            <pc:sldMk cId="153853615" sldId="301"/>
            <ac:grpSpMk id="32" creationId="{2AD209E6-8503-4953-BD33-89153A43AE3E}"/>
          </ac:grpSpMkLst>
        </pc:grpChg>
        <pc:graphicFrameChg chg="mod modGraphic">
          <ac:chgData name="박준오(JUNO PARK)[jopark]/책임/제조DX.자동보정.조립자동보정팀" userId="b07c4842-d582-4cfa-bd05-8310818ebb5c" providerId="ADAL" clId="{D37AFD77-AC7B-44E8-8B61-DE474395E2BD}" dt="2025-12-16T09:13:00.028" v="1764" actId="20577"/>
          <ac:graphicFrameMkLst>
            <pc:docMk/>
            <pc:sldMk cId="153853615" sldId="301"/>
            <ac:graphicFrameMk id="20" creationId="{2DA94209-4BE0-4B68-B69F-D3BFF8EDF90F}"/>
          </ac:graphicFrameMkLst>
        </pc:graphicFrameChg>
        <pc:graphicFrameChg chg="mod modGraphic">
          <ac:chgData name="박준오(JUNO PARK)[jopark]/책임/제조DX.자동보정.조립자동보정팀" userId="b07c4842-d582-4cfa-bd05-8310818ebb5c" providerId="ADAL" clId="{D37AFD77-AC7B-44E8-8B61-DE474395E2BD}" dt="2025-12-16T09:18:31.809" v="1860" actId="20577"/>
          <ac:graphicFrameMkLst>
            <pc:docMk/>
            <pc:sldMk cId="153853615" sldId="301"/>
            <ac:graphicFrameMk id="24" creationId="{EE25D773-57A8-4A35-B7A5-664A556DA172}"/>
          </ac:graphicFrameMkLst>
        </pc:graphicFrameChg>
        <pc:graphicFrameChg chg="del">
          <ac:chgData name="박준오(JUNO PARK)[jopark]/책임/제조DX.자동보정.조립자동보정팀" userId="b07c4842-d582-4cfa-bd05-8310818ebb5c" providerId="ADAL" clId="{D37AFD77-AC7B-44E8-8B61-DE474395E2BD}" dt="2025-12-16T08:51:59.896" v="529" actId="478"/>
          <ac:graphicFrameMkLst>
            <pc:docMk/>
            <pc:sldMk cId="153853615" sldId="301"/>
            <ac:graphicFrameMk id="25" creationId="{3BC9799D-CC5C-4DBA-88A4-5E0AD149EBD0}"/>
          </ac:graphicFrameMkLst>
        </pc:graphicFrameChg>
        <pc:picChg chg="del">
          <ac:chgData name="박준오(JUNO PARK)[jopark]/책임/제조DX.자동보정.조립자동보정팀" userId="b07c4842-d582-4cfa-bd05-8310818ebb5c" providerId="ADAL" clId="{D37AFD77-AC7B-44E8-8B61-DE474395E2BD}" dt="2025-12-16T08:51:56.414" v="528" actId="478"/>
          <ac:picMkLst>
            <pc:docMk/>
            <pc:sldMk cId="153853615" sldId="301"/>
            <ac:picMk id="3" creationId="{08C4A5D6-ED12-B5F9-9656-B58BC1D9930A}"/>
          </ac:picMkLst>
        </pc:picChg>
        <pc:picChg chg="add mod">
          <ac:chgData name="박준오(JUNO PARK)[jopark]/책임/제조DX.자동보정.조립자동보정팀" userId="b07c4842-d582-4cfa-bd05-8310818ebb5c" providerId="ADAL" clId="{D37AFD77-AC7B-44E8-8B61-DE474395E2BD}" dt="2025-12-16T08:55:41.100" v="626" actId="14100"/>
          <ac:picMkLst>
            <pc:docMk/>
            <pc:sldMk cId="153853615" sldId="301"/>
            <ac:picMk id="5" creationId="{AD01C309-D6E5-498A-A7F8-83F6E4AB9E2C}"/>
          </ac:picMkLst>
        </pc:picChg>
        <pc:picChg chg="del mod topLvl">
          <ac:chgData name="박준오(JUNO PARK)[jopark]/책임/제조DX.자동보정.조립자동보정팀" userId="b07c4842-d582-4cfa-bd05-8310818ebb5c" providerId="ADAL" clId="{D37AFD77-AC7B-44E8-8B61-DE474395E2BD}" dt="2025-12-16T08:55:43.514" v="627" actId="478"/>
          <ac:picMkLst>
            <pc:docMk/>
            <pc:sldMk cId="153853615" sldId="301"/>
            <ac:picMk id="8" creationId="{F619CA23-EC11-5D36-10E7-A14AF14FF8FC}"/>
          </ac:picMkLst>
        </pc:picChg>
        <pc:picChg chg="mod">
          <ac:chgData name="박준오(JUNO PARK)[jopark]/책임/제조DX.자동보정.조립자동보정팀" userId="b07c4842-d582-4cfa-bd05-8310818ebb5c" providerId="ADAL" clId="{D37AFD77-AC7B-44E8-8B61-DE474395E2BD}" dt="2025-12-16T08:55:25.978" v="621" actId="165"/>
          <ac:picMkLst>
            <pc:docMk/>
            <pc:sldMk cId="153853615" sldId="301"/>
            <ac:picMk id="12" creationId="{81BEE9FE-7A2F-76DB-9486-17261C08BE12}"/>
          </ac:picMkLst>
        </pc:picChg>
        <pc:picChg chg="mod">
          <ac:chgData name="박준오(JUNO PARK)[jopark]/책임/제조DX.자동보정.조립자동보정팀" userId="b07c4842-d582-4cfa-bd05-8310818ebb5c" providerId="ADAL" clId="{D37AFD77-AC7B-44E8-8B61-DE474395E2BD}" dt="2025-12-16T08:55:25.978" v="621" actId="165"/>
          <ac:picMkLst>
            <pc:docMk/>
            <pc:sldMk cId="153853615" sldId="301"/>
            <ac:picMk id="13" creationId="{7BF8DA32-3E10-BEDD-D981-642E8F04D23B}"/>
          </ac:picMkLst>
        </pc:picChg>
        <pc:picChg chg="add mod">
          <ac:chgData name="박준오(JUNO PARK)[jopark]/책임/제조DX.자동보정.조립자동보정팀" userId="b07c4842-d582-4cfa-bd05-8310818ebb5c" providerId="ADAL" clId="{D37AFD77-AC7B-44E8-8B61-DE474395E2BD}" dt="2025-12-16T08:56:12.033" v="633" actId="14100"/>
          <ac:picMkLst>
            <pc:docMk/>
            <pc:sldMk cId="153853615" sldId="301"/>
            <ac:picMk id="15" creationId="{98C00D4A-4CE6-F949-F148-D3275358A0A8}"/>
          </ac:picMkLst>
        </pc:picChg>
      </pc:sldChg>
      <pc:sldChg chg="addSp delSp modSp mod">
        <pc:chgData name="박준오(JUNO PARK)[jopark]/책임/제조DX.자동보정.조립자동보정팀" userId="b07c4842-d582-4cfa-bd05-8310818ebb5c" providerId="ADAL" clId="{D37AFD77-AC7B-44E8-8B61-DE474395E2BD}" dt="2025-12-16T09:18:20.310" v="1852" actId="6549"/>
        <pc:sldMkLst>
          <pc:docMk/>
          <pc:sldMk cId="3806794940" sldId="2147481896"/>
        </pc:sldMkLst>
        <pc:spChg chg="add mod">
          <ac:chgData name="박준오(JUNO PARK)[jopark]/책임/제조DX.자동보정.조립자동보정팀" userId="b07c4842-d582-4cfa-bd05-8310818ebb5c" providerId="ADAL" clId="{D37AFD77-AC7B-44E8-8B61-DE474395E2BD}" dt="2025-12-16T08:49:27.801" v="497" actId="164"/>
          <ac:spMkLst>
            <pc:docMk/>
            <pc:sldMk cId="3806794940" sldId="2147481896"/>
            <ac:spMk id="12" creationId="{1469A10B-A195-6836-69DF-211360439023}"/>
          </ac:spMkLst>
        </pc:spChg>
        <pc:spChg chg="add mod">
          <ac:chgData name="박준오(JUNO PARK)[jopark]/책임/제조DX.자동보정.조립자동보정팀" userId="b07c4842-d582-4cfa-bd05-8310818ebb5c" providerId="ADAL" clId="{D37AFD77-AC7B-44E8-8B61-DE474395E2BD}" dt="2025-12-16T08:49:27.801" v="497" actId="164"/>
          <ac:spMkLst>
            <pc:docMk/>
            <pc:sldMk cId="3806794940" sldId="2147481896"/>
            <ac:spMk id="14" creationId="{E33107DB-62FF-C2D7-90DE-24141AE29748}"/>
          </ac:spMkLst>
        </pc:spChg>
        <pc:spChg chg="add mod">
          <ac:chgData name="박준오(JUNO PARK)[jopark]/책임/제조DX.자동보정.조립자동보정팀" userId="b07c4842-d582-4cfa-bd05-8310818ebb5c" providerId="ADAL" clId="{D37AFD77-AC7B-44E8-8B61-DE474395E2BD}" dt="2025-12-16T08:49:27.801" v="497" actId="164"/>
          <ac:spMkLst>
            <pc:docMk/>
            <pc:sldMk cId="3806794940" sldId="2147481896"/>
            <ac:spMk id="15" creationId="{821761C8-470B-4368-A54C-2FFBCEC1E258}"/>
          </ac:spMkLst>
        </pc:spChg>
        <pc:spChg chg="add mod">
          <ac:chgData name="박준오(JUNO PARK)[jopark]/책임/제조DX.자동보정.조립자동보정팀" userId="b07c4842-d582-4cfa-bd05-8310818ebb5c" providerId="ADAL" clId="{D37AFD77-AC7B-44E8-8B61-DE474395E2BD}" dt="2025-12-16T08:51:51.986" v="527" actId="1076"/>
          <ac:spMkLst>
            <pc:docMk/>
            <pc:sldMk cId="3806794940" sldId="2147481896"/>
            <ac:spMk id="17" creationId="{CC26A7D1-B841-9F4B-0669-2E564B5C6EDF}"/>
          </ac:spMkLst>
        </pc:spChg>
        <pc:spChg chg="mod">
          <ac:chgData name="박준오(JUNO PARK)[jopark]/책임/제조DX.자동보정.조립자동보정팀" userId="b07c4842-d582-4cfa-bd05-8310818ebb5c" providerId="ADAL" clId="{D37AFD77-AC7B-44E8-8B61-DE474395E2BD}" dt="2025-12-16T09:06:29.734" v="1603" actId="20577"/>
          <ac:spMkLst>
            <pc:docMk/>
            <pc:sldMk cId="3806794940" sldId="2147481896"/>
            <ac:spMk id="39" creationId="{35A19147-95B2-445E-9EA9-7C629BED958D}"/>
          </ac:spMkLst>
        </pc:spChg>
        <pc:grpChg chg="add mod">
          <ac:chgData name="박준오(JUNO PARK)[jopark]/책임/제조DX.자동보정.조립자동보정팀" userId="b07c4842-d582-4cfa-bd05-8310818ebb5c" providerId="ADAL" clId="{D37AFD77-AC7B-44E8-8B61-DE474395E2BD}" dt="2025-12-16T08:49:27.801" v="497" actId="164"/>
          <ac:grpSpMkLst>
            <pc:docMk/>
            <pc:sldMk cId="3806794940" sldId="2147481896"/>
            <ac:grpSpMk id="13" creationId="{9B13617C-CB9B-67A4-2D64-C2978355B933}"/>
          </ac:grpSpMkLst>
        </pc:grpChg>
        <pc:grpChg chg="add mod">
          <ac:chgData name="박준오(JUNO PARK)[jopark]/책임/제조DX.자동보정.조립자동보정팀" userId="b07c4842-d582-4cfa-bd05-8310818ebb5c" providerId="ADAL" clId="{D37AFD77-AC7B-44E8-8B61-DE474395E2BD}" dt="2025-12-16T09:17:07.024" v="1797" actId="1035"/>
          <ac:grpSpMkLst>
            <pc:docMk/>
            <pc:sldMk cId="3806794940" sldId="2147481896"/>
            <ac:grpSpMk id="16" creationId="{07A58491-D39D-3D34-656A-F94E3E83EECA}"/>
          </ac:grpSpMkLst>
        </pc:grpChg>
        <pc:grpChg chg="mod">
          <ac:chgData name="박준오(JUNO PARK)[jopark]/책임/제조DX.자동보정.조립자동보정팀" userId="b07c4842-d582-4cfa-bd05-8310818ebb5c" providerId="ADAL" clId="{D37AFD77-AC7B-44E8-8B61-DE474395E2BD}" dt="2025-12-16T08:50:25.918" v="516" actId="14100"/>
          <ac:grpSpMkLst>
            <pc:docMk/>
            <pc:sldMk cId="3806794940" sldId="2147481896"/>
            <ac:grpSpMk id="32" creationId="{2AD209E6-8503-4953-BD33-89153A43AE3E}"/>
          </ac:grpSpMkLst>
        </pc:grpChg>
        <pc:graphicFrameChg chg="mod modGraphic">
          <ac:chgData name="박준오(JUNO PARK)[jopark]/책임/제조DX.자동보정.조립자동보정팀" userId="b07c4842-d582-4cfa-bd05-8310818ebb5c" providerId="ADAL" clId="{D37AFD77-AC7B-44E8-8B61-DE474395E2BD}" dt="2025-12-16T09:11:47.077" v="1616" actId="20577"/>
          <ac:graphicFrameMkLst>
            <pc:docMk/>
            <pc:sldMk cId="3806794940" sldId="2147481896"/>
            <ac:graphicFrameMk id="20" creationId="{2DA94209-4BE0-4B68-B69F-D3BFF8EDF90F}"/>
          </ac:graphicFrameMkLst>
        </pc:graphicFrameChg>
        <pc:graphicFrameChg chg="mod modGraphic">
          <ac:chgData name="박준오(JUNO PARK)[jopark]/책임/제조DX.자동보정.조립자동보정팀" userId="b07c4842-d582-4cfa-bd05-8310818ebb5c" providerId="ADAL" clId="{D37AFD77-AC7B-44E8-8B61-DE474395E2BD}" dt="2025-12-16T09:18:20.310" v="1852" actId="6549"/>
          <ac:graphicFrameMkLst>
            <pc:docMk/>
            <pc:sldMk cId="3806794940" sldId="2147481896"/>
            <ac:graphicFrameMk id="24" creationId="{EE25D773-57A8-4A35-B7A5-664A556DA172}"/>
          </ac:graphicFrameMkLst>
        </pc:graphicFrameChg>
        <pc:graphicFrameChg chg="mod modGraphic">
          <ac:chgData name="박준오(JUNO PARK)[jopark]/책임/제조DX.자동보정.조립자동보정팀" userId="b07c4842-d582-4cfa-bd05-8310818ebb5c" providerId="ADAL" clId="{D37AFD77-AC7B-44E8-8B61-DE474395E2BD}" dt="2025-12-16T08:50:44.910" v="521" actId="20577"/>
          <ac:graphicFrameMkLst>
            <pc:docMk/>
            <pc:sldMk cId="3806794940" sldId="2147481896"/>
            <ac:graphicFrameMk id="25" creationId="{3BC9799D-CC5C-4DBA-88A4-5E0AD149EBD0}"/>
          </ac:graphicFrameMkLst>
        </pc:graphicFrameChg>
        <pc:picChg chg="add del mod">
          <ac:chgData name="박준오(JUNO PARK)[jopark]/책임/제조DX.자동보정.조립자동보정팀" userId="b07c4842-d582-4cfa-bd05-8310818ebb5c" providerId="ADAL" clId="{D37AFD77-AC7B-44E8-8B61-DE474395E2BD}" dt="2025-12-16T08:43:36.814" v="195" actId="478"/>
          <ac:picMkLst>
            <pc:docMk/>
            <pc:sldMk cId="3806794940" sldId="2147481896"/>
            <ac:picMk id="3" creationId="{08C4A5D6-ED12-B5F9-9656-B58BC1D9930A}"/>
          </ac:picMkLst>
        </pc:picChg>
        <pc:picChg chg="add del mod">
          <ac:chgData name="박준오(JUNO PARK)[jopark]/책임/제조DX.자동보정.조립자동보정팀" userId="b07c4842-d582-4cfa-bd05-8310818ebb5c" providerId="ADAL" clId="{D37AFD77-AC7B-44E8-8B61-DE474395E2BD}" dt="2025-12-16T08:43:45.678" v="200" actId="478"/>
          <ac:picMkLst>
            <pc:docMk/>
            <pc:sldMk cId="3806794940" sldId="2147481896"/>
            <ac:picMk id="5" creationId="{4D44DB71-A280-79F0-CD24-59D22785EBAB}"/>
          </ac:picMkLst>
        </pc:picChg>
        <pc:picChg chg="add mod">
          <ac:chgData name="박준오(JUNO PARK)[jopark]/책임/제조DX.자동보정.조립자동보정팀" userId="b07c4842-d582-4cfa-bd05-8310818ebb5c" providerId="ADAL" clId="{D37AFD77-AC7B-44E8-8B61-DE474395E2BD}" dt="2025-12-16T08:45:40.357" v="223" actId="164"/>
          <ac:picMkLst>
            <pc:docMk/>
            <pc:sldMk cId="3806794940" sldId="2147481896"/>
            <ac:picMk id="7" creationId="{0D4A1593-AE62-1BBB-A1DF-86CA787E8D0D}"/>
          </ac:picMkLst>
        </pc:picChg>
        <pc:picChg chg="add mod">
          <ac:chgData name="박준오(JUNO PARK)[jopark]/책임/제조DX.자동보정.조립자동보정팀" userId="b07c4842-d582-4cfa-bd05-8310818ebb5c" providerId="ADAL" clId="{D37AFD77-AC7B-44E8-8B61-DE474395E2BD}" dt="2025-12-16T08:45:40.357" v="223" actId="164"/>
          <ac:picMkLst>
            <pc:docMk/>
            <pc:sldMk cId="3806794940" sldId="2147481896"/>
            <ac:picMk id="9" creationId="{B3761B6F-D7AE-A5C0-0FE8-9CE0AF35D2F2}"/>
          </ac:picMkLst>
        </pc:picChg>
        <pc:picChg chg="add mod">
          <ac:chgData name="박준오(JUNO PARK)[jopark]/책임/제조DX.자동보정.조립자동보정팀" userId="b07c4842-d582-4cfa-bd05-8310818ebb5c" providerId="ADAL" clId="{D37AFD77-AC7B-44E8-8B61-DE474395E2BD}" dt="2025-12-16T08:49:27.801" v="497" actId="164"/>
          <ac:picMkLst>
            <pc:docMk/>
            <pc:sldMk cId="3806794940" sldId="2147481896"/>
            <ac:picMk id="11" creationId="{CDF743A7-4E00-D7A0-1C2E-08DE9719D1D9}"/>
          </ac:picMkLst>
        </pc:picChg>
      </pc:sldChg>
      <pc:sldChg chg="modSp mod">
        <pc:chgData name="박준오(JUNO PARK)[jopark]/책임/제조DX.자동보정.조립자동보정팀" userId="b07c4842-d582-4cfa-bd05-8310818ebb5c" providerId="ADAL" clId="{D37AFD77-AC7B-44E8-8B61-DE474395E2BD}" dt="2025-12-16T09:05:44.667" v="1595" actId="20577"/>
        <pc:sldMkLst>
          <pc:docMk/>
          <pc:sldMk cId="603145438" sldId="2147483614"/>
        </pc:sldMkLst>
        <pc:spChg chg="mod">
          <ac:chgData name="박준오(JUNO PARK)[jopark]/책임/제조DX.자동보정.조립자동보정팀" userId="b07c4842-d582-4cfa-bd05-8310818ebb5c" providerId="ADAL" clId="{D37AFD77-AC7B-44E8-8B61-DE474395E2BD}" dt="2025-12-16T09:05:39.266" v="1591" actId="20577"/>
          <ac:spMkLst>
            <pc:docMk/>
            <pc:sldMk cId="603145438" sldId="2147483614"/>
            <ac:spMk id="17" creationId="{E59C6D43-9A9B-4BC4-B37D-D1783B5F5CE3}"/>
          </ac:spMkLst>
        </pc:spChg>
        <pc:graphicFrameChg chg="modGraphic">
          <ac:chgData name="박준오(JUNO PARK)[jopark]/책임/제조DX.자동보정.조립자동보정팀" userId="b07c4842-d582-4cfa-bd05-8310818ebb5c" providerId="ADAL" clId="{D37AFD77-AC7B-44E8-8B61-DE474395E2BD}" dt="2025-12-16T09:05:44.667" v="1595" actId="20577"/>
          <ac:graphicFrameMkLst>
            <pc:docMk/>
            <pc:sldMk cId="603145438" sldId="2147483614"/>
            <ac:graphicFrameMk id="15" creationId="{9BC22E7F-57EF-4204-8D6D-A0D86416CCF9}"/>
          </ac:graphicFrameMkLst>
        </pc:graphicFrameChg>
      </pc:sldChg>
    </pc:docChg>
  </pc:docChgLst>
  <pc:docChgLst>
    <pc:chgData name="이제희(JEHEE LEE)[jhlee5841]/책임/제조DX.자동보정.자동보정선행개발팀" userId="31773b35-80f3-44f0-bad0-f4c04c1e8eae" providerId="ADAL" clId="{4F6A33EA-F5E5-4F86-A455-61CA4E54149F}"/>
    <pc:docChg chg="custSel modSld">
      <pc:chgData name="이제희(JEHEE LEE)[jhlee5841]/책임/제조DX.자동보정.자동보정선행개발팀" userId="31773b35-80f3-44f0-bad0-f4c04c1e8eae" providerId="ADAL" clId="{4F6A33EA-F5E5-4F86-A455-61CA4E54149F}" dt="2025-12-16T07:01:59.403" v="3"/>
      <pc:docMkLst>
        <pc:docMk/>
      </pc:docMkLst>
      <pc:sldChg chg="addSp delSp modSp mod">
        <pc:chgData name="이제희(JEHEE LEE)[jhlee5841]/책임/제조DX.자동보정.자동보정선행개발팀" userId="31773b35-80f3-44f0-bad0-f4c04c1e8eae" providerId="ADAL" clId="{4F6A33EA-F5E5-4F86-A455-61CA4E54149F}" dt="2025-12-16T07:01:28.500" v="1"/>
        <pc:sldMkLst>
          <pc:docMk/>
          <pc:sldMk cId="722830885" sldId="2147483567"/>
        </pc:sldMkLst>
        <pc:spChg chg="del">
          <ac:chgData name="이제희(JEHEE LEE)[jhlee5841]/책임/제조DX.자동보정.자동보정선행개발팀" userId="31773b35-80f3-44f0-bad0-f4c04c1e8eae" providerId="ADAL" clId="{4F6A33EA-F5E5-4F86-A455-61CA4E54149F}" dt="2025-12-16T07:01:22.251" v="0" actId="478"/>
          <ac:spMkLst>
            <pc:docMk/>
            <pc:sldMk cId="722830885" sldId="2147483567"/>
            <ac:spMk id="2" creationId="{C43922EE-BB6A-E468-2E94-448C528B80D5}"/>
          </ac:spMkLst>
        </pc:spChg>
        <pc:spChg chg="add mod">
          <ac:chgData name="이제희(JEHEE LEE)[jhlee5841]/책임/제조DX.자동보정.자동보정선행개발팀" userId="31773b35-80f3-44f0-bad0-f4c04c1e8eae" providerId="ADAL" clId="{4F6A33EA-F5E5-4F86-A455-61CA4E54149F}" dt="2025-12-16T07:01:28.500" v="1"/>
          <ac:spMkLst>
            <pc:docMk/>
            <pc:sldMk cId="722830885" sldId="2147483567"/>
            <ac:spMk id="3" creationId="{FB3C268E-CDEB-1F98-DB1B-50799F6EE4DF}"/>
          </ac:spMkLst>
        </pc:spChg>
        <pc:spChg chg="add mod">
          <ac:chgData name="이제희(JEHEE LEE)[jhlee5841]/책임/제조DX.자동보정.자동보정선행개발팀" userId="31773b35-80f3-44f0-bad0-f4c04c1e8eae" providerId="ADAL" clId="{4F6A33EA-F5E5-4F86-A455-61CA4E54149F}" dt="2025-12-16T07:01:28.500" v="1"/>
          <ac:spMkLst>
            <pc:docMk/>
            <pc:sldMk cId="722830885" sldId="2147483567"/>
            <ac:spMk id="4" creationId="{0C329618-BD84-10EF-60CF-AB7953409727}"/>
          </ac:spMkLst>
        </pc:spChg>
        <pc:spChg chg="add mod">
          <ac:chgData name="이제희(JEHEE LEE)[jhlee5841]/책임/제조DX.자동보정.자동보정선행개발팀" userId="31773b35-80f3-44f0-bad0-f4c04c1e8eae" providerId="ADAL" clId="{4F6A33EA-F5E5-4F86-A455-61CA4E54149F}" dt="2025-12-16T07:01:28.500" v="1"/>
          <ac:spMkLst>
            <pc:docMk/>
            <pc:sldMk cId="722830885" sldId="2147483567"/>
            <ac:spMk id="5" creationId="{36C29906-B3D6-F053-A0CF-E92143F21553}"/>
          </ac:spMkLst>
        </pc:spChg>
        <pc:spChg chg="del">
          <ac:chgData name="이제희(JEHEE LEE)[jhlee5841]/책임/제조DX.자동보정.자동보정선행개발팀" userId="31773b35-80f3-44f0-bad0-f4c04c1e8eae" providerId="ADAL" clId="{4F6A33EA-F5E5-4F86-A455-61CA4E54149F}" dt="2025-12-16T07:01:22.251" v="0" actId="478"/>
          <ac:spMkLst>
            <pc:docMk/>
            <pc:sldMk cId="722830885" sldId="2147483567"/>
            <ac:spMk id="6" creationId="{47A6D05B-D901-0A6C-262F-03325DC939DB}"/>
          </ac:spMkLst>
        </pc:spChg>
        <pc:spChg chg="del">
          <ac:chgData name="이제희(JEHEE LEE)[jhlee5841]/책임/제조DX.자동보정.자동보정선행개발팀" userId="31773b35-80f3-44f0-bad0-f4c04c1e8eae" providerId="ADAL" clId="{4F6A33EA-F5E5-4F86-A455-61CA4E54149F}" dt="2025-12-16T07:01:22.251" v="0" actId="478"/>
          <ac:spMkLst>
            <pc:docMk/>
            <pc:sldMk cId="722830885" sldId="2147483567"/>
            <ac:spMk id="7" creationId="{AD3BF565-D859-1C33-8CA9-2D6DAC4F76CB}"/>
          </ac:spMkLst>
        </pc:spChg>
      </pc:sldChg>
      <pc:sldChg chg="addSp delSp modSp mod">
        <pc:chgData name="이제희(JEHEE LEE)[jhlee5841]/책임/제조DX.자동보정.자동보정선행개발팀" userId="31773b35-80f3-44f0-bad0-f4c04c1e8eae" providerId="ADAL" clId="{4F6A33EA-F5E5-4F86-A455-61CA4E54149F}" dt="2025-12-16T07:01:59.403" v="3"/>
        <pc:sldMkLst>
          <pc:docMk/>
          <pc:sldMk cId="2078861670" sldId="2147483568"/>
        </pc:sldMkLst>
        <pc:spChg chg="del">
          <ac:chgData name="이제희(JEHEE LEE)[jhlee5841]/책임/제조DX.자동보정.자동보정선행개발팀" userId="31773b35-80f3-44f0-bad0-f4c04c1e8eae" providerId="ADAL" clId="{4F6A33EA-F5E5-4F86-A455-61CA4E54149F}" dt="2025-12-16T07:01:53.718" v="2" actId="478"/>
          <ac:spMkLst>
            <pc:docMk/>
            <pc:sldMk cId="2078861670" sldId="2147483568"/>
            <ac:spMk id="2" creationId="{7CC38E67-BE48-B973-2036-F78B55B13D21}"/>
          </ac:spMkLst>
        </pc:spChg>
        <pc:spChg chg="del">
          <ac:chgData name="이제희(JEHEE LEE)[jhlee5841]/책임/제조DX.자동보정.자동보정선행개발팀" userId="31773b35-80f3-44f0-bad0-f4c04c1e8eae" providerId="ADAL" clId="{4F6A33EA-F5E5-4F86-A455-61CA4E54149F}" dt="2025-12-16T07:01:53.718" v="2" actId="478"/>
          <ac:spMkLst>
            <pc:docMk/>
            <pc:sldMk cId="2078861670" sldId="2147483568"/>
            <ac:spMk id="3" creationId="{22F2C12B-C266-177D-E21B-E4ACBCFFF990}"/>
          </ac:spMkLst>
        </pc:spChg>
        <pc:spChg chg="del">
          <ac:chgData name="이제희(JEHEE LEE)[jhlee5841]/책임/제조DX.자동보정.자동보정선행개발팀" userId="31773b35-80f3-44f0-bad0-f4c04c1e8eae" providerId="ADAL" clId="{4F6A33EA-F5E5-4F86-A455-61CA4E54149F}" dt="2025-12-16T07:01:53.718" v="2" actId="478"/>
          <ac:spMkLst>
            <pc:docMk/>
            <pc:sldMk cId="2078861670" sldId="2147483568"/>
            <ac:spMk id="4" creationId="{E9B11933-29D8-27ED-44B8-946525613326}"/>
          </ac:spMkLst>
        </pc:spChg>
        <pc:spChg chg="del">
          <ac:chgData name="이제희(JEHEE LEE)[jhlee5841]/책임/제조DX.자동보정.자동보정선행개발팀" userId="31773b35-80f3-44f0-bad0-f4c04c1e8eae" providerId="ADAL" clId="{4F6A33EA-F5E5-4F86-A455-61CA4E54149F}" dt="2025-12-16T07:01:53.718" v="2" actId="478"/>
          <ac:spMkLst>
            <pc:docMk/>
            <pc:sldMk cId="2078861670" sldId="2147483568"/>
            <ac:spMk id="5" creationId="{737BFAA4-416E-B265-41C5-8341D3F9F62E}"/>
          </ac:spMkLst>
        </pc:spChg>
        <pc:spChg chg="del">
          <ac:chgData name="이제희(JEHEE LEE)[jhlee5841]/책임/제조DX.자동보정.자동보정선행개발팀" userId="31773b35-80f3-44f0-bad0-f4c04c1e8eae" providerId="ADAL" clId="{4F6A33EA-F5E5-4F86-A455-61CA4E54149F}" dt="2025-12-16T07:01:53.718" v="2" actId="478"/>
          <ac:spMkLst>
            <pc:docMk/>
            <pc:sldMk cId="2078861670" sldId="2147483568"/>
            <ac:spMk id="6" creationId="{B4FBCDF0-E798-E937-6664-6E87F2E92AB9}"/>
          </ac:spMkLst>
        </pc:spChg>
        <pc:spChg chg="add mod">
          <ac:chgData name="이제희(JEHEE LEE)[jhlee5841]/책임/제조DX.자동보정.자동보정선행개발팀" userId="31773b35-80f3-44f0-bad0-f4c04c1e8eae" providerId="ADAL" clId="{4F6A33EA-F5E5-4F86-A455-61CA4E54149F}" dt="2025-12-16T07:01:59.403" v="3"/>
          <ac:spMkLst>
            <pc:docMk/>
            <pc:sldMk cId="2078861670" sldId="2147483568"/>
            <ac:spMk id="7" creationId="{A621F14B-7293-2C34-6925-EE037DC7EB55}"/>
          </ac:spMkLst>
        </pc:spChg>
        <pc:spChg chg="add mod">
          <ac:chgData name="이제희(JEHEE LEE)[jhlee5841]/책임/제조DX.자동보정.자동보정선행개발팀" userId="31773b35-80f3-44f0-bad0-f4c04c1e8eae" providerId="ADAL" clId="{4F6A33EA-F5E5-4F86-A455-61CA4E54149F}" dt="2025-12-16T07:01:59.403" v="3"/>
          <ac:spMkLst>
            <pc:docMk/>
            <pc:sldMk cId="2078861670" sldId="2147483568"/>
            <ac:spMk id="8" creationId="{85AB1AE4-C79A-9AAC-9814-D0CA8BC5C0A9}"/>
          </ac:spMkLst>
        </pc:spChg>
        <pc:spChg chg="add mod">
          <ac:chgData name="이제희(JEHEE LEE)[jhlee5841]/책임/제조DX.자동보정.자동보정선행개발팀" userId="31773b35-80f3-44f0-bad0-f4c04c1e8eae" providerId="ADAL" clId="{4F6A33EA-F5E5-4F86-A455-61CA4E54149F}" dt="2025-12-16T07:01:59.403" v="3"/>
          <ac:spMkLst>
            <pc:docMk/>
            <pc:sldMk cId="2078861670" sldId="2147483568"/>
            <ac:spMk id="9" creationId="{B09B541F-2ECF-5785-A5ED-A7BD7E215953}"/>
          </ac:spMkLst>
        </pc:spChg>
        <pc:spChg chg="add mod">
          <ac:chgData name="이제희(JEHEE LEE)[jhlee5841]/책임/제조DX.자동보정.자동보정선행개발팀" userId="31773b35-80f3-44f0-bad0-f4c04c1e8eae" providerId="ADAL" clId="{4F6A33EA-F5E5-4F86-A455-61CA4E54149F}" dt="2025-12-16T07:01:59.403" v="3"/>
          <ac:spMkLst>
            <pc:docMk/>
            <pc:sldMk cId="2078861670" sldId="2147483568"/>
            <ac:spMk id="10" creationId="{ED5B39E3-DBFF-398A-3221-4C415270A0C1}"/>
          </ac:spMkLst>
        </pc:spChg>
        <pc:spChg chg="add mod">
          <ac:chgData name="이제희(JEHEE LEE)[jhlee5841]/책임/제조DX.자동보정.자동보정선행개발팀" userId="31773b35-80f3-44f0-bad0-f4c04c1e8eae" providerId="ADAL" clId="{4F6A33EA-F5E5-4F86-A455-61CA4E54149F}" dt="2025-12-16T07:01:59.403" v="3"/>
          <ac:spMkLst>
            <pc:docMk/>
            <pc:sldMk cId="2078861670" sldId="2147483568"/>
            <ac:spMk id="11" creationId="{EC46BF56-E620-47C3-A436-BB4F2EF36FD6}"/>
          </ac:spMkLst>
        </pc:spChg>
      </pc:sldChg>
    </pc:docChg>
  </pc:docChgLst>
  <pc:docChgLst>
    <pc:chgData name="임형찬(HYEONG CHAN LIM)[ils0201]/선임/제조DX.자동보정.조립자동보정팀" userId="S::ils0201@lgensol.com::a5fc29a0-7bf6-4271-9ae5-792bccdcacb0" providerId="AD" clId="Web-{78F2E6EC-8EB0-6F5A-6047-143373F3C1B6}"/>
    <pc:docChg chg="modSld">
      <pc:chgData name="임형찬(HYEONG CHAN LIM)[ils0201]/선임/제조DX.자동보정.조립자동보정팀" userId="S::ils0201@lgensol.com::a5fc29a0-7bf6-4271-9ae5-792bccdcacb0" providerId="AD" clId="Web-{78F2E6EC-8EB0-6F5A-6047-143373F3C1B6}" dt="2025-12-16T02:39:37.455" v="104" actId="20577"/>
      <pc:docMkLst>
        <pc:docMk/>
      </pc:docMkLst>
      <pc:sldChg chg="addSp delSp modSp">
        <pc:chgData name="임형찬(HYEONG CHAN LIM)[ils0201]/선임/제조DX.자동보정.조립자동보정팀" userId="S::ils0201@lgensol.com::a5fc29a0-7bf6-4271-9ae5-792bccdcacb0" providerId="AD" clId="Web-{78F2E6EC-8EB0-6F5A-6047-143373F3C1B6}" dt="2025-12-16T02:39:12.688" v="96" actId="20577"/>
        <pc:sldMkLst>
          <pc:docMk/>
          <pc:sldMk cId="3442612884" sldId="266"/>
        </pc:sldMkLst>
        <pc:spChg chg="del">
          <ac:chgData name="임형찬(HYEONG CHAN LIM)[ils0201]/선임/제조DX.자동보정.조립자동보정팀" userId="S::ils0201@lgensol.com::a5fc29a0-7bf6-4271-9ae5-792bccdcacb0" providerId="AD" clId="Web-{78F2E6EC-8EB0-6F5A-6047-143373F3C1B6}" dt="2025-12-16T02:38:49.922" v="91"/>
          <ac:spMkLst>
            <pc:docMk/>
            <pc:sldMk cId="3442612884" sldId="266"/>
            <ac:spMk id="4" creationId="{1BAE0AB8-2D5F-6F5C-CFCD-86F36B304F8E}"/>
          </ac:spMkLst>
        </pc:spChg>
        <pc:spChg chg="add mod">
          <ac:chgData name="임형찬(HYEONG CHAN LIM)[ils0201]/선임/제조DX.자동보정.조립자동보정팀" userId="S::ils0201@lgensol.com::a5fc29a0-7bf6-4271-9ae5-792bccdcacb0" providerId="AD" clId="Web-{78F2E6EC-8EB0-6F5A-6047-143373F3C1B6}" dt="2025-12-16T02:39:12.688" v="96" actId="20577"/>
          <ac:spMkLst>
            <pc:docMk/>
            <pc:sldMk cId="3442612884" sldId="266"/>
            <ac:spMk id="21" creationId="{8833A655-5529-36FC-7D4D-E23832778F13}"/>
          </ac:spMkLst>
        </pc:spChg>
        <pc:graphicFrameChg chg="mod modGraphic">
          <ac:chgData name="임형찬(HYEONG CHAN LIM)[ils0201]/선임/제조DX.자동보정.조립자동보정팀" userId="S::ils0201@lgensol.com::a5fc29a0-7bf6-4271-9ae5-792bccdcacb0" providerId="AD" clId="Web-{78F2E6EC-8EB0-6F5A-6047-143373F3C1B6}" dt="2025-12-16T02:36:49.794" v="59"/>
          <ac:graphicFrameMkLst>
            <pc:docMk/>
            <pc:sldMk cId="3442612884" sldId="266"/>
            <ac:graphicFrameMk id="3" creationId="{B966A984-42B0-671C-E83A-29B58F6414F6}"/>
          </ac:graphicFrameMkLst>
        </pc:graphicFrameChg>
        <pc:graphicFrameChg chg="mod modGraphic">
          <ac:chgData name="임형찬(HYEONG CHAN LIM)[ils0201]/선임/제조DX.자동보정.조립자동보정팀" userId="S::ils0201@lgensol.com::a5fc29a0-7bf6-4271-9ae5-792bccdcacb0" providerId="AD" clId="Web-{78F2E6EC-8EB0-6F5A-6047-143373F3C1B6}" dt="2025-12-16T02:36:59.341" v="63"/>
          <ac:graphicFrameMkLst>
            <pc:docMk/>
            <pc:sldMk cId="3442612884" sldId="266"/>
            <ac:graphicFrameMk id="14" creationId="{64FCF04B-6859-5682-075E-CF24E44AFB7E}"/>
          </ac:graphicFrameMkLst>
        </pc:graphicFrameChg>
      </pc:sldChg>
      <pc:sldChg chg="modSp">
        <pc:chgData name="임형찬(HYEONG CHAN LIM)[ils0201]/선임/제조DX.자동보정.조립자동보정팀" userId="S::ils0201@lgensol.com::a5fc29a0-7bf6-4271-9ae5-792bccdcacb0" providerId="AD" clId="Web-{78F2E6EC-8EB0-6F5A-6047-143373F3C1B6}" dt="2025-12-16T02:35:00.166" v="49"/>
        <pc:sldMkLst>
          <pc:docMk/>
          <pc:sldMk cId="2967565303" sldId="294"/>
        </pc:sldMkLst>
        <pc:spChg chg="mod">
          <ac:chgData name="임형찬(HYEONG CHAN LIM)[ils0201]/선임/제조DX.자동보정.조립자동보정팀" userId="S::ils0201@lgensol.com::a5fc29a0-7bf6-4271-9ae5-792bccdcacb0" providerId="AD" clId="Web-{78F2E6EC-8EB0-6F5A-6047-143373F3C1B6}" dt="2025-12-16T02:28:44.007" v="13" actId="20577"/>
          <ac:spMkLst>
            <pc:docMk/>
            <pc:sldMk cId="2967565303" sldId="294"/>
            <ac:spMk id="13" creationId="{B2BCB7C6-7FF2-4166-82A2-E3FE4B0B4E2A}"/>
          </ac:spMkLst>
        </pc:spChg>
        <pc:graphicFrameChg chg="mod modGraphic">
          <ac:chgData name="임형찬(HYEONG CHAN LIM)[ils0201]/선임/제조DX.자동보정.조립자동보정팀" userId="S::ils0201@lgensol.com::a5fc29a0-7bf6-4271-9ae5-792bccdcacb0" providerId="AD" clId="Web-{78F2E6EC-8EB0-6F5A-6047-143373F3C1B6}" dt="2025-12-16T02:35:00.166" v="49"/>
          <ac:graphicFrameMkLst>
            <pc:docMk/>
            <pc:sldMk cId="2967565303" sldId="294"/>
            <ac:graphicFrameMk id="12" creationId="{E4591B7C-FD24-4C94-B784-24331C2373E4}"/>
          </ac:graphicFrameMkLst>
        </pc:graphicFrameChg>
      </pc:sldChg>
      <pc:sldChg chg="modSp">
        <pc:chgData name="임형찬(HYEONG CHAN LIM)[ils0201]/선임/제조DX.자동보정.조립자동보정팀" userId="S::ils0201@lgensol.com::a5fc29a0-7bf6-4271-9ae5-792bccdcacb0" providerId="AD" clId="Web-{78F2E6EC-8EB0-6F5A-6047-143373F3C1B6}" dt="2025-12-16T02:31:10.008" v="43"/>
        <pc:sldMkLst>
          <pc:docMk/>
          <pc:sldMk cId="1790242576" sldId="296"/>
        </pc:sldMkLst>
        <pc:spChg chg="mod">
          <ac:chgData name="임형찬(HYEONG CHAN LIM)[ils0201]/선임/제조DX.자동보정.조립자동보정팀" userId="S::ils0201@lgensol.com::a5fc29a0-7bf6-4271-9ae5-792bccdcacb0" providerId="AD" clId="Web-{78F2E6EC-8EB0-6F5A-6047-143373F3C1B6}" dt="2025-12-16T02:28:55.663" v="15" actId="20577"/>
          <ac:spMkLst>
            <pc:docMk/>
            <pc:sldMk cId="1790242576" sldId="296"/>
            <ac:spMk id="63" creationId="{FF0AD748-AAE3-4D32-8F8D-20732CE9F554}"/>
          </ac:spMkLst>
        </pc:spChg>
        <pc:graphicFrameChg chg="mod modGraphic">
          <ac:chgData name="임형찬(HYEONG CHAN LIM)[ils0201]/선임/제조DX.자동보정.조립자동보정팀" userId="S::ils0201@lgensol.com::a5fc29a0-7bf6-4271-9ae5-792bccdcacb0" providerId="AD" clId="Web-{78F2E6EC-8EB0-6F5A-6047-143373F3C1B6}" dt="2025-12-16T02:31:10.008" v="43"/>
          <ac:graphicFrameMkLst>
            <pc:docMk/>
            <pc:sldMk cId="1790242576" sldId="296"/>
            <ac:graphicFrameMk id="12" creationId="{E4591B7C-FD24-4C94-B784-24331C2373E4}"/>
          </ac:graphicFrameMkLst>
        </pc:graphicFrameChg>
      </pc:sldChg>
      <pc:sldChg chg="modSp">
        <pc:chgData name="임형찬(HYEONG CHAN LIM)[ils0201]/선임/제조DX.자동보정.조립자동보정팀" userId="S::ils0201@lgensol.com::a5fc29a0-7bf6-4271-9ae5-792bccdcacb0" providerId="AD" clId="Web-{78F2E6EC-8EB0-6F5A-6047-143373F3C1B6}" dt="2025-12-16T02:31:30.024" v="45"/>
        <pc:sldMkLst>
          <pc:docMk/>
          <pc:sldMk cId="627465572" sldId="298"/>
        </pc:sldMkLst>
        <pc:spChg chg="mod">
          <ac:chgData name="임형찬(HYEONG CHAN LIM)[ils0201]/선임/제조DX.자동보정.조립자동보정팀" userId="S::ils0201@lgensol.com::a5fc29a0-7bf6-4271-9ae5-792bccdcacb0" providerId="AD" clId="Web-{78F2E6EC-8EB0-6F5A-6047-143373F3C1B6}" dt="2025-12-16T02:29:03.960" v="17" actId="20577"/>
          <ac:spMkLst>
            <pc:docMk/>
            <pc:sldMk cId="627465572" sldId="298"/>
            <ac:spMk id="10" creationId="{A76FFA9C-A54F-409E-9173-F9E37156E6A3}"/>
          </ac:spMkLst>
        </pc:spChg>
        <pc:graphicFrameChg chg="mod modGraphic">
          <ac:chgData name="임형찬(HYEONG CHAN LIM)[ils0201]/선임/제조DX.자동보정.조립자동보정팀" userId="S::ils0201@lgensol.com::a5fc29a0-7bf6-4271-9ae5-792bccdcacb0" providerId="AD" clId="Web-{78F2E6EC-8EB0-6F5A-6047-143373F3C1B6}" dt="2025-12-16T02:31:30.024" v="45"/>
          <ac:graphicFrameMkLst>
            <pc:docMk/>
            <pc:sldMk cId="627465572" sldId="298"/>
            <ac:graphicFrameMk id="12" creationId="{E4591B7C-FD24-4C94-B784-24331C2373E4}"/>
          </ac:graphicFrameMkLst>
        </pc:graphicFrameChg>
      </pc:sldChg>
      <pc:sldChg chg="addSp delSp modSp">
        <pc:chgData name="임형찬(HYEONG CHAN LIM)[ils0201]/선임/제조DX.자동보정.조립자동보정팀" userId="S::ils0201@lgensol.com::a5fc29a0-7bf6-4271-9ae5-792bccdcacb0" providerId="AD" clId="Web-{78F2E6EC-8EB0-6F5A-6047-143373F3C1B6}" dt="2025-12-16T02:39:28.079" v="100" actId="20577"/>
        <pc:sldMkLst>
          <pc:docMk/>
          <pc:sldMk cId="1989204422" sldId="312"/>
        </pc:sldMkLst>
        <pc:spChg chg="del">
          <ac:chgData name="임형찬(HYEONG CHAN LIM)[ils0201]/선임/제조DX.자동보정.조립자동보정팀" userId="S::ils0201@lgensol.com::a5fc29a0-7bf6-4271-9ae5-792bccdcacb0" providerId="AD" clId="Web-{78F2E6EC-8EB0-6F5A-6047-143373F3C1B6}" dt="2025-12-16T02:38:59.141" v="93"/>
          <ac:spMkLst>
            <pc:docMk/>
            <pc:sldMk cId="1989204422" sldId="312"/>
            <ac:spMk id="4" creationId="{47D3FC24-BD74-04F5-7623-4FE511799F7D}"/>
          </ac:spMkLst>
        </pc:spChg>
        <pc:spChg chg="add mod">
          <ac:chgData name="임형찬(HYEONG CHAN LIM)[ils0201]/선임/제조DX.자동보정.조립자동보정팀" userId="S::ils0201@lgensol.com::a5fc29a0-7bf6-4271-9ae5-792bccdcacb0" providerId="AD" clId="Web-{78F2E6EC-8EB0-6F5A-6047-143373F3C1B6}" dt="2025-12-16T02:39:28.079" v="100" actId="20577"/>
          <ac:spMkLst>
            <pc:docMk/>
            <pc:sldMk cId="1989204422" sldId="312"/>
            <ac:spMk id="7" creationId="{47D3FC24-BD74-04F5-7623-4FE511799F7D}"/>
          </ac:spMkLst>
        </pc:spChg>
        <pc:graphicFrameChg chg="mod modGraphic">
          <ac:chgData name="임형찬(HYEONG CHAN LIM)[ils0201]/선임/제조DX.자동보정.조립자동보정팀" userId="S::ils0201@lgensol.com::a5fc29a0-7bf6-4271-9ae5-792bccdcacb0" providerId="AD" clId="Web-{78F2E6EC-8EB0-6F5A-6047-143373F3C1B6}" dt="2025-12-16T02:37:13.623" v="71"/>
          <ac:graphicFrameMkLst>
            <pc:docMk/>
            <pc:sldMk cId="1989204422" sldId="312"/>
            <ac:graphicFrameMk id="3" creationId="{3E86696F-E35A-4B06-9B46-63A4A6A986C1}"/>
          </ac:graphicFrameMkLst>
        </pc:graphicFrameChg>
        <pc:graphicFrameChg chg="mod modGraphic">
          <ac:chgData name="임형찬(HYEONG CHAN LIM)[ils0201]/선임/제조DX.자동보정.조립자동보정팀" userId="S::ils0201@lgensol.com::a5fc29a0-7bf6-4271-9ae5-792bccdcacb0" providerId="AD" clId="Web-{78F2E6EC-8EB0-6F5A-6047-143373F3C1B6}" dt="2025-12-16T02:37:03.372" v="67"/>
          <ac:graphicFrameMkLst>
            <pc:docMk/>
            <pc:sldMk cId="1989204422" sldId="312"/>
            <ac:graphicFrameMk id="14" creationId="{F7BF916D-8A9E-4800-92E6-357BE08183D6}"/>
          </ac:graphicFrameMkLst>
        </pc:graphicFrameChg>
      </pc:sldChg>
      <pc:sldChg chg="modSp">
        <pc:chgData name="임형찬(HYEONG CHAN LIM)[ils0201]/선임/제조DX.자동보정.조립자동보정팀" userId="S::ils0201@lgensol.com::a5fc29a0-7bf6-4271-9ae5-792bccdcacb0" providerId="AD" clId="Web-{78F2E6EC-8EB0-6F5A-6047-143373F3C1B6}" dt="2025-12-16T02:39:37.455" v="104" actId="20577"/>
        <pc:sldMkLst>
          <pc:docMk/>
          <pc:sldMk cId="1166024108" sldId="319"/>
        </pc:sldMkLst>
        <pc:spChg chg="mod">
          <ac:chgData name="임형찬(HYEONG CHAN LIM)[ils0201]/선임/제조DX.자동보정.조립자동보정팀" userId="S::ils0201@lgensol.com::a5fc29a0-7bf6-4271-9ae5-792bccdcacb0" providerId="AD" clId="Web-{78F2E6EC-8EB0-6F5A-6047-143373F3C1B6}" dt="2025-12-16T02:39:37.455" v="104" actId="20577"/>
          <ac:spMkLst>
            <pc:docMk/>
            <pc:sldMk cId="1166024108" sldId="319"/>
            <ac:spMk id="4" creationId="{47D3FC24-BD74-04F5-7623-4FE511799F7D}"/>
          </ac:spMkLst>
        </pc:spChg>
        <pc:graphicFrameChg chg="mod modGraphic">
          <ac:chgData name="임형찬(HYEONG CHAN LIM)[ils0201]/선임/제조DX.자동보정.조립자동보정팀" userId="S::ils0201@lgensol.com::a5fc29a0-7bf6-4271-9ae5-792bccdcacb0" providerId="AD" clId="Web-{78F2E6EC-8EB0-6F5A-6047-143373F3C1B6}" dt="2025-12-16T02:37:34.889" v="79"/>
          <ac:graphicFrameMkLst>
            <pc:docMk/>
            <pc:sldMk cId="1166024108" sldId="319"/>
            <ac:graphicFrameMk id="3" creationId="{3E86696F-E35A-4B06-9B46-63A4A6A986C1}"/>
          </ac:graphicFrameMkLst>
        </pc:graphicFrameChg>
        <pc:graphicFrameChg chg="mod modGraphic">
          <ac:chgData name="임형찬(HYEONG CHAN LIM)[ils0201]/선임/제조DX.자동보정.조립자동보정팀" userId="S::ils0201@lgensol.com::a5fc29a0-7bf6-4271-9ae5-792bccdcacb0" providerId="AD" clId="Web-{78F2E6EC-8EB0-6F5A-6047-143373F3C1B6}" dt="2025-12-16T02:37:25.467" v="75"/>
          <ac:graphicFrameMkLst>
            <pc:docMk/>
            <pc:sldMk cId="1166024108" sldId="319"/>
            <ac:graphicFrameMk id="14" creationId="{F7BF916D-8A9E-4800-92E6-357BE08183D6}"/>
          </ac:graphicFrameMkLst>
        </pc:graphicFrameChg>
      </pc:sldChg>
      <pc:sldChg chg="addSp delSp modSp">
        <pc:chgData name="임형찬(HYEONG CHAN LIM)[ils0201]/선임/제조DX.자동보정.조립자동보정팀" userId="S::ils0201@lgensol.com::a5fc29a0-7bf6-4271-9ae5-792bccdcacb0" providerId="AD" clId="Web-{78F2E6EC-8EB0-6F5A-6047-143373F3C1B6}" dt="2025-12-16T02:38:40.375" v="90" actId="20577"/>
        <pc:sldMkLst>
          <pc:docMk/>
          <pc:sldMk cId="1781785319" sldId="2147481926"/>
        </pc:sldMkLst>
        <pc:spChg chg="del mod">
          <ac:chgData name="임형찬(HYEONG CHAN LIM)[ils0201]/선임/제조DX.자동보정.조립자동보정팀" userId="S::ils0201@lgensol.com::a5fc29a0-7bf6-4271-9ae5-792bccdcacb0" providerId="AD" clId="Web-{78F2E6EC-8EB0-6F5A-6047-143373F3C1B6}" dt="2025-12-16T02:38:32.594" v="85"/>
          <ac:spMkLst>
            <pc:docMk/>
            <pc:sldMk cId="1781785319" sldId="2147481926"/>
            <ac:spMk id="7" creationId="{987FCC41-6A76-EB4C-B244-9D0E391690FA}"/>
          </ac:spMkLst>
        </pc:spChg>
        <pc:spChg chg="add mod">
          <ac:chgData name="임형찬(HYEONG CHAN LIM)[ils0201]/선임/제조DX.자동보정.조립자동보정팀" userId="S::ils0201@lgensol.com::a5fc29a0-7bf6-4271-9ae5-792bccdcacb0" providerId="AD" clId="Web-{78F2E6EC-8EB0-6F5A-6047-143373F3C1B6}" dt="2025-12-16T02:38:40.375" v="90" actId="20577"/>
          <ac:spMkLst>
            <pc:docMk/>
            <pc:sldMk cId="1781785319" sldId="2147481926"/>
            <ac:spMk id="8" creationId="{C5067B75-6FAB-A727-0C7D-84B9E11181E1}"/>
          </ac:spMkLst>
        </pc:spChg>
        <pc:graphicFrameChg chg="mod modGraphic">
          <ac:chgData name="임형찬(HYEONG CHAN LIM)[ils0201]/선임/제조DX.자동보정.조립자동보정팀" userId="S::ils0201@lgensol.com::a5fc29a0-7bf6-4271-9ae5-792bccdcacb0" providerId="AD" clId="Web-{78F2E6EC-8EB0-6F5A-6047-143373F3C1B6}" dt="2025-12-16T02:36:34.824" v="55"/>
          <ac:graphicFrameMkLst>
            <pc:docMk/>
            <pc:sldMk cId="1781785319" sldId="2147481926"/>
            <ac:graphicFrameMk id="3" creationId="{3E86696F-E35A-4B06-9B46-63A4A6A986C1}"/>
          </ac:graphicFrameMkLst>
        </pc:graphicFrameChg>
        <pc:graphicFrameChg chg="mod modGraphic">
          <ac:chgData name="임형찬(HYEONG CHAN LIM)[ils0201]/선임/제조DX.자동보정.조립자동보정팀" userId="S::ils0201@lgensol.com::a5fc29a0-7bf6-4271-9ae5-792bccdcacb0" providerId="AD" clId="Web-{78F2E6EC-8EB0-6F5A-6047-143373F3C1B6}" dt="2025-12-16T02:36:21.308" v="51"/>
          <ac:graphicFrameMkLst>
            <pc:docMk/>
            <pc:sldMk cId="1781785319" sldId="2147481926"/>
            <ac:graphicFrameMk id="14" creationId="{F7BF916D-8A9E-4800-92E6-357BE08183D6}"/>
          </ac:graphicFrameMkLst>
        </pc:graphicFrameChg>
      </pc:sldChg>
    </pc:docChg>
  </pc:docChgLst>
  <pc:docChgLst>
    <pc:chgData name="차영은(Chayeongeun)[yeongeun.cha]/사원/소형.개발.NFF.공정기술.검사기술팀" userId="2f536f77-0598-4e2f-b6a6-af15f8ad7966" providerId="ADAL" clId="{9932BF3D-8DC7-431D-A877-AD466001B9A4}"/>
    <pc:docChg chg="undo custSel modSld">
      <pc:chgData name="차영은(Chayeongeun)[yeongeun.cha]/사원/소형.개발.NFF.공정기술.검사기술팀" userId="2f536f77-0598-4e2f-b6a6-af15f8ad7966" providerId="ADAL" clId="{9932BF3D-8DC7-431D-A877-AD466001B9A4}" dt="2025-11-26T00:53:51.317" v="1123" actId="207"/>
      <pc:docMkLst>
        <pc:docMk/>
      </pc:docMkLst>
      <pc:sldChg chg="modSp">
        <pc:chgData name="차영은(Chayeongeun)[yeongeun.cha]/사원/소형.개발.NFF.공정기술.검사기술팀" userId="2f536f77-0598-4e2f-b6a6-af15f8ad7966" providerId="ADAL" clId="{9932BF3D-8DC7-431D-A877-AD466001B9A4}" dt="2025-11-26T00:53:51.317" v="1123" actId="207"/>
        <pc:sldMkLst>
          <pc:docMk/>
          <pc:sldMk cId="3442893762" sldId="2147481942"/>
        </pc:sldMkLst>
        <pc:spChg chg="mod">
          <ac:chgData name="차영은(Chayeongeun)[yeongeun.cha]/사원/소형.개발.NFF.공정기술.검사기술팀" userId="2f536f77-0598-4e2f-b6a6-af15f8ad7966" providerId="ADAL" clId="{9932BF3D-8DC7-431D-A877-AD466001B9A4}" dt="2025-11-26T00:52:15.212" v="1020" actId="1076"/>
          <ac:spMkLst>
            <pc:docMk/>
            <pc:sldMk cId="3442893762" sldId="2147481942"/>
            <ac:spMk id="7" creationId="{D2C435F9-C884-4529-A5B1-C48AC35350E4}"/>
          </ac:spMkLst>
        </pc:spChg>
        <pc:spChg chg="mod">
          <ac:chgData name="차영은(Chayeongeun)[yeongeun.cha]/사원/소형.개발.NFF.공정기술.검사기술팀" userId="2f536f77-0598-4e2f-b6a6-af15f8ad7966" providerId="ADAL" clId="{9932BF3D-8DC7-431D-A877-AD466001B9A4}" dt="2025-11-26T00:52:10.369" v="1019" actId="1076"/>
          <ac:spMkLst>
            <pc:docMk/>
            <pc:sldMk cId="3442893762" sldId="2147481942"/>
            <ac:spMk id="11" creationId="{AFCD5318-5339-4317-9268-2B24CE5B58AF}"/>
          </ac:spMkLst>
        </pc:spChg>
        <pc:spChg chg="mod">
          <ac:chgData name="차영은(Chayeongeun)[yeongeun.cha]/사원/소형.개발.NFF.공정기술.검사기술팀" userId="2f536f77-0598-4e2f-b6a6-af15f8ad7966" providerId="ADAL" clId="{9932BF3D-8DC7-431D-A877-AD466001B9A4}" dt="2025-11-26T00:52:15.212" v="1020" actId="1076"/>
          <ac:spMkLst>
            <pc:docMk/>
            <pc:sldMk cId="3442893762" sldId="2147481942"/>
            <ac:spMk id="62" creationId="{F8930F41-AEA9-4944-9458-BE2A0D0A70E1}"/>
          </ac:spMkLst>
        </pc:spChg>
        <pc:spChg chg="mod">
          <ac:chgData name="차영은(Chayeongeun)[yeongeun.cha]/사원/소형.개발.NFF.공정기술.검사기술팀" userId="2f536f77-0598-4e2f-b6a6-af15f8ad7966" providerId="ADAL" clId="{9932BF3D-8DC7-431D-A877-AD466001B9A4}" dt="2025-11-26T00:49:05.457" v="965" actId="20577"/>
          <ac:spMkLst>
            <pc:docMk/>
            <pc:sldMk cId="3442893762" sldId="2147481942"/>
            <ac:spMk id="65" creationId="{5C2245B1-B08E-4132-B0D3-088A3B2C5B54}"/>
          </ac:spMkLst>
        </pc:spChg>
        <pc:spChg chg="mod">
          <ac:chgData name="차영은(Chayeongeun)[yeongeun.cha]/사원/소형.개발.NFF.공정기술.검사기술팀" userId="2f536f77-0598-4e2f-b6a6-af15f8ad7966" providerId="ADAL" clId="{9932BF3D-8DC7-431D-A877-AD466001B9A4}" dt="2025-11-26T00:52:15.212" v="1020" actId="1076"/>
          <ac:spMkLst>
            <pc:docMk/>
            <pc:sldMk cId="3442893762" sldId="2147481942"/>
            <ac:spMk id="67" creationId="{372E908B-6CCB-4539-B585-BAFF6F3F2716}"/>
          </ac:spMkLst>
        </pc:spChg>
        <pc:spChg chg="mod">
          <ac:chgData name="차영은(Chayeongeun)[yeongeun.cha]/사원/소형.개발.NFF.공정기술.검사기술팀" userId="2f536f77-0598-4e2f-b6a6-af15f8ad7966" providerId="ADAL" clId="{9932BF3D-8DC7-431D-A877-AD466001B9A4}" dt="2025-11-26T00:52:15.212" v="1020" actId="1076"/>
          <ac:spMkLst>
            <pc:docMk/>
            <pc:sldMk cId="3442893762" sldId="2147481942"/>
            <ac:spMk id="78" creationId="{7AF99020-B83D-4C99-B9AA-A04EB004372F}"/>
          </ac:spMkLst>
        </pc:spChg>
        <pc:spChg chg="mod">
          <ac:chgData name="차영은(Chayeongeun)[yeongeun.cha]/사원/소형.개발.NFF.공정기술.검사기술팀" userId="2f536f77-0598-4e2f-b6a6-af15f8ad7966" providerId="ADAL" clId="{9932BF3D-8DC7-431D-A877-AD466001B9A4}" dt="2025-11-26T00:52:15.212" v="1020" actId="1076"/>
          <ac:spMkLst>
            <pc:docMk/>
            <pc:sldMk cId="3442893762" sldId="2147481942"/>
            <ac:spMk id="79" creationId="{D57E3292-9ACF-4CC8-A8CC-1A5C6A620D7D}"/>
          </ac:spMkLst>
        </pc:spChg>
        <pc:spChg chg="mod">
          <ac:chgData name="차영은(Chayeongeun)[yeongeun.cha]/사원/소형.개발.NFF.공정기술.검사기술팀" userId="2f536f77-0598-4e2f-b6a6-af15f8ad7966" providerId="ADAL" clId="{9932BF3D-8DC7-431D-A877-AD466001B9A4}" dt="2025-11-26T00:52:15.212" v="1020" actId="1076"/>
          <ac:spMkLst>
            <pc:docMk/>
            <pc:sldMk cId="3442893762" sldId="2147481942"/>
            <ac:spMk id="80" creationId="{BE48DDBE-0005-4D6F-8237-97D16FBD5ABC}"/>
          </ac:spMkLst>
        </pc:spChg>
        <pc:grpChg chg="mod">
          <ac:chgData name="차영은(Chayeongeun)[yeongeun.cha]/사원/소형.개발.NFF.공정기술.검사기술팀" userId="2f536f77-0598-4e2f-b6a6-af15f8ad7966" providerId="ADAL" clId="{9932BF3D-8DC7-431D-A877-AD466001B9A4}" dt="2025-11-26T00:52:02.311" v="1017" actId="1076"/>
          <ac:grpSpMkLst>
            <pc:docMk/>
            <pc:sldMk cId="3442893762" sldId="2147481942"/>
            <ac:grpSpMk id="8" creationId="{9BCDF69D-3407-BC8C-6178-3F756FE243A7}"/>
          </ac:grpSpMkLst>
        </pc:grpChg>
        <pc:graphicFrameChg chg="mod">
          <ac:chgData name="차영은(Chayeongeun)[yeongeun.cha]/사원/소형.개발.NFF.공정기술.검사기술팀" userId="2f536f77-0598-4e2f-b6a6-af15f8ad7966" providerId="ADAL" clId="{9932BF3D-8DC7-431D-A877-AD466001B9A4}" dt="2025-11-26T00:52:10.369" v="1019" actId="1076"/>
          <ac:graphicFrameMkLst>
            <pc:docMk/>
            <pc:sldMk cId="3442893762" sldId="2147481942"/>
            <ac:graphicFrameMk id="4" creationId="{A5B60D55-EFD1-4ECE-8771-D06476C7DEBC}"/>
          </ac:graphicFrameMkLst>
        </pc:graphicFrameChg>
        <pc:graphicFrameChg chg="mod modGraphic">
          <ac:chgData name="차영은(Chayeongeun)[yeongeun.cha]/사원/소형.개발.NFF.공정기술.검사기술팀" userId="2f536f77-0598-4e2f-b6a6-af15f8ad7966" providerId="ADAL" clId="{9932BF3D-8DC7-431D-A877-AD466001B9A4}" dt="2025-11-26T00:53:51.317" v="1123" actId="207"/>
          <ac:graphicFrameMkLst>
            <pc:docMk/>
            <pc:sldMk cId="3442893762" sldId="2147481942"/>
            <ac:graphicFrameMk id="60" creationId="{8E6A1745-E1D7-4E26-948B-BF2B71149CAF}"/>
          </ac:graphicFrameMkLst>
        </pc:graphicFrameChg>
        <pc:graphicFrameChg chg="mod modGraphic">
          <ac:chgData name="차영은(Chayeongeun)[yeongeun.cha]/사원/소형.개발.NFF.공정기술.검사기술팀" userId="2f536f77-0598-4e2f-b6a6-af15f8ad7966" providerId="ADAL" clId="{9932BF3D-8DC7-431D-A877-AD466001B9A4}" dt="2025-11-26T00:52:02.311" v="1017" actId="1076"/>
          <ac:graphicFrameMkLst>
            <pc:docMk/>
            <pc:sldMk cId="3442893762" sldId="2147481942"/>
            <ac:graphicFrameMk id="61" creationId="{56655462-E691-4950-9C75-2413B79BEC02}"/>
          </ac:graphicFrameMkLst>
        </pc:graphicFrameChg>
        <pc:cxnChg chg="mod">
          <ac:chgData name="차영은(Chayeongeun)[yeongeun.cha]/사원/소형.개발.NFF.공정기술.검사기술팀" userId="2f536f77-0598-4e2f-b6a6-af15f8ad7966" providerId="ADAL" clId="{9932BF3D-8DC7-431D-A877-AD466001B9A4}" dt="2025-11-26T00:52:15.212" v="1020" actId="1076"/>
          <ac:cxnSpMkLst>
            <pc:docMk/>
            <pc:sldMk cId="3442893762" sldId="2147481942"/>
            <ac:cxnSpMk id="9" creationId="{D96D492A-28E4-4D4A-92B0-3287E30CBA21}"/>
          </ac:cxnSpMkLst>
        </pc:cxnChg>
        <pc:cxnChg chg="mod">
          <ac:chgData name="차영은(Chayeongeun)[yeongeun.cha]/사원/소형.개발.NFF.공정기술.검사기술팀" userId="2f536f77-0598-4e2f-b6a6-af15f8ad7966" providerId="ADAL" clId="{9932BF3D-8DC7-431D-A877-AD466001B9A4}" dt="2025-11-26T00:52:15.212" v="1020" actId="1076"/>
          <ac:cxnSpMkLst>
            <pc:docMk/>
            <pc:sldMk cId="3442893762" sldId="2147481942"/>
            <ac:cxnSpMk id="68" creationId="{9D49A094-6A9D-4097-B7FF-5AF1986BF99B}"/>
          </ac:cxnSpMkLst>
        </pc:cxnChg>
        <pc:cxnChg chg="mod">
          <ac:chgData name="차영은(Chayeongeun)[yeongeun.cha]/사원/소형.개발.NFF.공정기술.검사기술팀" userId="2f536f77-0598-4e2f-b6a6-af15f8ad7966" providerId="ADAL" clId="{9932BF3D-8DC7-431D-A877-AD466001B9A4}" dt="2025-11-26T00:52:15.212" v="1020" actId="1076"/>
          <ac:cxnSpMkLst>
            <pc:docMk/>
            <pc:sldMk cId="3442893762" sldId="2147481942"/>
            <ac:cxnSpMk id="70" creationId="{AE428407-E940-4DED-BC61-2815512BB935}"/>
          </ac:cxnSpMkLst>
        </pc:cxnChg>
        <pc:cxnChg chg="mod">
          <ac:chgData name="차영은(Chayeongeun)[yeongeun.cha]/사원/소형.개발.NFF.공정기술.검사기술팀" userId="2f536f77-0598-4e2f-b6a6-af15f8ad7966" providerId="ADAL" clId="{9932BF3D-8DC7-431D-A877-AD466001B9A4}" dt="2025-11-26T00:52:15.212" v="1020" actId="1076"/>
          <ac:cxnSpMkLst>
            <pc:docMk/>
            <pc:sldMk cId="3442893762" sldId="2147481942"/>
            <ac:cxnSpMk id="73" creationId="{3E97F8B6-9ECA-4D32-9973-86ACA5F2D0B9}"/>
          </ac:cxnSpMkLst>
        </pc:cxnChg>
        <pc:cxnChg chg="mod">
          <ac:chgData name="차영은(Chayeongeun)[yeongeun.cha]/사원/소형.개발.NFF.공정기술.검사기술팀" userId="2f536f77-0598-4e2f-b6a6-af15f8ad7966" providerId="ADAL" clId="{9932BF3D-8DC7-431D-A877-AD466001B9A4}" dt="2025-11-26T00:52:15.212" v="1020" actId="1076"/>
          <ac:cxnSpMkLst>
            <pc:docMk/>
            <pc:sldMk cId="3442893762" sldId="2147481942"/>
            <ac:cxnSpMk id="74" creationId="{211944E8-CD35-42FD-A752-E76C0BDC3DB5}"/>
          </ac:cxnSpMkLst>
        </pc:cxnChg>
        <pc:cxnChg chg="mod">
          <ac:chgData name="차영은(Chayeongeun)[yeongeun.cha]/사원/소형.개발.NFF.공정기술.검사기술팀" userId="2f536f77-0598-4e2f-b6a6-af15f8ad7966" providerId="ADAL" clId="{9932BF3D-8DC7-431D-A877-AD466001B9A4}" dt="2025-11-26T00:52:15.212" v="1020" actId="1076"/>
          <ac:cxnSpMkLst>
            <pc:docMk/>
            <pc:sldMk cId="3442893762" sldId="2147481942"/>
            <ac:cxnSpMk id="75" creationId="{87369E7D-0A42-4E2C-80AB-106F8A3EC311}"/>
          </ac:cxnSpMkLst>
        </pc:cxnChg>
        <pc:cxnChg chg="mod">
          <ac:chgData name="차영은(Chayeongeun)[yeongeun.cha]/사원/소형.개발.NFF.공정기술.검사기술팀" userId="2f536f77-0598-4e2f-b6a6-af15f8ad7966" providerId="ADAL" clId="{9932BF3D-8DC7-431D-A877-AD466001B9A4}" dt="2025-11-26T00:52:15.212" v="1020" actId="1076"/>
          <ac:cxnSpMkLst>
            <pc:docMk/>
            <pc:sldMk cId="3442893762" sldId="2147481942"/>
            <ac:cxnSpMk id="76" creationId="{D753E66E-B1CE-4D5F-86FE-FDB8D8609C43}"/>
          </ac:cxnSpMkLst>
        </pc:cxnChg>
      </pc:sldChg>
    </pc:docChg>
  </pc:docChgLst>
  <pc:docChgLst>
    <pc:chgData name="정대영(DAEYEONG JUNG)[shinecas]/책임/제조DX.자동보정.RSND자동보정팀" userId="d0d3060e-f064-4c8a-b029-66e60df73558" providerId="ADAL" clId="{56140A22-A378-40F1-981D-841D47433D70}"/>
    <pc:docChg chg="undo custSel modSld">
      <pc:chgData name="정대영(DAEYEONG JUNG)[shinecas]/책임/제조DX.자동보정.RSND자동보정팀" userId="d0d3060e-f064-4c8a-b029-66e60df73558" providerId="ADAL" clId="{56140A22-A378-40F1-981D-841D47433D70}" dt="2025-11-26T05:25:49.810" v="1939" actId="1076"/>
      <pc:docMkLst>
        <pc:docMk/>
      </pc:docMkLst>
      <pc:sldChg chg="addSp delSp modSp mod">
        <pc:chgData name="정대영(DAEYEONG JUNG)[shinecas]/책임/제조DX.자동보정.RSND자동보정팀" userId="d0d3060e-f064-4c8a-b029-66e60df73558" providerId="ADAL" clId="{56140A22-A378-40F1-981D-841D47433D70}" dt="2025-11-26T05:25:49.810" v="1939" actId="1076"/>
        <pc:sldMkLst>
          <pc:docMk/>
          <pc:sldMk cId="1740659674" sldId="315"/>
        </pc:sldMkLst>
        <pc:spChg chg="add mod">
          <ac:chgData name="정대영(DAEYEONG JUNG)[shinecas]/책임/제조DX.자동보정.RSND자동보정팀" userId="d0d3060e-f064-4c8a-b029-66e60df73558" providerId="ADAL" clId="{56140A22-A378-40F1-981D-841D47433D70}" dt="2025-11-26T04:12:32.139" v="154" actId="20577"/>
          <ac:spMkLst>
            <pc:docMk/>
            <pc:sldMk cId="1740659674" sldId="315"/>
            <ac:spMk id="2" creationId="{FF92F0F1-D37B-EA06-3D4E-14B1541377D2}"/>
          </ac:spMkLst>
        </pc:spChg>
        <pc:spChg chg="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spMkLst>
            <pc:docMk/>
            <pc:sldMk cId="1740659674" sldId="315"/>
            <ac:spMk id="3" creationId="{BFB52526-FFAC-A078-2201-BB1F3EDADC39}"/>
          </ac:spMkLst>
        </pc:spChg>
        <pc:spChg chg="mod">
          <ac:chgData name="정대영(DAEYEONG JUNG)[shinecas]/책임/제조DX.자동보정.RSND자동보정팀" userId="d0d3060e-f064-4c8a-b029-66e60df73558" providerId="ADAL" clId="{56140A22-A378-40F1-981D-841D47433D70}" dt="2025-11-26T04:43:01.060" v="941" actId="20577"/>
          <ac:spMkLst>
            <pc:docMk/>
            <pc:sldMk cId="1740659674" sldId="315"/>
            <ac:spMk id="5" creationId="{362265A4-66FC-0582-843B-E8CCC901D349}"/>
          </ac:spMkLst>
        </pc:spChg>
        <pc:spChg chg="mod">
          <ac:chgData name="정대영(DAEYEONG JUNG)[shinecas]/책임/제조DX.자동보정.RSND자동보정팀" userId="d0d3060e-f064-4c8a-b029-66e60df73558" providerId="ADAL" clId="{56140A22-A378-40F1-981D-841D47433D70}" dt="2025-11-26T04:12:38.639" v="164"/>
          <ac:spMkLst>
            <pc:docMk/>
            <pc:sldMk cId="1740659674" sldId="315"/>
            <ac:spMk id="6" creationId="{5F66A358-0E8F-B0DE-AFD4-2A7779CAEB10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spMkLst>
            <pc:docMk/>
            <pc:sldMk cId="1740659674" sldId="315"/>
            <ac:spMk id="46" creationId="{E03FA467-B676-B024-E246-DCBBD3498BBF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spMkLst>
            <pc:docMk/>
            <pc:sldMk cId="1740659674" sldId="315"/>
            <ac:spMk id="47" creationId="{879B90A0-D8E4-E967-755F-7F1DD8AF3C0D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spMkLst>
            <pc:docMk/>
            <pc:sldMk cId="1740659674" sldId="315"/>
            <ac:spMk id="48" creationId="{BCAF3F98-348D-0A71-BE01-24C2383B1D35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spMkLst>
            <pc:docMk/>
            <pc:sldMk cId="1740659674" sldId="315"/>
            <ac:spMk id="49" creationId="{F9387F49-6FA0-E659-E768-2CB02D07D799}"/>
          </ac:spMkLst>
        </pc:spChg>
        <pc:spChg chg="add del mod topLvl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spMkLst>
            <pc:docMk/>
            <pc:sldMk cId="1740659674" sldId="315"/>
            <ac:spMk id="64" creationId="{BEDB92F2-0282-B88E-1313-09A3B1321789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spMkLst>
            <pc:docMk/>
            <pc:sldMk cId="1740659674" sldId="315"/>
            <ac:spMk id="66" creationId="{FE9D869D-51DB-AD87-FAE6-A586878E7874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spMkLst>
            <pc:docMk/>
            <pc:sldMk cId="1740659674" sldId="315"/>
            <ac:spMk id="67" creationId="{1B053374-8E65-7B89-B538-106C155536E9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spMkLst>
            <pc:docMk/>
            <pc:sldMk cId="1740659674" sldId="315"/>
            <ac:spMk id="68" creationId="{CA9EF10E-37FC-23E9-E7BD-3678E2A0198F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spMkLst>
            <pc:docMk/>
            <pc:sldMk cId="1740659674" sldId="315"/>
            <ac:spMk id="69" creationId="{BB18A7C4-2B67-F1DC-6FB0-895E90192363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spMkLst>
            <pc:docMk/>
            <pc:sldMk cId="1740659674" sldId="315"/>
            <ac:spMk id="70" creationId="{365FEF84-EC1C-54F7-5C11-DF7E99A46B9A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spMkLst>
            <pc:docMk/>
            <pc:sldMk cId="1740659674" sldId="315"/>
            <ac:spMk id="75" creationId="{C3DE05E7-BE40-3D09-74BF-C64A52580833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spMkLst>
            <pc:docMk/>
            <pc:sldMk cId="1740659674" sldId="315"/>
            <ac:spMk id="79" creationId="{D226398B-ABF0-AA1D-9BC7-70ABD80CE70C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spMkLst>
            <pc:docMk/>
            <pc:sldMk cId="1740659674" sldId="315"/>
            <ac:spMk id="82" creationId="{1C0D1C0A-26E9-3E46-CAB8-7E4AAC2B1AB0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spMkLst>
            <pc:docMk/>
            <pc:sldMk cId="1740659674" sldId="315"/>
            <ac:spMk id="85" creationId="{3F389787-E843-C5F3-9135-F1734E9098E3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spMkLst>
            <pc:docMk/>
            <pc:sldMk cId="1740659674" sldId="315"/>
            <ac:spMk id="86" creationId="{310AC156-525B-3619-00C0-C7A3DCEE54CC}"/>
          </ac:spMkLst>
        </pc:spChg>
        <pc:spChg chg="add mod topLvl">
          <ac:chgData name="정대영(DAEYEONG JUNG)[shinecas]/책임/제조DX.자동보정.RSND자동보정팀" userId="d0d3060e-f064-4c8a-b029-66e60df73558" providerId="ADAL" clId="{56140A22-A378-40F1-981D-841D47433D70}" dt="2025-11-26T05:25:49.810" v="1939" actId="1076"/>
          <ac:spMkLst>
            <pc:docMk/>
            <pc:sldMk cId="1740659674" sldId="315"/>
            <ac:spMk id="87" creationId="{A794B374-808A-4DB7-7C60-8F81081F9987}"/>
          </ac:spMkLst>
        </pc:spChg>
        <pc:spChg chg="mod topLvl">
          <ac:chgData name="정대영(DAEYEONG JUNG)[shinecas]/책임/제조DX.자동보정.RSND자동보정팀" userId="d0d3060e-f064-4c8a-b029-66e60df73558" providerId="ADAL" clId="{56140A22-A378-40F1-981D-841D47433D70}" dt="2025-11-26T05:24:23.595" v="1886" actId="404"/>
          <ac:spMkLst>
            <pc:docMk/>
            <pc:sldMk cId="1740659674" sldId="315"/>
            <ac:spMk id="92" creationId="{AFAFC697-A5D4-48F7-5853-43F353A9A787}"/>
          </ac:spMkLst>
        </pc:spChg>
        <pc:spChg chg="mod topLvl">
          <ac:chgData name="정대영(DAEYEONG JUNG)[shinecas]/책임/제조DX.자동보정.RSND자동보정팀" userId="d0d3060e-f064-4c8a-b029-66e60df73558" providerId="ADAL" clId="{56140A22-A378-40F1-981D-841D47433D70}" dt="2025-11-26T05:24:23.595" v="1886" actId="404"/>
          <ac:spMkLst>
            <pc:docMk/>
            <pc:sldMk cId="1740659674" sldId="315"/>
            <ac:spMk id="94" creationId="{0EC1BE7C-06B1-744E-28BD-5E050DEF77EA}"/>
          </ac:spMkLst>
        </pc:spChg>
        <pc:spChg chg="mod topLvl">
          <ac:chgData name="정대영(DAEYEONG JUNG)[shinecas]/책임/제조DX.자동보정.RSND자동보정팀" userId="d0d3060e-f064-4c8a-b029-66e60df73558" providerId="ADAL" clId="{56140A22-A378-40F1-981D-841D47433D70}" dt="2025-11-26T05:24:23.595" v="1886" actId="404"/>
          <ac:spMkLst>
            <pc:docMk/>
            <pc:sldMk cId="1740659674" sldId="315"/>
            <ac:spMk id="95" creationId="{3CEAE332-C41F-68EA-D4BB-6502CC54AA28}"/>
          </ac:spMkLst>
        </pc:spChg>
        <pc:spChg chg="mod topLvl">
          <ac:chgData name="정대영(DAEYEONG JUNG)[shinecas]/책임/제조DX.자동보정.RSND자동보정팀" userId="d0d3060e-f064-4c8a-b029-66e60df73558" providerId="ADAL" clId="{56140A22-A378-40F1-981D-841D47433D70}" dt="2025-11-26T05:19:05.405" v="1881" actId="1076"/>
          <ac:spMkLst>
            <pc:docMk/>
            <pc:sldMk cId="1740659674" sldId="315"/>
            <ac:spMk id="101" creationId="{4B763C86-AA59-D417-1F92-0D5D674B310A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5:24:23.595" v="1886" actId="404"/>
          <ac:spMkLst>
            <pc:docMk/>
            <pc:sldMk cId="1740659674" sldId="315"/>
            <ac:spMk id="104" creationId="{79B55458-3901-F6A4-7161-4BB4D693BFA9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5:25:13.783" v="1925" actId="20577"/>
          <ac:spMkLst>
            <pc:docMk/>
            <pc:sldMk cId="1740659674" sldId="315"/>
            <ac:spMk id="140" creationId="{4584D16F-37AC-36A4-D739-A5AE02D2FE1E}"/>
          </ac:spMkLst>
        </pc:spChg>
        <pc:spChg chg="add mod ord">
          <ac:chgData name="정대영(DAEYEONG JUNG)[shinecas]/책임/제조DX.자동보정.RSND자동보정팀" userId="d0d3060e-f064-4c8a-b029-66e60df73558" providerId="ADAL" clId="{56140A22-A378-40F1-981D-841D47433D70}" dt="2025-11-26T05:25:34.377" v="1930" actId="14100"/>
          <ac:spMkLst>
            <pc:docMk/>
            <pc:sldMk cId="1740659674" sldId="315"/>
            <ac:spMk id="146" creationId="{68A22633-D2DC-F883-6508-16C80A1BDF54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5:25:20.269" v="1926" actId="1076"/>
          <ac:spMkLst>
            <pc:docMk/>
            <pc:sldMk cId="1740659674" sldId="315"/>
            <ac:spMk id="154" creationId="{DB8819B4-7850-3060-1353-E271ED8931F7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5:24:48.642" v="1889" actId="207"/>
          <ac:spMkLst>
            <pc:docMk/>
            <pc:sldMk cId="1740659674" sldId="315"/>
            <ac:spMk id="173" creationId="{0B8A48A9-EAEF-7644-DEEE-585AD682040B}"/>
          </ac:spMkLst>
        </pc:spChg>
        <pc:spChg chg="add mod">
          <ac:chgData name="정대영(DAEYEONG JUNG)[shinecas]/책임/제조DX.자동보정.RSND자동보정팀" userId="d0d3060e-f064-4c8a-b029-66e60df73558" providerId="ADAL" clId="{56140A22-A378-40F1-981D-841D47433D70}" dt="2025-11-26T05:19:16.171" v="1883" actId="207"/>
          <ac:spMkLst>
            <pc:docMk/>
            <pc:sldMk cId="1740659674" sldId="315"/>
            <ac:spMk id="174" creationId="{E11E9D65-2339-7FE9-C465-DBAE62C989F7}"/>
          </ac:spMkLst>
        </pc:spChg>
        <pc:graphicFrameChg chg="mod ord modGraphic">
          <ac:chgData name="정대영(DAEYEONG JUNG)[shinecas]/책임/제조DX.자동보정.RSND자동보정팀" userId="d0d3060e-f064-4c8a-b029-66e60df73558" providerId="ADAL" clId="{56140A22-A378-40F1-981D-841D47433D70}" dt="2025-11-26T05:24:15.345" v="1885" actId="167"/>
          <ac:graphicFrameMkLst>
            <pc:docMk/>
            <pc:sldMk cId="1740659674" sldId="315"/>
            <ac:graphicFrameMk id="16" creationId="{A8AD81CD-0759-8312-B1F9-13B54FD95FDE}"/>
          </ac:graphicFrameMkLst>
        </pc:graphicFrameChg>
        <pc:cxnChg chg="add 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cxnSpMkLst>
            <pc:docMk/>
            <pc:sldMk cId="1740659674" sldId="315"/>
            <ac:cxnSpMk id="71" creationId="{31708B61-385F-9C79-DA4F-0EE9823E5E8D}"/>
          </ac:cxnSpMkLst>
        </pc:cxnChg>
        <pc:cxnChg chg="add 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cxnSpMkLst>
            <pc:docMk/>
            <pc:sldMk cId="1740659674" sldId="315"/>
            <ac:cxnSpMk id="74" creationId="{53409002-86FE-4AE3-CCEA-162334C2AE1F}"/>
          </ac:cxnSpMkLst>
        </pc:cxnChg>
        <pc:cxnChg chg="add 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cxnSpMkLst>
            <pc:docMk/>
            <pc:sldMk cId="1740659674" sldId="315"/>
            <ac:cxnSpMk id="76" creationId="{C3562693-273D-46B0-173C-F2F920F6130D}"/>
          </ac:cxnSpMkLst>
        </pc:cxnChg>
        <pc:cxnChg chg="add mod">
          <ac:chgData name="정대영(DAEYEONG JUNG)[shinecas]/책임/제조DX.자동보정.RSND자동보정팀" userId="d0d3060e-f064-4c8a-b029-66e60df73558" providerId="ADAL" clId="{56140A22-A378-40F1-981D-841D47433D70}" dt="2025-11-26T04:56:09.592" v="1319" actId="1076"/>
          <ac:cxnSpMkLst>
            <pc:docMk/>
            <pc:sldMk cId="1740659674" sldId="315"/>
            <ac:cxnSpMk id="81" creationId="{215B42A4-8BAF-0D93-A8B9-175062A84250}"/>
          </ac:cxnSpMkLst>
        </pc:cxnChg>
        <pc:cxnChg chg="mod topLvl">
          <ac:chgData name="정대영(DAEYEONG JUNG)[shinecas]/책임/제조DX.자동보정.RSND자동보정팀" userId="d0d3060e-f064-4c8a-b029-66e60df73558" providerId="ADAL" clId="{56140A22-A378-40F1-981D-841D47433D70}" dt="2025-11-26T05:14:46.091" v="1779" actId="408"/>
          <ac:cxnSpMkLst>
            <pc:docMk/>
            <pc:sldMk cId="1740659674" sldId="315"/>
            <ac:cxnSpMk id="93" creationId="{3079887C-7E16-8375-7146-79EAD1B0A343}"/>
          </ac:cxnSpMkLst>
        </pc:cxnChg>
        <pc:cxnChg chg="add mod">
          <ac:chgData name="정대영(DAEYEONG JUNG)[shinecas]/책임/제조DX.자동보정.RSND자동보정팀" userId="d0d3060e-f064-4c8a-b029-66e60df73558" providerId="ADAL" clId="{56140A22-A378-40F1-981D-841D47433D70}" dt="2025-11-26T05:14:46.091" v="1779" actId="408"/>
          <ac:cxnSpMkLst>
            <pc:docMk/>
            <pc:sldMk cId="1740659674" sldId="315"/>
            <ac:cxnSpMk id="112" creationId="{16A8002D-B77C-CA62-65A0-4D11E19C8B34}"/>
          </ac:cxnSpMkLst>
        </pc:cxnChg>
        <pc:cxnChg chg="add mod">
          <ac:chgData name="정대영(DAEYEONG JUNG)[shinecas]/책임/제조DX.자동보정.RSND자동보정팀" userId="d0d3060e-f064-4c8a-b029-66e60df73558" providerId="ADAL" clId="{56140A22-A378-40F1-981D-841D47433D70}" dt="2025-11-26T05:19:05.405" v="1881" actId="1076"/>
          <ac:cxnSpMkLst>
            <pc:docMk/>
            <pc:sldMk cId="1740659674" sldId="315"/>
            <ac:cxnSpMk id="164" creationId="{0E887007-FA94-15CB-1579-B548E28F95B3}"/>
          </ac:cxnSpMkLst>
        </pc:cxnChg>
        <pc:cxnChg chg="add mod">
          <ac:chgData name="정대영(DAEYEONG JUNG)[shinecas]/책임/제조DX.자동보정.RSND자동보정팀" userId="d0d3060e-f064-4c8a-b029-66e60df73558" providerId="ADAL" clId="{56140A22-A378-40F1-981D-841D47433D70}" dt="2025-11-26T05:19:05.405" v="1881" actId="1076"/>
          <ac:cxnSpMkLst>
            <pc:docMk/>
            <pc:sldMk cId="1740659674" sldId="315"/>
            <ac:cxnSpMk id="171" creationId="{8F64EA3C-7F5F-3E42-5A60-1836DF7DEACD}"/>
          </ac:cxnSpMkLst>
        </pc:cxnChg>
      </pc:sldChg>
    </pc:docChg>
  </pc:docChgLst>
  <pc:docChgLst>
    <pc:chgData name="차영은(YEONGEUN CHA)[yeongeun.cha]/선임/제조DX.자동보정.RSND자동보정팀" userId="e4ba232c-cf2d-4452-bd1b-f0a465a6692d" providerId="ADAL" clId="{94BB7036-1015-409E-8F8C-ED6ED4A48B07}"/>
    <pc:docChg chg="undo custSel modSld">
      <pc:chgData name="차영은(YEONGEUN CHA)[yeongeun.cha]/선임/제조DX.자동보정.RSND자동보정팀" userId="e4ba232c-cf2d-4452-bd1b-f0a465a6692d" providerId="ADAL" clId="{94BB7036-1015-409E-8F8C-ED6ED4A48B07}" dt="2025-12-16T05:35:47.044" v="183" actId="207"/>
      <pc:docMkLst>
        <pc:docMk/>
      </pc:docMkLst>
      <pc:sldChg chg="modSp mod">
        <pc:chgData name="차영은(YEONGEUN CHA)[yeongeun.cha]/선임/제조DX.자동보정.RSND자동보정팀" userId="e4ba232c-cf2d-4452-bd1b-f0a465a6692d" providerId="ADAL" clId="{94BB7036-1015-409E-8F8C-ED6ED4A48B07}" dt="2025-12-16T05:34:47.104" v="127" actId="1035"/>
        <pc:sldMkLst>
          <pc:docMk/>
          <pc:sldMk cId="3442893762" sldId="2147481942"/>
        </pc:sldMkLst>
        <pc:spChg chg="mod">
          <ac:chgData name="차영은(YEONGEUN CHA)[yeongeun.cha]/선임/제조DX.자동보정.RSND자동보정팀" userId="e4ba232c-cf2d-4452-bd1b-f0a465a6692d" providerId="ADAL" clId="{94BB7036-1015-409E-8F8C-ED6ED4A48B07}" dt="2025-12-16T05:34:47.104" v="127" actId="1035"/>
          <ac:spMkLst>
            <pc:docMk/>
            <pc:sldMk cId="3442893762" sldId="2147481942"/>
            <ac:spMk id="7" creationId="{D2C435F9-C884-4529-A5B1-C48AC35350E4}"/>
          </ac:spMkLst>
        </pc:spChg>
        <pc:spChg chg="mod">
          <ac:chgData name="차영은(YEONGEUN CHA)[yeongeun.cha]/선임/제조DX.자동보정.RSND자동보정팀" userId="e4ba232c-cf2d-4452-bd1b-f0a465a6692d" providerId="ADAL" clId="{94BB7036-1015-409E-8F8C-ED6ED4A48B07}" dt="2025-12-16T05:34:47.104" v="127" actId="1035"/>
          <ac:spMkLst>
            <pc:docMk/>
            <pc:sldMk cId="3442893762" sldId="2147481942"/>
            <ac:spMk id="11" creationId="{AFCD5318-5339-4317-9268-2B24CE5B58AF}"/>
          </ac:spMkLst>
        </pc:spChg>
        <pc:spChg chg="mod">
          <ac:chgData name="차영은(YEONGEUN CHA)[yeongeun.cha]/선임/제조DX.자동보정.RSND자동보정팀" userId="e4ba232c-cf2d-4452-bd1b-f0a465a6692d" providerId="ADAL" clId="{94BB7036-1015-409E-8F8C-ED6ED4A48B07}" dt="2025-12-16T05:34:47.104" v="127" actId="1035"/>
          <ac:spMkLst>
            <pc:docMk/>
            <pc:sldMk cId="3442893762" sldId="2147481942"/>
            <ac:spMk id="62" creationId="{F8930F41-AEA9-4944-9458-BE2A0D0A70E1}"/>
          </ac:spMkLst>
        </pc:spChg>
        <pc:spChg chg="mod">
          <ac:chgData name="차영은(YEONGEUN CHA)[yeongeun.cha]/선임/제조DX.자동보정.RSND자동보정팀" userId="e4ba232c-cf2d-4452-bd1b-f0a465a6692d" providerId="ADAL" clId="{94BB7036-1015-409E-8F8C-ED6ED4A48B07}" dt="2025-12-16T05:31:10.297" v="7" actId="20577"/>
          <ac:spMkLst>
            <pc:docMk/>
            <pc:sldMk cId="3442893762" sldId="2147481942"/>
            <ac:spMk id="65" creationId="{5C2245B1-B08E-4132-B0D3-088A3B2C5B54}"/>
          </ac:spMkLst>
        </pc:spChg>
        <pc:spChg chg="mod">
          <ac:chgData name="차영은(YEONGEUN CHA)[yeongeun.cha]/선임/제조DX.자동보정.RSND자동보정팀" userId="e4ba232c-cf2d-4452-bd1b-f0a465a6692d" providerId="ADAL" clId="{94BB7036-1015-409E-8F8C-ED6ED4A48B07}" dt="2025-12-16T05:34:47.104" v="127" actId="1035"/>
          <ac:spMkLst>
            <pc:docMk/>
            <pc:sldMk cId="3442893762" sldId="2147481942"/>
            <ac:spMk id="67" creationId="{372E908B-6CCB-4539-B585-BAFF6F3F2716}"/>
          </ac:spMkLst>
        </pc:spChg>
        <pc:spChg chg="mod">
          <ac:chgData name="차영은(YEONGEUN CHA)[yeongeun.cha]/선임/제조DX.자동보정.RSND자동보정팀" userId="e4ba232c-cf2d-4452-bd1b-f0a465a6692d" providerId="ADAL" clId="{94BB7036-1015-409E-8F8C-ED6ED4A48B07}" dt="2025-12-16T05:34:47.104" v="127" actId="1035"/>
          <ac:spMkLst>
            <pc:docMk/>
            <pc:sldMk cId="3442893762" sldId="2147481942"/>
            <ac:spMk id="78" creationId="{7AF99020-B83D-4C99-B9AA-A04EB004372F}"/>
          </ac:spMkLst>
        </pc:spChg>
        <pc:spChg chg="mod">
          <ac:chgData name="차영은(YEONGEUN CHA)[yeongeun.cha]/선임/제조DX.자동보정.RSND자동보정팀" userId="e4ba232c-cf2d-4452-bd1b-f0a465a6692d" providerId="ADAL" clId="{94BB7036-1015-409E-8F8C-ED6ED4A48B07}" dt="2025-12-16T05:34:47.104" v="127" actId="1035"/>
          <ac:spMkLst>
            <pc:docMk/>
            <pc:sldMk cId="3442893762" sldId="2147481942"/>
            <ac:spMk id="79" creationId="{D57E3292-9ACF-4CC8-A8CC-1A5C6A620D7D}"/>
          </ac:spMkLst>
        </pc:spChg>
        <pc:spChg chg="mod">
          <ac:chgData name="차영은(YEONGEUN CHA)[yeongeun.cha]/선임/제조DX.자동보정.RSND자동보정팀" userId="e4ba232c-cf2d-4452-bd1b-f0a465a6692d" providerId="ADAL" clId="{94BB7036-1015-409E-8F8C-ED6ED4A48B07}" dt="2025-12-16T05:34:47.104" v="127" actId="1035"/>
          <ac:spMkLst>
            <pc:docMk/>
            <pc:sldMk cId="3442893762" sldId="2147481942"/>
            <ac:spMk id="80" creationId="{BE48DDBE-0005-4D6F-8237-97D16FBD5ABC}"/>
          </ac:spMkLst>
        </pc:spChg>
        <pc:graphicFrameChg chg="mod">
          <ac:chgData name="차영은(YEONGEUN CHA)[yeongeun.cha]/선임/제조DX.자동보정.RSND자동보정팀" userId="e4ba232c-cf2d-4452-bd1b-f0a465a6692d" providerId="ADAL" clId="{94BB7036-1015-409E-8F8C-ED6ED4A48B07}" dt="2025-12-16T05:34:47.104" v="127" actId="1035"/>
          <ac:graphicFrameMkLst>
            <pc:docMk/>
            <pc:sldMk cId="3442893762" sldId="2147481942"/>
            <ac:graphicFrameMk id="4" creationId="{A5B60D55-EFD1-4ECE-8771-D06476C7DEBC}"/>
          </ac:graphicFrameMkLst>
        </pc:graphicFrameChg>
        <pc:graphicFrameChg chg="mod modGraphic">
          <ac:chgData name="차영은(YEONGEUN CHA)[yeongeun.cha]/선임/제조DX.자동보정.RSND자동보정팀" userId="e4ba232c-cf2d-4452-bd1b-f0a465a6692d" providerId="ADAL" clId="{94BB7036-1015-409E-8F8C-ED6ED4A48B07}" dt="2025-12-16T05:33:49.907" v="78"/>
          <ac:graphicFrameMkLst>
            <pc:docMk/>
            <pc:sldMk cId="3442893762" sldId="2147481942"/>
            <ac:graphicFrameMk id="60" creationId="{8E6A1745-E1D7-4E26-948B-BF2B71149CAF}"/>
          </ac:graphicFrameMkLst>
        </pc:graphicFrameChg>
        <pc:cxnChg chg="mod">
          <ac:chgData name="차영은(YEONGEUN CHA)[yeongeun.cha]/선임/제조DX.자동보정.RSND자동보정팀" userId="e4ba232c-cf2d-4452-bd1b-f0a465a6692d" providerId="ADAL" clId="{94BB7036-1015-409E-8F8C-ED6ED4A48B07}" dt="2025-12-16T05:34:47.104" v="127" actId="1035"/>
          <ac:cxnSpMkLst>
            <pc:docMk/>
            <pc:sldMk cId="3442893762" sldId="2147481942"/>
            <ac:cxnSpMk id="9" creationId="{D96D492A-28E4-4D4A-92B0-3287E30CBA21}"/>
          </ac:cxnSpMkLst>
        </pc:cxnChg>
        <pc:cxnChg chg="mod">
          <ac:chgData name="차영은(YEONGEUN CHA)[yeongeun.cha]/선임/제조DX.자동보정.RSND자동보정팀" userId="e4ba232c-cf2d-4452-bd1b-f0a465a6692d" providerId="ADAL" clId="{94BB7036-1015-409E-8F8C-ED6ED4A48B07}" dt="2025-12-16T05:34:47.104" v="127" actId="1035"/>
          <ac:cxnSpMkLst>
            <pc:docMk/>
            <pc:sldMk cId="3442893762" sldId="2147481942"/>
            <ac:cxnSpMk id="68" creationId="{9D49A094-6A9D-4097-B7FF-5AF1986BF99B}"/>
          </ac:cxnSpMkLst>
        </pc:cxnChg>
        <pc:cxnChg chg="mod">
          <ac:chgData name="차영은(YEONGEUN CHA)[yeongeun.cha]/선임/제조DX.자동보정.RSND자동보정팀" userId="e4ba232c-cf2d-4452-bd1b-f0a465a6692d" providerId="ADAL" clId="{94BB7036-1015-409E-8F8C-ED6ED4A48B07}" dt="2025-12-16T05:34:47.104" v="127" actId="1035"/>
          <ac:cxnSpMkLst>
            <pc:docMk/>
            <pc:sldMk cId="3442893762" sldId="2147481942"/>
            <ac:cxnSpMk id="70" creationId="{AE428407-E940-4DED-BC61-2815512BB935}"/>
          </ac:cxnSpMkLst>
        </pc:cxnChg>
        <pc:cxnChg chg="mod">
          <ac:chgData name="차영은(YEONGEUN CHA)[yeongeun.cha]/선임/제조DX.자동보정.RSND자동보정팀" userId="e4ba232c-cf2d-4452-bd1b-f0a465a6692d" providerId="ADAL" clId="{94BB7036-1015-409E-8F8C-ED6ED4A48B07}" dt="2025-12-16T05:34:47.104" v="127" actId="1035"/>
          <ac:cxnSpMkLst>
            <pc:docMk/>
            <pc:sldMk cId="3442893762" sldId="2147481942"/>
            <ac:cxnSpMk id="73" creationId="{3E97F8B6-9ECA-4D32-9973-86ACA5F2D0B9}"/>
          </ac:cxnSpMkLst>
        </pc:cxnChg>
        <pc:cxnChg chg="mod">
          <ac:chgData name="차영은(YEONGEUN CHA)[yeongeun.cha]/선임/제조DX.자동보정.RSND자동보정팀" userId="e4ba232c-cf2d-4452-bd1b-f0a465a6692d" providerId="ADAL" clId="{94BB7036-1015-409E-8F8C-ED6ED4A48B07}" dt="2025-12-16T05:34:47.104" v="127" actId="1035"/>
          <ac:cxnSpMkLst>
            <pc:docMk/>
            <pc:sldMk cId="3442893762" sldId="2147481942"/>
            <ac:cxnSpMk id="74" creationId="{211944E8-CD35-42FD-A752-E76C0BDC3DB5}"/>
          </ac:cxnSpMkLst>
        </pc:cxnChg>
        <pc:cxnChg chg="mod">
          <ac:chgData name="차영은(YEONGEUN CHA)[yeongeun.cha]/선임/제조DX.자동보정.RSND자동보정팀" userId="e4ba232c-cf2d-4452-bd1b-f0a465a6692d" providerId="ADAL" clId="{94BB7036-1015-409E-8F8C-ED6ED4A48B07}" dt="2025-12-16T05:34:47.104" v="127" actId="1035"/>
          <ac:cxnSpMkLst>
            <pc:docMk/>
            <pc:sldMk cId="3442893762" sldId="2147481942"/>
            <ac:cxnSpMk id="75" creationId="{87369E7D-0A42-4E2C-80AB-106F8A3EC311}"/>
          </ac:cxnSpMkLst>
        </pc:cxnChg>
        <pc:cxnChg chg="mod">
          <ac:chgData name="차영은(YEONGEUN CHA)[yeongeun.cha]/선임/제조DX.자동보정.RSND자동보정팀" userId="e4ba232c-cf2d-4452-bd1b-f0a465a6692d" providerId="ADAL" clId="{94BB7036-1015-409E-8F8C-ED6ED4A48B07}" dt="2025-12-16T05:34:47.104" v="127" actId="1035"/>
          <ac:cxnSpMkLst>
            <pc:docMk/>
            <pc:sldMk cId="3442893762" sldId="2147481942"/>
            <ac:cxnSpMk id="76" creationId="{D753E66E-B1CE-4D5F-86FE-FDB8D8609C43}"/>
          </ac:cxnSpMkLst>
        </pc:cxnChg>
      </pc:sldChg>
      <pc:sldChg chg="modSp mod">
        <pc:chgData name="차영은(YEONGEUN CHA)[yeongeun.cha]/선임/제조DX.자동보정.RSND자동보정팀" userId="e4ba232c-cf2d-4452-bd1b-f0a465a6692d" providerId="ADAL" clId="{94BB7036-1015-409E-8F8C-ED6ED4A48B07}" dt="2025-12-16T05:35:47.044" v="183" actId="207"/>
        <pc:sldMkLst>
          <pc:docMk/>
          <pc:sldMk cId="525786264" sldId="2147483624"/>
        </pc:sldMkLst>
        <pc:spChg chg="mod">
          <ac:chgData name="차영은(YEONGEUN CHA)[yeongeun.cha]/선임/제조DX.자동보정.RSND자동보정팀" userId="e4ba232c-cf2d-4452-bd1b-f0a465a6692d" providerId="ADAL" clId="{94BB7036-1015-409E-8F8C-ED6ED4A48B07}" dt="2025-12-16T05:35:47.044" v="183" actId="207"/>
          <ac:spMkLst>
            <pc:docMk/>
            <pc:sldMk cId="525786264" sldId="2147483624"/>
            <ac:spMk id="4" creationId="{CEBB0812-F196-46E5-A546-53F25D17E7E5}"/>
          </ac:spMkLst>
        </pc:spChg>
      </pc:sldChg>
    </pc:docChg>
  </pc:docChgLst>
  <pc:docChgLst>
    <pc:chgData name="김태욱(TAEWOOK KIM)[twkiii]/사원/제조DX.자동보정.자동보정선행개발팀" userId="S::twkiii@lgensol.com::7550169e-81b5-4b23-9cda-68528cfbbc51" providerId="AD" clId="Web-{7F801133-ADF8-3EF4-A8DE-A8485A71AD81}"/>
    <pc:docChg chg="modSld">
      <pc:chgData name="김태욱(TAEWOOK KIM)[twkiii]/사원/제조DX.자동보정.자동보정선행개발팀" userId="S::twkiii@lgensol.com::7550169e-81b5-4b23-9cda-68528cfbbc51" providerId="AD" clId="Web-{7F801133-ADF8-3EF4-A8DE-A8485A71AD81}" dt="2025-12-09T01:41:02.742" v="45" actId="20577"/>
      <pc:docMkLst>
        <pc:docMk/>
      </pc:docMkLst>
      <pc:sldChg chg="modSp">
        <pc:chgData name="김태욱(TAEWOOK KIM)[twkiii]/사원/제조DX.자동보정.자동보정선행개발팀" userId="S::twkiii@lgensol.com::7550169e-81b5-4b23-9cda-68528cfbbc51" providerId="AD" clId="Web-{7F801133-ADF8-3EF4-A8DE-A8485A71AD81}" dt="2025-12-09T01:41:02.742" v="45" actId="20577"/>
        <pc:sldMkLst>
          <pc:docMk/>
          <pc:sldMk cId="2246734517" sldId="261"/>
        </pc:sldMkLst>
        <pc:graphicFrameChg chg="mod modGraphic">
          <ac:chgData name="김태욱(TAEWOOK KIM)[twkiii]/사원/제조DX.자동보정.자동보정선행개발팀" userId="S::twkiii@lgensol.com::7550169e-81b5-4b23-9cda-68528cfbbc51" providerId="AD" clId="Web-{7F801133-ADF8-3EF4-A8DE-A8485A71AD81}" dt="2025-12-09T01:40:57.196" v="43"/>
          <ac:graphicFrameMkLst>
            <pc:docMk/>
            <pc:sldMk cId="2246734517" sldId="261"/>
            <ac:graphicFrameMk id="32" creationId="{C75B2E3A-6367-47F5-9C2E-36D1B1E1DCAE}"/>
          </ac:graphicFrameMkLst>
        </pc:graphicFrameChg>
      </pc:sldChg>
    </pc:docChg>
  </pc:docChgLst>
  <pc:docChgLst>
    <pc:chgData name="박상하(SANGHA PARK)[sangha.park]/책임/제조DX.자동보정.RSND자동보정팀" userId="S::sangha.park@lgensol.com::507a07c6-8366-4767-be6e-cc66d4fd9711" providerId="AD" clId="Web-{921A7234-EC27-26D8-F622-41BF491FA5B0}"/>
    <pc:docChg chg="modSld">
      <pc:chgData name="박상하(SANGHA PARK)[sangha.park]/책임/제조DX.자동보정.RSND자동보정팀" userId="S::sangha.park@lgensol.com::507a07c6-8366-4767-be6e-cc66d4fd9711" providerId="AD" clId="Web-{921A7234-EC27-26D8-F622-41BF491FA5B0}" dt="2025-11-19T08:17:20.775" v="4"/>
      <pc:docMkLst>
        <pc:docMk/>
      </pc:docMkLst>
      <pc:sldChg chg="modSp">
        <pc:chgData name="박상하(SANGHA PARK)[sangha.park]/책임/제조DX.자동보정.RSND자동보정팀" userId="S::sangha.park@lgensol.com::507a07c6-8366-4767-be6e-cc66d4fd9711" providerId="AD" clId="Web-{921A7234-EC27-26D8-F622-41BF491FA5B0}" dt="2025-11-19T08:17:20.775" v="4"/>
        <pc:sldMkLst>
          <pc:docMk/>
          <pc:sldMk cId="236506849" sldId="304"/>
        </pc:sldMkLst>
        <pc:graphicFrameChg chg="modGraphic">
          <ac:chgData name="박상하(SANGHA PARK)[sangha.park]/책임/제조DX.자동보정.RSND자동보정팀" userId="S::sangha.park@lgensol.com::507a07c6-8366-4767-be6e-cc66d4fd9711" providerId="AD" clId="Web-{921A7234-EC27-26D8-F622-41BF491FA5B0}" dt="2025-11-19T08:17:20.775" v="4"/>
          <ac:graphicFrameMkLst>
            <pc:docMk/>
            <pc:sldMk cId="236506849" sldId="304"/>
            <ac:graphicFrameMk id="36" creationId="{08EF6A84-266C-49B2-A087-EEDF8C91C215}"/>
          </ac:graphicFrameMkLst>
        </pc:graphicFrameChg>
      </pc:sldChg>
    </pc:docChg>
  </pc:docChgLst>
  <pc:docChgLst>
    <pc:chgData name="박준오(JUNO PARK)[jopark]/책임/제조DX.자동보정.조립자동보정팀" userId="b07c4842-d582-4cfa-bd05-8310818ebb5c" providerId="ADAL" clId="{43A1FCA8-06C8-4A51-B804-0E36568D47EB}"/>
    <pc:docChg chg="custSel modSld">
      <pc:chgData name="박준오(JUNO PARK)[jopark]/책임/제조DX.자동보정.조립자동보정팀" userId="b07c4842-d582-4cfa-bd05-8310818ebb5c" providerId="ADAL" clId="{43A1FCA8-06C8-4A51-B804-0E36568D47EB}" dt="2025-12-10T02:07:46.264" v="549" actId="20577"/>
      <pc:docMkLst>
        <pc:docMk/>
      </pc:docMkLst>
      <pc:sldChg chg="modSp mod">
        <pc:chgData name="박준오(JUNO PARK)[jopark]/책임/제조DX.자동보정.조립자동보정팀" userId="b07c4842-d582-4cfa-bd05-8310818ebb5c" providerId="ADAL" clId="{43A1FCA8-06C8-4A51-B804-0E36568D47EB}" dt="2025-12-10T02:07:01.532" v="537" actId="207"/>
        <pc:sldMkLst>
          <pc:docMk/>
          <pc:sldMk cId="3806794940" sldId="2147481896"/>
        </pc:sldMkLst>
        <pc:spChg chg="mod">
          <ac:chgData name="박준오(JUNO PARK)[jopark]/책임/제조DX.자동보정.조립자동보정팀" userId="b07c4842-d582-4cfa-bd05-8310818ebb5c" providerId="ADAL" clId="{43A1FCA8-06C8-4A51-B804-0E36568D47EB}" dt="2025-12-10T01:55:55.849" v="3" actId="20577"/>
          <ac:spMkLst>
            <pc:docMk/>
            <pc:sldMk cId="3806794940" sldId="2147481896"/>
            <ac:spMk id="39" creationId="{35A19147-95B2-445E-9EA9-7C629BED958D}"/>
          </ac:spMkLst>
        </pc:spChg>
        <pc:graphicFrameChg chg="modGraphic">
          <ac:chgData name="박준오(JUNO PARK)[jopark]/책임/제조DX.자동보정.조립자동보정팀" userId="b07c4842-d582-4cfa-bd05-8310818ebb5c" providerId="ADAL" clId="{43A1FCA8-06C8-4A51-B804-0E36568D47EB}" dt="2025-12-10T01:56:02.083" v="7" actId="20577"/>
          <ac:graphicFrameMkLst>
            <pc:docMk/>
            <pc:sldMk cId="3806794940" sldId="2147481896"/>
            <ac:graphicFrameMk id="20" creationId="{2DA94209-4BE0-4B68-B69F-D3BFF8EDF90F}"/>
          </ac:graphicFrameMkLst>
        </pc:graphicFrameChg>
        <pc:graphicFrameChg chg="mod modGraphic">
          <ac:chgData name="박준오(JUNO PARK)[jopark]/책임/제조DX.자동보정.조립자동보정팀" userId="b07c4842-d582-4cfa-bd05-8310818ebb5c" providerId="ADAL" clId="{43A1FCA8-06C8-4A51-B804-0E36568D47EB}" dt="2025-12-10T02:07:01.532" v="537" actId="207"/>
          <ac:graphicFrameMkLst>
            <pc:docMk/>
            <pc:sldMk cId="3806794940" sldId="2147481896"/>
            <ac:graphicFrameMk id="24" creationId="{EE25D773-57A8-4A35-B7A5-664A556DA172}"/>
          </ac:graphicFrameMkLst>
        </pc:graphicFrameChg>
      </pc:sldChg>
      <pc:sldChg chg="modSp mod">
        <pc:chgData name="박준오(JUNO PARK)[jopark]/책임/제조DX.자동보정.조립자동보정팀" userId="b07c4842-d582-4cfa-bd05-8310818ebb5c" providerId="ADAL" clId="{43A1FCA8-06C8-4A51-B804-0E36568D47EB}" dt="2025-12-10T02:07:46.264" v="549" actId="20577"/>
        <pc:sldMkLst>
          <pc:docMk/>
          <pc:sldMk cId="603145438" sldId="2147483614"/>
        </pc:sldMkLst>
        <pc:spChg chg="mod">
          <ac:chgData name="박준오(JUNO PARK)[jopark]/책임/제조DX.자동보정.조립자동보정팀" userId="b07c4842-d582-4cfa-bd05-8310818ebb5c" providerId="ADAL" clId="{43A1FCA8-06C8-4A51-B804-0E36568D47EB}" dt="2025-12-10T02:07:40.902" v="541" actId="20577"/>
          <ac:spMkLst>
            <pc:docMk/>
            <pc:sldMk cId="603145438" sldId="2147483614"/>
            <ac:spMk id="17" creationId="{E59C6D43-9A9B-4BC4-B37D-D1783B5F5CE3}"/>
          </ac:spMkLst>
        </pc:spChg>
        <pc:graphicFrameChg chg="modGraphic">
          <ac:chgData name="박준오(JUNO PARK)[jopark]/책임/제조DX.자동보정.조립자동보정팀" userId="b07c4842-d582-4cfa-bd05-8310818ebb5c" providerId="ADAL" clId="{43A1FCA8-06C8-4A51-B804-0E36568D47EB}" dt="2025-12-10T02:07:46.264" v="549" actId="20577"/>
          <ac:graphicFrameMkLst>
            <pc:docMk/>
            <pc:sldMk cId="603145438" sldId="2147483614"/>
            <ac:graphicFrameMk id="15" creationId="{9BC22E7F-57EF-4204-8D6D-A0D86416CCF9}"/>
          </ac:graphicFrameMkLst>
        </pc:graphicFrameChg>
      </pc:sldChg>
    </pc:docChg>
  </pc:docChgLst>
  <pc:docChgLst>
    <pc:chgData name="강현웅(HYEONWOONG KANG)[khw330]/선임/제조DX.자동보정.조립자동보정팀" userId="2b3cec2e-b960-4340-96c3-4469e2643969" providerId="ADAL" clId="{D737ED8B-0818-4DB4-8B9E-CA3EB30222CD}"/>
    <pc:docChg chg="undo custSel modSld">
      <pc:chgData name="강현웅(HYEONWOONG KANG)[khw330]/선임/제조DX.자동보정.조립자동보정팀" userId="2b3cec2e-b960-4340-96c3-4469e2643969" providerId="ADAL" clId="{D737ED8B-0818-4DB4-8B9E-CA3EB30222CD}" dt="2025-12-16T02:39:07.891" v="345" actId="20577"/>
      <pc:docMkLst>
        <pc:docMk/>
      </pc:docMkLst>
      <pc:sldChg chg="modSp mod">
        <pc:chgData name="강현웅(HYEONWOONG KANG)[khw330]/선임/제조DX.자동보정.조립자동보정팀" userId="2b3cec2e-b960-4340-96c3-4469e2643969" providerId="ADAL" clId="{D737ED8B-0818-4DB4-8B9E-CA3EB30222CD}" dt="2025-12-16T02:33:48.943" v="7" actId="207"/>
        <pc:sldMkLst>
          <pc:docMk/>
          <pc:sldMk cId="528501483" sldId="264"/>
        </pc:sldMkLst>
        <pc:spChg chg="mod">
          <ac:chgData name="강현웅(HYEONWOONG KANG)[khw330]/선임/제조DX.자동보정.조립자동보정팀" userId="2b3cec2e-b960-4340-96c3-4469e2643969" providerId="ADAL" clId="{D737ED8B-0818-4DB4-8B9E-CA3EB30222CD}" dt="2025-12-16T02:33:48.943" v="7" actId="207"/>
          <ac:spMkLst>
            <pc:docMk/>
            <pc:sldMk cId="528501483" sldId="264"/>
            <ac:spMk id="2" creationId="{E8F06963-68B2-D37B-EC7B-3994ACC6BD2A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48.943" v="7" actId="207"/>
          <ac:spMkLst>
            <pc:docMk/>
            <pc:sldMk cId="528501483" sldId="264"/>
            <ac:spMk id="8" creationId="{9A1AFDD3-0124-4AF4-173A-8D36DE226272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48.943" v="7" actId="207"/>
          <ac:spMkLst>
            <pc:docMk/>
            <pc:sldMk cId="528501483" sldId="264"/>
            <ac:spMk id="9" creationId="{7CD993CE-C016-5F56-43D3-12FC593D35E7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48.943" v="7" actId="207"/>
          <ac:spMkLst>
            <pc:docMk/>
            <pc:sldMk cId="528501483" sldId="264"/>
            <ac:spMk id="10" creationId="{622256A6-C7CD-F573-B117-F304392ACE9E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48.943" v="7" actId="207"/>
          <ac:spMkLst>
            <pc:docMk/>
            <pc:sldMk cId="528501483" sldId="264"/>
            <ac:spMk id="12" creationId="{6F1B67F7-3FCA-8C3B-A398-028735996A77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48.943" v="7" actId="207"/>
          <ac:spMkLst>
            <pc:docMk/>
            <pc:sldMk cId="528501483" sldId="264"/>
            <ac:spMk id="15" creationId="{E0E42231-D299-2E3B-F2DE-55FFD43F80C3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48.943" v="7" actId="207"/>
          <ac:spMkLst>
            <pc:docMk/>
            <pc:sldMk cId="528501483" sldId="264"/>
            <ac:spMk id="64" creationId="{DA2F7899-9E4B-23E7-3DFC-0588A8FBAE7E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D737ED8B-0818-4DB4-8B9E-CA3EB30222CD}" dt="2025-12-16T02:39:07.891" v="345" actId="20577"/>
        <pc:sldMkLst>
          <pc:docMk/>
          <pc:sldMk cId="1984979464" sldId="277"/>
        </pc:sldMkLst>
        <pc:graphicFrameChg chg="mod modGraphic">
          <ac:chgData name="강현웅(HYEONWOONG KANG)[khw330]/선임/제조DX.자동보정.조립자동보정팀" userId="2b3cec2e-b960-4340-96c3-4469e2643969" providerId="ADAL" clId="{D737ED8B-0818-4DB4-8B9E-CA3EB30222CD}" dt="2025-12-16T02:39:07.891" v="345" actId="20577"/>
          <ac:graphicFrameMkLst>
            <pc:docMk/>
            <pc:sldMk cId="1984979464" sldId="277"/>
            <ac:graphicFrameMk id="9" creationId="{8FDB63AD-0852-F4A6-4748-366EC5BD265C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D737ED8B-0818-4DB4-8B9E-CA3EB30222CD}" dt="2025-12-16T02:34:25.427" v="14" actId="207"/>
        <pc:sldMkLst>
          <pc:docMk/>
          <pc:sldMk cId="796425396" sldId="280"/>
        </pc:sldMkLst>
        <pc:spChg chg="mod">
          <ac:chgData name="강현웅(HYEONWOONG KANG)[khw330]/선임/제조DX.자동보정.조립자동보정팀" userId="2b3cec2e-b960-4340-96c3-4469e2643969" providerId="ADAL" clId="{D737ED8B-0818-4DB4-8B9E-CA3EB30222CD}" dt="2025-12-16T02:34:25.427" v="14" actId="207"/>
          <ac:spMkLst>
            <pc:docMk/>
            <pc:sldMk cId="796425396" sldId="280"/>
            <ac:spMk id="7" creationId="{5FFE56CF-CC3C-4CB8-AE23-4CE66F4223A6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4:25.427" v="14" actId="207"/>
          <ac:spMkLst>
            <pc:docMk/>
            <pc:sldMk cId="796425396" sldId="280"/>
            <ac:spMk id="8" creationId="{3FD84678-0133-40B2-9FFB-B2D70B8D548E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4:25.427" v="14" actId="207"/>
          <ac:spMkLst>
            <pc:docMk/>
            <pc:sldMk cId="796425396" sldId="280"/>
            <ac:spMk id="10" creationId="{6147300D-9DAE-4829-8783-4A59CE1CF601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4:25.427" v="14" actId="207"/>
          <ac:spMkLst>
            <pc:docMk/>
            <pc:sldMk cId="796425396" sldId="280"/>
            <ac:spMk id="13" creationId="{288A02FF-70B5-F899-BFF9-BECCD2D85C6A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4:25.427" v="14" actId="207"/>
          <ac:spMkLst>
            <pc:docMk/>
            <pc:sldMk cId="796425396" sldId="280"/>
            <ac:spMk id="18" creationId="{3BBB4B0D-7B81-43F6-9A05-343C5774335F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4:25.427" v="14" actId="207"/>
          <ac:spMkLst>
            <pc:docMk/>
            <pc:sldMk cId="796425396" sldId="280"/>
            <ac:spMk id="64" creationId="{116BADB3-39D0-90FA-8C8F-766864D32904}"/>
          </ac:spMkLst>
        </pc:spChg>
      </pc:sldChg>
      <pc:sldChg chg="mod modShow">
        <pc:chgData name="강현웅(HYEONWOONG KANG)[khw330]/선임/제조DX.자동보정.조립자동보정팀" userId="2b3cec2e-b960-4340-96c3-4469e2643969" providerId="ADAL" clId="{D737ED8B-0818-4DB4-8B9E-CA3EB30222CD}" dt="2025-12-16T02:37:24.049" v="15" actId="729"/>
        <pc:sldMkLst>
          <pc:docMk/>
          <pc:sldMk cId="2657643038" sldId="306"/>
        </pc:sldMkLst>
      </pc:sldChg>
      <pc:sldChg chg="modSp mod">
        <pc:chgData name="강현웅(HYEONWOONG KANG)[khw330]/선임/제조DX.자동보정.조립자동보정팀" userId="2b3cec2e-b960-4340-96c3-4469e2643969" providerId="ADAL" clId="{D737ED8B-0818-4DB4-8B9E-CA3EB30222CD}" dt="2025-12-16T02:32:57.284" v="1" actId="20577"/>
        <pc:sldMkLst>
          <pc:docMk/>
          <pc:sldMk cId="2751367990" sldId="746"/>
        </pc:sldMkLst>
        <pc:spChg chg="mod">
          <ac:chgData name="강현웅(HYEONWOONG KANG)[khw330]/선임/제조DX.자동보정.조립자동보정팀" userId="2b3cec2e-b960-4340-96c3-4469e2643969" providerId="ADAL" clId="{D737ED8B-0818-4DB4-8B9E-CA3EB30222CD}" dt="2025-12-16T02:32:57.284" v="1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D737ED8B-0818-4DB4-8B9E-CA3EB30222CD}" dt="2025-12-16T02:33:36.944" v="6" actId="207"/>
        <pc:sldMkLst>
          <pc:docMk/>
          <pc:sldMk cId="3266697761" sldId="2278"/>
        </pc:sldMkLst>
        <pc:spChg chg="mod">
          <ac:chgData name="강현웅(HYEONWOONG KANG)[khw330]/선임/제조DX.자동보정.조립자동보정팀" userId="2b3cec2e-b960-4340-96c3-4469e2643969" providerId="ADAL" clId="{D737ED8B-0818-4DB4-8B9E-CA3EB30222CD}" dt="2025-12-16T02:33:36.944" v="6" actId="207"/>
          <ac:spMkLst>
            <pc:docMk/>
            <pc:sldMk cId="3266697761" sldId="2278"/>
            <ac:spMk id="5" creationId="{9F5FF4B7-2926-4D73-A8B9-82803C7166FE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36.944" v="6" actId="207"/>
          <ac:spMkLst>
            <pc:docMk/>
            <pc:sldMk cId="3266697761" sldId="2278"/>
            <ac:spMk id="12" creationId="{DB007822-F419-4717-A8C9-C04BF56608D7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36.944" v="6" actId="207"/>
          <ac:spMkLst>
            <pc:docMk/>
            <pc:sldMk cId="3266697761" sldId="2278"/>
            <ac:spMk id="64" creationId="{00000000-0000-0000-0000-000000000000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D737ED8B-0818-4DB4-8B9E-CA3EB30222CD}" dt="2025-12-16T02:33:25.992" v="4" actId="207"/>
        <pc:sldMkLst>
          <pc:docMk/>
          <pc:sldMk cId="2440852975" sldId="2147481923"/>
        </pc:sldMkLst>
        <pc:spChg chg="mod">
          <ac:chgData name="강현웅(HYEONWOONG KANG)[khw330]/선임/제조DX.자동보정.조립자동보정팀" userId="2b3cec2e-b960-4340-96c3-4469e2643969" providerId="ADAL" clId="{D737ED8B-0818-4DB4-8B9E-CA3EB30222CD}" dt="2025-12-16T02:33:25.992" v="4" actId="207"/>
          <ac:spMkLst>
            <pc:docMk/>
            <pc:sldMk cId="2440852975" sldId="2147481923"/>
            <ac:spMk id="5" creationId="{1D4E271F-1E0F-4F81-9313-A0E990AFCB9C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25.992" v="4" actId="207"/>
          <ac:spMkLst>
            <pc:docMk/>
            <pc:sldMk cId="2440852975" sldId="2147481923"/>
            <ac:spMk id="8" creationId="{CB0B3E35-76C1-4ED7-A859-2CC8E85EA27D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25.992" v="4" actId="207"/>
          <ac:spMkLst>
            <pc:docMk/>
            <pc:sldMk cId="2440852975" sldId="2147481923"/>
            <ac:spMk id="64" creationId="{00000000-0000-0000-0000-000000000000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D737ED8B-0818-4DB4-8B9E-CA3EB30222CD}" dt="2025-12-16T02:33:30.298" v="5" actId="207"/>
        <pc:sldMkLst>
          <pc:docMk/>
          <pc:sldMk cId="2543445665" sldId="2147483561"/>
        </pc:sldMkLst>
        <pc:spChg chg="mod">
          <ac:chgData name="강현웅(HYEONWOONG KANG)[khw330]/선임/제조DX.자동보정.조립자동보정팀" userId="2b3cec2e-b960-4340-96c3-4469e2643969" providerId="ADAL" clId="{D737ED8B-0818-4DB4-8B9E-CA3EB30222CD}" dt="2025-12-16T02:33:30.298" v="5" actId="207"/>
          <ac:spMkLst>
            <pc:docMk/>
            <pc:sldMk cId="2543445665" sldId="2147483561"/>
            <ac:spMk id="5" creationId="{1D4E271F-1E0F-4F81-9313-A0E990AFCB9C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30.298" v="5" actId="207"/>
          <ac:spMkLst>
            <pc:docMk/>
            <pc:sldMk cId="2543445665" sldId="2147483561"/>
            <ac:spMk id="7" creationId="{2BC7F42E-092C-4FC0-A5C6-9F625CADC1F5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30.298" v="5" actId="207"/>
          <ac:spMkLst>
            <pc:docMk/>
            <pc:sldMk cId="2543445665" sldId="2147483561"/>
            <ac:spMk id="64" creationId="{00000000-0000-0000-0000-000000000000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D737ED8B-0818-4DB4-8B9E-CA3EB30222CD}" dt="2025-12-16T02:33:02.695" v="2" actId="207"/>
        <pc:sldMkLst>
          <pc:docMk/>
          <pc:sldMk cId="722830885" sldId="2147483567"/>
        </pc:sldMkLst>
        <pc:spChg chg="mod">
          <ac:chgData name="강현웅(HYEONWOONG KANG)[khw330]/선임/제조DX.자동보정.조립자동보정팀" userId="2b3cec2e-b960-4340-96c3-4469e2643969" providerId="ADAL" clId="{D737ED8B-0818-4DB4-8B9E-CA3EB30222CD}" dt="2025-12-16T02:33:02.695" v="2" actId="207"/>
          <ac:spMkLst>
            <pc:docMk/>
            <pc:sldMk cId="722830885" sldId="2147483567"/>
            <ac:spMk id="2" creationId="{C43922EE-BB6A-E468-2E94-448C528B80D5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02.695" v="2" actId="207"/>
          <ac:spMkLst>
            <pc:docMk/>
            <pc:sldMk cId="722830885" sldId="2147483567"/>
            <ac:spMk id="6" creationId="{47A6D05B-D901-0A6C-262F-03325DC939DB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02.695" v="2" actId="207"/>
          <ac:spMkLst>
            <pc:docMk/>
            <pc:sldMk cId="722830885" sldId="2147483567"/>
            <ac:spMk id="7" creationId="{AD3BF565-D859-1C33-8CA9-2D6DAC4F76CB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02.695" v="2" actId="207"/>
          <ac:spMkLst>
            <pc:docMk/>
            <pc:sldMk cId="722830885" sldId="2147483567"/>
            <ac:spMk id="8" creationId="{4715419D-4217-40C2-A8D7-9ABA23F57BBE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02.695" v="2" actId="207"/>
          <ac:spMkLst>
            <pc:docMk/>
            <pc:sldMk cId="722830885" sldId="2147483567"/>
            <ac:spMk id="12" creationId="{3F98626B-21E5-453F-AA26-8FF0187612AA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D737ED8B-0818-4DB4-8B9E-CA3EB30222CD}" dt="2025-12-16T02:33:05.353" v="3" actId="207"/>
        <pc:sldMkLst>
          <pc:docMk/>
          <pc:sldMk cId="2078861670" sldId="2147483568"/>
        </pc:sldMkLst>
        <pc:spChg chg="mod">
          <ac:chgData name="강현웅(HYEONWOONG KANG)[khw330]/선임/제조DX.자동보정.조립자동보정팀" userId="2b3cec2e-b960-4340-96c3-4469e2643969" providerId="ADAL" clId="{D737ED8B-0818-4DB4-8B9E-CA3EB30222CD}" dt="2025-12-16T02:33:05.353" v="3" actId="207"/>
          <ac:spMkLst>
            <pc:docMk/>
            <pc:sldMk cId="2078861670" sldId="2147483568"/>
            <ac:spMk id="2" creationId="{7CC38E67-BE48-B973-2036-F78B55B13D21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05.353" v="3" actId="207"/>
          <ac:spMkLst>
            <pc:docMk/>
            <pc:sldMk cId="2078861670" sldId="2147483568"/>
            <ac:spMk id="3" creationId="{22F2C12B-C266-177D-E21B-E4ACBCFFF990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05.353" v="3" actId="207"/>
          <ac:spMkLst>
            <pc:docMk/>
            <pc:sldMk cId="2078861670" sldId="2147483568"/>
            <ac:spMk id="4" creationId="{E9B11933-29D8-27ED-44B8-946525613326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05.353" v="3" actId="207"/>
          <ac:spMkLst>
            <pc:docMk/>
            <pc:sldMk cId="2078861670" sldId="2147483568"/>
            <ac:spMk id="5" creationId="{737BFAA4-416E-B265-41C5-8341D3F9F62E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05.353" v="3" actId="207"/>
          <ac:spMkLst>
            <pc:docMk/>
            <pc:sldMk cId="2078861670" sldId="2147483568"/>
            <ac:spMk id="6" creationId="{B4FBCDF0-E798-E937-6664-6E87F2E92AB9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05.353" v="3" actId="207"/>
          <ac:spMkLst>
            <pc:docMk/>
            <pc:sldMk cId="2078861670" sldId="2147483568"/>
            <ac:spMk id="12" creationId="{3F98626B-21E5-453F-AA26-8FF0187612AA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05.353" v="3" actId="207"/>
          <ac:spMkLst>
            <pc:docMk/>
            <pc:sldMk cId="2078861670" sldId="2147483568"/>
            <ac:spMk id="16" creationId="{49DF342E-4401-4D7B-B75B-558FB02193FB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D737ED8B-0818-4DB4-8B9E-CA3EB30222CD}" dt="2025-12-16T02:34:15.635" v="11" actId="207"/>
        <pc:sldMkLst>
          <pc:docMk/>
          <pc:sldMk cId="525786264" sldId="2147483624"/>
        </pc:sldMkLst>
        <pc:spChg chg="mod">
          <ac:chgData name="강현웅(HYEONWOONG KANG)[khw330]/선임/제조DX.자동보정.조립자동보정팀" userId="2b3cec2e-b960-4340-96c3-4469e2643969" providerId="ADAL" clId="{D737ED8B-0818-4DB4-8B9E-CA3EB30222CD}" dt="2025-12-16T02:34:06.945" v="9" actId="207"/>
          <ac:spMkLst>
            <pc:docMk/>
            <pc:sldMk cId="525786264" sldId="2147483624"/>
            <ac:spMk id="4" creationId="{CEBB0812-F196-46E5-A546-53F25D17E7E5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4:15.635" v="11" actId="207"/>
          <ac:spMkLst>
            <pc:docMk/>
            <pc:sldMk cId="525786264" sldId="2147483624"/>
            <ac:spMk id="11" creationId="{3274C080-3787-0A27-C67B-6746657330A6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4:12.220" v="10" actId="207"/>
          <ac:spMkLst>
            <pc:docMk/>
            <pc:sldMk cId="525786264" sldId="2147483624"/>
            <ac:spMk id="21" creationId="{B00712CB-B099-86DB-9D6F-E91A2DDF6AB5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D737ED8B-0818-4DB4-8B9E-CA3EB30222CD}" dt="2025-12-16T02:33:53.988" v="8" actId="207"/>
        <pc:sldMkLst>
          <pc:docMk/>
          <pc:sldMk cId="3761653059" sldId="2147483638"/>
        </pc:sldMkLst>
        <pc:spChg chg="mod">
          <ac:chgData name="강현웅(HYEONWOONG KANG)[khw330]/선임/제조DX.자동보정.조립자동보정팀" userId="2b3cec2e-b960-4340-96c3-4469e2643969" providerId="ADAL" clId="{D737ED8B-0818-4DB4-8B9E-CA3EB30222CD}" dt="2025-12-16T02:33:53.988" v="8" actId="207"/>
          <ac:spMkLst>
            <pc:docMk/>
            <pc:sldMk cId="3761653059" sldId="2147483638"/>
            <ac:spMk id="2" creationId="{A91576D2-AF0F-4AA1-AC06-EE4AF3CDF4F8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53.988" v="8" actId="207"/>
          <ac:spMkLst>
            <pc:docMk/>
            <pc:sldMk cId="3761653059" sldId="2147483638"/>
            <ac:spMk id="5" creationId="{8835EA93-3488-4C63-BA8A-FE75EE26A262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53.988" v="8" actId="207"/>
          <ac:spMkLst>
            <pc:docMk/>
            <pc:sldMk cId="3761653059" sldId="2147483638"/>
            <ac:spMk id="11" creationId="{4873BAB2-CAE4-46B9-DA6D-9ED57EE24099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53.988" v="8" actId="207"/>
          <ac:spMkLst>
            <pc:docMk/>
            <pc:sldMk cId="3761653059" sldId="2147483638"/>
            <ac:spMk id="23" creationId="{51EDA293-8423-D041-1D15-24DC9ACC3978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53.988" v="8" actId="207"/>
          <ac:spMkLst>
            <pc:docMk/>
            <pc:sldMk cId="3761653059" sldId="2147483638"/>
            <ac:spMk id="24" creationId="{68298820-7D85-A6ED-9D53-48660883B2D3}"/>
          </ac:spMkLst>
        </pc:spChg>
        <pc:spChg chg="mod">
          <ac:chgData name="강현웅(HYEONWOONG KANG)[khw330]/선임/제조DX.자동보정.조립자동보정팀" userId="2b3cec2e-b960-4340-96c3-4469e2643969" providerId="ADAL" clId="{D737ED8B-0818-4DB4-8B9E-CA3EB30222CD}" dt="2025-12-16T02:33:53.988" v="8" actId="207"/>
          <ac:spMkLst>
            <pc:docMk/>
            <pc:sldMk cId="3761653059" sldId="2147483638"/>
            <ac:spMk id="28" creationId="{564B3419-9323-12DE-9223-F5F9F478B06A}"/>
          </ac:spMkLst>
        </pc:spChg>
      </pc:sldChg>
    </pc:docChg>
  </pc:docChgLst>
  <pc:docChgLst>
    <pc:chgData name="박세용(SEYONG PARK)[seyong89]/책임/제조DX.자동보정.RSND자동보정팀" userId="9a53a9cf-4d05-4e8b-b6f4-51c057f191bb" providerId="ADAL" clId="{25781E5F-DD4D-4F32-9389-7A81A99C60E0}"/>
    <pc:docChg chg="custSel modSld">
      <pc:chgData name="박세용(SEYONG PARK)[seyong89]/책임/제조DX.자동보정.RSND자동보정팀" userId="9a53a9cf-4d05-4e8b-b6f4-51c057f191bb" providerId="ADAL" clId="{25781E5F-DD4D-4F32-9389-7A81A99C60E0}" dt="2025-12-10T01:45:45.361" v="568" actId="207"/>
      <pc:docMkLst>
        <pc:docMk/>
      </pc:docMkLst>
      <pc:sldChg chg="modSp mod">
        <pc:chgData name="박세용(SEYONG PARK)[seyong89]/책임/제조DX.자동보정.RSND자동보정팀" userId="9a53a9cf-4d05-4e8b-b6f4-51c057f191bb" providerId="ADAL" clId="{25781E5F-DD4D-4F32-9389-7A81A99C60E0}" dt="2025-12-09T06:05:39.510" v="169" actId="20577"/>
        <pc:sldMkLst>
          <pc:docMk/>
          <pc:sldMk cId="2926393564" sldId="285"/>
        </pc:sldMkLst>
        <pc:spChg chg="mod">
          <ac:chgData name="박세용(SEYONG PARK)[seyong89]/책임/제조DX.자동보정.RSND자동보정팀" userId="9a53a9cf-4d05-4e8b-b6f4-51c057f191bb" providerId="ADAL" clId="{25781E5F-DD4D-4F32-9389-7A81A99C60E0}" dt="2025-12-09T06:05:39.510" v="169" actId="20577"/>
          <ac:spMkLst>
            <pc:docMk/>
            <pc:sldMk cId="2926393564" sldId="285"/>
            <ac:spMk id="5" creationId="{8823653C-1E4C-2AB3-B2C7-17A96027CDF5}"/>
          </ac:spMkLst>
        </pc:spChg>
        <pc:graphicFrameChg chg="modGraphic">
          <ac:chgData name="박세용(SEYONG PARK)[seyong89]/책임/제조DX.자동보정.RSND자동보정팀" userId="9a53a9cf-4d05-4e8b-b6f4-51c057f191bb" providerId="ADAL" clId="{25781E5F-DD4D-4F32-9389-7A81A99C60E0}" dt="2025-12-09T06:05:33.591" v="167" actId="20577"/>
          <ac:graphicFrameMkLst>
            <pc:docMk/>
            <pc:sldMk cId="2926393564" sldId="285"/>
            <ac:graphicFrameMk id="16" creationId="{721D71E9-3437-A6BF-DC12-E6C5B9BEBCB8}"/>
          </ac:graphicFrameMkLst>
        </pc:graphicFrameChg>
      </pc:sldChg>
      <pc:sldChg chg="modSp mod">
        <pc:chgData name="박세용(SEYONG PARK)[seyong89]/책임/제조DX.자동보정.RSND자동보정팀" userId="9a53a9cf-4d05-4e8b-b6f4-51c057f191bb" providerId="ADAL" clId="{25781E5F-DD4D-4F32-9389-7A81A99C60E0}" dt="2025-12-09T23:53:15.470" v="410"/>
        <pc:sldMkLst>
          <pc:docMk/>
          <pc:sldMk cId="2253287276" sldId="2147482042"/>
        </pc:sldMkLst>
        <pc:spChg chg="mod">
          <ac:chgData name="박세용(SEYONG PARK)[seyong89]/책임/제조DX.자동보정.RSND자동보정팀" userId="9a53a9cf-4d05-4e8b-b6f4-51c057f191bb" providerId="ADAL" clId="{25781E5F-DD4D-4F32-9389-7A81A99C60E0}" dt="2025-12-09T05:39:17.829" v="2" actId="20577"/>
          <ac:spMkLst>
            <pc:docMk/>
            <pc:sldMk cId="2253287276" sldId="2147482042"/>
            <ac:spMk id="14" creationId="{728330FB-2942-4211-9DA7-42F39BB3C8B5}"/>
          </ac:spMkLst>
        </pc:spChg>
        <pc:graphicFrameChg chg="mod modGraphic">
          <ac:chgData name="박세용(SEYONG PARK)[seyong89]/책임/제조DX.자동보정.RSND자동보정팀" userId="9a53a9cf-4d05-4e8b-b6f4-51c057f191bb" providerId="ADAL" clId="{25781E5F-DD4D-4F32-9389-7A81A99C60E0}" dt="2025-12-09T23:53:15.470" v="410"/>
          <ac:graphicFrameMkLst>
            <pc:docMk/>
            <pc:sldMk cId="2253287276" sldId="2147482042"/>
            <ac:graphicFrameMk id="12" creationId="{7B364C26-8D6A-49BB-AD20-5191801966F9}"/>
          </ac:graphicFrameMkLst>
        </pc:graphicFrameChg>
      </pc:sldChg>
      <pc:sldChg chg="modSp mod">
        <pc:chgData name="박세용(SEYONG PARK)[seyong89]/책임/제조DX.자동보정.RSND자동보정팀" userId="9a53a9cf-4d05-4e8b-b6f4-51c057f191bb" providerId="ADAL" clId="{25781E5F-DD4D-4F32-9389-7A81A99C60E0}" dt="2025-12-09T06:04:31.136" v="165" actId="20577"/>
        <pc:sldMkLst>
          <pc:docMk/>
          <pc:sldMk cId="3800057163" sldId="2147483625"/>
        </pc:sldMkLst>
        <pc:spChg chg="mod">
          <ac:chgData name="박세용(SEYONG PARK)[seyong89]/책임/제조DX.자동보정.RSND자동보정팀" userId="9a53a9cf-4d05-4e8b-b6f4-51c057f191bb" providerId="ADAL" clId="{25781E5F-DD4D-4F32-9389-7A81A99C60E0}" dt="2025-12-09T06:04:23.637" v="135" actId="20577"/>
          <ac:spMkLst>
            <pc:docMk/>
            <pc:sldMk cId="3800057163" sldId="2147483625"/>
            <ac:spMk id="33" creationId="{708B1D54-9D52-42CB-82CB-E5D69946BACE}"/>
          </ac:spMkLst>
        </pc:spChg>
        <pc:graphicFrameChg chg="mod modGraphic">
          <ac:chgData name="박세용(SEYONG PARK)[seyong89]/책임/제조DX.자동보정.RSND자동보정팀" userId="9a53a9cf-4d05-4e8b-b6f4-51c057f191bb" providerId="ADAL" clId="{25781E5F-DD4D-4F32-9389-7A81A99C60E0}" dt="2025-12-09T06:04:31.136" v="165" actId="20577"/>
          <ac:graphicFrameMkLst>
            <pc:docMk/>
            <pc:sldMk cId="3800057163" sldId="2147483625"/>
            <ac:graphicFrameMk id="16" creationId="{EB242356-A299-46C3-9D06-5B35325220C3}"/>
          </ac:graphicFrameMkLst>
        </pc:graphicFrameChg>
      </pc:sldChg>
    </pc:docChg>
  </pc:docChgLst>
  <pc:docChgLst>
    <pc:chgData name="나영준(YOUNGJUN NA)[youngjun_na]/책임/제조DX.자동보정.MC자동보정팀" userId="S::youngjun_na@lgensol.com::0c590520-1e60-4e57-b0d6-012f89cef193" providerId="AD" clId="Web-{B286B921-5261-C59D-C14C-335D3DE6A895}"/>
    <pc:docChg chg="modSld">
      <pc:chgData name="나영준(YOUNGJUN NA)[youngjun_na]/책임/제조DX.자동보정.MC자동보정팀" userId="S::youngjun_na@lgensol.com::0c590520-1e60-4e57-b0d6-012f89cef193" providerId="AD" clId="Web-{B286B921-5261-C59D-C14C-335D3DE6A895}" dt="2025-12-03T06:28:18.188" v="545"/>
      <pc:docMkLst>
        <pc:docMk/>
      </pc:docMkLst>
      <pc:sldChg chg="addSp delSp modSp">
        <pc:chgData name="나영준(YOUNGJUN NA)[youngjun_na]/책임/제조DX.자동보정.MC자동보정팀" userId="S::youngjun_na@lgensol.com::0c590520-1e60-4e57-b0d6-012f89cef193" providerId="AD" clId="Web-{B286B921-5261-C59D-C14C-335D3DE6A895}" dt="2025-12-03T06:28:18.188" v="545"/>
        <pc:sldMkLst>
          <pc:docMk/>
          <pc:sldMk cId="696343298" sldId="286"/>
        </pc:sldMkLst>
        <pc:graphicFrameChg chg="mod modGraphic">
          <ac:chgData name="나영준(YOUNGJUN NA)[youngjun_na]/책임/제조DX.자동보정.MC자동보정팀" userId="S::youngjun_na@lgensol.com::0c590520-1e60-4e57-b0d6-012f89cef193" providerId="AD" clId="Web-{B286B921-5261-C59D-C14C-335D3DE6A895}" dt="2025-12-03T06:28:18.188" v="545"/>
          <ac:graphicFrameMkLst>
            <pc:docMk/>
            <pc:sldMk cId="696343298" sldId="286"/>
            <ac:graphicFrameMk id="3" creationId="{288888B8-029A-57B9-F6A4-85C447027341}"/>
          </ac:graphicFrameMkLst>
        </pc:graphicFrameChg>
        <pc:graphicFrameChg chg="mod modGraphic">
          <ac:chgData name="나영준(YOUNGJUN NA)[youngjun_na]/책임/제조DX.자동보정.MC자동보정팀" userId="S::youngjun_na@lgensol.com::0c590520-1e60-4e57-b0d6-012f89cef193" providerId="AD" clId="Web-{B286B921-5261-C59D-C14C-335D3DE6A895}" dt="2025-12-03T06:28:06.532" v="543" actId="1076"/>
          <ac:graphicFrameMkLst>
            <pc:docMk/>
            <pc:sldMk cId="696343298" sldId="286"/>
            <ac:graphicFrameMk id="9" creationId="{6638603E-0C75-FCA7-3CCB-2D5FD4CE05ED}"/>
          </ac:graphicFrameMkLst>
        </pc:graphicFrameChg>
      </pc:sldChg>
    </pc:docChg>
  </pc:docChgLst>
  <pc:docChgLst>
    <pc:chgData name="황재웅(JAEWOONG HWANG)[xyxowen1234]/선임/제조DX.자동보정.조립자동보정팀" userId="f43f0527-5715-43ea-a50c-40099bee054a" providerId="ADAL" clId="{232A76B8-CBF9-4707-86C2-825B466D2E4A}"/>
    <pc:docChg chg="undo custSel modSld">
      <pc:chgData name="황재웅(JAEWOONG HWANG)[xyxowen1234]/선임/제조DX.자동보정.조립자동보정팀" userId="f43f0527-5715-43ea-a50c-40099bee054a" providerId="ADAL" clId="{232A76B8-CBF9-4707-86C2-825B466D2E4A}" dt="2025-11-26T02:17:25.038" v="657" actId="20577"/>
      <pc:docMkLst>
        <pc:docMk/>
      </pc:docMkLst>
      <pc:sldChg chg="modSp">
        <pc:chgData name="황재웅(JAEWOONG HWANG)[xyxowen1234]/선임/제조DX.자동보정.조립자동보정팀" userId="f43f0527-5715-43ea-a50c-40099bee054a" providerId="ADAL" clId="{232A76B8-CBF9-4707-86C2-825B466D2E4A}" dt="2025-11-26T02:16:22.803" v="600" actId="20577"/>
        <pc:sldMkLst>
          <pc:docMk/>
          <pc:sldMk cId="3165105239" sldId="297"/>
        </pc:sldMkLst>
        <pc:spChg chg="mod">
          <ac:chgData name="황재웅(JAEWOONG HWANG)[xyxowen1234]/선임/제조DX.자동보정.조립자동보정팀" userId="f43f0527-5715-43ea-a50c-40099bee054a" providerId="ADAL" clId="{232A76B8-CBF9-4707-86C2-825B466D2E4A}" dt="2025-11-26T02:09:41.046" v="530" actId="20577"/>
          <ac:spMkLst>
            <pc:docMk/>
            <pc:sldMk cId="3165105239" sldId="297"/>
            <ac:spMk id="7" creationId="{39B40AD6-7DA1-4032-84CF-63BBC4856035}"/>
          </ac:spMkLst>
        </pc:spChg>
        <pc:spChg chg="mod">
          <ac:chgData name="황재웅(JAEWOONG HWANG)[xyxowen1234]/선임/제조DX.자동보정.조립자동보정팀" userId="f43f0527-5715-43ea-a50c-40099bee054a" providerId="ADAL" clId="{232A76B8-CBF9-4707-86C2-825B466D2E4A}" dt="2025-11-26T02:16:22.803" v="600" actId="20577"/>
          <ac:spMkLst>
            <pc:docMk/>
            <pc:sldMk cId="3165105239" sldId="297"/>
            <ac:spMk id="23" creationId="{68B6FBF6-12C2-3A8B-E799-56D11E8B7E16}"/>
          </ac:spMkLst>
        </pc:spChg>
        <pc:graphicFrameChg chg="mod modGraphic">
          <ac:chgData name="황재웅(JAEWOONG HWANG)[xyxowen1234]/선임/제조DX.자동보정.조립자동보정팀" userId="f43f0527-5715-43ea-a50c-40099bee054a" providerId="ADAL" clId="{232A76B8-CBF9-4707-86C2-825B466D2E4A}" dt="2025-11-26T02:11:57.943" v="541" actId="207"/>
          <ac:graphicFrameMkLst>
            <pc:docMk/>
            <pc:sldMk cId="3165105239" sldId="297"/>
            <ac:graphicFrameMk id="3" creationId="{F56DC1FB-9EE1-4913-87D1-FB9FD073A3CA}"/>
          </ac:graphicFrameMkLst>
        </pc:graphicFrameChg>
      </pc:sldChg>
      <pc:sldChg chg="modSp">
        <pc:chgData name="황재웅(JAEWOONG HWANG)[xyxowen1234]/선임/제조DX.자동보정.조립자동보정팀" userId="f43f0527-5715-43ea-a50c-40099bee054a" providerId="ADAL" clId="{232A76B8-CBF9-4707-86C2-825B466D2E4A}" dt="2025-11-26T01:58:05.851" v="7" actId="20577"/>
        <pc:sldMkLst>
          <pc:docMk/>
          <pc:sldMk cId="3696303700" sldId="2147481909"/>
        </pc:sldMkLst>
        <pc:spChg chg="mod">
          <ac:chgData name="황재웅(JAEWOONG HWANG)[xyxowen1234]/선임/제조DX.자동보정.조립자동보정팀" userId="f43f0527-5715-43ea-a50c-40099bee054a" providerId="ADAL" clId="{232A76B8-CBF9-4707-86C2-825B466D2E4A}" dt="2025-11-26T01:58:05.851" v="7" actId="20577"/>
          <ac:spMkLst>
            <pc:docMk/>
            <pc:sldMk cId="3696303700" sldId="2147481909"/>
            <ac:spMk id="40" creationId="{B40A5CA6-41CB-49B5-A347-A26580A6C857}"/>
          </ac:spMkLst>
        </pc:spChg>
      </pc:sldChg>
      <pc:sldChg chg="modSp">
        <pc:chgData name="황재웅(JAEWOONG HWANG)[xyxowen1234]/선임/제조DX.자동보정.조립자동보정팀" userId="f43f0527-5715-43ea-a50c-40099bee054a" providerId="ADAL" clId="{232A76B8-CBF9-4707-86C2-825B466D2E4A}" dt="2025-11-26T02:17:25.038" v="657" actId="20577"/>
        <pc:sldMkLst>
          <pc:docMk/>
          <pc:sldMk cId="3422467958" sldId="2147483559"/>
        </pc:sldMkLst>
        <pc:spChg chg="mod">
          <ac:chgData name="황재웅(JAEWOONG HWANG)[xyxowen1234]/선임/제조DX.자동보정.조립자동보정팀" userId="f43f0527-5715-43ea-a50c-40099bee054a" providerId="ADAL" clId="{232A76B8-CBF9-4707-86C2-825B466D2E4A}" dt="2025-11-26T02:15:49.053" v="596" actId="20577"/>
          <ac:spMkLst>
            <pc:docMk/>
            <pc:sldMk cId="3422467958" sldId="2147483559"/>
            <ac:spMk id="23" creationId="{075C7B48-380F-4884-A079-536F4D26E969}"/>
          </ac:spMkLst>
        </pc:spChg>
        <pc:graphicFrameChg chg="mod modGraphic">
          <ac:chgData name="황재웅(JAEWOONG HWANG)[xyxowen1234]/선임/제조DX.자동보정.조립자동보정팀" userId="f43f0527-5715-43ea-a50c-40099bee054a" providerId="ADAL" clId="{232A76B8-CBF9-4707-86C2-825B466D2E4A}" dt="2025-11-26T02:17:25.038" v="657" actId="20577"/>
          <ac:graphicFrameMkLst>
            <pc:docMk/>
            <pc:sldMk cId="3422467958" sldId="2147483559"/>
            <ac:graphicFrameMk id="28" creationId="{8E00D5BE-64E4-47DA-BAA8-80A25CD0192F}"/>
          </ac:graphicFrameMkLst>
        </pc:graphicFrameChg>
      </pc:sldChg>
    </pc:docChg>
  </pc:docChgLst>
  <pc:docChgLst>
    <pc:chgData name="심은찬(EUNCHAN SIM)[sec1021]/선임/제조DX.자동보정.조립자동보정팀" userId="S::sec1021@lgensol.com::9090956e-ab5b-49d1-9c87-2078b7755aae" providerId="AD" clId="Web-{C90EAE3A-38F4-E7DD-C379-AB0D2ADB7EEE}"/>
    <pc:docChg chg="modSld">
      <pc:chgData name="심은찬(EUNCHAN SIM)[sec1021]/선임/제조DX.자동보정.조립자동보정팀" userId="S::sec1021@lgensol.com::9090956e-ab5b-49d1-9c87-2078b7755aae" providerId="AD" clId="Web-{C90EAE3A-38F4-E7DD-C379-AB0D2ADB7EEE}" dt="2025-11-26T23:59:16.768" v="65"/>
      <pc:docMkLst>
        <pc:docMk/>
      </pc:docMkLst>
    </pc:docChg>
  </pc:docChgLst>
  <pc:docChgLst>
    <pc:chgData name="최문석(MOON SEOK CHOI)[mschoi19]/책임/제조DX.자동보정.자동보정선행개발팀" userId="b461c574-904d-49dd-b4c4-a0a522fe5e7c" providerId="ADAL" clId="{20F9D9F8-447F-4EDE-8815-DE83A29B7C50}"/>
    <pc:docChg chg="undo custSel modSld">
      <pc:chgData name="최문석(MOON SEOK CHOI)[mschoi19]/책임/제조DX.자동보정.자동보정선행개발팀" userId="b461c574-904d-49dd-b4c4-a0a522fe5e7c" providerId="ADAL" clId="{20F9D9F8-447F-4EDE-8815-DE83A29B7C50}" dt="2025-11-27T08:17:58.873" v="2860" actId="553"/>
      <pc:docMkLst>
        <pc:docMk/>
      </pc:docMkLst>
      <pc:sldChg chg="addSp delSp modSp mod">
        <pc:chgData name="최문석(MOON SEOK CHOI)[mschoi19]/책임/제조DX.자동보정.자동보정선행개발팀" userId="b461c574-904d-49dd-b4c4-a0a522fe5e7c" providerId="ADAL" clId="{20F9D9F8-447F-4EDE-8815-DE83A29B7C50}" dt="2025-11-27T08:14:27.895" v="2849" actId="20577"/>
        <pc:sldMkLst>
          <pc:docMk/>
          <pc:sldMk cId="2246734517" sldId="261"/>
        </pc:sldMkLst>
        <pc:spChg chg="add mod">
          <ac:chgData name="최문석(MOON SEOK CHOI)[mschoi19]/책임/제조DX.자동보정.자동보정선행개발팀" userId="b461c574-904d-49dd-b4c4-a0a522fe5e7c" providerId="ADAL" clId="{20F9D9F8-447F-4EDE-8815-DE83A29B7C50}" dt="2025-11-27T07:47:58.728" v="2843" actId="1035"/>
          <ac:spMkLst>
            <pc:docMk/>
            <pc:sldMk cId="2246734517" sldId="261"/>
            <ac:spMk id="11" creationId="{2CAF4F3E-F144-9520-CD27-0B3E2282DADD}"/>
          </ac:spMkLst>
        </pc:spChg>
        <pc:spChg chg="add mod">
          <ac:chgData name="최문석(MOON SEOK CHOI)[mschoi19]/책임/제조DX.자동보정.자동보정선행개발팀" userId="b461c574-904d-49dd-b4c4-a0a522fe5e7c" providerId="ADAL" clId="{20F9D9F8-447F-4EDE-8815-DE83A29B7C50}" dt="2025-11-27T07:47:58.728" v="2843" actId="1035"/>
          <ac:spMkLst>
            <pc:docMk/>
            <pc:sldMk cId="2246734517" sldId="261"/>
            <ac:spMk id="12" creationId="{15A6F197-F59B-0F80-7FD2-8CAE5BB0003B}"/>
          </ac:spMkLst>
        </pc:spChg>
        <pc:spChg chg="add mod">
          <ac:chgData name="최문석(MOON SEOK CHOI)[mschoi19]/책임/제조DX.자동보정.자동보정선행개발팀" userId="b461c574-904d-49dd-b4c4-a0a522fe5e7c" providerId="ADAL" clId="{20F9D9F8-447F-4EDE-8815-DE83A29B7C50}" dt="2025-11-27T07:47:58.728" v="2843" actId="1035"/>
          <ac:spMkLst>
            <pc:docMk/>
            <pc:sldMk cId="2246734517" sldId="261"/>
            <ac:spMk id="16" creationId="{09278820-2D6E-50EB-714D-695781462EE5}"/>
          </ac:spMkLst>
        </pc:spChg>
        <pc:spChg chg="add mod">
          <ac:chgData name="최문석(MOON SEOK CHOI)[mschoi19]/책임/제조DX.자동보정.자동보정선행개발팀" userId="b461c574-904d-49dd-b4c4-a0a522fe5e7c" providerId="ADAL" clId="{20F9D9F8-447F-4EDE-8815-DE83A29B7C50}" dt="2025-11-27T07:47:58.728" v="2843" actId="1035"/>
          <ac:spMkLst>
            <pc:docMk/>
            <pc:sldMk cId="2246734517" sldId="261"/>
            <ac:spMk id="47" creationId="{AED69500-797E-1F1D-BB4D-BFEFDBC89CFA}"/>
          </ac:spMkLst>
        </pc:spChg>
        <pc:spChg chg="add mod">
          <ac:chgData name="최문석(MOON SEOK CHOI)[mschoi19]/책임/제조DX.자동보정.자동보정선행개발팀" userId="b461c574-904d-49dd-b4c4-a0a522fe5e7c" providerId="ADAL" clId="{20F9D9F8-447F-4EDE-8815-DE83A29B7C50}" dt="2025-11-27T07:47:58.728" v="2843" actId="1035"/>
          <ac:spMkLst>
            <pc:docMk/>
            <pc:sldMk cId="2246734517" sldId="261"/>
            <ac:spMk id="48" creationId="{3888CB04-5400-F43F-0DC9-B320A5810D64}"/>
          </ac:spMkLst>
        </pc:spChg>
        <pc:grpChg chg="add mod">
          <ac:chgData name="최문석(MOON SEOK CHOI)[mschoi19]/책임/제조DX.자동보정.자동보정선행개발팀" userId="b461c574-904d-49dd-b4c4-a0a522fe5e7c" providerId="ADAL" clId="{20F9D9F8-447F-4EDE-8815-DE83A29B7C50}" dt="2025-11-27T07:48:05.654" v="2845" actId="1076"/>
          <ac:grpSpMkLst>
            <pc:docMk/>
            <pc:sldMk cId="2246734517" sldId="261"/>
            <ac:grpSpMk id="10" creationId="{3F84D5FC-B0EA-E6EC-D1B1-E84318B3955D}"/>
          </ac:grpSpMkLst>
        </pc:grpChg>
        <pc:graphicFrameChg chg="modGraphic">
          <ac:chgData name="최문석(MOON SEOK CHOI)[mschoi19]/책임/제조DX.자동보정.자동보정선행개발팀" userId="b461c574-904d-49dd-b4c4-a0a522fe5e7c" providerId="ADAL" clId="{20F9D9F8-447F-4EDE-8815-DE83A29B7C50}" dt="2025-11-26T06:38:01.283" v="698" actId="20577"/>
          <ac:graphicFrameMkLst>
            <pc:docMk/>
            <pc:sldMk cId="2246734517" sldId="261"/>
            <ac:graphicFrameMk id="3" creationId="{1B538319-E744-914C-0D08-26296EEC9C81}"/>
          </ac:graphicFrameMkLst>
        </pc:graphicFrameChg>
        <pc:graphicFrameChg chg="mod modGraphic">
          <ac:chgData name="최문석(MOON SEOK CHOI)[mschoi19]/책임/제조DX.자동보정.자동보정선행개발팀" userId="b461c574-904d-49dd-b4c4-a0a522fe5e7c" providerId="ADAL" clId="{20F9D9F8-447F-4EDE-8815-DE83A29B7C50}" dt="2025-11-27T08:14:27.895" v="2849" actId="20577"/>
          <ac:graphicFrameMkLst>
            <pc:docMk/>
            <pc:sldMk cId="2246734517" sldId="261"/>
            <ac:graphicFrameMk id="32" creationId="{C75B2E3A-6367-47F5-9C2E-36D1B1E1DCAE}"/>
          </ac:graphicFrameMkLst>
        </pc:graphicFrameChg>
        <pc:picChg chg="add mod">
          <ac:chgData name="최문석(MOON SEOK CHOI)[mschoi19]/책임/제조DX.자동보정.자동보정선행개발팀" userId="b461c574-904d-49dd-b4c4-a0a522fe5e7c" providerId="ADAL" clId="{20F9D9F8-447F-4EDE-8815-DE83A29B7C50}" dt="2025-11-27T07:48:05.654" v="2845" actId="1076"/>
          <ac:picMkLst>
            <pc:docMk/>
            <pc:sldMk cId="2246734517" sldId="261"/>
            <ac:picMk id="4" creationId="{566D12A6-BD9D-A363-4041-4F0E5AFEE96D}"/>
          </ac:picMkLst>
        </pc:picChg>
        <pc:picChg chg="add mod">
          <ac:chgData name="최문석(MOON SEOK CHOI)[mschoi19]/책임/제조DX.자동보정.자동보정선행개발팀" userId="b461c574-904d-49dd-b4c4-a0a522fe5e7c" providerId="ADAL" clId="{20F9D9F8-447F-4EDE-8815-DE83A29B7C50}" dt="2025-11-27T07:48:05.654" v="2845" actId="1076"/>
          <ac:picMkLst>
            <pc:docMk/>
            <pc:sldMk cId="2246734517" sldId="261"/>
            <ac:picMk id="6" creationId="{5A5A410C-64BC-CFA7-C9C2-AF54A6E386DD}"/>
          </ac:picMkLst>
        </pc:picChg>
        <pc:cxnChg chg="add del mod">
          <ac:chgData name="최문석(MOON SEOK CHOI)[mschoi19]/책임/제조DX.자동보정.자동보정선행개발팀" userId="b461c574-904d-49dd-b4c4-a0a522fe5e7c" providerId="ADAL" clId="{20F9D9F8-447F-4EDE-8815-DE83A29B7C50}" dt="2025-11-27T07:47:58.728" v="2843" actId="1035"/>
          <ac:cxnSpMkLst>
            <pc:docMk/>
            <pc:sldMk cId="2246734517" sldId="261"/>
            <ac:cxnSpMk id="20" creationId="{7127D184-8622-1608-7E4D-DE9A629746FC}"/>
          </ac:cxnSpMkLst>
        </pc:cxnChg>
      </pc:sldChg>
      <pc:sldChg chg="addSp modSp mod">
        <pc:chgData name="최문석(MOON SEOK CHOI)[mschoi19]/책임/제조DX.자동보정.자동보정선행개발팀" userId="b461c574-904d-49dd-b4c4-a0a522fe5e7c" providerId="ADAL" clId="{20F9D9F8-447F-4EDE-8815-DE83A29B7C50}" dt="2025-11-27T08:17:58.873" v="2860" actId="553"/>
        <pc:sldMkLst>
          <pc:docMk/>
          <pc:sldMk cId="3244941362" sldId="303"/>
        </pc:sldMkLst>
        <pc:graphicFrameChg chg="modGraphic">
          <ac:chgData name="최문석(MOON SEOK CHOI)[mschoi19]/책임/제조DX.자동보정.자동보정선행개발팀" userId="b461c574-904d-49dd-b4c4-a0a522fe5e7c" providerId="ADAL" clId="{20F9D9F8-447F-4EDE-8815-DE83A29B7C50}" dt="2025-11-26T06:22:20.261" v="61" actId="20577"/>
          <ac:graphicFrameMkLst>
            <pc:docMk/>
            <pc:sldMk cId="3244941362" sldId="303"/>
            <ac:graphicFrameMk id="3" creationId="{1B538319-E744-914C-0D08-26296EEC9C81}"/>
          </ac:graphicFrameMkLst>
        </pc:graphicFrameChg>
        <pc:graphicFrameChg chg="mod modGraphic">
          <ac:chgData name="최문석(MOON SEOK CHOI)[mschoi19]/책임/제조DX.자동보정.자동보정선행개발팀" userId="b461c574-904d-49dd-b4c4-a0a522fe5e7c" providerId="ADAL" clId="{20F9D9F8-447F-4EDE-8815-DE83A29B7C50}" dt="2025-11-26T06:56:37.097" v="1625" actId="6549"/>
          <ac:graphicFrameMkLst>
            <pc:docMk/>
            <pc:sldMk cId="3244941362" sldId="303"/>
            <ac:graphicFrameMk id="32" creationId="{C75B2E3A-6367-47F5-9C2E-36D1B1E1DCAE}"/>
          </ac:graphicFrameMkLst>
        </pc:graphicFrameChg>
      </pc:sldChg>
      <pc:sldChg chg="modSp mod">
        <pc:chgData name="최문석(MOON SEOK CHOI)[mschoi19]/책임/제조DX.자동보정.자동보정선행개발팀" userId="b461c574-904d-49dd-b4c4-a0a522fe5e7c" providerId="ADAL" clId="{20F9D9F8-447F-4EDE-8815-DE83A29B7C50}" dt="2025-11-27T08:14:46.887" v="2851" actId="20577"/>
        <pc:sldMkLst>
          <pc:docMk/>
          <pc:sldMk cId="2078861670" sldId="2147483568"/>
        </pc:sldMkLst>
      </pc:sldChg>
    </pc:docChg>
  </pc:docChgLst>
  <pc:docChgLst>
    <pc:chgData name="김태욱(TAEWOOK KIM)[twkiii]/사원/제조DX.자동보정.자동보정선행개발팀" userId="S::twkiii@lgensol.com::7550169e-81b5-4b23-9cda-68528cfbbc51" providerId="AD" clId="Web-{0FB07C72-7C8B-EA95-0564-479B910AC57D}"/>
    <pc:docChg chg="modSld sldOrd">
      <pc:chgData name="김태욱(TAEWOOK KIM)[twkiii]/사원/제조DX.자동보정.자동보정선행개발팀" userId="S::twkiii@lgensol.com::7550169e-81b5-4b23-9cda-68528cfbbc51" providerId="AD" clId="Web-{0FB07C72-7C8B-EA95-0564-479B910AC57D}" dt="2025-11-19T04:55:41.148" v="42"/>
      <pc:docMkLst>
        <pc:docMk/>
      </pc:docMkLst>
      <pc:sldChg chg="ord">
        <pc:chgData name="김태욱(TAEWOOK KIM)[twkiii]/사원/제조DX.자동보정.자동보정선행개발팀" userId="S::twkiii@lgensol.com::7550169e-81b5-4b23-9cda-68528cfbbc51" providerId="AD" clId="Web-{0FB07C72-7C8B-EA95-0564-479B910AC57D}" dt="2025-11-19T04:47:52.437" v="0"/>
        <pc:sldMkLst>
          <pc:docMk/>
          <pc:sldMk cId="2786048932" sldId="262"/>
        </pc:sldMkLst>
      </pc:sldChg>
    </pc:docChg>
  </pc:docChgLst>
  <pc:docChgLst>
    <pc:chgData name="이상협(SANGHYEOP LEE)[sanghyeop]/사원/제조DX.자동보정.조립자동보정팀" userId="5552135f-6963-428b-bea2-805b2fcf614b" providerId="ADAL" clId="{4752DF58-F286-4418-B7B2-A7A7B7B60707}"/>
    <pc:docChg chg="undo custSel addSld delSld modSld modSection">
      <pc:chgData name="이상협(SANGHYEOP LEE)[sanghyeop]/사원/제조DX.자동보정.조립자동보정팀" userId="5552135f-6963-428b-bea2-805b2fcf614b" providerId="ADAL" clId="{4752DF58-F286-4418-B7B2-A7A7B7B60707}" dt="2025-12-11T06:42:03.109" v="1914" actId="20577"/>
      <pc:docMkLst>
        <pc:docMk/>
      </pc:docMkLst>
      <pc:sldChg chg="modSp mod">
        <pc:chgData name="이상협(SANGHYEOP LEE)[sanghyeop]/사원/제조DX.자동보정.조립자동보정팀" userId="5552135f-6963-428b-bea2-805b2fcf614b" providerId="ADAL" clId="{4752DF58-F286-4418-B7B2-A7A7B7B60707}" dt="2025-12-11T06:41:57.280" v="1910" actId="20577"/>
        <pc:sldMkLst>
          <pc:docMk/>
          <pc:sldMk cId="3442612884" sldId="266"/>
        </pc:sldMkLst>
        <pc:spChg chg="mod">
          <ac:chgData name="이상협(SANGHYEOP LEE)[sanghyeop]/사원/제조DX.자동보정.조립자동보정팀" userId="5552135f-6963-428b-bea2-805b2fcf614b" providerId="ADAL" clId="{4752DF58-F286-4418-B7B2-A7A7B7B60707}" dt="2025-12-11T06:41:57.280" v="1910" actId="20577"/>
          <ac:spMkLst>
            <pc:docMk/>
            <pc:sldMk cId="3442612884" sldId="266"/>
            <ac:spMk id="5" creationId="{6E1E140E-D530-CFF5-0299-E9E1A606C335}"/>
          </ac:spMkLst>
        </pc:spChg>
      </pc:sldChg>
      <pc:sldChg chg="modSp mod">
        <pc:chgData name="이상협(SANGHYEOP LEE)[sanghyeop]/사원/제조DX.자동보정.조립자동보정팀" userId="5552135f-6963-428b-bea2-805b2fcf614b" providerId="ADAL" clId="{4752DF58-F286-4418-B7B2-A7A7B7B60707}" dt="2025-12-11T06:41:54.366" v="1908" actId="20577"/>
        <pc:sldMkLst>
          <pc:docMk/>
          <pc:sldMk cId="1989204422" sldId="312"/>
        </pc:sldMkLst>
        <pc:spChg chg="mod">
          <ac:chgData name="이상협(SANGHYEOP LEE)[sanghyeop]/사원/제조DX.자동보정.조립자동보정팀" userId="5552135f-6963-428b-bea2-805b2fcf614b" providerId="ADAL" clId="{4752DF58-F286-4418-B7B2-A7A7B7B60707}" dt="2025-12-11T06:41:54.366" v="1908" actId="20577"/>
          <ac:spMkLst>
            <pc:docMk/>
            <pc:sldMk cId="1989204422" sldId="312"/>
            <ac:spMk id="5" creationId="{628CAE2A-DD4F-41F2-BEE4-46B7C086D483}"/>
          </ac:spMkLst>
        </pc:spChg>
      </pc:sldChg>
      <pc:sldChg chg="addSp delSp modSp add mod">
        <pc:chgData name="이상협(SANGHYEOP LEE)[sanghyeop]/사원/제조DX.자동보정.조립자동보정팀" userId="5552135f-6963-428b-bea2-805b2fcf614b" providerId="ADAL" clId="{4752DF58-F286-4418-B7B2-A7A7B7B60707}" dt="2025-12-11T06:42:03.109" v="1914" actId="20577"/>
        <pc:sldMkLst>
          <pc:docMk/>
          <pc:sldMk cId="1166024108" sldId="319"/>
        </pc:sldMkLst>
        <pc:spChg chg="mod">
          <ac:chgData name="이상협(SANGHYEOP LEE)[sanghyeop]/사원/제조DX.자동보정.조립자동보정팀" userId="5552135f-6963-428b-bea2-805b2fcf614b" providerId="ADAL" clId="{4752DF58-F286-4418-B7B2-A7A7B7B60707}" dt="2025-12-11T06:16:29.064" v="762" actId="20577"/>
          <ac:spMkLst>
            <pc:docMk/>
            <pc:sldMk cId="1166024108" sldId="319"/>
            <ac:spMk id="2" creationId="{3ECAD9FC-D852-4063-9712-418387AA6A78}"/>
          </ac:spMkLst>
        </pc:spChg>
        <pc:spChg chg="mod">
          <ac:chgData name="이상협(SANGHYEOP LEE)[sanghyeop]/사원/제조DX.자동보정.조립자동보정팀" userId="5552135f-6963-428b-bea2-805b2fcf614b" providerId="ADAL" clId="{4752DF58-F286-4418-B7B2-A7A7B7B60707}" dt="2025-12-11T06:42:03.109" v="1914" actId="20577"/>
          <ac:spMkLst>
            <pc:docMk/>
            <pc:sldMk cId="1166024108" sldId="319"/>
            <ac:spMk id="5" creationId="{628CAE2A-DD4F-41F2-BEE4-46B7C086D483}"/>
          </ac:spMkLst>
        </pc:spChg>
        <pc:graphicFrameChg chg="add mod modGraphic">
          <ac:chgData name="이상협(SANGHYEOP LEE)[sanghyeop]/사원/제조DX.자동보정.조립자동보정팀" userId="5552135f-6963-428b-bea2-805b2fcf614b" providerId="ADAL" clId="{4752DF58-F286-4418-B7B2-A7A7B7B60707}" dt="2025-12-11T06:41:33.461" v="1902" actId="20577"/>
          <ac:graphicFrameMkLst>
            <pc:docMk/>
            <pc:sldMk cId="1166024108" sldId="319"/>
            <ac:graphicFrameMk id="7" creationId="{48294C27-9E9C-142C-E8A0-7C0FA71538E3}"/>
          </ac:graphicFrameMkLst>
        </pc:graphicFrameChg>
        <pc:graphicFrameChg chg="add del mod modGraphic">
          <ac:chgData name="이상협(SANGHYEOP LEE)[sanghyeop]/사원/제조DX.자동보정.조립자동보정팀" userId="5552135f-6963-428b-bea2-805b2fcf614b" providerId="ADAL" clId="{4752DF58-F286-4418-B7B2-A7A7B7B60707}" dt="2025-12-11T06:30:08.155" v="1025" actId="20577"/>
          <ac:graphicFrameMkLst>
            <pc:docMk/>
            <pc:sldMk cId="1166024108" sldId="319"/>
            <ac:graphicFrameMk id="14" creationId="{F7BF916D-8A9E-4800-92E6-357BE08183D6}"/>
          </ac:graphicFrameMkLst>
        </pc:graphicFrameChg>
      </pc:sldChg>
      <pc:sldChg chg="modSp mod">
        <pc:chgData name="이상협(SANGHYEOP LEE)[sanghyeop]/사원/제조DX.자동보정.조립자동보정팀" userId="5552135f-6963-428b-bea2-805b2fcf614b" providerId="ADAL" clId="{4752DF58-F286-4418-B7B2-A7A7B7B60707}" dt="2025-12-11T06:42:00.064" v="1912" actId="20577"/>
        <pc:sldMkLst>
          <pc:docMk/>
          <pc:sldMk cId="1781785319" sldId="2147481926"/>
        </pc:sldMkLst>
        <pc:spChg chg="mod">
          <ac:chgData name="이상협(SANGHYEOP LEE)[sanghyeop]/사원/제조DX.자동보정.조립자동보정팀" userId="5552135f-6963-428b-bea2-805b2fcf614b" providerId="ADAL" clId="{4752DF58-F286-4418-B7B2-A7A7B7B60707}" dt="2025-12-11T06:42:00.064" v="1912" actId="20577"/>
          <ac:spMkLst>
            <pc:docMk/>
            <pc:sldMk cId="1781785319" sldId="2147481926"/>
            <ac:spMk id="5" creationId="{628CAE2A-DD4F-41F2-BEE4-46B7C086D483}"/>
          </ac:spMkLst>
        </pc:spChg>
      </pc:sldChg>
    </pc:docChg>
  </pc:docChgLst>
  <pc:docChgLst>
    <pc:chgData name="임성현(SUNGHYEUN LIM)[limsh0]/선임/제조DX.자동보정.MC자동보정팀" userId="S::limsh0@lgensol.com::98668b4a-da00-402d-a6a4-d7a97d064261" providerId="AD" clId="Web-{40EA0AD4-285E-8747-F0FE-BBB208CC2019}"/>
    <pc:docChg chg="modSld">
      <pc:chgData name="임성현(SUNGHYEUN LIM)[limsh0]/선임/제조DX.자동보정.MC자동보정팀" userId="S::limsh0@lgensol.com::98668b4a-da00-402d-a6a4-d7a97d064261" providerId="AD" clId="Web-{40EA0AD4-285E-8747-F0FE-BBB208CC2019}" dt="2025-11-19T02:26:27.912" v="325"/>
      <pc:docMkLst>
        <pc:docMk/>
      </pc:docMkLst>
      <pc:sldChg chg="modSp">
        <pc:chgData name="임성현(SUNGHYEUN LIM)[limsh0]/선임/제조DX.자동보정.MC자동보정팀" userId="S::limsh0@lgensol.com::98668b4a-da00-402d-a6a4-d7a97d064261" providerId="AD" clId="Web-{40EA0AD4-285E-8747-F0FE-BBB208CC2019}" dt="2025-11-19T02:26:27.912" v="325"/>
        <pc:sldMkLst>
          <pc:docMk/>
          <pc:sldMk cId="696343298" sldId="286"/>
        </pc:sldMkLst>
        <pc:graphicFrameChg chg="mod modGraphic">
          <ac:chgData name="임성현(SUNGHYEUN LIM)[limsh0]/선임/제조DX.자동보정.MC자동보정팀" userId="S::limsh0@lgensol.com::98668b4a-da00-402d-a6a4-d7a97d064261" providerId="AD" clId="Web-{40EA0AD4-285E-8747-F0FE-BBB208CC2019}" dt="2025-11-19T02:18:38.012" v="252"/>
          <ac:graphicFrameMkLst>
            <pc:docMk/>
            <pc:sldMk cId="696343298" sldId="286"/>
            <ac:graphicFrameMk id="3" creationId="{288888B8-029A-57B9-F6A4-85C447027341}"/>
          </ac:graphicFrameMkLst>
        </pc:graphicFrameChg>
        <pc:graphicFrameChg chg="mod modGraphic">
          <ac:chgData name="임성현(SUNGHYEUN LIM)[limsh0]/선임/제조DX.자동보정.MC자동보정팀" userId="S::limsh0@lgensol.com::98668b4a-da00-402d-a6a4-d7a97d064261" providerId="AD" clId="Web-{40EA0AD4-285E-8747-F0FE-BBB208CC2019}" dt="2025-11-19T02:26:27.912" v="325"/>
          <ac:graphicFrameMkLst>
            <pc:docMk/>
            <pc:sldMk cId="696343298" sldId="286"/>
            <ac:graphicFrameMk id="9" creationId="{6638603E-0C75-FCA7-3CCB-2D5FD4CE05ED}"/>
          </ac:graphicFrameMkLst>
        </pc:graphicFrameChg>
      </pc:sldChg>
    </pc:docChg>
  </pc:docChgLst>
  <pc:docChgLst>
    <pc:chgData name="정소영(SOYOUNG JEONG)[soy22]/사원/제조DX.자동보정.RSND자동보정팀" userId="S::soy22@lgensol.com::e0dfc6da-e3c7-4ad5-9bac-f065fa9fc20e" providerId="AD" clId="Web-{89396CBE-2D07-561E-C6A8-AA452D80E48A}"/>
    <pc:docChg chg="modSld">
      <pc:chgData name="정소영(SOYOUNG JEONG)[soy22]/사원/제조DX.자동보정.RSND자동보정팀" userId="S::soy22@lgensol.com::e0dfc6da-e3c7-4ad5-9bac-f065fa9fc20e" providerId="AD" clId="Web-{89396CBE-2D07-561E-C6A8-AA452D80E48A}" dt="2025-11-25T13:12:58.179" v="124"/>
      <pc:docMkLst>
        <pc:docMk/>
      </pc:docMkLst>
      <pc:sldChg chg="modSp">
        <pc:chgData name="정소영(SOYOUNG JEONG)[soy22]/사원/제조DX.자동보정.RSND자동보정팀" userId="S::soy22@lgensol.com::e0dfc6da-e3c7-4ad5-9bac-f065fa9fc20e" providerId="AD" clId="Web-{89396CBE-2D07-561E-C6A8-AA452D80E48A}" dt="2025-11-25T13:10:12.456" v="88"/>
        <pc:sldMkLst>
          <pc:docMk/>
          <pc:sldMk cId="3211266544" sldId="2147481936"/>
        </pc:sldMkLst>
        <pc:graphicFrameChg chg="mod modGraphic">
          <ac:chgData name="정소영(SOYOUNG JEONG)[soy22]/사원/제조DX.자동보정.RSND자동보정팀" userId="S::soy22@lgensol.com::e0dfc6da-e3c7-4ad5-9bac-f065fa9fc20e" providerId="AD" clId="Web-{89396CBE-2D07-561E-C6A8-AA452D80E48A}" dt="2025-11-25T13:10:12.456" v="88"/>
          <ac:graphicFrameMkLst>
            <pc:docMk/>
            <pc:sldMk cId="3211266544" sldId="2147481936"/>
            <ac:graphicFrameMk id="13" creationId="{9264D16C-9C91-4D66-A165-E98F03FD5E21}"/>
          </ac:graphicFrameMkLst>
        </pc:graphicFrameChg>
      </pc:sldChg>
      <pc:sldChg chg="modSp">
        <pc:chgData name="정소영(SOYOUNG JEONG)[soy22]/사원/제조DX.자동보정.RSND자동보정팀" userId="S::soy22@lgensol.com::e0dfc6da-e3c7-4ad5-9bac-f065fa9fc20e" providerId="AD" clId="Web-{89396CBE-2D07-561E-C6A8-AA452D80E48A}" dt="2025-11-25T13:12:58.179" v="124"/>
        <pc:sldMkLst>
          <pc:docMk/>
          <pc:sldMk cId="1129839810" sldId="2147483547"/>
        </pc:sldMkLst>
      </pc:sldChg>
      <pc:sldChg chg="modSp">
        <pc:chgData name="정소영(SOYOUNG JEONG)[soy22]/사원/제조DX.자동보정.RSND자동보정팀" userId="S::soy22@lgensol.com::e0dfc6da-e3c7-4ad5-9bac-f065fa9fc20e" providerId="AD" clId="Web-{89396CBE-2D07-561E-C6A8-AA452D80E48A}" dt="2025-11-25T13:11:59.521" v="114"/>
        <pc:sldMkLst>
          <pc:docMk/>
          <pc:sldMk cId="938929586" sldId="2147483555"/>
        </pc:sldMkLst>
        <pc:graphicFrameChg chg="mod modGraphic">
          <ac:chgData name="정소영(SOYOUNG JEONG)[soy22]/사원/제조DX.자동보정.RSND자동보정팀" userId="S::soy22@lgensol.com::e0dfc6da-e3c7-4ad5-9bac-f065fa9fc20e" providerId="AD" clId="Web-{89396CBE-2D07-561E-C6A8-AA452D80E48A}" dt="2025-11-25T13:11:59.521" v="114"/>
          <ac:graphicFrameMkLst>
            <pc:docMk/>
            <pc:sldMk cId="938929586" sldId="2147483555"/>
            <ac:graphicFrameMk id="21" creationId="{698AF8AB-92C6-45AB-A7E1-5FAFA10C41C5}"/>
          </ac:graphicFrameMkLst>
        </pc:graphicFrameChg>
      </pc:sldChg>
    </pc:docChg>
  </pc:docChgLst>
  <pc:docChgLst>
    <pc:chgData name="정대영(DAEYEONG JUNG)[shinecas]/책임/제조DX.자동보정.RSND자동보정팀" userId="S::shinecas@lgensol.com::d0d3060e-f064-4c8a-b029-66e60df73558" providerId="AD" clId="Web-{333799BE-8DE9-D793-48A2-E864F6E69B45}"/>
    <pc:docChg chg="modSld">
      <pc:chgData name="정대영(DAEYEONG JUNG)[shinecas]/책임/제조DX.자동보정.RSND자동보정팀" userId="S::shinecas@lgensol.com::d0d3060e-f064-4c8a-b029-66e60df73558" providerId="AD" clId="Web-{333799BE-8DE9-D793-48A2-E864F6E69B45}" dt="2025-12-16T07:08:19.066" v="363" actId="20577"/>
      <pc:docMkLst>
        <pc:docMk/>
      </pc:docMkLst>
      <pc:sldChg chg="modSp">
        <pc:chgData name="정대영(DAEYEONG JUNG)[shinecas]/책임/제조DX.자동보정.RSND자동보정팀" userId="S::shinecas@lgensol.com::d0d3060e-f064-4c8a-b029-66e60df73558" providerId="AD" clId="Web-{333799BE-8DE9-D793-48A2-E864F6E69B45}" dt="2025-12-16T07:08:19.066" v="363" actId="20577"/>
        <pc:sldMkLst>
          <pc:docMk/>
          <pc:sldMk cId="796425396" sldId="280"/>
        </pc:sldMkLst>
        <pc:spChg chg="mod">
          <ac:chgData name="정대영(DAEYEONG JUNG)[shinecas]/책임/제조DX.자동보정.RSND자동보정팀" userId="S::shinecas@lgensol.com::d0d3060e-f064-4c8a-b029-66e60df73558" providerId="AD" clId="Web-{333799BE-8DE9-D793-48A2-E864F6E69B45}" dt="2025-12-16T06:31:00.065" v="38" actId="20577"/>
          <ac:spMkLst>
            <pc:docMk/>
            <pc:sldMk cId="796425396" sldId="280"/>
            <ac:spMk id="7" creationId="{5FFE56CF-CC3C-4CB8-AE23-4CE66F4223A6}"/>
          </ac:spMkLst>
        </pc:spChg>
        <pc:spChg chg="mod">
          <ac:chgData name="정대영(DAEYEONG JUNG)[shinecas]/책임/제조DX.자동보정.RSND자동보정팀" userId="S::shinecas@lgensol.com::d0d3060e-f064-4c8a-b029-66e60df73558" providerId="AD" clId="Web-{333799BE-8DE9-D793-48A2-E864F6E69B45}" dt="2025-12-16T07:08:19.066" v="363" actId="20577"/>
          <ac:spMkLst>
            <pc:docMk/>
            <pc:sldMk cId="796425396" sldId="280"/>
            <ac:spMk id="8" creationId="{3FD84678-0133-40B2-9FFB-B2D70B8D548E}"/>
          </ac:spMkLst>
        </pc:spChg>
        <pc:spChg chg="mod">
          <ac:chgData name="정대영(DAEYEONG JUNG)[shinecas]/책임/제조DX.자동보정.RSND자동보정팀" userId="S::shinecas@lgensol.com::d0d3060e-f064-4c8a-b029-66e60df73558" providerId="AD" clId="Web-{333799BE-8DE9-D793-48A2-E864F6E69B45}" dt="2025-12-16T06:48:01.950" v="234" actId="20577"/>
          <ac:spMkLst>
            <pc:docMk/>
            <pc:sldMk cId="796425396" sldId="280"/>
            <ac:spMk id="10" creationId="{6147300D-9DAE-4829-8783-4A59CE1CF601}"/>
          </ac:spMkLst>
        </pc:spChg>
        <pc:spChg chg="mod">
          <ac:chgData name="정대영(DAEYEONG JUNG)[shinecas]/책임/제조DX.자동보정.RSND자동보정팀" userId="S::shinecas@lgensol.com::d0d3060e-f064-4c8a-b029-66e60df73558" providerId="AD" clId="Web-{333799BE-8DE9-D793-48A2-E864F6E69B45}" dt="2025-12-16T07:07:25.769" v="327" actId="20577"/>
          <ac:spMkLst>
            <pc:docMk/>
            <pc:sldMk cId="796425396" sldId="280"/>
            <ac:spMk id="18" creationId="{3BBB4B0D-7B81-43F6-9A05-343C5774335F}"/>
          </ac:spMkLst>
        </pc:spChg>
      </pc:sldChg>
      <pc:sldChg chg="modSp">
        <pc:chgData name="정대영(DAEYEONG JUNG)[shinecas]/책임/제조DX.자동보정.RSND자동보정팀" userId="S::shinecas@lgensol.com::d0d3060e-f064-4c8a-b029-66e60df73558" providerId="AD" clId="Web-{333799BE-8DE9-D793-48A2-E864F6E69B45}" dt="2025-12-16T06:29:59.029" v="22" actId="20577"/>
        <pc:sldMkLst>
          <pc:docMk/>
          <pc:sldMk cId="525786264" sldId="2147483624"/>
        </pc:sldMkLst>
        <pc:spChg chg="mod">
          <ac:chgData name="정대영(DAEYEONG JUNG)[shinecas]/책임/제조DX.자동보정.RSND자동보정팀" userId="S::shinecas@lgensol.com::d0d3060e-f064-4c8a-b029-66e60df73558" providerId="AD" clId="Web-{333799BE-8DE9-D793-48A2-E864F6E69B45}" dt="2025-12-16T06:29:59.029" v="22" actId="20577"/>
          <ac:spMkLst>
            <pc:docMk/>
            <pc:sldMk cId="525786264" sldId="2147483624"/>
            <ac:spMk id="4" creationId="{CEBB0812-F196-46E5-A546-53F25D17E7E5}"/>
          </ac:spMkLst>
        </pc:spChg>
      </pc:sldChg>
    </pc:docChg>
  </pc:docChgLst>
  <pc:docChgLst>
    <pc:chgData name="신재우(JAEWOO SHIN)[jaewoo.s]/선임/제조DX.자동보정.자동보정선행개발팀" userId="e0840e83-c9b5-4a8f-92d7-5eca1a37c5af" providerId="ADAL" clId="{790F9113-68D2-4742-8EDB-BA4B2766C387}"/>
    <pc:docChg chg="undo custSel modSld">
      <pc:chgData name="신재우(JAEWOO SHIN)[jaewoo.s]/선임/제조DX.자동보정.자동보정선행개발팀" userId="e0840e83-c9b5-4a8f-92d7-5eca1a37c5af" providerId="ADAL" clId="{790F9113-68D2-4742-8EDB-BA4B2766C387}" dt="2025-12-16T07:33:19.797" v="346" actId="20577"/>
      <pc:docMkLst>
        <pc:docMk/>
      </pc:docMkLst>
      <pc:sldChg chg="addSp delSp modSp mod">
        <pc:chgData name="신재우(JAEWOO SHIN)[jaewoo.s]/선임/제조DX.자동보정.자동보정선행개발팀" userId="e0840e83-c9b5-4a8f-92d7-5eca1a37c5af" providerId="ADAL" clId="{790F9113-68D2-4742-8EDB-BA4B2766C387}" dt="2025-12-16T07:33:19.797" v="346" actId="20577"/>
        <pc:sldMkLst>
          <pc:docMk/>
          <pc:sldMk cId="892003337" sldId="2147482011"/>
        </pc:sldMkLst>
        <pc:spChg chg="add mod">
          <ac:chgData name="신재우(JAEWOO SHIN)[jaewoo.s]/선임/제조DX.자동보정.자동보정선행개발팀" userId="e0840e83-c9b5-4a8f-92d7-5eca1a37c5af" providerId="ADAL" clId="{790F9113-68D2-4742-8EDB-BA4B2766C387}" dt="2025-12-16T07:15:50.389" v="22" actId="1038"/>
          <ac:spMkLst>
            <pc:docMk/>
            <pc:sldMk cId="892003337" sldId="2147482011"/>
            <ac:spMk id="2" creationId="{67D02BC6-1E14-9CF6-D530-EE181471AFB0}"/>
          </ac:spMkLst>
        </pc:spChg>
        <pc:spChg chg="mod">
          <ac:chgData name="신재우(JAEWOO SHIN)[jaewoo.s]/선임/제조DX.자동보정.자동보정선행개발팀" userId="e0840e83-c9b5-4a8f-92d7-5eca1a37c5af" providerId="ADAL" clId="{790F9113-68D2-4742-8EDB-BA4B2766C387}" dt="2025-12-16T07:31:36.761" v="322" actId="20577"/>
          <ac:spMkLst>
            <pc:docMk/>
            <pc:sldMk cId="892003337" sldId="2147482011"/>
            <ac:spMk id="35" creationId="{51EF3097-C672-499A-AD2F-8D4030151E6B}"/>
          </ac:spMkLst>
        </pc:spChg>
        <pc:spChg chg="mod">
          <ac:chgData name="신재우(JAEWOO SHIN)[jaewoo.s]/선임/제조DX.자동보정.자동보정선행개발팀" userId="e0840e83-c9b5-4a8f-92d7-5eca1a37c5af" providerId="ADAL" clId="{790F9113-68D2-4742-8EDB-BA4B2766C387}" dt="2025-12-16T07:14:57.040" v="6" actId="14100"/>
          <ac:spMkLst>
            <pc:docMk/>
            <pc:sldMk cId="892003337" sldId="2147482011"/>
            <ac:spMk id="38" creationId="{BBD939A1-83E6-D546-F1D0-B6F5C2F9D8C0}"/>
          </ac:spMkLst>
        </pc:spChg>
        <pc:grpChg chg="add del mod">
          <ac:chgData name="신재우(JAEWOO SHIN)[jaewoo.s]/선임/제조DX.자동보정.자동보정선행개발팀" userId="e0840e83-c9b5-4a8f-92d7-5eca1a37c5af" providerId="ADAL" clId="{790F9113-68D2-4742-8EDB-BA4B2766C387}" dt="2025-12-16T07:15:54.311" v="23" actId="478"/>
          <ac:grpSpMkLst>
            <pc:docMk/>
            <pc:sldMk cId="892003337" sldId="2147482011"/>
            <ac:grpSpMk id="36" creationId="{4FB33D92-919F-54AF-5034-C19A9DDAF8AC}"/>
          </ac:grpSpMkLst>
        </pc:grpChg>
        <pc:graphicFrameChg chg="mod modGraphic">
          <ac:chgData name="신재우(JAEWOO SHIN)[jaewoo.s]/선임/제조DX.자동보정.자동보정선행개발팀" userId="e0840e83-c9b5-4a8f-92d7-5eca1a37c5af" providerId="ADAL" clId="{790F9113-68D2-4742-8EDB-BA4B2766C387}" dt="2025-12-16T07:33:19.797" v="346" actId="20577"/>
          <ac:graphicFrameMkLst>
            <pc:docMk/>
            <pc:sldMk cId="892003337" sldId="2147482011"/>
            <ac:graphicFrameMk id="3" creationId="{3E86696F-E35A-4B06-9B46-63A4A6A986C1}"/>
          </ac:graphicFrameMkLst>
        </pc:graphicFrameChg>
        <pc:graphicFrameChg chg="mod modGraphic">
          <ac:chgData name="신재우(JAEWOO SHIN)[jaewoo.s]/선임/제조DX.자동보정.자동보정선행개발팀" userId="e0840e83-c9b5-4a8f-92d7-5eca1a37c5af" providerId="ADAL" clId="{790F9113-68D2-4742-8EDB-BA4B2766C387}" dt="2025-12-16T07:17:15.321" v="79" actId="20577"/>
          <ac:graphicFrameMkLst>
            <pc:docMk/>
            <pc:sldMk cId="892003337" sldId="2147482011"/>
            <ac:graphicFrameMk id="27" creationId="{5BB4BDEE-11C9-8FCE-EC38-ABCC3B754A6D}"/>
          </ac:graphicFrameMkLst>
        </pc:graphicFrameChg>
        <pc:graphicFrameChg chg="mod modGraphic">
          <ac:chgData name="신재우(JAEWOO SHIN)[jaewoo.s]/선임/제조DX.자동보정.자동보정선행개발팀" userId="e0840e83-c9b5-4a8f-92d7-5eca1a37c5af" providerId="ADAL" clId="{790F9113-68D2-4742-8EDB-BA4B2766C387}" dt="2025-12-16T07:32:06.339" v="323" actId="207"/>
          <ac:graphicFrameMkLst>
            <pc:docMk/>
            <pc:sldMk cId="892003337" sldId="2147482011"/>
            <ac:graphicFrameMk id="43" creationId="{0824F682-C1FC-96FD-DF56-E246FD32A83E}"/>
          </ac:graphicFrameMkLst>
        </pc:graphicFrameChg>
      </pc:sldChg>
      <pc:sldChg chg="modSp mod">
        <pc:chgData name="신재우(JAEWOO SHIN)[jaewoo.s]/선임/제조DX.자동보정.자동보정선행개발팀" userId="e0840e83-c9b5-4a8f-92d7-5eca1a37c5af" providerId="ADAL" clId="{790F9113-68D2-4742-8EDB-BA4B2766C387}" dt="2025-12-16T07:18:44.223" v="108" actId="20577"/>
        <pc:sldMkLst>
          <pc:docMk/>
          <pc:sldMk cId="722830885" sldId="2147483567"/>
        </pc:sldMkLst>
        <pc:spChg chg="mod">
          <ac:chgData name="신재우(JAEWOO SHIN)[jaewoo.s]/선임/제조DX.자동보정.자동보정선행개발팀" userId="e0840e83-c9b5-4a8f-92d7-5eca1a37c5af" providerId="ADAL" clId="{790F9113-68D2-4742-8EDB-BA4B2766C387}" dt="2025-12-16T07:18:44.223" v="108" actId="20577"/>
          <ac:spMkLst>
            <pc:docMk/>
            <pc:sldMk cId="722830885" sldId="2147483567"/>
            <ac:spMk id="5" creationId="{36C29906-B3D6-F053-A0CF-E92143F21553}"/>
          </ac:spMkLst>
        </pc:spChg>
      </pc:sldChg>
    </pc:docChg>
  </pc:docChgLst>
  <pc:docChgLst>
    <pc:chgData name="서재근(JAEGEUN SEO)[jaegeun_seo]/책임/제조DX.자동보정.조립자동보정팀" userId="7bb6d943-2582-47a8-abe5-eec9821e0b5c" providerId="ADAL" clId="{34E7F9D9-E72E-490F-8FAE-93E2476A3129}"/>
    <pc:docChg chg="undo custSel modSld">
      <pc:chgData name="서재근(JAEGEUN SEO)[jaegeun_seo]/책임/제조DX.자동보정.조립자동보정팀" userId="7bb6d943-2582-47a8-abe5-eec9821e0b5c" providerId="ADAL" clId="{34E7F9D9-E72E-490F-8FAE-93E2476A3129}" dt="2025-12-16T06:41:47.021" v="1759" actId="20577"/>
      <pc:docMkLst>
        <pc:docMk/>
      </pc:docMkLst>
      <pc:sldChg chg="modSp mod">
        <pc:chgData name="서재근(JAEGEUN SEO)[jaegeun_seo]/책임/제조DX.자동보정.조립자동보정팀" userId="7bb6d943-2582-47a8-abe5-eec9821e0b5c" providerId="ADAL" clId="{34E7F9D9-E72E-490F-8FAE-93E2476A3129}" dt="2025-12-16T06:41:02.255" v="1652" actId="20577"/>
        <pc:sldMkLst>
          <pc:docMk/>
          <pc:sldMk cId="2551372592" sldId="274"/>
        </pc:sldMkLst>
        <pc:spChg chg="mod">
          <ac:chgData name="서재근(JAEGEUN SEO)[jaegeun_seo]/책임/제조DX.자동보정.조립자동보정팀" userId="7bb6d943-2582-47a8-abe5-eec9821e0b5c" providerId="ADAL" clId="{34E7F9D9-E72E-490F-8FAE-93E2476A3129}" dt="2025-12-16T06:41:02.255" v="1652" actId="20577"/>
          <ac:spMkLst>
            <pc:docMk/>
            <pc:sldMk cId="2551372592" sldId="274"/>
            <ac:spMk id="17" creationId="{4D46E176-B856-4BB3-9682-7730921C3484}"/>
          </ac:spMkLst>
        </pc:spChg>
        <pc:graphicFrameChg chg="mod modGraphic">
          <ac:chgData name="서재근(JAEGEUN SEO)[jaegeun_seo]/책임/제조DX.자동보정.조립자동보정팀" userId="7bb6d943-2582-47a8-abe5-eec9821e0b5c" providerId="ADAL" clId="{34E7F9D9-E72E-490F-8FAE-93E2476A3129}" dt="2025-12-16T06:40:47.419" v="1641" actId="20577"/>
          <ac:graphicFrameMkLst>
            <pc:docMk/>
            <pc:sldMk cId="2551372592" sldId="274"/>
            <ac:graphicFrameMk id="16" creationId="{33D55F02-6D8E-4551-BA96-882BCCE1D0E0}"/>
          </ac:graphicFrameMkLst>
        </pc:graphicFrameChg>
        <pc:graphicFrameChg chg="mod modGraphic">
          <ac:chgData name="서재근(JAEGEUN SEO)[jaegeun_seo]/책임/제조DX.자동보정.조립자동보정팀" userId="7bb6d943-2582-47a8-abe5-eec9821e0b5c" providerId="ADAL" clId="{34E7F9D9-E72E-490F-8FAE-93E2476A3129}" dt="2025-12-16T06:39:46.053" v="1531" actId="20577"/>
          <ac:graphicFrameMkLst>
            <pc:docMk/>
            <pc:sldMk cId="2551372592" sldId="274"/>
            <ac:graphicFrameMk id="19" creationId="{AC0E64D7-C678-4BFA-BA23-CADEA743A611}"/>
          </ac:graphicFrameMkLst>
        </pc:graphicFrameChg>
        <pc:graphicFrameChg chg="modGraphic">
          <ac:chgData name="서재근(JAEGEUN SEO)[jaegeun_seo]/책임/제조DX.자동보정.조립자동보정팀" userId="7bb6d943-2582-47a8-abe5-eec9821e0b5c" providerId="ADAL" clId="{34E7F9D9-E72E-490F-8FAE-93E2476A3129}" dt="2025-12-16T06:40:18.394" v="1563" actId="20577"/>
          <ac:graphicFrameMkLst>
            <pc:docMk/>
            <pc:sldMk cId="2551372592" sldId="274"/>
            <ac:graphicFrameMk id="21" creationId="{9779E312-C9FB-4C89-9F7F-FCF42F278188}"/>
          </ac:graphicFrameMkLst>
        </pc:graphicFrameChg>
      </pc:sldChg>
      <pc:sldChg chg="modSp mod">
        <pc:chgData name="서재근(JAEGEUN SEO)[jaegeun_seo]/책임/제조DX.자동보정.조립자동보정팀" userId="7bb6d943-2582-47a8-abe5-eec9821e0b5c" providerId="ADAL" clId="{34E7F9D9-E72E-490F-8FAE-93E2476A3129}" dt="2025-12-16T00:19:23.938" v="353" actId="255"/>
        <pc:sldMkLst>
          <pc:docMk/>
          <pc:sldMk cId="2275017208" sldId="2147481958"/>
        </pc:sldMkLst>
        <pc:spChg chg="mod">
          <ac:chgData name="서재근(JAEGEUN SEO)[jaegeun_seo]/책임/제조DX.자동보정.조립자동보정팀" userId="7bb6d943-2582-47a8-abe5-eec9821e0b5c" providerId="ADAL" clId="{34E7F9D9-E72E-490F-8FAE-93E2476A3129}" dt="2025-12-16T00:18:52.035" v="196" actId="6549"/>
          <ac:spMkLst>
            <pc:docMk/>
            <pc:sldMk cId="2275017208" sldId="2147481958"/>
            <ac:spMk id="2" creationId="{5748F319-FE8D-4ECF-AFB9-B7E0916A513F}"/>
          </ac:spMkLst>
        </pc:spChg>
        <pc:spChg chg="mod">
          <ac:chgData name="서재근(JAEGEUN SEO)[jaegeun_seo]/책임/제조DX.자동보정.조립자동보정팀" userId="7bb6d943-2582-47a8-abe5-eec9821e0b5c" providerId="ADAL" clId="{34E7F9D9-E72E-490F-8FAE-93E2476A3129}" dt="2025-12-16T00:19:23.938" v="353" actId="255"/>
          <ac:spMkLst>
            <pc:docMk/>
            <pc:sldMk cId="2275017208" sldId="2147481958"/>
            <ac:spMk id="5" creationId="{1615D8B7-2F76-467E-B74D-9F119B978A4C}"/>
          </ac:spMkLst>
        </pc:spChg>
        <pc:spChg chg="mod">
          <ac:chgData name="서재근(JAEGEUN SEO)[jaegeun_seo]/책임/제조DX.자동보정.조립자동보정팀" userId="7bb6d943-2582-47a8-abe5-eec9821e0b5c" providerId="ADAL" clId="{34E7F9D9-E72E-490F-8FAE-93E2476A3129}" dt="2025-12-16T00:15:44.861" v="3" actId="20577"/>
          <ac:spMkLst>
            <pc:docMk/>
            <pc:sldMk cId="2275017208" sldId="2147481958"/>
            <ac:spMk id="10" creationId="{BDADEB63-FA2A-413A-90C3-F27F4D564C57}"/>
          </ac:spMkLst>
        </pc:spChg>
        <pc:graphicFrameChg chg="modGraphic">
          <ac:chgData name="서재근(JAEGEUN SEO)[jaegeun_seo]/책임/제조DX.자동보정.조립자동보정팀" userId="7bb6d943-2582-47a8-abe5-eec9821e0b5c" providerId="ADAL" clId="{34E7F9D9-E72E-490F-8FAE-93E2476A3129}" dt="2025-12-16T00:18:08.150" v="13" actId="207"/>
          <ac:graphicFrameMkLst>
            <pc:docMk/>
            <pc:sldMk cId="2275017208" sldId="2147481958"/>
            <ac:graphicFrameMk id="4" creationId="{FA3240C7-2182-41B1-AE1F-AC51AA1BB276}"/>
          </ac:graphicFrameMkLst>
        </pc:graphicFrameChg>
      </pc:sldChg>
      <pc:sldChg chg="modSp mod">
        <pc:chgData name="서재근(JAEGEUN SEO)[jaegeun_seo]/책임/제조DX.자동보정.조립자동보정팀" userId="7bb6d943-2582-47a8-abe5-eec9821e0b5c" providerId="ADAL" clId="{34E7F9D9-E72E-490F-8FAE-93E2476A3129}" dt="2025-12-16T06:41:47.021" v="1759" actId="20577"/>
        <pc:sldMkLst>
          <pc:docMk/>
          <pc:sldMk cId="3901532967" sldId="2147481959"/>
        </pc:sldMkLst>
        <pc:spChg chg="mod">
          <ac:chgData name="서재근(JAEGEUN SEO)[jaegeun_seo]/책임/제조DX.자동보정.조립자동보정팀" userId="7bb6d943-2582-47a8-abe5-eec9821e0b5c" providerId="ADAL" clId="{34E7F9D9-E72E-490F-8FAE-93E2476A3129}" dt="2025-12-16T06:41:40.880" v="1737"/>
          <ac:spMkLst>
            <pc:docMk/>
            <pc:sldMk cId="3901532967" sldId="2147481959"/>
            <ac:spMk id="36" creationId="{12DCADD3-5E0D-4461-AB04-98CD2AC10881}"/>
          </ac:spMkLst>
        </pc:spChg>
        <pc:spChg chg="mod">
          <ac:chgData name="서재근(JAEGEUN SEO)[jaegeun_seo]/책임/제조DX.자동보정.조립자동보정팀" userId="7bb6d943-2582-47a8-abe5-eec9821e0b5c" providerId="ADAL" clId="{34E7F9D9-E72E-490F-8FAE-93E2476A3129}" dt="2025-12-16T06:41:47.021" v="1759" actId="20577"/>
          <ac:spMkLst>
            <pc:docMk/>
            <pc:sldMk cId="3901532967" sldId="2147481959"/>
            <ac:spMk id="58" creationId="{960A0393-6219-4F55-98F3-41CFDE704183}"/>
          </ac:spMkLst>
        </pc:spChg>
      </pc:sldChg>
      <pc:sldChg chg="modSp mod">
        <pc:chgData name="서재근(JAEGEUN SEO)[jaegeun_seo]/책임/제조DX.자동보정.조립자동보정팀" userId="7bb6d943-2582-47a8-abe5-eec9821e0b5c" providerId="ADAL" clId="{34E7F9D9-E72E-490F-8FAE-93E2476A3129}" dt="2025-12-16T03:26:07.073" v="984" actId="20577"/>
        <pc:sldMkLst>
          <pc:docMk/>
          <pc:sldMk cId="3939307129" sldId="2147481960"/>
        </pc:sldMkLst>
        <pc:spChg chg="mod">
          <ac:chgData name="서재근(JAEGEUN SEO)[jaegeun_seo]/책임/제조DX.자동보정.조립자동보정팀" userId="7bb6d943-2582-47a8-abe5-eec9821e0b5c" providerId="ADAL" clId="{34E7F9D9-E72E-490F-8FAE-93E2476A3129}" dt="2025-12-16T00:20:22.505" v="355" actId="20577"/>
          <ac:spMkLst>
            <pc:docMk/>
            <pc:sldMk cId="3939307129" sldId="2147481960"/>
            <ac:spMk id="70" creationId="{DF67FEB9-4AB7-4D44-9D13-B27C7C303C42}"/>
          </ac:spMkLst>
        </pc:spChg>
        <pc:graphicFrameChg chg="modGraphic">
          <ac:chgData name="서재근(JAEGEUN SEO)[jaegeun_seo]/책임/제조DX.자동보정.조립자동보정팀" userId="7bb6d943-2582-47a8-abe5-eec9821e0b5c" providerId="ADAL" clId="{34E7F9D9-E72E-490F-8FAE-93E2476A3129}" dt="2025-12-16T00:20:27.927" v="357" actId="20577"/>
          <ac:graphicFrameMkLst>
            <pc:docMk/>
            <pc:sldMk cId="3939307129" sldId="2147481960"/>
            <ac:graphicFrameMk id="16" creationId="{33D55F02-6D8E-4551-BA96-882BCCE1D0E0}"/>
          </ac:graphicFrameMkLst>
        </pc:graphicFrameChg>
        <pc:graphicFrameChg chg="modGraphic">
          <ac:chgData name="서재근(JAEGEUN SEO)[jaegeun_seo]/책임/제조DX.자동보정.조립자동보정팀" userId="7bb6d943-2582-47a8-abe5-eec9821e0b5c" providerId="ADAL" clId="{34E7F9D9-E72E-490F-8FAE-93E2476A3129}" dt="2025-12-16T00:20:30.179" v="359" actId="20577"/>
          <ac:graphicFrameMkLst>
            <pc:docMk/>
            <pc:sldMk cId="3939307129" sldId="2147481960"/>
            <ac:graphicFrameMk id="19" creationId="{AC0E64D7-C678-4BFA-BA23-CADEA743A611}"/>
          </ac:graphicFrameMkLst>
        </pc:graphicFrameChg>
        <pc:graphicFrameChg chg="mod modGraphic">
          <ac:chgData name="서재근(JAEGEUN SEO)[jaegeun_seo]/책임/제조DX.자동보정.조립자동보정팀" userId="7bb6d943-2582-47a8-abe5-eec9821e0b5c" providerId="ADAL" clId="{34E7F9D9-E72E-490F-8FAE-93E2476A3129}" dt="2025-12-16T03:26:07.073" v="984" actId="20577"/>
          <ac:graphicFrameMkLst>
            <pc:docMk/>
            <pc:sldMk cId="3939307129" sldId="2147481960"/>
            <ac:graphicFrameMk id="64" creationId="{0705FDA6-9762-4EFD-84D1-BBEE26F619C3}"/>
          </ac:graphicFrameMkLst>
        </pc:graphicFrameChg>
      </pc:sldChg>
      <pc:sldChg chg="modSp mod">
        <pc:chgData name="서재근(JAEGEUN SEO)[jaegeun_seo]/책임/제조DX.자동보정.조립자동보정팀" userId="7bb6d943-2582-47a8-abe5-eec9821e0b5c" providerId="ADAL" clId="{34E7F9D9-E72E-490F-8FAE-93E2476A3129}" dt="2025-12-16T00:20:38.298" v="365" actId="20577"/>
        <pc:sldMkLst>
          <pc:docMk/>
          <pc:sldMk cId="4007070389" sldId="2147481975"/>
        </pc:sldMkLst>
        <pc:spChg chg="mod">
          <ac:chgData name="서재근(JAEGEUN SEO)[jaegeun_seo]/책임/제조DX.자동보정.조립자동보정팀" userId="7bb6d943-2582-47a8-abe5-eec9821e0b5c" providerId="ADAL" clId="{34E7F9D9-E72E-490F-8FAE-93E2476A3129}" dt="2025-12-16T00:20:35.591" v="363" actId="20577"/>
          <ac:spMkLst>
            <pc:docMk/>
            <pc:sldMk cId="4007070389" sldId="2147481975"/>
            <ac:spMk id="14" creationId="{B37B5930-E590-474C-B34F-D326DD490861}"/>
          </ac:spMkLst>
        </pc:spChg>
        <pc:graphicFrameChg chg="modGraphic">
          <ac:chgData name="서재근(JAEGEUN SEO)[jaegeun_seo]/책임/제조DX.자동보정.조립자동보정팀" userId="7bb6d943-2582-47a8-abe5-eec9821e0b5c" providerId="ADAL" clId="{34E7F9D9-E72E-490F-8FAE-93E2476A3129}" dt="2025-12-16T00:20:38.298" v="365" actId="20577"/>
          <ac:graphicFrameMkLst>
            <pc:docMk/>
            <pc:sldMk cId="4007070389" sldId="2147481975"/>
            <ac:graphicFrameMk id="16" creationId="{33D55F02-6D8E-4551-BA96-882BCCE1D0E0}"/>
          </ac:graphicFrameMkLst>
        </pc:graphicFrameChg>
        <pc:graphicFrameChg chg="modGraphic">
          <ac:chgData name="서재근(JAEGEUN SEO)[jaegeun_seo]/책임/제조DX.자동보정.조립자동보정팀" userId="7bb6d943-2582-47a8-abe5-eec9821e0b5c" providerId="ADAL" clId="{34E7F9D9-E72E-490F-8FAE-93E2476A3129}" dt="2025-12-16T00:20:33.407" v="361" actId="20577"/>
          <ac:graphicFrameMkLst>
            <pc:docMk/>
            <pc:sldMk cId="4007070389" sldId="2147481975"/>
            <ac:graphicFrameMk id="19" creationId="{AC0E64D7-C678-4BFA-BA23-CADEA743A611}"/>
          </ac:graphicFrameMkLst>
        </pc:graphicFrameChg>
      </pc:sldChg>
    </pc:docChg>
  </pc:docChgLst>
  <pc:docChgLst>
    <pc:chgData name="안다현(DAHYUN AHN)[dahyun.ahn]/사원/제조DX.자동보정.조립자동보정팀" userId="S::dahyun.ahn@lgensol.com::7637ba88-3042-4a41-bc1d-63ce7574c848" providerId="AD" clId="Web-{F7CC6585-93B8-A592-2BAD-2D03D63CA60E}"/>
    <pc:docChg chg="modSld">
      <pc:chgData name="안다현(DAHYUN AHN)[dahyun.ahn]/사원/제조DX.자동보정.조립자동보정팀" userId="S::dahyun.ahn@lgensol.com::7637ba88-3042-4a41-bc1d-63ce7574c848" providerId="AD" clId="Web-{F7CC6585-93B8-A592-2BAD-2D03D63CA60E}" dt="2025-12-03T07:57:01.495" v="8" actId="20577"/>
      <pc:docMkLst>
        <pc:docMk/>
      </pc:docMkLst>
      <pc:sldChg chg="modSp">
        <pc:chgData name="안다현(DAHYUN AHN)[dahyun.ahn]/사원/제조DX.자동보정.조립자동보정팀" userId="S::dahyun.ahn@lgensol.com::7637ba88-3042-4a41-bc1d-63ce7574c848" providerId="AD" clId="Web-{F7CC6585-93B8-A592-2BAD-2D03D63CA60E}" dt="2025-12-03T07:57:01.495" v="8" actId="20577"/>
        <pc:sldMkLst>
          <pc:docMk/>
          <pc:sldMk cId="2657643038" sldId="306"/>
        </pc:sldMkLst>
        <pc:spChg chg="mod">
          <ac:chgData name="안다현(DAHYUN AHN)[dahyun.ahn]/사원/제조DX.자동보정.조립자동보정팀" userId="S::dahyun.ahn@lgensol.com::7637ba88-3042-4a41-bc1d-63ce7574c848" providerId="AD" clId="Web-{F7CC6585-93B8-A592-2BAD-2D03D63CA60E}" dt="2025-12-03T07:57:01.495" v="8" actId="20577"/>
          <ac:spMkLst>
            <pc:docMk/>
            <pc:sldMk cId="2657643038" sldId="306"/>
            <ac:spMk id="6" creationId="{83CFA496-A814-27C3-3FB8-E454A7B5C13A}"/>
          </ac:spMkLst>
        </pc:spChg>
      </pc:sldChg>
    </pc:docChg>
  </pc:docChgLst>
  <pc:docChgLst>
    <pc:chgData name="정소영(SOYOUNG JEONG)[soy22]/사원/제조DX.자동보정.RSND자동보정팀" userId="e0dfc6da-e3c7-4ad5-9bac-f065fa9fc20e" providerId="ADAL" clId="{A68F01A3-2BDC-4194-805B-31BC11CDF837}"/>
    <pc:docChg chg="undo custSel modSld">
      <pc:chgData name="정소영(SOYOUNG JEONG)[soy22]/사원/제조DX.자동보정.RSND자동보정팀" userId="e0dfc6da-e3c7-4ad5-9bac-f065fa9fc20e" providerId="ADAL" clId="{A68F01A3-2BDC-4194-805B-31BC11CDF837}" dt="2025-12-09T09:59:48.730" v="787" actId="20577"/>
      <pc:docMkLst>
        <pc:docMk/>
      </pc:docMkLst>
      <pc:sldChg chg="modSp mod">
        <pc:chgData name="정소영(SOYOUNG JEONG)[soy22]/사원/제조DX.자동보정.RSND자동보정팀" userId="e0dfc6da-e3c7-4ad5-9bac-f065fa9fc20e" providerId="ADAL" clId="{A68F01A3-2BDC-4194-805B-31BC11CDF837}" dt="2025-12-09T09:43:41.570" v="20" actId="20577"/>
        <pc:sldMkLst>
          <pc:docMk/>
          <pc:sldMk cId="3212163405" sldId="314"/>
        </pc:sldMkLst>
        <pc:graphicFrameChg chg="modGraphic">
          <ac:chgData name="정소영(SOYOUNG JEONG)[soy22]/사원/제조DX.자동보정.RSND자동보정팀" userId="e0dfc6da-e3c7-4ad5-9bac-f065fa9fc20e" providerId="ADAL" clId="{A68F01A3-2BDC-4194-805B-31BC11CDF837}" dt="2025-12-09T09:43:41.570" v="20" actId="20577"/>
          <ac:graphicFrameMkLst>
            <pc:docMk/>
            <pc:sldMk cId="3212163405" sldId="314"/>
            <ac:graphicFrameMk id="16" creationId="{EB242356-A299-46C3-9D06-5B35325220C3}"/>
          </ac:graphicFrameMkLst>
        </pc:graphicFrameChg>
      </pc:sldChg>
      <pc:sldChg chg="addSp delSp modSp mod modNotesTx">
        <pc:chgData name="정소영(SOYOUNG JEONG)[soy22]/사원/제조DX.자동보정.RSND자동보정팀" userId="e0dfc6da-e3c7-4ad5-9bac-f065fa9fc20e" providerId="ADAL" clId="{A68F01A3-2BDC-4194-805B-31BC11CDF837}" dt="2025-12-09T09:57:12.538" v="697" actId="20577"/>
        <pc:sldMkLst>
          <pc:docMk/>
          <pc:sldMk cId="1129839810" sldId="2147483547"/>
        </pc:sldMkLst>
        <pc:spChg chg="add mod">
          <ac:chgData name="정소영(SOYOUNG JEONG)[soy22]/사원/제조DX.자동보정.RSND자동보정팀" userId="e0dfc6da-e3c7-4ad5-9bac-f065fa9fc20e" providerId="ADAL" clId="{A68F01A3-2BDC-4194-805B-31BC11CDF837}" dt="2025-12-09T09:42:06.226" v="2"/>
          <ac:spMkLst>
            <pc:docMk/>
            <pc:sldMk cId="1129839810" sldId="2147483547"/>
            <ac:spMk id="22" creationId="{D1C0E8B2-23C4-ABDC-D626-FB4B037013C6}"/>
          </ac:spMkLst>
        </pc:spChg>
        <pc:spChg chg="add mod">
          <ac:chgData name="정소영(SOYOUNG JEONG)[soy22]/사원/제조DX.자동보정.RSND자동보정팀" userId="e0dfc6da-e3c7-4ad5-9bac-f065fa9fc20e" providerId="ADAL" clId="{A68F01A3-2BDC-4194-805B-31BC11CDF837}" dt="2025-12-09T09:42:06.226" v="2"/>
          <ac:spMkLst>
            <pc:docMk/>
            <pc:sldMk cId="1129839810" sldId="2147483547"/>
            <ac:spMk id="23" creationId="{24A374EF-BBCA-E335-D94B-4BCB93FF23FA}"/>
          </ac:spMkLst>
        </pc:spChg>
        <pc:graphicFrameChg chg="add mod modGraphic">
          <ac:chgData name="정소영(SOYOUNG JEONG)[soy22]/사원/제조DX.자동보정.RSND자동보정팀" userId="e0dfc6da-e3c7-4ad5-9bac-f065fa9fc20e" providerId="ADAL" clId="{A68F01A3-2BDC-4194-805B-31BC11CDF837}" dt="2025-12-09T09:42:33.718" v="7" actId="20577"/>
          <ac:graphicFrameMkLst>
            <pc:docMk/>
            <pc:sldMk cId="1129839810" sldId="2147483547"/>
            <ac:graphicFrameMk id="19" creationId="{FFB092EF-944C-5937-DC2A-A33A72C4EAC2}"/>
          </ac:graphicFrameMkLst>
        </pc:graphicFrameChg>
        <pc:graphicFrameChg chg="add mod">
          <ac:chgData name="정소영(SOYOUNG JEONG)[soy22]/사원/제조DX.자동보정.RSND자동보정팀" userId="e0dfc6da-e3c7-4ad5-9bac-f065fa9fc20e" providerId="ADAL" clId="{A68F01A3-2BDC-4194-805B-31BC11CDF837}" dt="2025-12-09T09:42:06.226" v="2"/>
          <ac:graphicFrameMkLst>
            <pc:docMk/>
            <pc:sldMk cId="1129839810" sldId="2147483547"/>
            <ac:graphicFrameMk id="21" creationId="{30ECBDE5-D16E-DAFE-2133-FAF218093B7D}"/>
          </ac:graphicFrameMkLst>
        </pc:graphicFrameChg>
        <pc:graphicFrameChg chg="add mod">
          <ac:chgData name="정소영(SOYOUNG JEONG)[soy22]/사원/제조DX.자동보정.RSND자동보정팀" userId="e0dfc6da-e3c7-4ad5-9bac-f065fa9fc20e" providerId="ADAL" clId="{A68F01A3-2BDC-4194-805B-31BC11CDF837}" dt="2025-12-09T09:42:38.267" v="10" actId="1035"/>
          <ac:graphicFrameMkLst>
            <pc:docMk/>
            <pc:sldMk cId="1129839810" sldId="2147483547"/>
            <ac:graphicFrameMk id="26" creationId="{0B8B406A-67D4-A6BA-FDE1-56475C095EE0}"/>
          </ac:graphicFrameMkLst>
        </pc:graphicFrameChg>
        <pc:picChg chg="add mod">
          <ac:chgData name="정소영(SOYOUNG JEONG)[soy22]/사원/제조DX.자동보정.RSND자동보정팀" userId="e0dfc6da-e3c7-4ad5-9bac-f065fa9fc20e" providerId="ADAL" clId="{A68F01A3-2BDC-4194-805B-31BC11CDF837}" dt="2025-12-09T09:42:06.226" v="2"/>
          <ac:picMkLst>
            <pc:docMk/>
            <pc:sldMk cId="1129839810" sldId="2147483547"/>
            <ac:picMk id="24" creationId="{202EABF4-4A3C-703C-5FB6-998F11442C06}"/>
          </ac:picMkLst>
        </pc:picChg>
        <pc:picChg chg="add mod">
          <ac:chgData name="정소영(SOYOUNG JEONG)[soy22]/사원/제조DX.자동보정.RSND자동보정팀" userId="e0dfc6da-e3c7-4ad5-9bac-f065fa9fc20e" providerId="ADAL" clId="{A68F01A3-2BDC-4194-805B-31BC11CDF837}" dt="2025-12-09T09:42:06.226" v="2"/>
          <ac:picMkLst>
            <pc:docMk/>
            <pc:sldMk cId="1129839810" sldId="2147483547"/>
            <ac:picMk id="25" creationId="{44AE739E-73EA-F65A-422A-42FF8A371722}"/>
          </ac:picMkLst>
        </pc:picChg>
      </pc:sldChg>
    </pc:docChg>
  </pc:docChgLst>
  <pc:docChgLst>
    <pc:chgData name="김형준(HYUNGJUN KIM)[hkim810]/책임/제조DX.자동보정.MC자동보정팀" userId="76eaafad-027b-42f8-8d92-ede6d1a17ed2" providerId="ADAL" clId="{024BD829-EBA8-4078-A968-2E7C386B9E56}"/>
    <pc:docChg chg="undo custSel delSld modSld sldOrd modSection">
      <pc:chgData name="김형준(HYUNGJUN KIM)[hkim810]/책임/제조DX.자동보정.MC자동보정팀" userId="76eaafad-027b-42f8-8d92-ede6d1a17ed2" providerId="ADAL" clId="{024BD829-EBA8-4078-A968-2E7C386B9E56}" dt="2025-11-24T05:39:19.283" v="1450" actId="120"/>
      <pc:docMkLst>
        <pc:docMk/>
      </pc:docMkLst>
      <pc:sldChg chg="modSp mod">
        <pc:chgData name="김형준(HYUNGJUN KIM)[hkim810]/책임/제조DX.자동보정.MC자동보정팀" userId="76eaafad-027b-42f8-8d92-ede6d1a17ed2" providerId="ADAL" clId="{024BD829-EBA8-4078-A968-2E7C386B9E56}" dt="2025-11-19T05:52:41.571" v="395" actId="14100"/>
        <pc:sldMkLst>
          <pc:docMk/>
          <pc:sldMk cId="2852005536" sldId="288"/>
        </pc:sldMkLst>
        <pc:spChg chg="mod">
          <ac:chgData name="김형준(HYUNGJUN KIM)[hkim810]/책임/제조DX.자동보정.MC자동보정팀" userId="76eaafad-027b-42f8-8d92-ede6d1a17ed2" providerId="ADAL" clId="{024BD829-EBA8-4078-A968-2E7C386B9E56}" dt="2025-11-19T05:50:18.495" v="284" actId="20577"/>
          <ac:spMkLst>
            <pc:docMk/>
            <pc:sldMk cId="2852005536" sldId="288"/>
            <ac:spMk id="7" creationId="{B6C8A63D-202F-740A-3CCC-6B105B14BB0F}"/>
          </ac:spMkLst>
        </pc:spChg>
        <pc:graphicFrameChg chg="modGraphic">
          <ac:chgData name="김형준(HYUNGJUN KIM)[hkim810]/책임/제조DX.자동보정.MC자동보정팀" userId="76eaafad-027b-42f8-8d92-ede6d1a17ed2" providerId="ADAL" clId="{024BD829-EBA8-4078-A968-2E7C386B9E56}" dt="2025-11-19T05:50:13.802" v="283" actId="20577"/>
          <ac:graphicFrameMkLst>
            <pc:docMk/>
            <pc:sldMk cId="2852005536" sldId="288"/>
            <ac:graphicFrameMk id="3" creationId="{3E86696F-E35A-4B06-9B46-63A4A6A986C1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024BD829-EBA8-4078-A968-2E7C386B9E56}" dt="2025-11-19T05:52:41.571" v="395" actId="14100"/>
          <ac:graphicFrameMkLst>
            <pc:docMk/>
            <pc:sldMk cId="2852005536" sldId="288"/>
            <ac:graphicFrameMk id="14" creationId="{F7BF916D-8A9E-4800-92E6-357BE08183D6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024BD829-EBA8-4078-A968-2E7C386B9E56}" dt="2025-11-20T00:26:01.712" v="1327"/>
        <pc:sldMkLst>
          <pc:docMk/>
          <pc:sldMk cId="2352087536" sldId="305"/>
        </pc:sldMkLst>
        <pc:graphicFrameChg chg="mod modGraphic">
          <ac:chgData name="김형준(HYUNGJUN KIM)[hkim810]/책임/제조DX.자동보정.MC자동보정팀" userId="76eaafad-027b-42f8-8d92-ede6d1a17ed2" providerId="ADAL" clId="{024BD829-EBA8-4078-A968-2E7C386B9E56}" dt="2025-11-20T00:26:01.712" v="1327"/>
          <ac:graphicFrameMkLst>
            <pc:docMk/>
            <pc:sldMk cId="2352087536" sldId="305"/>
            <ac:graphicFrameMk id="5" creationId="{2369CE85-B89B-6E4A-6281-356F875EAE52}"/>
          </ac:graphicFrameMkLst>
        </pc:graphicFrameChg>
      </pc:sldChg>
      <pc:sldChg chg="ord">
        <pc:chgData name="김형준(HYUNGJUN KIM)[hkim810]/책임/제조DX.자동보정.MC자동보정팀" userId="76eaafad-027b-42f8-8d92-ede6d1a17ed2" providerId="ADAL" clId="{024BD829-EBA8-4078-A968-2E7C386B9E56}" dt="2025-11-20T00:40:27.360" v="1412"/>
        <pc:sldMkLst>
          <pc:docMk/>
          <pc:sldMk cId="1796342565" sldId="309"/>
        </pc:sldMkLst>
      </pc:sldChg>
      <pc:sldChg chg="ord">
        <pc:chgData name="김형준(HYUNGJUN KIM)[hkim810]/책임/제조DX.자동보정.MC자동보정팀" userId="76eaafad-027b-42f8-8d92-ede6d1a17ed2" providerId="ADAL" clId="{024BD829-EBA8-4078-A968-2E7C386B9E56}" dt="2025-11-20T00:38:16.960" v="1408"/>
        <pc:sldMkLst>
          <pc:docMk/>
          <pc:sldMk cId="2881803193" sldId="313"/>
        </pc:sldMkLst>
      </pc:sldChg>
      <pc:sldChg chg="modSp mod">
        <pc:chgData name="김형준(HYUNGJUN KIM)[hkim810]/책임/제조DX.자동보정.MC자동보정팀" userId="76eaafad-027b-42f8-8d92-ede6d1a17ed2" providerId="ADAL" clId="{024BD829-EBA8-4078-A968-2E7C386B9E56}" dt="2025-11-19T05:53:09.294" v="397" actId="20577"/>
        <pc:sldMkLst>
          <pc:docMk/>
          <pc:sldMk cId="3308190164" sldId="2147482025"/>
        </pc:sldMkLst>
        <pc:spChg chg="mod">
          <ac:chgData name="김형준(HYUNGJUN KIM)[hkim810]/책임/제조DX.자동보정.MC자동보정팀" userId="76eaafad-027b-42f8-8d92-ede6d1a17ed2" providerId="ADAL" clId="{024BD829-EBA8-4078-A968-2E7C386B9E56}" dt="2025-11-19T05:53:09.294" v="397" actId="20577"/>
          <ac:spMkLst>
            <pc:docMk/>
            <pc:sldMk cId="3308190164" sldId="2147482025"/>
            <ac:spMk id="9" creationId="{B5840AC6-D288-4190-89A9-88F0476A4F12}"/>
          </ac:spMkLst>
        </pc:spChg>
        <pc:graphicFrameChg chg="mod">
          <ac:chgData name="김형준(HYUNGJUN KIM)[hkim810]/책임/제조DX.자동보정.MC자동보정팀" userId="76eaafad-027b-42f8-8d92-ede6d1a17ed2" providerId="ADAL" clId="{024BD829-EBA8-4078-A968-2E7C386B9E56}" dt="2025-11-19T05:52:21.241" v="393"/>
          <ac:graphicFrameMkLst>
            <pc:docMk/>
            <pc:sldMk cId="3308190164" sldId="2147482025"/>
            <ac:graphicFrameMk id="14" creationId="{F7BF916D-8A9E-4800-92E6-357BE08183D6}"/>
          </ac:graphicFrameMkLst>
        </pc:graphicFrameChg>
      </pc:sldChg>
      <pc:sldChg chg="modSp mod ord">
        <pc:chgData name="김형준(HYUNGJUN KIM)[hkim810]/책임/제조DX.자동보정.MC자동보정팀" userId="76eaafad-027b-42f8-8d92-ede6d1a17ed2" providerId="ADAL" clId="{024BD829-EBA8-4078-A968-2E7C386B9E56}" dt="2025-11-20T00:43:52.193" v="1445" actId="20577"/>
        <pc:sldMkLst>
          <pc:docMk/>
          <pc:sldMk cId="2498954843" sldId="2147482027"/>
        </pc:sldMkLst>
        <pc:graphicFrameChg chg="modGraphic">
          <ac:chgData name="김형준(HYUNGJUN KIM)[hkim810]/책임/제조DX.자동보정.MC자동보정팀" userId="76eaafad-027b-42f8-8d92-ede6d1a17ed2" providerId="ADAL" clId="{024BD829-EBA8-4078-A968-2E7C386B9E56}" dt="2025-11-20T00:43:15.719" v="1420" actId="20577"/>
          <ac:graphicFrameMkLst>
            <pc:docMk/>
            <pc:sldMk cId="2498954843" sldId="2147482027"/>
            <ac:graphicFrameMk id="63" creationId="{70AA915B-889A-4A75-A7AD-D2F8B7F2A37E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024BD829-EBA8-4078-A968-2E7C386B9E56}" dt="2025-11-20T00:43:52.193" v="1445" actId="20577"/>
          <ac:graphicFrameMkLst>
            <pc:docMk/>
            <pc:sldMk cId="2498954843" sldId="2147482027"/>
            <ac:graphicFrameMk id="65" creationId="{91A76A10-8A60-4643-B690-6F503385D026}"/>
          </ac:graphicFrameMkLst>
        </pc:graphicFrameChg>
      </pc:sldChg>
      <pc:sldChg chg="modSp mod ord">
        <pc:chgData name="김형준(HYUNGJUN KIM)[hkim810]/책임/제조DX.자동보정.MC자동보정팀" userId="76eaafad-027b-42f8-8d92-ede6d1a17ed2" providerId="ADAL" clId="{024BD829-EBA8-4078-A968-2E7C386B9E56}" dt="2025-11-20T00:43:35.612" v="1435" actId="20577"/>
        <pc:sldMkLst>
          <pc:docMk/>
          <pc:sldMk cId="2889583951" sldId="2147482028"/>
        </pc:sldMkLst>
        <pc:spChg chg="mod">
          <ac:chgData name="김형준(HYUNGJUN KIM)[hkim810]/책임/제조DX.자동보정.MC자동보정팀" userId="76eaafad-027b-42f8-8d92-ede6d1a17ed2" providerId="ADAL" clId="{024BD829-EBA8-4078-A968-2E7C386B9E56}" dt="2025-11-19T05:55:13.475" v="402" actId="20577"/>
          <ac:spMkLst>
            <pc:docMk/>
            <pc:sldMk cId="2889583951" sldId="2147482028"/>
            <ac:spMk id="19" creationId="{A1BE8DD3-E58F-491D-859F-D6362136CD78}"/>
          </ac:spMkLst>
        </pc:spChg>
        <pc:graphicFrameChg chg="modGraphic">
          <ac:chgData name="김형준(HYUNGJUN KIM)[hkim810]/책임/제조DX.자동보정.MC자동보정팀" userId="76eaafad-027b-42f8-8d92-ede6d1a17ed2" providerId="ADAL" clId="{024BD829-EBA8-4078-A968-2E7C386B9E56}" dt="2025-11-19T05:55:06.247" v="399" actId="20577"/>
          <ac:graphicFrameMkLst>
            <pc:docMk/>
            <pc:sldMk cId="2889583951" sldId="2147482028"/>
            <ac:graphicFrameMk id="9" creationId="{46C0305A-7583-4C36-B6FB-7599E8598DC9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024BD829-EBA8-4078-A968-2E7C386B9E56}" dt="2025-11-20T00:43:35.612" v="1435" actId="20577"/>
          <ac:graphicFrameMkLst>
            <pc:docMk/>
            <pc:sldMk cId="2889583951" sldId="2147482028"/>
            <ac:graphicFrameMk id="13" creationId="{464CFD32-F0C1-4BC8-83E7-D88F486D8DB2}"/>
          </ac:graphicFrameMkLst>
        </pc:graphicFrameChg>
      </pc:sldChg>
      <pc:sldChg chg="ord">
        <pc:chgData name="김형준(HYUNGJUN KIM)[hkim810]/책임/제조DX.자동보정.MC자동보정팀" userId="76eaafad-027b-42f8-8d92-ede6d1a17ed2" providerId="ADAL" clId="{024BD829-EBA8-4078-A968-2E7C386B9E56}" dt="2025-11-20T00:46:25.146" v="1449"/>
        <pc:sldMkLst>
          <pc:docMk/>
          <pc:sldMk cId="898987606" sldId="2147482031"/>
        </pc:sldMkLst>
      </pc:sldChg>
      <pc:sldChg chg="ord">
        <pc:chgData name="김형준(HYUNGJUN KIM)[hkim810]/책임/제조DX.자동보정.MC자동보정팀" userId="76eaafad-027b-42f8-8d92-ede6d1a17ed2" providerId="ADAL" clId="{024BD829-EBA8-4078-A968-2E7C386B9E56}" dt="2025-11-20T00:46:25.146" v="1449"/>
        <pc:sldMkLst>
          <pc:docMk/>
          <pc:sldMk cId="538742533" sldId="2147482032"/>
        </pc:sldMkLst>
      </pc:sldChg>
      <pc:sldChg chg="ord">
        <pc:chgData name="김형준(HYUNGJUN KIM)[hkim810]/책임/제조DX.자동보정.MC자동보정팀" userId="76eaafad-027b-42f8-8d92-ede6d1a17ed2" providerId="ADAL" clId="{024BD829-EBA8-4078-A968-2E7C386B9E56}" dt="2025-11-20T00:46:25.146" v="1449"/>
        <pc:sldMkLst>
          <pc:docMk/>
          <pc:sldMk cId="2934317814" sldId="2147483612"/>
        </pc:sldMkLst>
      </pc:sldChg>
      <pc:sldChg chg="ord">
        <pc:chgData name="김형준(HYUNGJUN KIM)[hkim810]/책임/제조DX.자동보정.MC자동보정팀" userId="76eaafad-027b-42f8-8d92-ede6d1a17ed2" providerId="ADAL" clId="{024BD829-EBA8-4078-A968-2E7C386B9E56}" dt="2025-11-20T00:44:45.153" v="1447"/>
        <pc:sldMkLst>
          <pc:docMk/>
          <pc:sldMk cId="2625735704" sldId="2147483628"/>
        </pc:sldMkLst>
      </pc:sldChg>
      <pc:sldChg chg="ord">
        <pc:chgData name="김형준(HYUNGJUN KIM)[hkim810]/책임/제조DX.자동보정.MC자동보정팀" userId="76eaafad-027b-42f8-8d92-ede6d1a17ed2" providerId="ADAL" clId="{024BD829-EBA8-4078-A968-2E7C386B9E56}" dt="2025-11-20T00:44:45.153" v="1447"/>
        <pc:sldMkLst>
          <pc:docMk/>
          <pc:sldMk cId="1514616925" sldId="2147483629"/>
        </pc:sldMkLst>
      </pc:sldChg>
      <pc:sldChg chg="ord">
        <pc:chgData name="김형준(HYUNGJUN KIM)[hkim810]/책임/제조DX.자동보정.MC자동보정팀" userId="76eaafad-027b-42f8-8d92-ede6d1a17ed2" providerId="ADAL" clId="{024BD829-EBA8-4078-A968-2E7C386B9E56}" dt="2025-11-20T00:44:45.153" v="1447"/>
        <pc:sldMkLst>
          <pc:docMk/>
          <pc:sldMk cId="1194096424" sldId="2147483640"/>
        </pc:sldMkLst>
      </pc:sldChg>
    </pc:docChg>
  </pc:docChgLst>
  <pc:docChgLst>
    <pc:chgData name="김형원(HYUNGWON KIM)[hyungwon]/사원/제조DX.자동보정.조립자동보정팀" userId="7d3d3187-387b-4f0d-81bf-ac57af5a795a" providerId="ADAL" clId="{9EDF82BA-8FE5-4785-857E-8CF3216285A8}"/>
    <pc:docChg chg="modSld">
      <pc:chgData name="김형원(HYUNGWON KIM)[hyungwon]/사원/제조DX.자동보정.조립자동보정팀" userId="7d3d3187-387b-4f0d-81bf-ac57af5a795a" providerId="ADAL" clId="{9EDF82BA-8FE5-4785-857E-8CF3216285A8}" dt="2025-12-16T02:29:52.808" v="9" actId="20577"/>
      <pc:docMkLst>
        <pc:docMk/>
      </pc:docMkLst>
      <pc:sldChg chg="modSp mod">
        <pc:chgData name="김형원(HYUNGWON KIM)[hyungwon]/사원/제조DX.자동보정.조립자동보정팀" userId="7d3d3187-387b-4f0d-81bf-ac57af5a795a" providerId="ADAL" clId="{9EDF82BA-8FE5-4785-857E-8CF3216285A8}" dt="2025-12-16T02:29:45.939" v="5" actId="20577"/>
        <pc:sldMkLst>
          <pc:docMk/>
          <pc:sldMk cId="2967565303" sldId="294"/>
        </pc:sldMkLst>
        <pc:spChg chg="mod">
          <ac:chgData name="김형원(HYUNGWON KIM)[hyungwon]/사원/제조DX.자동보정.조립자동보정팀" userId="7d3d3187-387b-4f0d-81bf-ac57af5a795a" providerId="ADAL" clId="{9EDF82BA-8FE5-4785-857E-8CF3216285A8}" dt="2025-12-16T02:29:39.031" v="1" actId="20577"/>
          <ac:spMkLst>
            <pc:docMk/>
            <pc:sldMk cId="2967565303" sldId="294"/>
            <ac:spMk id="13" creationId="{B2BCB7C6-7FF2-4166-82A2-E3FE4B0B4E2A}"/>
          </ac:spMkLst>
        </pc:spChg>
        <pc:graphicFrameChg chg="modGraphic">
          <ac:chgData name="김형원(HYUNGWON KIM)[hyungwon]/사원/제조DX.자동보정.조립자동보정팀" userId="7d3d3187-387b-4f0d-81bf-ac57af5a795a" providerId="ADAL" clId="{9EDF82BA-8FE5-4785-857E-8CF3216285A8}" dt="2025-12-16T02:29:45.939" v="5" actId="20577"/>
          <ac:graphicFrameMkLst>
            <pc:docMk/>
            <pc:sldMk cId="2967565303" sldId="294"/>
            <ac:graphicFrameMk id="12" creationId="{E4591B7C-FD24-4C94-B784-24331C2373E4}"/>
          </ac:graphicFrameMkLst>
        </pc:graphicFrameChg>
      </pc:sldChg>
      <pc:sldChg chg="modSp mod">
        <pc:chgData name="김형원(HYUNGWON KIM)[hyungwon]/사원/제조DX.자동보정.조립자동보정팀" userId="7d3d3187-387b-4f0d-81bf-ac57af5a795a" providerId="ADAL" clId="{9EDF82BA-8FE5-4785-857E-8CF3216285A8}" dt="2025-12-16T02:29:52.808" v="9" actId="20577"/>
        <pc:sldMkLst>
          <pc:docMk/>
          <pc:sldMk cId="1790242576" sldId="296"/>
        </pc:sldMkLst>
        <pc:graphicFrameChg chg="modGraphic">
          <ac:chgData name="김형원(HYUNGWON KIM)[hyungwon]/사원/제조DX.자동보정.조립자동보정팀" userId="7d3d3187-387b-4f0d-81bf-ac57af5a795a" providerId="ADAL" clId="{9EDF82BA-8FE5-4785-857E-8CF3216285A8}" dt="2025-12-16T02:29:52.808" v="9" actId="20577"/>
          <ac:graphicFrameMkLst>
            <pc:docMk/>
            <pc:sldMk cId="1790242576" sldId="296"/>
            <ac:graphicFrameMk id="12" creationId="{E4591B7C-FD24-4C94-B784-24331C2373E4}"/>
          </ac:graphicFrameMkLst>
        </pc:graphicFrameChg>
      </pc:sldChg>
    </pc:docChg>
  </pc:docChgLst>
  <pc:docChgLst>
    <pc:chgData name="이상용(SANGYONG LEE)[lsy0500]/선임/제조DX.자동보정.RSND자동보정팀" userId="6e1e2dff-ff3a-45ae-b062-b7c6f0b8ce1b" providerId="ADAL" clId="{739BCFEC-C66B-4538-9D81-85FB5619ED35}"/>
    <pc:docChg chg="modSld">
      <pc:chgData name="이상용(SANGYONG LEE)[lsy0500]/선임/제조DX.자동보정.RSND자동보정팀" userId="6e1e2dff-ff3a-45ae-b062-b7c6f0b8ce1b" providerId="ADAL" clId="{739BCFEC-C66B-4538-9D81-85FB5619ED35}" dt="2025-12-03T00:23:20.842" v="41" actId="2711"/>
      <pc:docMkLst>
        <pc:docMk/>
      </pc:docMkLst>
      <pc:sldChg chg="modSp mod">
        <pc:chgData name="이상용(SANGYONG LEE)[lsy0500]/선임/제조DX.자동보정.RSND자동보정팀" userId="6e1e2dff-ff3a-45ae-b062-b7c6f0b8ce1b" providerId="ADAL" clId="{739BCFEC-C66B-4538-9D81-85FB5619ED35}" dt="2025-12-03T00:23:20.842" v="41" actId="2711"/>
        <pc:sldMkLst>
          <pc:docMk/>
          <pc:sldMk cId="912516758" sldId="270"/>
        </pc:sldMkLst>
        <pc:spChg chg="mod">
          <ac:chgData name="이상용(SANGYONG LEE)[lsy0500]/선임/제조DX.자동보정.RSND자동보정팀" userId="6e1e2dff-ff3a-45ae-b062-b7c6f0b8ce1b" providerId="ADAL" clId="{739BCFEC-C66B-4538-9D81-85FB5619ED35}" dt="2025-12-03T00:22:49.782" v="6" actId="20577"/>
          <ac:spMkLst>
            <pc:docMk/>
            <pc:sldMk cId="912516758" sldId="270"/>
            <ac:spMk id="8" creationId="{B00DF2C9-431D-6CB6-C306-046765BA9159}"/>
          </ac:spMkLst>
        </pc:spChg>
        <pc:graphicFrameChg chg="mod modGraphic">
          <ac:chgData name="이상용(SANGYONG LEE)[lsy0500]/선임/제조DX.자동보정.RSND자동보정팀" userId="6e1e2dff-ff3a-45ae-b062-b7c6f0b8ce1b" providerId="ADAL" clId="{739BCFEC-C66B-4538-9D81-85FB5619ED35}" dt="2025-12-03T00:23:20.842" v="41" actId="2711"/>
          <ac:graphicFrameMkLst>
            <pc:docMk/>
            <pc:sldMk cId="912516758" sldId="270"/>
            <ac:graphicFrameMk id="10" creationId="{480421C8-E427-CECF-A675-6665D99969B0}"/>
          </ac:graphicFrameMkLst>
        </pc:graphicFrameChg>
      </pc:sldChg>
    </pc:docChg>
  </pc:docChgLst>
  <pc:docChgLst>
    <pc:chgData name="박연탁(YEONTARK PARK)[parkyt]/책임/제조DX.자동보정.자동보정선행개발팀" userId="S::parkyt@lgensol.com::ed32861b-bebc-4d6e-be9d-42a82b4a008b" providerId="AD" clId="Web-{7BB4D386-2956-70E4-DB9D-F874D8CC0983}"/>
    <pc:docChg chg="modSld">
      <pc:chgData name="박연탁(YEONTARK PARK)[parkyt]/책임/제조DX.자동보정.자동보정선행개발팀" userId="S::parkyt@lgensol.com::ed32861b-bebc-4d6e-be9d-42a82b4a008b" providerId="AD" clId="Web-{7BB4D386-2956-70E4-DB9D-F874D8CC0983}" dt="2025-11-27T07:23:20.189" v="13"/>
      <pc:docMkLst>
        <pc:docMk/>
      </pc:docMkLst>
      <pc:sldChg chg="modSp">
        <pc:chgData name="박연탁(YEONTARK PARK)[parkyt]/책임/제조DX.자동보정.자동보정선행개발팀" userId="S::parkyt@lgensol.com::ed32861b-bebc-4d6e-be9d-42a82b4a008b" providerId="AD" clId="Web-{7BB4D386-2956-70E4-DB9D-F874D8CC0983}" dt="2025-11-27T07:23:20.189" v="13"/>
        <pc:sldMkLst>
          <pc:docMk/>
          <pc:sldMk cId="1260814657" sldId="2147481905"/>
        </pc:sldMkLst>
        <pc:graphicFrameChg chg="mod modGraphic">
          <ac:chgData name="박연탁(YEONTARK PARK)[parkyt]/책임/제조DX.자동보정.자동보정선행개발팀" userId="S::parkyt@lgensol.com::ed32861b-bebc-4d6e-be9d-42a82b4a008b" providerId="AD" clId="Web-{7BB4D386-2956-70E4-DB9D-F874D8CC0983}" dt="2025-11-27T07:23:20.189" v="13"/>
          <ac:graphicFrameMkLst>
            <pc:docMk/>
            <pc:sldMk cId="1260814657" sldId="2147481905"/>
            <ac:graphicFrameMk id="13" creationId="{7FC8BFA7-9C72-4368-BAA5-09BA3B1A2B9F}"/>
          </ac:graphicFrameMkLst>
        </pc:graphicFrameChg>
      </pc:sldChg>
    </pc:docChg>
  </pc:docChgLst>
  <pc:docChgLst>
    <pc:chgData name="박수종(SUJONG PARK)[sujong.park]/팀장/제조지능화.자동보정.셀자동보정팀" userId="039307f6-191c-4414-97f2-9bbc8a7f6117" providerId="ADAL" clId="{FCC74B88-2C07-4D79-B0A4-238577A8A8CD}"/>
    <pc:docChg chg="undo custSel modSld">
      <pc:chgData name="박수종(SUJONG PARK)[sujong.park]/팀장/제조지능화.자동보정.셀자동보정팀" userId="039307f6-191c-4414-97f2-9bbc8a7f6117" providerId="ADAL" clId="{FCC74B88-2C07-4D79-B0A4-238577A8A8CD}" dt="2025-11-18T11:23:43.345" v="3801"/>
      <pc:docMkLst>
        <pc:docMk/>
      </pc:docMkLst>
      <pc:sldChg chg="modSp">
        <pc:chgData name="박수종(SUJONG PARK)[sujong.park]/팀장/제조지능화.자동보정.셀자동보정팀" userId="039307f6-191c-4414-97f2-9bbc8a7f6117" providerId="ADAL" clId="{FCC74B88-2C07-4D79-B0A4-238577A8A8CD}" dt="2025-11-18T10:37:20.280" v="3644" actId="6549"/>
        <pc:sldMkLst>
          <pc:docMk/>
          <pc:sldMk cId="3266697761" sldId="2278"/>
        </pc:sldMkLst>
        <pc:spChg chg="mod">
          <ac:chgData name="박수종(SUJONG PARK)[sujong.park]/팀장/제조지능화.자동보정.셀자동보정팀" userId="039307f6-191c-4414-97f2-9bbc8a7f6117" providerId="ADAL" clId="{FCC74B88-2C07-4D79-B0A4-238577A8A8CD}" dt="2025-11-18T10:37:20.280" v="3644" actId="6549"/>
          <ac:spMkLst>
            <pc:docMk/>
            <pc:sldMk cId="3266697761" sldId="2278"/>
            <ac:spMk id="5" creationId="{9F5FF4B7-2926-4D73-A8B9-82803C7166FE}"/>
          </ac:spMkLst>
        </pc:spChg>
      </pc:sldChg>
      <pc:sldChg chg="modSp">
        <pc:chgData name="박수종(SUJONG PARK)[sujong.park]/팀장/제조지능화.자동보정.셀자동보정팀" userId="039307f6-191c-4414-97f2-9bbc8a7f6117" providerId="ADAL" clId="{FCC74B88-2C07-4D79-B0A4-238577A8A8CD}" dt="2025-11-18T11:23:43.345" v="3801"/>
        <pc:sldMkLst>
          <pc:docMk/>
          <pc:sldMk cId="2440852975" sldId="2147481923"/>
        </pc:sldMkLst>
        <pc:spChg chg="mod">
          <ac:chgData name="박수종(SUJONG PARK)[sujong.park]/팀장/제조지능화.자동보정.셀자동보정팀" userId="039307f6-191c-4414-97f2-9bbc8a7f6117" providerId="ADAL" clId="{FCC74B88-2C07-4D79-B0A4-238577A8A8CD}" dt="2025-11-18T11:23:43.345" v="3801"/>
          <ac:spMkLst>
            <pc:docMk/>
            <pc:sldMk cId="2440852975" sldId="2147481923"/>
            <ac:spMk id="8" creationId="{CB0B3E35-76C1-4ED7-A859-2CC8E85EA27D}"/>
          </ac:spMkLst>
        </pc:spChg>
      </pc:sldChg>
      <pc:sldChg chg="modSp">
        <pc:chgData name="박수종(SUJONG PARK)[sujong.park]/팀장/제조지능화.자동보정.셀자동보정팀" userId="039307f6-191c-4414-97f2-9bbc8a7f6117" providerId="ADAL" clId="{FCC74B88-2C07-4D79-B0A4-238577A8A8CD}" dt="2025-11-18T10:32:33.186" v="3466" actId="207"/>
        <pc:sldMkLst>
          <pc:docMk/>
          <pc:sldMk cId="2543445665" sldId="2147483561"/>
        </pc:sldMkLst>
        <pc:spChg chg="mod">
          <ac:chgData name="박수종(SUJONG PARK)[sujong.park]/팀장/제조지능화.자동보정.셀자동보정팀" userId="039307f6-191c-4414-97f2-9bbc8a7f6117" providerId="ADAL" clId="{FCC74B88-2C07-4D79-B0A4-238577A8A8CD}" dt="2025-11-18T10:32:33.186" v="3466" actId="207"/>
          <ac:spMkLst>
            <pc:docMk/>
            <pc:sldMk cId="2543445665" sldId="2147483561"/>
            <ac:spMk id="7" creationId="{2BC7F42E-092C-4FC0-A5C6-9F625CADC1F5}"/>
          </ac:spMkLst>
        </pc:spChg>
      </pc:sldChg>
    </pc:docChg>
  </pc:docChgLst>
  <pc:docChgLst>
    <pc:chgData name="정소영(SOYOUNG JEONG)[soy22]/사원/제조DX.자동보정.RSND자동보정팀" userId="e0dfc6da-e3c7-4ad5-9bac-f065fa9fc20e" providerId="ADAL" clId="{096BDBBE-2B47-4D39-8614-809E4B808B40}"/>
    <pc:docChg chg="undo modSld">
      <pc:chgData name="정소영(SOYOUNG JEONG)[soy22]/사원/제조DX.자동보정.RSND자동보정팀" userId="e0dfc6da-e3c7-4ad5-9bac-f065fa9fc20e" providerId="ADAL" clId="{096BDBBE-2B47-4D39-8614-809E4B808B40}" dt="2025-11-18T09:20:18.649" v="25" actId="20577"/>
      <pc:docMkLst>
        <pc:docMk/>
      </pc:docMkLst>
      <pc:sldChg chg="modSp">
        <pc:chgData name="정소영(SOYOUNG JEONG)[soy22]/사원/제조DX.자동보정.RSND자동보정팀" userId="e0dfc6da-e3c7-4ad5-9bac-f065fa9fc20e" providerId="ADAL" clId="{096BDBBE-2B47-4D39-8614-809E4B808B40}" dt="2025-11-18T09:09:59.622" v="15" actId="20577"/>
        <pc:sldMkLst>
          <pc:docMk/>
          <pc:sldMk cId="938929586" sldId="2147483555"/>
        </pc:sldMkLst>
        <pc:spChg chg="mod">
          <ac:chgData name="정소영(SOYOUNG JEONG)[soy22]/사원/제조DX.자동보정.RSND자동보정팀" userId="e0dfc6da-e3c7-4ad5-9bac-f065fa9fc20e" providerId="ADAL" clId="{096BDBBE-2B47-4D39-8614-809E4B808B40}" dt="2025-11-18T09:09:48.513" v="11" actId="20577"/>
          <ac:spMkLst>
            <pc:docMk/>
            <pc:sldMk cId="938929586" sldId="2147483555"/>
            <ac:spMk id="13" creationId="{887CCADF-6E8D-4B31-B59A-D9BD709A09E6}"/>
          </ac:spMkLst>
        </pc:spChg>
        <pc:graphicFrameChg chg="modGraphic">
          <ac:chgData name="정소영(SOYOUNG JEONG)[soy22]/사원/제조DX.자동보정.RSND자동보정팀" userId="e0dfc6da-e3c7-4ad5-9bac-f065fa9fc20e" providerId="ADAL" clId="{096BDBBE-2B47-4D39-8614-809E4B808B40}" dt="2025-11-18T09:09:59.622" v="15" actId="20577"/>
          <ac:graphicFrameMkLst>
            <pc:docMk/>
            <pc:sldMk cId="938929586" sldId="2147483555"/>
            <ac:graphicFrameMk id="21" creationId="{698AF8AB-92C6-45AB-A7E1-5FAFA10C41C5}"/>
          </ac:graphicFrameMkLst>
        </pc:graphicFrameChg>
      </pc:sldChg>
      <pc:sldChg chg="modSp">
        <pc:chgData name="정소영(SOYOUNG JEONG)[soy22]/사원/제조DX.자동보정.RSND자동보정팀" userId="e0dfc6da-e3c7-4ad5-9bac-f065fa9fc20e" providerId="ADAL" clId="{096BDBBE-2B47-4D39-8614-809E4B808B40}" dt="2025-11-18T09:09:24.448" v="7" actId="20577"/>
        <pc:sldMkLst>
          <pc:docMk/>
          <pc:sldMk cId="2628521279" sldId="2147483556"/>
        </pc:sldMkLst>
        <pc:spChg chg="mod">
          <ac:chgData name="정소영(SOYOUNG JEONG)[soy22]/사원/제조DX.자동보정.RSND자동보정팀" userId="e0dfc6da-e3c7-4ad5-9bac-f065fa9fc20e" providerId="ADAL" clId="{096BDBBE-2B47-4D39-8614-809E4B808B40}" dt="2025-11-18T09:09:14.262" v="3" actId="20577"/>
          <ac:spMkLst>
            <pc:docMk/>
            <pc:sldMk cId="2628521279" sldId="2147483556"/>
            <ac:spMk id="15" creationId="{47DCDD23-DDED-4691-B961-A973B21BA6B3}"/>
          </ac:spMkLst>
        </pc:spChg>
        <pc:graphicFrameChg chg="modGraphic">
          <ac:chgData name="정소영(SOYOUNG JEONG)[soy22]/사원/제조DX.자동보정.RSND자동보정팀" userId="e0dfc6da-e3c7-4ad5-9bac-f065fa9fc20e" providerId="ADAL" clId="{096BDBBE-2B47-4D39-8614-809E4B808B40}" dt="2025-11-18T09:09:24.448" v="7" actId="20577"/>
          <ac:graphicFrameMkLst>
            <pc:docMk/>
            <pc:sldMk cId="2628521279" sldId="2147483556"/>
            <ac:graphicFrameMk id="21" creationId="{698AF8AB-92C6-45AB-A7E1-5FAFA10C41C5}"/>
          </ac:graphicFrameMkLst>
        </pc:graphicFrameChg>
      </pc:sldChg>
    </pc:docChg>
  </pc:docChgLst>
  <pc:docChgLst>
    <pc:chgData name="박홍준(HONGJUN PARK)[bakongjun]/사원/제조DX.자동보정.RSND자동보정팀" userId="72d131f8-3bdb-4973-92c4-217bee4fcd53" providerId="ADAL" clId="{7C1AA6E9-5202-4536-9F4D-E1497C4A2AF2}"/>
    <pc:docChg chg="undo custSel modSld">
      <pc:chgData name="박홍준(HONGJUN PARK)[bakongjun]/사원/제조DX.자동보정.RSND자동보정팀" userId="72d131f8-3bdb-4973-92c4-217bee4fcd53" providerId="ADAL" clId="{7C1AA6E9-5202-4536-9F4D-E1497C4A2AF2}" dt="2025-12-09T05:15:56.489" v="288" actId="20577"/>
      <pc:docMkLst>
        <pc:docMk/>
      </pc:docMkLst>
      <pc:sldChg chg="modSp mod">
        <pc:chgData name="박홍준(HONGJUN PARK)[bakongjun]/사원/제조DX.자동보정.RSND자동보정팀" userId="72d131f8-3bdb-4973-92c4-217bee4fcd53" providerId="ADAL" clId="{7C1AA6E9-5202-4536-9F4D-E1497C4A2AF2}" dt="2025-12-09T00:54:40.600" v="284" actId="20577"/>
        <pc:sldMkLst>
          <pc:docMk/>
          <pc:sldMk cId="805204089" sldId="299"/>
        </pc:sldMkLst>
        <pc:spChg chg="mod">
          <ac:chgData name="박홍준(HONGJUN PARK)[bakongjun]/사원/제조DX.자동보정.RSND자동보정팀" userId="72d131f8-3bdb-4973-92c4-217bee4fcd53" providerId="ADAL" clId="{7C1AA6E9-5202-4536-9F4D-E1497C4A2AF2}" dt="2025-12-09T00:54:40.600" v="284" actId="20577"/>
          <ac:spMkLst>
            <pc:docMk/>
            <pc:sldMk cId="805204089" sldId="299"/>
            <ac:spMk id="8" creationId="{1721071B-4082-221B-9C56-E02FFAF6E3A6}"/>
          </ac:spMkLst>
        </pc:spChg>
        <pc:graphicFrameChg chg="modGraphic">
          <ac:chgData name="박홍준(HONGJUN PARK)[bakongjun]/사원/제조DX.자동보정.RSND자동보정팀" userId="72d131f8-3bdb-4973-92c4-217bee4fcd53" providerId="ADAL" clId="{7C1AA6E9-5202-4536-9F4D-E1497C4A2AF2}" dt="2025-12-09T00:54:11.322" v="231" actId="20577"/>
          <ac:graphicFrameMkLst>
            <pc:docMk/>
            <pc:sldMk cId="805204089" sldId="299"/>
            <ac:graphicFrameMk id="3" creationId="{1B538319-E744-914C-0D08-26296EEC9C81}"/>
          </ac:graphicFrameMkLst>
        </pc:graphicFrameChg>
        <pc:graphicFrameChg chg="mod modGraphic">
          <ac:chgData name="박홍준(HONGJUN PARK)[bakongjun]/사원/제조DX.자동보정.RSND자동보정팀" userId="72d131f8-3bdb-4973-92c4-217bee4fcd53" providerId="ADAL" clId="{7C1AA6E9-5202-4536-9F4D-E1497C4A2AF2}" dt="2025-12-09T00:54:32.824" v="276" actId="207"/>
          <ac:graphicFrameMkLst>
            <pc:docMk/>
            <pc:sldMk cId="805204089" sldId="299"/>
            <ac:graphicFrameMk id="32" creationId="{C75B2E3A-6367-47F5-9C2E-36D1B1E1DCAE}"/>
          </ac:graphicFrameMkLst>
        </pc:graphicFrameChg>
      </pc:sldChg>
      <pc:sldChg chg="modSp mod">
        <pc:chgData name="박홍준(HONGJUN PARK)[bakongjun]/사원/제조DX.자동보정.RSND자동보정팀" userId="72d131f8-3bdb-4973-92c4-217bee4fcd53" providerId="ADAL" clId="{7C1AA6E9-5202-4536-9F4D-E1497C4A2AF2}" dt="2025-12-09T05:15:56.489" v="288" actId="20577"/>
        <pc:sldMkLst>
          <pc:docMk/>
          <pc:sldMk cId="3227093882" sldId="300"/>
        </pc:sldMkLst>
        <pc:spChg chg="mod">
          <ac:chgData name="박홍준(HONGJUN PARK)[bakongjun]/사원/제조DX.자동보정.RSND자동보정팀" userId="72d131f8-3bdb-4973-92c4-217bee4fcd53" providerId="ADAL" clId="{7C1AA6E9-5202-4536-9F4D-E1497C4A2AF2}" dt="2025-12-09T00:53:51.628" v="227" actId="20577"/>
          <ac:spMkLst>
            <pc:docMk/>
            <pc:sldMk cId="3227093882" sldId="300"/>
            <ac:spMk id="8" creationId="{B00DF2C9-431D-6CB6-C306-046765BA9159}"/>
          </ac:spMkLst>
        </pc:spChg>
        <pc:graphicFrameChg chg="modGraphic">
          <ac:chgData name="박홍준(HONGJUN PARK)[bakongjun]/사원/제조DX.자동보정.RSND자동보정팀" userId="72d131f8-3bdb-4973-92c4-217bee4fcd53" providerId="ADAL" clId="{7C1AA6E9-5202-4536-9F4D-E1497C4A2AF2}" dt="2025-12-09T00:53:01.716" v="116" actId="20577"/>
          <ac:graphicFrameMkLst>
            <pc:docMk/>
            <pc:sldMk cId="3227093882" sldId="300"/>
            <ac:graphicFrameMk id="3" creationId="{1B538319-E744-914C-0D08-26296EEC9C81}"/>
          </ac:graphicFrameMkLst>
        </pc:graphicFrameChg>
        <pc:graphicFrameChg chg="mod modGraphic">
          <ac:chgData name="박홍준(HONGJUN PARK)[bakongjun]/사원/제조DX.자동보정.RSND자동보정팀" userId="72d131f8-3bdb-4973-92c4-217bee4fcd53" providerId="ADAL" clId="{7C1AA6E9-5202-4536-9F4D-E1497C4A2AF2}" dt="2025-12-09T05:15:56.489" v="288" actId="20577"/>
          <ac:graphicFrameMkLst>
            <pc:docMk/>
            <pc:sldMk cId="3227093882" sldId="300"/>
            <ac:graphicFrameMk id="32" creationId="{C75B2E3A-6367-47F5-9C2E-36D1B1E1DCAE}"/>
          </ac:graphicFrameMkLst>
        </pc:graphicFrameChg>
      </pc:sldChg>
      <pc:sldChg chg="modSp mod">
        <pc:chgData name="박홍준(HONGJUN PARK)[bakongjun]/사원/제조DX.자동보정.RSND자동보정팀" userId="72d131f8-3bdb-4973-92c4-217bee4fcd53" providerId="ADAL" clId="{7C1AA6E9-5202-4536-9F4D-E1497C4A2AF2}" dt="2025-12-09T00:50:49.973" v="35" actId="20577"/>
        <pc:sldMkLst>
          <pc:docMk/>
          <pc:sldMk cId="4068242795" sldId="2147481937"/>
        </pc:sldMkLst>
        <pc:spChg chg="mod">
          <ac:chgData name="박홍준(HONGJUN PARK)[bakongjun]/사원/제조DX.자동보정.RSND자동보정팀" userId="72d131f8-3bdb-4973-92c4-217bee4fcd53" providerId="ADAL" clId="{7C1AA6E9-5202-4536-9F4D-E1497C4A2AF2}" dt="2025-12-09T00:50:49.973" v="35" actId="20577"/>
          <ac:spMkLst>
            <pc:docMk/>
            <pc:sldMk cId="4068242795" sldId="2147481937"/>
            <ac:spMk id="10" creationId="{0FCE8223-3D08-46D9-90C5-609F0803ACD6}"/>
          </ac:spMkLst>
        </pc:spChg>
        <pc:graphicFrameChg chg="modGraphic">
          <ac:chgData name="박홍준(HONGJUN PARK)[bakongjun]/사원/제조DX.자동보정.RSND자동보정팀" userId="72d131f8-3bdb-4973-92c4-217bee4fcd53" providerId="ADAL" clId="{7C1AA6E9-5202-4536-9F4D-E1497C4A2AF2}" dt="2025-12-09T00:50:43.499" v="25" actId="20577"/>
          <ac:graphicFrameMkLst>
            <pc:docMk/>
            <pc:sldMk cId="4068242795" sldId="2147481937"/>
            <ac:graphicFrameMk id="12" creationId="{C7335BD5-3A55-44AE-BC93-06CEDE9FCA71}"/>
          </ac:graphicFrameMkLst>
        </pc:graphicFrameChg>
      </pc:sldChg>
      <pc:sldChg chg="modSp mod">
        <pc:chgData name="박홍준(HONGJUN PARK)[bakongjun]/사원/제조DX.자동보정.RSND자동보정팀" userId="72d131f8-3bdb-4973-92c4-217bee4fcd53" providerId="ADAL" clId="{7C1AA6E9-5202-4536-9F4D-E1497C4A2AF2}" dt="2025-12-09T00:51:01.848" v="51" actId="20577"/>
        <pc:sldMkLst>
          <pc:docMk/>
          <pc:sldMk cId="918514752" sldId="2147481962"/>
        </pc:sldMkLst>
        <pc:spChg chg="mod">
          <ac:chgData name="박홍준(HONGJUN PARK)[bakongjun]/사원/제조DX.자동보정.RSND자동보정팀" userId="72d131f8-3bdb-4973-92c4-217bee4fcd53" providerId="ADAL" clId="{7C1AA6E9-5202-4536-9F4D-E1497C4A2AF2}" dt="2025-12-09T00:51:01.848" v="51" actId="20577"/>
          <ac:spMkLst>
            <pc:docMk/>
            <pc:sldMk cId="918514752" sldId="2147481962"/>
            <ac:spMk id="9" creationId="{048D4168-FF8D-47A1-9AD4-CC1266300A32}"/>
          </ac:spMkLst>
        </pc:spChg>
        <pc:graphicFrameChg chg="modGraphic">
          <ac:chgData name="박홍준(HONGJUN PARK)[bakongjun]/사원/제조DX.자동보정.RSND자동보정팀" userId="72d131f8-3bdb-4973-92c4-217bee4fcd53" providerId="ADAL" clId="{7C1AA6E9-5202-4536-9F4D-E1497C4A2AF2}" dt="2025-12-09T00:50:57.598" v="43" actId="20577"/>
          <ac:graphicFrameMkLst>
            <pc:docMk/>
            <pc:sldMk cId="918514752" sldId="2147481962"/>
            <ac:graphicFrameMk id="12" creationId="{C7335BD5-3A55-44AE-BC93-06CEDE9FCA71}"/>
          </ac:graphicFrameMkLst>
        </pc:graphicFrameChg>
      </pc:sldChg>
      <pc:sldChg chg="modSp mod">
        <pc:chgData name="박홍준(HONGJUN PARK)[bakongjun]/사원/제조DX.자동보정.RSND자동보정팀" userId="72d131f8-3bdb-4973-92c4-217bee4fcd53" providerId="ADAL" clId="{7C1AA6E9-5202-4536-9F4D-E1497C4A2AF2}" dt="2025-12-09T00:50:27.680" v="17" actId="20577"/>
        <pc:sldMkLst>
          <pc:docMk/>
          <pc:sldMk cId="2962861313" sldId="2147483647"/>
        </pc:sldMkLst>
        <pc:spChg chg="mod">
          <ac:chgData name="박홍준(HONGJUN PARK)[bakongjun]/사원/제조DX.자동보정.RSND자동보정팀" userId="72d131f8-3bdb-4973-92c4-217bee4fcd53" providerId="ADAL" clId="{7C1AA6E9-5202-4536-9F4D-E1497C4A2AF2}" dt="2025-12-09T00:50:27.680" v="17" actId="20577"/>
          <ac:spMkLst>
            <pc:docMk/>
            <pc:sldMk cId="2962861313" sldId="2147483647"/>
            <ac:spMk id="5" creationId="{058D9290-B6FE-4188-A628-169045B30DE8}"/>
          </ac:spMkLst>
        </pc:spChg>
        <pc:graphicFrameChg chg="modGraphic">
          <ac:chgData name="박홍준(HONGJUN PARK)[bakongjun]/사원/제조DX.자동보정.RSND자동보정팀" userId="72d131f8-3bdb-4973-92c4-217bee4fcd53" providerId="ADAL" clId="{7C1AA6E9-5202-4536-9F4D-E1497C4A2AF2}" dt="2025-12-09T00:50:19.329" v="7" actId="20577"/>
          <ac:graphicFrameMkLst>
            <pc:docMk/>
            <pc:sldMk cId="2962861313" sldId="2147483647"/>
            <ac:graphicFrameMk id="2" creationId="{14126919-6681-402B-B8DC-D9D2730CDB15}"/>
          </ac:graphicFrameMkLst>
        </pc:graphicFrameChg>
      </pc:sldChg>
    </pc:docChg>
  </pc:docChgLst>
  <pc:docChgLst>
    <pc:chgData name="신재우(JAEWOO SHIN)[jaewoo.s]/선임/제조DX.자동보정.자동보정선행개발팀" userId="e0840e83-c9b5-4a8f-92d7-5eca1a37c5af" providerId="ADAL" clId="{9552B968-C0E1-4784-A681-839ED4AFF5F2}"/>
    <pc:docChg chg="undo custSel modSld">
      <pc:chgData name="신재우(JAEWOO SHIN)[jaewoo.s]/선임/제조DX.자동보정.자동보정선행개발팀" userId="e0840e83-c9b5-4a8f-92d7-5eca1a37c5af" providerId="ADAL" clId="{9552B968-C0E1-4784-A681-839ED4AFF5F2}" dt="2025-11-25T04:03:56.545" v="2262" actId="20577"/>
      <pc:docMkLst>
        <pc:docMk/>
      </pc:docMkLst>
      <pc:sldChg chg="modSp mod">
        <pc:chgData name="신재우(JAEWOO SHIN)[jaewoo.s]/선임/제조DX.자동보정.자동보정선행개발팀" userId="e0840e83-c9b5-4a8f-92d7-5eca1a37c5af" providerId="ADAL" clId="{9552B968-C0E1-4784-A681-839ED4AFF5F2}" dt="2025-11-25T04:03:56.545" v="2262" actId="20577"/>
        <pc:sldMkLst>
          <pc:docMk/>
          <pc:sldMk cId="892003337" sldId="2147482011"/>
        </pc:sldMkLst>
        <pc:spChg chg="mod">
          <ac:chgData name="신재우(JAEWOO SHIN)[jaewoo.s]/선임/제조DX.자동보정.자동보정선행개발팀" userId="e0840e83-c9b5-4a8f-92d7-5eca1a37c5af" providerId="ADAL" clId="{9552B968-C0E1-4784-A681-839ED4AFF5F2}" dt="2025-11-24T09:17:57.213" v="2224" actId="1038"/>
          <ac:spMkLst>
            <pc:docMk/>
            <pc:sldMk cId="892003337" sldId="2147482011"/>
            <ac:spMk id="7" creationId="{37D4CC4E-8F49-1F82-1157-99C013C091A5}"/>
          </ac:spMkLst>
        </pc:spChg>
        <pc:spChg chg="mod">
          <ac:chgData name="신재우(JAEWOO SHIN)[jaewoo.s]/선임/제조DX.자동보정.자동보정선행개발팀" userId="e0840e83-c9b5-4a8f-92d7-5eca1a37c5af" providerId="ADAL" clId="{9552B968-C0E1-4784-A681-839ED4AFF5F2}" dt="2025-11-24T08:55:17.624" v="3" actId="20577"/>
          <ac:spMkLst>
            <pc:docMk/>
            <pc:sldMk cId="892003337" sldId="2147482011"/>
            <ac:spMk id="35" creationId="{51EF3097-C672-499A-AD2F-8D4030151E6B}"/>
          </ac:spMkLst>
        </pc:spChg>
        <pc:spChg chg="mod">
          <ac:chgData name="신재우(JAEWOO SHIN)[jaewoo.s]/선임/제조DX.자동보정.자동보정선행개발팀" userId="e0840e83-c9b5-4a8f-92d7-5eca1a37c5af" providerId="ADAL" clId="{9552B968-C0E1-4784-A681-839ED4AFF5F2}" dt="2025-11-25T04:03:56.545" v="2262" actId="20577"/>
          <ac:spMkLst>
            <pc:docMk/>
            <pc:sldMk cId="892003337" sldId="2147482011"/>
            <ac:spMk id="39" creationId="{7C17AE26-7E25-42D6-408B-89271D0593FB}"/>
          </ac:spMkLst>
        </pc:spChg>
        <pc:graphicFrameChg chg="mod modGraphic">
          <ac:chgData name="신재우(JAEWOO SHIN)[jaewoo.s]/선임/제조DX.자동보정.자동보정선행개발팀" userId="e0840e83-c9b5-4a8f-92d7-5eca1a37c5af" providerId="ADAL" clId="{9552B968-C0E1-4784-A681-839ED4AFF5F2}" dt="2025-11-25T04:02:49.514" v="2260" actId="20577"/>
          <ac:graphicFrameMkLst>
            <pc:docMk/>
            <pc:sldMk cId="892003337" sldId="2147482011"/>
            <ac:graphicFrameMk id="3" creationId="{3E86696F-E35A-4B06-9B46-63A4A6A986C1}"/>
          </ac:graphicFrameMkLst>
        </pc:graphicFrameChg>
        <pc:graphicFrameChg chg="mod">
          <ac:chgData name="신재우(JAEWOO SHIN)[jaewoo.s]/선임/제조DX.자동보정.자동보정선행개발팀" userId="e0840e83-c9b5-4a8f-92d7-5eca1a37c5af" providerId="ADAL" clId="{9552B968-C0E1-4784-A681-839ED4AFF5F2}" dt="2025-11-24T09:12:31.777" v="2146" actId="1076"/>
          <ac:graphicFrameMkLst>
            <pc:docMk/>
            <pc:sldMk cId="892003337" sldId="2147482011"/>
            <ac:graphicFrameMk id="43" creationId="{0824F682-C1FC-96FD-DF56-E246FD32A83E}"/>
          </ac:graphicFrameMkLst>
        </pc:graphicFrameChg>
      </pc:sldChg>
    </pc:docChg>
  </pc:docChgLst>
  <pc:docChgLst>
    <pc:chgData name="임인섭(INSUP LIM)[insup_lim]/선임/제조DX.자동보정.조립자동보정팀" userId="46c23904-ff79-42c9-9e41-2f57972a901c" providerId="ADAL" clId="{87567C12-2CF5-402D-BBAE-236263CF4371}"/>
    <pc:docChg chg="undo custSel addSld delSld modSld modSection">
      <pc:chgData name="임인섭(INSUP LIM)[insup_lim]/선임/제조DX.자동보정.조립자동보정팀" userId="46c23904-ff79-42c9-9e41-2f57972a901c" providerId="ADAL" clId="{87567C12-2CF5-402D-BBAE-236263CF4371}" dt="2025-11-26T08:18:35.062" v="17090"/>
      <pc:docMkLst>
        <pc:docMk/>
      </pc:docMkLst>
      <pc:sldChg chg="modSp mod">
        <pc:chgData name="임인섭(INSUP LIM)[insup_lim]/선임/제조DX.자동보정.조립자동보정팀" userId="46c23904-ff79-42c9-9e41-2f57972a901c" providerId="ADAL" clId="{87567C12-2CF5-402D-BBAE-236263CF4371}" dt="2025-11-25T23:59:20.908" v="1351" actId="20577"/>
        <pc:sldMkLst>
          <pc:docMk/>
          <pc:sldMk cId="2772027129" sldId="260"/>
        </pc:sldMkLst>
        <pc:spChg chg="mod">
          <ac:chgData name="임인섭(INSUP LIM)[insup_lim]/선임/제조DX.자동보정.조립자동보정팀" userId="46c23904-ff79-42c9-9e41-2f57972a901c" providerId="ADAL" clId="{87567C12-2CF5-402D-BBAE-236263CF4371}" dt="2025-11-25T23:59:17.026" v="1347" actId="20577"/>
          <ac:spMkLst>
            <pc:docMk/>
            <pc:sldMk cId="2772027129" sldId="260"/>
            <ac:spMk id="13" creationId="{6F04AF11-50D5-49B6-A265-556E9598BDBE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5T23:59:20.908" v="1351" actId="20577"/>
          <ac:spMkLst>
            <pc:docMk/>
            <pc:sldMk cId="2772027129" sldId="260"/>
            <ac:spMk id="14" creationId="{22538F03-743C-4E4C-83CE-319524F14C18}"/>
          </ac:spMkLst>
        </pc:spChg>
      </pc:sldChg>
      <pc:sldChg chg="addSp delSp modSp mod">
        <pc:chgData name="임인섭(INSUP LIM)[insup_lim]/선임/제조DX.자동보정.조립자동보정팀" userId="46c23904-ff79-42c9-9e41-2f57972a901c" providerId="ADAL" clId="{87567C12-2CF5-402D-BBAE-236263CF4371}" dt="2025-11-26T06:12:19.839" v="16189" actId="20577"/>
        <pc:sldMkLst>
          <pc:docMk/>
          <pc:sldMk cId="4091322217" sldId="265"/>
        </pc:sldMkLst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13" creationId="{10DF70F4-FDAE-49E8-805E-36188F6CC0B8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21" creationId="{740CD753-084E-967B-A55C-E93B78D9C048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22" creationId="{9B8819CC-C96E-2F0C-897B-B735081FA721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24" creationId="{64AD1236-EF04-23E7-6E68-A0E7BF493754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25" creationId="{AFDF30E9-29E6-B368-64A4-25B219E4C5A3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26" creationId="{7C61A5D9-DCCF-0D84-039E-687F7C079DDA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27" creationId="{59CD8445-B00E-36B3-23EC-E5CB89543484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0:01:05.417" v="1769" actId="20577"/>
          <ac:spMkLst>
            <pc:docMk/>
            <pc:sldMk cId="4091322217" sldId="265"/>
            <ac:spMk id="58" creationId="{186787BD-0D0A-4FBF-B605-16D76EB626E6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66" creationId="{217C30A9-1A47-2E9A-98A0-9E0D88E5D2D1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68" creationId="{E34BCEB2-F8C4-4BCA-8610-D9FEC728A134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6:11:57.782" v="16185" actId="1038"/>
          <ac:spMkLst>
            <pc:docMk/>
            <pc:sldMk cId="4091322217" sldId="265"/>
            <ac:spMk id="70" creationId="{89E07384-65F8-48AD-9330-5307D840F0DC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6:11:53.785" v="16162" actId="14100"/>
          <ac:spMkLst>
            <pc:docMk/>
            <pc:sldMk cId="4091322217" sldId="265"/>
            <ac:spMk id="72" creationId="{D63D2F98-CC92-4CB2-8D1D-0EA5967117E0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73" creationId="{AE648375-6AA9-AA1D-D1C6-6B81BBA0E1FF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76" creationId="{BE94D3F5-1BC0-AA6C-93C2-8783F70B6047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77" creationId="{66FD4779-E074-9772-FD27-175A1C989855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82" creationId="{7EA11CF0-6029-2928-940D-D8CD1A8F1017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30:12.330" v="12036" actId="1036"/>
          <ac:spMkLst>
            <pc:docMk/>
            <pc:sldMk cId="4091322217" sldId="265"/>
            <ac:spMk id="83" creationId="{CAC0620A-A538-EFE3-9653-DFC98168C1AD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86" creationId="{26B80EB6-DF3A-5CA1-DECC-44F78C94BEF3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89" creationId="{03CA9CDF-63C7-85D2-0C1D-DF7E28D2BBD0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90" creationId="{E98D7862-DEF9-CA4E-BBC1-280B773BC600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91" creationId="{7ADEE7E8-59BD-A9F8-7EC1-91379905B9CB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92" creationId="{4EECDB7A-E4D2-3E4D-FC16-EFF95F271940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93" creationId="{E02F0966-5BB4-B752-B14A-D3936DC36ADE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94" creationId="{6FFE2FD1-54FD-E978-064E-4A3F683D9C30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95" creationId="{AE59E3A9-3CD6-D120-37B6-BB06B54AB475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96" creationId="{71058DC4-3192-E49E-859E-0E1290CA18F4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97" creationId="{E4122AFB-3649-769E-18F3-C3DABBF18E94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98" creationId="{F7CCCC37-44B7-4CC2-A712-965ABE6767FA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99" creationId="{FE7A62B5-3EDB-0985-62A8-13DE5670BE7E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100" creationId="{EA134D90-8259-6B97-0D1A-538A188CD59A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101" creationId="{3CE5ED17-A7C4-2A4B-D0A1-48AF3F8B748C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102" creationId="{698C1A60-8ACC-F2F3-7081-EBBCDFBA6C2A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103" creationId="{93874536-C829-93CD-E21D-32618EC8A7FF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104" creationId="{BF5427C4-C159-67BD-0C7C-B93E0ED66D7D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108" creationId="{B8409960-E01D-2748-7069-42C2A3A28F77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109" creationId="{3B2F2527-2726-C0BC-A8A5-7B357AAF820A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30:16.375" v="12040" actId="1035"/>
          <ac:spMkLst>
            <pc:docMk/>
            <pc:sldMk cId="4091322217" sldId="265"/>
            <ac:spMk id="111" creationId="{AE9B966E-90B4-D868-4DDE-E4EDF28A7F75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112" creationId="{81EA9D1B-1D2E-9E74-2BFB-A318AC18852A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114" creationId="{927CA370-27E2-BC02-C7E7-21A360B1F63F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115" creationId="{C878A54A-5263-CC8F-661A-3D3135FC00F9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117" creationId="{7C623E28-8746-404B-224D-07D2E2DBBF8D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118" creationId="{798EAF06-303B-A205-5AAD-BEAA6E790881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22" creationId="{9F7503C8-C1B4-1C8A-7AF3-78E97868BCFC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23" creationId="{E494C24A-A7F0-C68D-72F1-4C943C831420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24" creationId="{CD286447-942F-C29D-4421-54C3DF0FA13D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26" creationId="{CC03EAD9-35C8-F4E0-AF57-E3DD123F92A7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27" creationId="{82145D8F-40F6-A95B-0142-D933441699B6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28" creationId="{9F7FF5FC-359A-0235-0AC7-90A9E7E04CF7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30" creationId="{3BE2222E-DCFE-A394-9E8A-6A041308DBD2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31" creationId="{05BFACCF-03E0-57CB-31A9-A291DEC765CA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32" creationId="{39EFE97D-72EF-0BF9-FE99-3C6293D208D0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55.212" v="12023" actId="1076"/>
          <ac:spMkLst>
            <pc:docMk/>
            <pc:sldMk cId="4091322217" sldId="265"/>
            <ac:spMk id="136" creationId="{FB72069A-81C8-1376-2896-22DB0C05AD1A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38" creationId="{9490210A-2851-C13B-D08F-10599399452D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39" creationId="{03639EFE-C0FE-1D2B-8A89-060E928C5075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40" creationId="{7F64C5ED-AE55-B71B-9B49-73F576DC3603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41" creationId="{8474737E-FA36-D546-D9C6-76F57A9008ED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42" creationId="{371E1E51-8397-FBD5-2CF3-480DD252EEEA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43" creationId="{A9F908DE-047B-4F39-5CAE-F53360D941A2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44" creationId="{8432A198-0AFC-FD51-5077-BE22031B956C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45" creationId="{0CBEC1F6-8046-221E-D091-54D340F47F51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46" creationId="{4D577C07-6F93-7AE6-EF65-7E7C299210D3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47" creationId="{5E9D3952-CCF4-935D-8F34-605E02C3B70E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48" creationId="{A599251A-D30D-2E52-D7B8-B414B76010EF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49" creationId="{CE7402A4-9851-0069-BC5A-C7AB0042B399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50" creationId="{69B902D2-89B6-9519-9F2A-43C7ABCF0677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51" creationId="{620A2F25-A98E-F55E-7622-DF2D64E98389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30:39.235" v="12047" actId="14100"/>
          <ac:spMkLst>
            <pc:docMk/>
            <pc:sldMk cId="4091322217" sldId="265"/>
            <ac:spMk id="152" creationId="{C3976423-81C7-51A1-F3B5-F9019457B651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53" creationId="{8EC9600A-E13E-4E13-3F27-40DC0D85A937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54" creationId="{4F5AF542-6B35-21D7-7931-661063273CA6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55" creationId="{EC8C5A3F-8A62-95AD-15A0-2C90945DB653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57" creationId="{F1AEB496-0C94-91D9-2765-7F90A800999C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58" creationId="{5D73B3BA-74C3-3BC7-1002-D3B95F552A9A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59" creationId="{1BDEA162-A341-BE65-7E70-B4FDC96C56EF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60" creationId="{992C67A3-FD6B-8B5E-DA03-6387B3F5D4BB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61" creationId="{6815E0A0-9798-0CC9-1385-172B2EA75E0C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62" creationId="{F28EEE19-7482-C74B-39E6-464B7CD5AF31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63" creationId="{06092CC7-E943-BEB1-2E91-2CAC727D1F6C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64" creationId="{8C0AF140-CC73-3F6E-1FA4-AC693A9D1D2E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65" creationId="{79EFEEAA-2675-E058-CD7F-F675FF38EA2D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66" creationId="{C9DD4E21-8DED-0EB4-EF6E-E5FEAED486A8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67" creationId="{58A00E20-EF95-882C-7D1B-795391CF8FD5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69" creationId="{1470530C-894F-A19F-CA4A-ABA0A93C6811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70" creationId="{FD2478D5-0110-52CC-8BDF-1122825BFC47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71" creationId="{657F7C55-7EEF-15C1-F1EB-97FF30FAF8F6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72" creationId="{200B236D-CCB3-09BF-5494-8F9DE47E3DA8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73" creationId="{BE08B744-B11F-A705-BF0D-EBE414FA189D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74" creationId="{87B54BE1-5B8A-0E61-5FA5-CD48AEF60F1E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75" creationId="{664BAD11-770E-AF85-57DE-ACA92D839DDF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76" creationId="{62B89937-4D2E-8652-276D-604307C9E169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77" creationId="{A364FD98-BC9D-FB8C-0CB1-35CB3C6AD85C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178" creationId="{E1D9CDA7-E561-706B-9C5B-45AA0BDFCC96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30:49.533" v="12090" actId="1036"/>
          <ac:spMkLst>
            <pc:docMk/>
            <pc:sldMk cId="4091322217" sldId="265"/>
            <ac:spMk id="186" creationId="{0FB14852-3797-C76B-E1F8-7FED35A1F3A7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30:33.449" v="12043" actId="1076"/>
          <ac:spMkLst>
            <pc:docMk/>
            <pc:sldMk cId="4091322217" sldId="265"/>
            <ac:spMk id="225" creationId="{7A89B6BB-A9AF-4A8F-E4E9-6F7D1D133EF1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26" creationId="{A187C883-1E51-BAD5-E4BD-57C13CC00F7B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27" creationId="{5C61F976-7F74-1697-DE89-C499048445D1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28" creationId="{253487A8-D14F-4248-E573-A0E9405B4571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30" creationId="{AF9A8B06-E9F6-083C-6CA9-9E37855A8525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31" creationId="{BC3B9E38-1951-BAFC-06C3-D5B9CF4C11D0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32" creationId="{0CBA7971-5290-209C-64BF-17A470A24F95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33" creationId="{B7637698-23C8-B715-D5D6-53EC9DB23A15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34" creationId="{45BD2FF4-DAA9-08ED-07CC-8C1E047E6925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35" creationId="{8487883E-66CF-1EEA-4987-5AD49E089D9D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36" creationId="{36E1750F-2A35-E030-0B10-954EB9F36215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37" creationId="{16B8F55F-F039-420A-9E08-42E4D9B2D114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38" creationId="{268EB63E-7FB2-64F6-94C8-5254024F5609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39" creationId="{5D6FC1DB-D184-E226-98F5-76FF3AB521A7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40" creationId="{2214DF59-2356-4E4A-28A6-F7117809C5A8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42" creationId="{33F06F60-FF20-6825-5A7D-F05171D51B14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43" creationId="{B29C33AA-6431-79E9-6CC7-AEE4532E67E2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44" creationId="{A6AEEF6D-5887-FF2F-59D8-61FEE66DA814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45" creationId="{A44B58D3-B073-39CB-C794-65AC99D36B88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46" creationId="{8DADE8B7-24EA-9FA2-64A7-3157CAC0A298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47" creationId="{F2B99DAF-6508-4157-217B-6E01537E16DC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48" creationId="{84FE3096-7765-CFDE-F9D1-7085327DEEC6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49" creationId="{DD433B19-FC2F-891C-AF17-C32096B25C33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50" creationId="{E7055BF6-8262-CC1E-5436-1E3AC982093E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51" creationId="{91C68057-A2FF-27EE-23EC-F0314AB5B17A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59" creationId="{E616FF75-88D4-3A34-8526-E6E5DEDB532B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262" creationId="{637B7DD9-7180-0E31-707B-581AD1921293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5:30:24.107" v="12042" actId="14100"/>
          <ac:spMkLst>
            <pc:docMk/>
            <pc:sldMk cId="4091322217" sldId="265"/>
            <ac:spMk id="263" creationId="{412CA0E8-207E-3A07-1D39-D7B127EB179E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5:30:01.066" v="12027" actId="14100"/>
          <ac:spMkLst>
            <pc:docMk/>
            <pc:sldMk cId="4091322217" sldId="265"/>
            <ac:spMk id="264" creationId="{A36FC00B-73C2-AEF8-FEFD-F160255CD420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65" creationId="{89221372-29D8-F77C-4B64-EB4E9193CEE6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66" creationId="{1FE113F9-B0A8-96D6-4BA3-AF51CB628C43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267" creationId="{0BD2B862-2503-78C6-1AF8-5BDE7C2C3F9F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268" creationId="{77F63A79-1E48-9AD5-47C6-7998E2D897D0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269" creationId="{C2645D75-4AF2-E57F-8841-8FD49B1174C2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270" creationId="{71BE5325-4380-DE0C-CCA2-01868E6DE085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71" creationId="{88DF841E-0518-7DDE-0D35-90AA6BD06B3D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72" creationId="{93247B9A-3CBA-CD5D-86B6-1AE844E2CBEA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73" creationId="{35816265-009D-974A-1DB2-0AD909C293CE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spMkLst>
            <pc:docMk/>
            <pc:sldMk cId="4091322217" sldId="265"/>
            <ac:spMk id="274" creationId="{5051E096-3635-A2BB-0AF4-29CBFAEEF200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spMkLst>
            <pc:docMk/>
            <pc:sldMk cId="4091322217" sldId="265"/>
            <ac:spMk id="289" creationId="{988647BB-FC2C-26BE-7C46-7897AC4E8FE6}"/>
          </ac:spMkLst>
        </pc:spChg>
        <pc:gr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grpSpMkLst>
            <pc:docMk/>
            <pc:sldMk cId="4091322217" sldId="265"/>
            <ac:grpSpMk id="9" creationId="{D0B01BE0-F46A-0D1A-1622-4AF6FDF02685}"/>
          </ac:grpSpMkLst>
        </pc:grpChg>
        <pc:grpChg chg="mod topLvl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grpSpMkLst>
            <pc:docMk/>
            <pc:sldMk cId="4091322217" sldId="265"/>
            <ac:grpSpMk id="19" creationId="{84860FBB-E4F0-0776-F4CB-A126C1660958}"/>
          </ac:grpSpMkLst>
        </pc:grpChg>
        <pc:grpChg chg="mod topLvl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grpSpMkLst>
            <pc:docMk/>
            <pc:sldMk cId="4091322217" sldId="265"/>
            <ac:grpSpMk id="20" creationId="{8A1D6E19-DE58-38FF-E94A-0A834EC74C71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grpSpMkLst>
            <pc:docMk/>
            <pc:sldMk cId="4091322217" sldId="265"/>
            <ac:grpSpMk id="23" creationId="{9F0009D0-0BA4-C786-153C-0C5015BA327E}"/>
          </ac:grpSpMkLst>
        </pc:grpChg>
        <pc:grpChg chg="mod topLvl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grpSpMkLst>
            <pc:docMk/>
            <pc:sldMk cId="4091322217" sldId="265"/>
            <ac:grpSpMk id="78" creationId="{25D5B6D3-148C-3F70-C8E6-0868647DF774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grpSpMkLst>
            <pc:docMk/>
            <pc:sldMk cId="4091322217" sldId="265"/>
            <ac:grpSpMk id="79" creationId="{303E60D3-B05B-E131-3261-17F8EB2B68E8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grpSpMkLst>
            <pc:docMk/>
            <pc:sldMk cId="4091322217" sldId="265"/>
            <ac:grpSpMk id="84" creationId="{0C7105D9-54AF-2C3D-3F37-66BF3E2E50E8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grpSpMkLst>
            <pc:docMk/>
            <pc:sldMk cId="4091322217" sldId="265"/>
            <ac:grpSpMk id="85" creationId="{21DCE640-5C37-40BA-026F-3922B1AF4883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grpSpMkLst>
            <pc:docMk/>
            <pc:sldMk cId="4091322217" sldId="265"/>
            <ac:grpSpMk id="106" creationId="{5A81E993-B127-A565-041A-C7E470ABC578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grpSpMkLst>
            <pc:docMk/>
            <pc:sldMk cId="4091322217" sldId="265"/>
            <ac:grpSpMk id="107" creationId="{6A113DF1-D248-3F33-3539-DB9EB4D4E0A3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grpSpMkLst>
            <pc:docMk/>
            <pc:sldMk cId="4091322217" sldId="265"/>
            <ac:grpSpMk id="110" creationId="{1079487F-B879-3DC7-5146-69585A53B93C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grpSpMkLst>
            <pc:docMk/>
            <pc:sldMk cId="4091322217" sldId="265"/>
            <ac:grpSpMk id="113" creationId="{E8DD6925-DEC6-311C-80FC-D877F65673B3}"/>
          </ac:grpSpMkLst>
        </pc:grpChg>
        <pc:grpChg chg="mod topLvl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grpSpMkLst>
            <pc:docMk/>
            <pc:sldMk cId="4091322217" sldId="265"/>
            <ac:grpSpMk id="120" creationId="{364457F6-2AE5-4F34-9035-61C3041BEF71}"/>
          </ac:grpSpMkLst>
        </pc:grpChg>
        <pc:grpChg chg="mod topLvl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grpSpMkLst>
            <pc:docMk/>
            <pc:sldMk cId="4091322217" sldId="265"/>
            <ac:grpSpMk id="121" creationId="{DA1317AC-4359-9F60-9625-89AD7F7D9FCF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grpSpMkLst>
            <pc:docMk/>
            <pc:sldMk cId="4091322217" sldId="265"/>
            <ac:grpSpMk id="125" creationId="{0F11B549-B4B0-A761-5D06-3E754D5FA7ED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grpSpMkLst>
            <pc:docMk/>
            <pc:sldMk cId="4091322217" sldId="265"/>
            <ac:grpSpMk id="129" creationId="{F0D7C0D3-C302-80CA-3EC6-916BB9700241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grpSpMkLst>
            <pc:docMk/>
            <pc:sldMk cId="4091322217" sldId="265"/>
            <ac:grpSpMk id="156" creationId="{1761E377-8B19-90BF-0F67-539D2128D50C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grpSpMkLst>
            <pc:docMk/>
            <pc:sldMk cId="4091322217" sldId="265"/>
            <ac:grpSpMk id="168" creationId="{C7EA44CA-3E59-EA08-9E7E-B752636876D4}"/>
          </ac:grpSpMkLst>
        </pc:grpChg>
        <pc:grpChg chg="mod topLvl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grpSpMkLst>
            <pc:docMk/>
            <pc:sldMk cId="4091322217" sldId="265"/>
            <ac:grpSpMk id="188" creationId="{222F387F-30DC-0074-D280-D7391AE1CB25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grpSpMkLst>
            <pc:docMk/>
            <pc:sldMk cId="4091322217" sldId="265"/>
            <ac:grpSpMk id="229" creationId="{5FD94233-798E-3FE0-F527-0F2840C6CD04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grpSpMkLst>
            <pc:docMk/>
            <pc:sldMk cId="4091322217" sldId="265"/>
            <ac:grpSpMk id="241" creationId="{09CD1BB4-6EDA-EEA9-0973-C99CB93F74B1}"/>
          </ac:grpSpMkLst>
        </pc:grpChg>
        <pc:grpChg chg="mod topLvl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grpSpMkLst>
            <pc:docMk/>
            <pc:sldMk cId="4091322217" sldId="265"/>
            <ac:grpSpMk id="261" creationId="{1C705A7D-09FE-BDEA-36B6-2572539B3263}"/>
          </ac:grpSpMkLst>
        </pc:grpChg>
        <pc:graphicFrameChg chg="modGraphic">
          <ac:chgData name="임인섭(INSUP LIM)[insup_lim]/선임/제조DX.자동보정.조립자동보정팀" userId="46c23904-ff79-42c9-9e41-2f57972a901c" providerId="ADAL" clId="{87567C12-2CF5-402D-BBAE-236263CF4371}" dt="2025-11-26T06:12:19.839" v="16189" actId="20577"/>
          <ac:graphicFrameMkLst>
            <pc:docMk/>
            <pc:sldMk cId="4091322217" sldId="265"/>
            <ac:graphicFrameMk id="3" creationId="{3E86696F-E35A-4B06-9B46-63A4A6A986C1}"/>
          </ac:graphicFrameMkLst>
        </pc:graphicFrameChg>
        <pc:graphicFrameChg chg="mod modGraphic">
          <ac:chgData name="임인섭(INSUP LIM)[insup_lim]/선임/제조DX.자동보정.조립자동보정팀" userId="46c23904-ff79-42c9-9e41-2f57972a901c" providerId="ADAL" clId="{87567C12-2CF5-402D-BBAE-236263CF4371}" dt="2025-11-26T06:10:51.306" v="16124" actId="6549"/>
          <ac:graphicFrameMkLst>
            <pc:docMk/>
            <pc:sldMk cId="4091322217" sldId="265"/>
            <ac:graphicFrameMk id="14" creationId="{F7BF916D-8A9E-4800-92E6-357BE08183D6}"/>
          </ac:graphicFrameMkLst>
        </pc:graphicFrameChg>
        <pc:graphicFrameChg chg="mod modGraphic">
          <ac:chgData name="임인섭(INSUP LIM)[insup_lim]/선임/제조DX.자동보정.조립자동보정팀" userId="46c23904-ff79-42c9-9e41-2f57972a901c" providerId="ADAL" clId="{87567C12-2CF5-402D-BBAE-236263CF4371}" dt="2025-11-26T06:11:49.326" v="16161"/>
          <ac:graphicFrameMkLst>
            <pc:docMk/>
            <pc:sldMk cId="4091322217" sldId="265"/>
            <ac:graphicFrameMk id="69" creationId="{BF78624E-A7A7-4EDE-851F-F44522DC4B6E}"/>
          </ac:graphicFrameMkLst>
        </pc:graphicFrameChg>
        <pc:pic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picMkLst>
            <pc:docMk/>
            <pc:sldMk cId="4091322217" sldId="265"/>
            <ac:picMk id="10" creationId="{1882A78A-3943-73A1-5A64-9A70C65E6BF5}"/>
          </ac:picMkLst>
        </pc:picChg>
        <pc:pic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picMkLst>
            <pc:docMk/>
            <pc:sldMk cId="4091322217" sldId="265"/>
            <ac:picMk id="116" creationId="{91E1133E-871E-199D-6B1E-6FFA91B63760}"/>
          </ac:picMkLst>
        </pc:picChg>
        <pc:pic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picMkLst>
            <pc:docMk/>
            <pc:sldMk cId="4091322217" sldId="265"/>
            <ac:picMk id="119" creationId="{133D20E1-908C-8B3D-CD4A-CF320948ABD0}"/>
          </ac:picMkLst>
        </pc:picChg>
        <pc:picChg chg="mod topLvl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picMkLst>
            <pc:docMk/>
            <pc:sldMk cId="4091322217" sldId="265"/>
            <ac:picMk id="285" creationId="{593FCFE8-D352-47C1-0698-F4C307CD7A0E}"/>
          </ac:picMkLst>
        </pc:picChg>
        <pc:cxn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cxnSpMkLst>
            <pc:docMk/>
            <pc:sldMk cId="4091322217" sldId="265"/>
            <ac:cxnSpMk id="11" creationId="{A4013EC4-D5DB-4D4E-7AAA-5BA7A4FB923C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cxnSpMkLst>
            <pc:docMk/>
            <pc:sldMk cId="4091322217" sldId="265"/>
            <ac:cxnSpMk id="12" creationId="{3018E62A-1005-2DA2-2F19-3DB1645F987C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cxnSpMkLst>
            <pc:docMk/>
            <pc:sldMk cId="4091322217" sldId="265"/>
            <ac:cxnSpMk id="15" creationId="{E56AAAE8-E440-AEBF-7434-ADE8A634EED8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cxnSpMkLst>
            <pc:docMk/>
            <pc:sldMk cId="4091322217" sldId="265"/>
            <ac:cxnSpMk id="16" creationId="{1E2B73EE-DFA0-5CF2-124D-4A22A64690C7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cxnSpMkLst>
            <pc:docMk/>
            <pc:sldMk cId="4091322217" sldId="265"/>
            <ac:cxnSpMk id="63" creationId="{ADF01E36-3184-B424-E11D-EC0E92FC2668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cxnSpMkLst>
            <pc:docMk/>
            <pc:sldMk cId="4091322217" sldId="265"/>
            <ac:cxnSpMk id="74" creationId="{4AD6093C-EB7F-866D-0F20-E085C5A4B181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cxnSpMkLst>
            <pc:docMk/>
            <pc:sldMk cId="4091322217" sldId="265"/>
            <ac:cxnSpMk id="75" creationId="{1EF90686-1CA2-0318-F2A0-65483D306FA5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cxnSpMkLst>
            <pc:docMk/>
            <pc:sldMk cId="4091322217" sldId="265"/>
            <ac:cxnSpMk id="80" creationId="{F5F16694-4427-B935-F185-38A2B1C0AED7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cxnSpMkLst>
            <pc:docMk/>
            <pc:sldMk cId="4091322217" sldId="265"/>
            <ac:cxnSpMk id="81" creationId="{676404D4-7090-5851-92CF-EA3389F46698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cxnSpMkLst>
            <pc:docMk/>
            <pc:sldMk cId="4091322217" sldId="265"/>
            <ac:cxnSpMk id="87" creationId="{DE88E324-AB00-42C2-8AF5-EF2A4E6F38D7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cxnSpMkLst>
            <pc:docMk/>
            <pc:sldMk cId="4091322217" sldId="265"/>
            <ac:cxnSpMk id="88" creationId="{4F2BFBE0-E518-EBE9-C646-077B8FD9B2B0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133" creationId="{E8021822-66C3-B619-D135-F59C9C7415F3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134" creationId="{C7A86AAC-2848-C0B1-D566-E898FEA74369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135" creationId="{3DC7261D-9EFF-E7F2-5A84-9E56C4A9CEF6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137" creationId="{493468B8-FCF5-0E40-4A2B-24447C062887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179" creationId="{FEACDC38-883D-0413-8B2D-568B937DD91B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180" creationId="{97D9EADC-A737-8A04-F0BF-A06F7B2B0076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181" creationId="{A5CB57C3-C4D0-D539-92B8-EC9AAF9149A2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182" creationId="{9E250D97-D0B9-B502-CC4A-91519CDE9F96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183" creationId="{C0E62DF8-AF41-8DCA-40A3-DB25611D33C0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184" creationId="{07186B75-BCEC-C99B-A704-128417EF5354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185" creationId="{827E6C4C-901C-7173-C5CD-CDCFFBCDADB3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187" creationId="{62D8DCA4-936D-5B51-4FE4-0F915CE3EAA7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252" creationId="{6810BD1A-5717-8009-0272-5A1673D3F5A9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253" creationId="{6E35A201-63F8-A632-6CDD-513C16B40417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254" creationId="{B1BDEC06-44BE-00FE-DF25-4881FB47C4BD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255" creationId="{6DE1B82C-0A32-B22A-2F98-82A8D8EF5C00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256" creationId="{A170BDF8-B1EB-5A16-3410-C74850EB3566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257" creationId="{3FE91F28-EAFE-14BC-483D-946F5721E16B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258" creationId="{D213B87C-E23F-D585-4626-2F28F95B9BDB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5:29:36.750" v="12020" actId="1036"/>
          <ac:cxnSpMkLst>
            <pc:docMk/>
            <pc:sldMk cId="4091322217" sldId="265"/>
            <ac:cxnSpMk id="260" creationId="{8779D4C9-B0B9-D259-A2A7-BFB42D1430BB}"/>
          </ac:cxnSpMkLst>
        </pc:cxnChg>
        <pc:cxnChg chg="mod topLvl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cxnSpMkLst>
            <pc:docMk/>
            <pc:sldMk cId="4091322217" sldId="265"/>
            <ac:cxnSpMk id="276" creationId="{6697EAC7-4DC0-2FEB-9D4F-C36498D1CD21}"/>
          </ac:cxnSpMkLst>
        </pc:cxnChg>
        <pc:cxnChg chg="mod topLvl">
          <ac:chgData name="임인섭(INSUP LIM)[insup_lim]/선임/제조DX.자동보정.조립자동보정팀" userId="46c23904-ff79-42c9-9e41-2f57972a901c" providerId="ADAL" clId="{87567C12-2CF5-402D-BBAE-236263CF4371}" dt="2025-11-26T05:29:29.922" v="12012" actId="165"/>
          <ac:cxnSpMkLst>
            <pc:docMk/>
            <pc:sldMk cId="4091322217" sldId="265"/>
            <ac:cxnSpMk id="286" creationId="{BC1C8413-FD0A-7CE3-8F4D-1CCFEE15503C}"/>
          </ac:cxnSpMkLst>
        </pc:cxnChg>
      </pc:sldChg>
      <pc:sldChg chg="modSp mod">
        <pc:chgData name="임인섭(INSUP LIM)[insup_lim]/선임/제조DX.자동보정.조립자동보정팀" userId="46c23904-ff79-42c9-9e41-2f57972a901c" providerId="ADAL" clId="{87567C12-2CF5-402D-BBAE-236263CF4371}" dt="2025-11-25T23:55:47.297" v="1070" actId="20577"/>
        <pc:sldMkLst>
          <pc:docMk/>
          <pc:sldMk cId="521974953" sldId="295"/>
        </pc:sldMkLst>
        <pc:spChg chg="mod">
          <ac:chgData name="임인섭(INSUP LIM)[insup_lim]/선임/제조DX.자동보정.조립자동보정팀" userId="46c23904-ff79-42c9-9e41-2f57972a901c" providerId="ADAL" clId="{87567C12-2CF5-402D-BBAE-236263CF4371}" dt="2025-11-25T23:55:41.603" v="1068" actId="20577"/>
          <ac:spMkLst>
            <pc:docMk/>
            <pc:sldMk cId="521974953" sldId="295"/>
            <ac:spMk id="5" creationId="{6545B495-B50E-9C37-AB02-6EFD11C77479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5T23:54:36.633" v="767" actId="207"/>
          <ac:spMkLst>
            <pc:docMk/>
            <pc:sldMk cId="521974953" sldId="295"/>
            <ac:spMk id="72" creationId="{0F9C2609-C287-4193-B74B-8D946EB076C3}"/>
          </ac:spMkLst>
        </pc:spChg>
        <pc:graphicFrameChg chg="modGraphic">
          <ac:chgData name="임인섭(INSUP LIM)[insup_lim]/선임/제조DX.자동보정.조립자동보정팀" userId="46c23904-ff79-42c9-9e41-2f57972a901c" providerId="ADAL" clId="{87567C12-2CF5-402D-BBAE-236263CF4371}" dt="2025-11-25T23:55:47.297" v="1070" actId="20577"/>
          <ac:graphicFrameMkLst>
            <pc:docMk/>
            <pc:sldMk cId="521974953" sldId="295"/>
            <ac:graphicFrameMk id="3" creationId="{3E86696F-E35A-4B06-9B46-63A4A6A986C1}"/>
          </ac:graphicFrameMkLst>
        </pc:graphicFrameChg>
        <pc:graphicFrameChg chg="mod modGraphic">
          <ac:chgData name="임인섭(INSUP LIM)[insup_lim]/선임/제조DX.자동보정.조립자동보정팀" userId="46c23904-ff79-42c9-9e41-2f57972a901c" providerId="ADAL" clId="{87567C12-2CF5-402D-BBAE-236263CF4371}" dt="2025-11-25T23:55:35.852" v="1064" actId="20577"/>
          <ac:graphicFrameMkLst>
            <pc:docMk/>
            <pc:sldMk cId="521974953" sldId="295"/>
            <ac:graphicFrameMk id="14" creationId="{F7BF916D-8A9E-4800-92E6-357BE08183D6}"/>
          </ac:graphicFrameMkLst>
        </pc:graphicFrameChg>
      </pc:sldChg>
      <pc:sldChg chg="addSp delSp modSp mod">
        <pc:chgData name="임인섭(INSUP LIM)[insup_lim]/선임/제조DX.자동보정.조립자동보정팀" userId="46c23904-ff79-42c9-9e41-2f57972a901c" providerId="ADAL" clId="{87567C12-2CF5-402D-BBAE-236263CF4371}" dt="2025-11-26T08:18:35.062" v="17090"/>
        <pc:sldMkLst>
          <pc:docMk/>
          <pc:sldMk cId="2519093233" sldId="316"/>
        </pc:sldMkLst>
        <pc:spChg chg="mod">
          <ac:chgData name="임인섭(INSUP LIM)[insup_lim]/선임/제조DX.자동보정.조립자동보정팀" userId="46c23904-ff79-42c9-9e41-2f57972a901c" providerId="ADAL" clId="{87567C12-2CF5-402D-BBAE-236263CF4371}" dt="2025-11-26T06:07:41.716" v="15826" actId="20577"/>
          <ac:spMkLst>
            <pc:docMk/>
            <pc:sldMk cId="2519093233" sldId="316"/>
            <ac:spMk id="3" creationId="{BF043356-6493-B601-6BEF-2E53BFD04C2E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6:07:43.445" v="15827" actId="20577"/>
          <ac:spMkLst>
            <pc:docMk/>
            <pc:sldMk cId="2519093233" sldId="316"/>
            <ac:spMk id="10" creationId="{793844B5-FA7A-B561-FD6B-0ABC7FB77521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13:29.796" v="16802" actId="20577"/>
          <ac:spMkLst>
            <pc:docMk/>
            <pc:sldMk cId="2519093233" sldId="316"/>
            <ac:spMk id="17" creationId="{4D46E176-B856-4BB3-9682-7730921C3484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6:08:10.853" v="15909" actId="1036"/>
          <ac:spMkLst>
            <pc:docMk/>
            <pc:sldMk cId="2519093233" sldId="316"/>
            <ac:spMk id="27" creationId="{0E1B06F4-6F31-44E8-A911-7F1C355C1C3F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8:17:23.077" v="16919"/>
          <ac:spMkLst>
            <pc:docMk/>
            <pc:sldMk cId="2519093233" sldId="316"/>
            <ac:spMk id="31" creationId="{355E5DDD-21C7-9E95-CAFF-934919FB0192}"/>
          </ac:spMkLst>
        </pc:spChg>
        <pc:spChg chg="add mod ord">
          <ac:chgData name="임인섭(INSUP LIM)[insup_lim]/선임/제조DX.자동보정.조립자동보정팀" userId="46c23904-ff79-42c9-9e41-2f57972a901c" providerId="ADAL" clId="{87567C12-2CF5-402D-BBAE-236263CF4371}" dt="2025-11-26T07:04:16.601" v="16591" actId="1035"/>
          <ac:spMkLst>
            <pc:docMk/>
            <pc:sldMk cId="2519093233" sldId="316"/>
            <ac:spMk id="32" creationId="{E9C8ED1F-107B-EA1C-9A52-D304D1AA53A5}"/>
          </ac:spMkLst>
        </pc:spChg>
        <pc:spChg chg="add mod">
          <ac:chgData name="임인섭(INSUP LIM)[insup_lim]/선임/제조DX.자동보정.조립자동보정팀" userId="46c23904-ff79-42c9-9e41-2f57972a901c" providerId="ADAL" clId="{87567C12-2CF5-402D-BBAE-236263CF4371}" dt="2025-11-26T07:04:16.601" v="16591" actId="1035"/>
          <ac:spMkLst>
            <pc:docMk/>
            <pc:sldMk cId="2519093233" sldId="316"/>
            <ac:spMk id="33" creationId="{0423247E-6122-74D1-4AD0-181BC96E5D66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4:24.194" v="16605" actId="1036"/>
          <ac:spMkLst>
            <pc:docMk/>
            <pc:sldMk cId="2519093233" sldId="316"/>
            <ac:spMk id="34" creationId="{A9D3B4E4-C37F-BC8D-4154-8E38BF94063B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4:16.601" v="16591" actId="1035"/>
          <ac:spMkLst>
            <pc:docMk/>
            <pc:sldMk cId="2519093233" sldId="316"/>
            <ac:spMk id="82" creationId="{BEFBB73B-1709-3D32-7085-6D4F89E2D9D0}"/>
          </ac:spMkLst>
        </pc:spChg>
        <pc:grpChg chg="mod">
          <ac:chgData name="임인섭(INSUP LIM)[insup_lim]/선임/제조DX.자동보정.조립자동보정팀" userId="46c23904-ff79-42c9-9e41-2f57972a901c" providerId="ADAL" clId="{87567C12-2CF5-402D-BBAE-236263CF4371}" dt="2025-11-26T07:04:16.601" v="16591" actId="1035"/>
          <ac:grpSpMkLst>
            <pc:docMk/>
            <pc:sldMk cId="2519093233" sldId="316"/>
            <ac:grpSpMk id="2" creationId="{0C311903-23C2-17EF-A713-F286981BBF4D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7:04:16.601" v="16591" actId="1035"/>
          <ac:grpSpMkLst>
            <pc:docMk/>
            <pc:sldMk cId="2519093233" sldId="316"/>
            <ac:grpSpMk id="5" creationId="{6C2E61D5-C79A-A2E4-6B2D-58F41D8B2BEC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7:04:16.601" v="16591" actId="1035"/>
          <ac:grpSpMkLst>
            <pc:docMk/>
            <pc:sldMk cId="2519093233" sldId="316"/>
            <ac:grpSpMk id="9" creationId="{082AD0F1-5825-125F-585A-D3ACA66088D0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7:04:16.601" v="16591" actId="1035"/>
          <ac:grpSpMkLst>
            <pc:docMk/>
            <pc:sldMk cId="2519093233" sldId="316"/>
            <ac:grpSpMk id="69" creationId="{5F92BDD6-D87A-8D1B-58B2-6B658DC234D3}"/>
          </ac:grpSpMkLst>
        </pc:grpChg>
        <pc:graphicFrameChg chg="mod modGraphic">
          <ac:chgData name="임인섭(INSUP LIM)[insup_lim]/선임/제조DX.자동보정.조립자동보정팀" userId="46c23904-ff79-42c9-9e41-2f57972a901c" providerId="ADAL" clId="{87567C12-2CF5-402D-BBAE-236263CF4371}" dt="2025-11-26T06:09:35.008" v="15911" actId="20577"/>
          <ac:graphicFrameMkLst>
            <pc:docMk/>
            <pc:sldMk cId="2519093233" sldId="316"/>
            <ac:graphicFrameMk id="16" creationId="{33D55F02-6D8E-4551-BA96-882BCCE1D0E0}"/>
          </ac:graphicFrameMkLst>
        </pc:graphicFrameChg>
        <pc:graphicFrameChg chg="mod modGraphic">
          <ac:chgData name="임인섭(INSUP LIM)[insup_lim]/선임/제조DX.자동보정.조립자동보정팀" userId="46c23904-ff79-42c9-9e41-2f57972a901c" providerId="ADAL" clId="{87567C12-2CF5-402D-BBAE-236263CF4371}" dt="2025-11-26T08:17:56.484" v="17023" actId="20577"/>
          <ac:graphicFrameMkLst>
            <pc:docMk/>
            <pc:sldMk cId="2519093233" sldId="316"/>
            <ac:graphicFrameMk id="19" creationId="{AC0E64D7-C678-4BFA-BA23-CADEA743A611}"/>
          </ac:graphicFrameMkLst>
        </pc:graphicFrameChg>
        <pc:graphicFrameChg chg="add mod modGraphic">
          <ac:chgData name="임인섭(INSUP LIM)[insup_lim]/선임/제조DX.자동보정.조립자동보정팀" userId="46c23904-ff79-42c9-9e41-2f57972a901c" providerId="ADAL" clId="{87567C12-2CF5-402D-BBAE-236263CF4371}" dt="2025-11-26T08:18:35.062" v="17090"/>
          <ac:graphicFrameMkLst>
            <pc:docMk/>
            <pc:sldMk cId="2519093233" sldId="316"/>
            <ac:graphicFrameMk id="23" creationId="{81C5A029-4EDA-7E87-5030-25C9E313E799}"/>
          </ac:graphicFrameMkLst>
        </pc:graphicFrameChg>
        <pc:picChg chg="mod">
          <ac:chgData name="임인섭(INSUP LIM)[insup_lim]/선임/제조DX.자동보정.조립자동보정팀" userId="46c23904-ff79-42c9-9e41-2f57972a901c" providerId="ADAL" clId="{87567C12-2CF5-402D-BBAE-236263CF4371}" dt="2025-11-26T07:04:16.601" v="16591" actId="1035"/>
          <ac:picMkLst>
            <pc:docMk/>
            <pc:sldMk cId="2519093233" sldId="316"/>
            <ac:picMk id="12" creationId="{672E1E25-8853-8F8F-DC51-C2AD47AC42F2}"/>
          </ac:picMkLst>
        </pc:picChg>
        <pc:cxnChg chg="mod">
          <ac:chgData name="임인섭(INSUP LIM)[insup_lim]/선임/제조DX.자동보정.조립자동보정팀" userId="46c23904-ff79-42c9-9e41-2f57972a901c" providerId="ADAL" clId="{87567C12-2CF5-402D-BBAE-236263CF4371}" dt="2025-11-26T06:07:07.954" v="15771" actId="14100"/>
          <ac:cxnSpMkLst>
            <pc:docMk/>
            <pc:sldMk cId="2519093233" sldId="316"/>
            <ac:cxnSpMk id="4" creationId="{B66FD3F2-03DB-1F67-C2EE-592F2D8369C1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4:16.601" v="16591" actId="1035"/>
          <ac:cxnSpMkLst>
            <pc:docMk/>
            <pc:sldMk cId="2519093233" sldId="316"/>
            <ac:cxnSpMk id="13" creationId="{97167827-14C0-B690-6BB5-3CC3081CCD9E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4:16.601" v="16591" actId="1035"/>
          <ac:cxnSpMkLst>
            <pc:docMk/>
            <pc:sldMk cId="2519093233" sldId="316"/>
            <ac:cxnSpMk id="14" creationId="{E7962EB5-09D8-D139-868F-9229DBC78918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4:16.601" v="16591" actId="1035"/>
          <ac:cxnSpMkLst>
            <pc:docMk/>
            <pc:sldMk cId="2519093233" sldId="316"/>
            <ac:cxnSpMk id="15" creationId="{D5288898-B266-B8D7-E075-69C32B1D80EC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4:16.601" v="16591" actId="1035"/>
          <ac:cxnSpMkLst>
            <pc:docMk/>
            <pc:sldMk cId="2519093233" sldId="316"/>
            <ac:cxnSpMk id="20" creationId="{86B84B3D-FC62-214C-7FE7-1FF93D9DB240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4:16.601" v="16591" actId="1035"/>
          <ac:cxnSpMkLst>
            <pc:docMk/>
            <pc:sldMk cId="2519093233" sldId="316"/>
            <ac:cxnSpMk id="21" creationId="{4032881E-096C-95E9-6F57-05CB4A7A4FE8}"/>
          </ac:cxnSpMkLst>
        </pc:cxnChg>
        <pc:cxnChg chg="mod topLvl">
          <ac:chgData name="임인섭(INSUP LIM)[insup_lim]/선임/제조DX.자동보정.조립자동보정팀" userId="46c23904-ff79-42c9-9e41-2f57972a901c" providerId="ADAL" clId="{87567C12-2CF5-402D-BBAE-236263CF4371}" dt="2025-11-26T07:04:16.601" v="16591" actId="1035"/>
          <ac:cxnSpMkLst>
            <pc:docMk/>
            <pc:sldMk cId="2519093233" sldId="316"/>
            <ac:cxnSpMk id="28" creationId="{DC2CE8D1-28E6-B1F1-C0C9-34DA456B22E2}"/>
          </ac:cxnSpMkLst>
        </pc:cxnChg>
      </pc:sldChg>
      <pc:sldChg chg="addSp delSp modSp add mod">
        <pc:chgData name="임인섭(INSUP LIM)[insup_lim]/선임/제조DX.자동보정.조립자동보정팀" userId="46c23904-ff79-42c9-9e41-2f57972a901c" providerId="ADAL" clId="{87567C12-2CF5-402D-BBAE-236263CF4371}" dt="2025-11-26T07:13:34.406" v="16808" actId="20577"/>
        <pc:sldMkLst>
          <pc:docMk/>
          <pc:sldMk cId="3631484623" sldId="317"/>
        </pc:sldMkLst>
        <pc:spChg chg="mod">
          <ac:chgData name="임인섭(INSUP LIM)[insup_lim]/선임/제조DX.자동보정.조립자동보정팀" userId="46c23904-ff79-42c9-9e41-2f57972a901c" providerId="ADAL" clId="{87567C12-2CF5-402D-BBAE-236263CF4371}" dt="2025-11-26T07:13:34.406" v="16808" actId="20577"/>
          <ac:spMkLst>
            <pc:docMk/>
            <pc:sldMk cId="3631484623" sldId="317"/>
            <ac:spMk id="17" creationId="{4D46E176-B856-4BB3-9682-7730921C3484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235" creationId="{43DF1E33-B22E-AC13-B72C-01DD4871FF4E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236" creationId="{1818101E-8B19-3A3C-510A-8353F8B7BD7C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237" creationId="{101C0EAB-54C7-22D5-F9DD-7C5F7D4D09AE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238" creationId="{A0AD7FF8-466F-D5A6-DCA9-A208ED5C6D64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239" creationId="{CABEC6BA-4C29-5189-59F5-5F0BD0EEA505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240" creationId="{83E1FDE3-CE41-6DA8-223F-F9F51DEC380A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7:10:22.856" v="16778" actId="14100"/>
          <ac:spMkLst>
            <pc:docMk/>
            <pc:sldMk cId="3631484623" sldId="317"/>
            <ac:spMk id="241" creationId="{55D5AB8E-D9E1-EB59-1954-BAA61E61A4CF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242" creationId="{920761FF-6B9A-7562-10A7-6F61810C6EBC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243" creationId="{DA1C05F8-BE4E-CF93-FAD5-740D767B6D39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7:08:57.495" v="16710" actId="255"/>
          <ac:spMkLst>
            <pc:docMk/>
            <pc:sldMk cId="3631484623" sldId="317"/>
            <ac:spMk id="244" creationId="{5EFA9994-D760-E28A-CDF7-2D4CE7BFEEF6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7:09:11.568" v="16712" actId="14100"/>
          <ac:spMkLst>
            <pc:docMk/>
            <pc:sldMk cId="3631484623" sldId="317"/>
            <ac:spMk id="245" creationId="{8A7A34DB-BA39-6F2C-2352-18AE768A793A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7:08:57.495" v="16710" actId="255"/>
          <ac:spMkLst>
            <pc:docMk/>
            <pc:sldMk cId="3631484623" sldId="317"/>
            <ac:spMk id="246" creationId="{C03BFBA2-BF9C-1A82-DF51-5491A9F6B88A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7:08:57.495" v="16710" actId="255"/>
          <ac:spMkLst>
            <pc:docMk/>
            <pc:sldMk cId="3631484623" sldId="317"/>
            <ac:spMk id="247" creationId="{D191211D-2A8A-C8D7-F3F0-50787E1559EB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248" creationId="{5392C768-86DA-4D48-5E68-EC9C471BD1CC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7:10:19.670" v="16777" actId="14100"/>
          <ac:spMkLst>
            <pc:docMk/>
            <pc:sldMk cId="3631484623" sldId="317"/>
            <ac:spMk id="249" creationId="{BE14F0A3-F5BF-326C-882D-0948DA534989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250" creationId="{40769979-698B-F039-0524-AE2AB85FA526}"/>
          </ac:spMkLst>
        </pc:spChg>
        <pc:spChg chg="mod topLvl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251" creationId="{BF38C480-BB47-983A-8E2A-3E83CDF8ED9B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253" creationId="{34747D18-15CF-EFFB-AFCA-FD86F03EE06C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254" creationId="{92247421-79AF-02FD-6778-EE5A31A33CE5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255" creationId="{9AA7CB5F-0FF5-B147-869F-3B306BC984A8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8:57.495" v="16710" actId="255"/>
          <ac:spMkLst>
            <pc:docMk/>
            <pc:sldMk cId="3631484623" sldId="317"/>
            <ac:spMk id="284" creationId="{BEBDFA93-4E26-361B-E723-34465180FA04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8:57.495" v="16710" actId="255"/>
          <ac:spMkLst>
            <pc:docMk/>
            <pc:sldMk cId="3631484623" sldId="317"/>
            <ac:spMk id="286" creationId="{14D0B8EA-7169-83F8-1835-56BD2F0D6B11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8:57.495" v="16710" actId="255"/>
          <ac:spMkLst>
            <pc:docMk/>
            <pc:sldMk cId="3631484623" sldId="317"/>
            <ac:spMk id="287" creationId="{4CEE633E-B9F4-CCAC-1EFC-3FF6759EF429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8:57.495" v="16710" actId="255"/>
          <ac:spMkLst>
            <pc:docMk/>
            <pc:sldMk cId="3631484623" sldId="317"/>
            <ac:spMk id="288" creationId="{E7C40A45-1901-3F18-62CB-346A89695556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8:57.495" v="16710" actId="255"/>
          <ac:spMkLst>
            <pc:docMk/>
            <pc:sldMk cId="3631484623" sldId="317"/>
            <ac:spMk id="289" creationId="{A60C96AB-9725-BC7A-0C66-5A2132C4B336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8:57.495" v="16710" actId="255"/>
          <ac:spMkLst>
            <pc:docMk/>
            <pc:sldMk cId="3631484623" sldId="317"/>
            <ac:spMk id="290" creationId="{31986CA0-E99E-0DBC-7933-7E76F313CCB9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8:57.495" v="16710" actId="255"/>
          <ac:spMkLst>
            <pc:docMk/>
            <pc:sldMk cId="3631484623" sldId="317"/>
            <ac:spMk id="294" creationId="{AC11D80B-430B-4D9F-6E68-2CC1698A07D3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308" creationId="{5BD703BC-0C02-A501-B542-00F16ECD2EEA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309" creationId="{B4743DFD-5E8C-3E80-A460-C19DAE36BAFA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312" creationId="{7A4BCEF5-C119-CFD4-B151-A50B8FA7E263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313" creationId="{05232F70-DE77-1662-8BFD-7F8F1DD255FB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314" creationId="{3B3F1F43-80A3-D9F7-05F2-9DBC31FC97AC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315" creationId="{AA99DCD6-1887-EAA8-0CD5-767BCE45609A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316" creationId="{2E8432DD-9FC3-970C-A90B-FC48175B11AA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317" creationId="{AC2D05ED-8883-56A3-689B-8640BC730FA3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318" creationId="{F9BCE4A8-F327-34D0-FE80-E47E73F281D9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319" creationId="{F49A8926-E235-24DA-2A21-ABDE2464CC87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320" creationId="{E4F783CC-539E-72A1-1E7B-E5D8116ABD69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321" creationId="{E90CA9FD-53A3-5A59-DA86-51711812803F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322" creationId="{05FD5E3C-FEA1-143A-81A7-29EC3BDD354D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09:02.658" v="16711" actId="255"/>
          <ac:spMkLst>
            <pc:docMk/>
            <pc:sldMk cId="3631484623" sldId="317"/>
            <ac:spMk id="323" creationId="{DAC22B6A-AB8B-0243-B106-3AEEFD881CF4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6T07:12:55.407" v="16796" actId="1036"/>
          <ac:spMkLst>
            <pc:docMk/>
            <pc:sldMk cId="3631484623" sldId="317"/>
            <ac:spMk id="324" creationId="{CB4E29B2-4724-97FF-DEB3-356DA73CF634}"/>
          </ac:spMkLst>
        </pc:spChg>
        <pc:spChg chg="add mod">
          <ac:chgData name="임인섭(INSUP LIM)[insup_lim]/선임/제조DX.자동보정.조립자동보정팀" userId="46c23904-ff79-42c9-9e41-2f57972a901c" providerId="ADAL" clId="{87567C12-2CF5-402D-BBAE-236263CF4371}" dt="2025-11-26T07:10:29.231" v="16779" actId="207"/>
          <ac:spMkLst>
            <pc:docMk/>
            <pc:sldMk cId="3631484623" sldId="317"/>
            <ac:spMk id="328" creationId="{5C85E77F-A1A0-9FFD-2820-DA7D810EF45F}"/>
          </ac:spMkLst>
        </pc:spChg>
        <pc:spChg chg="add mod">
          <ac:chgData name="임인섭(INSUP LIM)[insup_lim]/선임/제조DX.자동보정.조립자동보정팀" userId="46c23904-ff79-42c9-9e41-2f57972a901c" providerId="ADAL" clId="{87567C12-2CF5-402D-BBAE-236263CF4371}" dt="2025-11-26T07:10:29.231" v="16779" actId="207"/>
          <ac:spMkLst>
            <pc:docMk/>
            <pc:sldMk cId="3631484623" sldId="317"/>
            <ac:spMk id="329" creationId="{468986CD-6B9D-34D8-8287-777717778B7A}"/>
          </ac:spMkLst>
        </pc:spChg>
        <pc:spChg chg="add mod">
          <ac:chgData name="임인섭(INSUP LIM)[insup_lim]/선임/제조DX.자동보정.조립자동보정팀" userId="46c23904-ff79-42c9-9e41-2f57972a901c" providerId="ADAL" clId="{87567C12-2CF5-402D-BBAE-236263CF4371}" dt="2025-11-26T07:10:50.372" v="16786" actId="1035"/>
          <ac:spMkLst>
            <pc:docMk/>
            <pc:sldMk cId="3631484623" sldId="317"/>
            <ac:spMk id="330" creationId="{2F6B75D5-EF6C-B317-575F-12B5170AA756}"/>
          </ac:spMkLst>
        </pc:spChg>
        <pc:spChg chg="add mod">
          <ac:chgData name="임인섭(INSUP LIM)[insup_lim]/선임/제조DX.자동보정.조립자동보정팀" userId="46c23904-ff79-42c9-9e41-2f57972a901c" providerId="ADAL" clId="{87567C12-2CF5-402D-BBAE-236263CF4371}" dt="2025-11-26T07:10:50.372" v="16786" actId="1035"/>
          <ac:spMkLst>
            <pc:docMk/>
            <pc:sldMk cId="3631484623" sldId="317"/>
            <ac:spMk id="331" creationId="{2D81D871-F5E4-3D0B-5861-BC6216ECDA58}"/>
          </ac:spMkLst>
        </pc:spChg>
        <pc:spChg chg="add mod">
          <ac:chgData name="임인섭(INSUP LIM)[insup_lim]/선임/제조DX.자동보정.조립자동보정팀" userId="46c23904-ff79-42c9-9e41-2f57972a901c" providerId="ADAL" clId="{87567C12-2CF5-402D-BBAE-236263CF4371}" dt="2025-11-26T07:10:45.356" v="16783" actId="1076"/>
          <ac:spMkLst>
            <pc:docMk/>
            <pc:sldMk cId="3631484623" sldId="317"/>
            <ac:spMk id="332" creationId="{3B10E77E-DF02-5E49-7BA4-B3D21B41DA8A}"/>
          </ac:spMkLst>
        </pc:spChg>
        <pc:spChg chg="add mod">
          <ac:chgData name="임인섭(INSUP LIM)[insup_lim]/선임/제조DX.자동보정.조립자동보정팀" userId="46c23904-ff79-42c9-9e41-2f57972a901c" providerId="ADAL" clId="{87567C12-2CF5-402D-BBAE-236263CF4371}" dt="2025-11-26T07:10:45.356" v="16783" actId="1076"/>
          <ac:spMkLst>
            <pc:docMk/>
            <pc:sldMk cId="3631484623" sldId="317"/>
            <ac:spMk id="333" creationId="{CF354F29-C018-6939-2ED3-AF8A5B4688B7}"/>
          </ac:spMkLst>
        </pc:spChg>
        <pc:grpChg chg="mod topLvl">
          <ac:chgData name="임인섭(INSUP LIM)[insup_lim]/선임/제조DX.자동보정.조립자동보정팀" userId="46c23904-ff79-42c9-9e41-2f57972a901c" providerId="ADAL" clId="{87567C12-2CF5-402D-BBAE-236263CF4371}" dt="2025-11-26T07:07:44.525" v="16693" actId="164"/>
          <ac:grpSpMkLst>
            <pc:docMk/>
            <pc:sldMk cId="3631484623" sldId="317"/>
            <ac:grpSpMk id="232" creationId="{3D540B20-3F03-8A03-DF8B-4AF325CC82AD}"/>
          </ac:grpSpMkLst>
        </pc:grpChg>
        <pc:grpChg chg="mod topLvl">
          <ac:chgData name="임인섭(INSUP LIM)[insup_lim]/선임/제조DX.자동보정.조립자동보정팀" userId="46c23904-ff79-42c9-9e41-2f57972a901c" providerId="ADAL" clId="{87567C12-2CF5-402D-BBAE-236263CF4371}" dt="2025-11-26T07:07:35.728" v="16691" actId="164"/>
          <ac:grpSpMkLst>
            <pc:docMk/>
            <pc:sldMk cId="3631484623" sldId="317"/>
            <ac:grpSpMk id="233" creationId="{A62561AE-FCC8-2D95-677B-DB64739FC1B1}"/>
          </ac:grpSpMkLst>
        </pc:grpChg>
        <pc:grpChg chg="mod topLvl">
          <ac:chgData name="임인섭(INSUP LIM)[insup_lim]/선임/제조DX.자동보정.조립자동보정팀" userId="46c23904-ff79-42c9-9e41-2f57972a901c" providerId="ADAL" clId="{87567C12-2CF5-402D-BBAE-236263CF4371}" dt="2025-11-26T07:06:51.415" v="16643" actId="164"/>
          <ac:grpSpMkLst>
            <pc:docMk/>
            <pc:sldMk cId="3631484623" sldId="317"/>
            <ac:grpSpMk id="234" creationId="{7D987678-087A-760D-3839-86227A3F0C40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grpSpMkLst>
            <pc:docMk/>
            <pc:sldMk cId="3631484623" sldId="317"/>
            <ac:grpSpMk id="260" creationId="{3EE30248-D719-706F-8F48-A850D0A941FA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grpSpMkLst>
            <pc:docMk/>
            <pc:sldMk cId="3631484623" sldId="317"/>
            <ac:grpSpMk id="285" creationId="{399884C2-8928-8AAE-1E48-BB13B93C90AF}"/>
          </ac:grpSpMkLst>
        </pc:grpChg>
        <pc:grp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grpSpMkLst>
            <pc:docMk/>
            <pc:sldMk cId="3631484623" sldId="317"/>
            <ac:grpSpMk id="295" creationId="{A5331C96-7BDA-A3CC-46D4-7089F8BC1FA5}"/>
          </ac:grpSpMkLst>
        </pc:grpChg>
        <pc:grpChg chg="add mod">
          <ac:chgData name="임인섭(INSUP LIM)[insup_lim]/선임/제조DX.자동보정.조립자동보정팀" userId="46c23904-ff79-42c9-9e41-2f57972a901c" providerId="ADAL" clId="{87567C12-2CF5-402D-BBAE-236263CF4371}" dt="2025-11-26T07:09:28.725" v="16732" actId="1037"/>
          <ac:grpSpMkLst>
            <pc:docMk/>
            <pc:sldMk cId="3631484623" sldId="317"/>
            <ac:grpSpMk id="325" creationId="{2C6EC84E-99F3-6E12-80FD-CE39496E2D6D}"/>
          </ac:grpSpMkLst>
        </pc:grpChg>
        <pc:grpChg chg="add mod">
          <ac:chgData name="임인섭(INSUP LIM)[insup_lim]/선임/제조DX.자동보정.조립자동보정팀" userId="46c23904-ff79-42c9-9e41-2f57972a901c" providerId="ADAL" clId="{87567C12-2CF5-402D-BBAE-236263CF4371}" dt="2025-11-26T07:09:21.394" v="16722" actId="1037"/>
          <ac:grpSpMkLst>
            <pc:docMk/>
            <pc:sldMk cId="3631484623" sldId="317"/>
            <ac:grpSpMk id="326" creationId="{EDBB9A52-16B0-DECC-E2CA-D7948F4D9BB1}"/>
          </ac:grpSpMkLst>
        </pc:grpChg>
        <pc:grpChg chg="add mod">
          <ac:chgData name="임인섭(INSUP LIM)[insup_lim]/선임/제조DX.자동보정.조립자동보정팀" userId="46c23904-ff79-42c9-9e41-2f57972a901c" providerId="ADAL" clId="{87567C12-2CF5-402D-BBAE-236263CF4371}" dt="2025-11-26T07:09:28.725" v="16732" actId="1037"/>
          <ac:grpSpMkLst>
            <pc:docMk/>
            <pc:sldMk cId="3631484623" sldId="317"/>
            <ac:grpSpMk id="327" creationId="{E86417D0-66CF-0748-2B3D-475CE513FBB6}"/>
          </ac:grpSpMkLst>
        </pc:grpChg>
        <pc:graphicFrameChg chg="mod modGraphic">
          <ac:chgData name="임인섭(INSUP LIM)[insup_lim]/선임/제조DX.자동보정.조립자동보정팀" userId="46c23904-ff79-42c9-9e41-2f57972a901c" providerId="ADAL" clId="{87567C12-2CF5-402D-BBAE-236263CF4371}" dt="2025-11-26T07:10:01.702" v="16762" actId="1076"/>
          <ac:graphicFrameMkLst>
            <pc:docMk/>
            <pc:sldMk cId="3631484623" sldId="317"/>
            <ac:graphicFrameMk id="19" creationId="{AC0E64D7-C678-4BFA-BA23-CADEA743A611}"/>
          </ac:graphicFrameMkLst>
        </pc:graphicFrameChg>
        <pc:graphicFrameChg chg="add mod modGraphic">
          <ac:chgData name="임인섭(INSUP LIM)[insup_lim]/선임/제조DX.자동보정.조립자동보정팀" userId="46c23904-ff79-42c9-9e41-2f57972a901c" providerId="ADAL" clId="{87567C12-2CF5-402D-BBAE-236263CF4371}" dt="2025-11-26T07:06:25.468" v="16639" actId="1035"/>
          <ac:graphicFrameMkLst>
            <pc:docMk/>
            <pc:sldMk cId="3631484623" sldId="317"/>
            <ac:graphicFrameMk id="137" creationId="{EB4FEA64-4840-2A2E-B5DF-269A867E2F4C}"/>
          </ac:graphicFrameMkLst>
        </pc:graphicFrameChg>
        <pc:pic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picMkLst>
            <pc:docMk/>
            <pc:sldMk cId="3631484623" sldId="317"/>
            <ac:picMk id="252" creationId="{1C8FDE44-9CB0-3653-FAB7-90EED5FFF490}"/>
          </ac:picMkLst>
        </pc:picChg>
        <pc:pic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picMkLst>
            <pc:docMk/>
            <pc:sldMk cId="3631484623" sldId="317"/>
            <ac:picMk id="293" creationId="{17243CFB-AF6A-1BA6-8CF6-14D4614C711A}"/>
          </ac:picMkLst>
        </pc:picChg>
        <pc:picChg chg="mod">
          <ac:chgData name="임인섭(INSUP LIM)[insup_lim]/선임/제조DX.자동보정.조립자동보정팀" userId="46c23904-ff79-42c9-9e41-2f57972a901c" providerId="ADAL" clId="{87567C12-2CF5-402D-BBAE-236263CF4371}" dt="2025-11-26T07:12:49.843" v="16790" actId="14100"/>
          <ac:picMkLst>
            <pc:docMk/>
            <pc:sldMk cId="3631484623" sldId="317"/>
            <ac:picMk id="311" creationId="{D8153D3E-A302-FB13-BDD2-15D19E48C585}"/>
          </ac:picMkLst>
        </pc:pic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56" creationId="{E42C2CA8-5E00-9569-D9B7-50196A9950B0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57" creationId="{61C0DA39-2138-6B46-BB02-6550899AB7AF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58" creationId="{CB4FA5A4-DE34-D2D6-E780-8E5C3A4E9E57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59" creationId="{F7592388-F7DC-DCBE-9AB6-C8FEE802B2DD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61" creationId="{8B2663CE-8651-B6EB-B63F-117B2F115FA2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62" creationId="{51CB041E-9DC2-374F-F43B-7E2E513E70FF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63" creationId="{90ED82CB-0742-EC1D-9644-032E5A2268E9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64" creationId="{0F099F18-2C27-A4D8-9AC5-D8D0C67639C6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65" creationId="{C7663DB2-E40E-EAF8-E0C5-1720DE3E092D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66" creationId="{0C46A7BD-D1EA-BFAD-D7EE-0FD027D92100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67" creationId="{E94335E7-F2C0-0EF3-5AC0-624CA70CCD8B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68" creationId="{479EE7B7-264B-09CE-C6AD-46CC7768BDFD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69" creationId="{41F7D096-4346-DAD7-9B96-BBA6472D32DF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70" creationId="{848F618B-9218-2ECD-CB24-D6E68E8A1760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71" creationId="{28000CAE-198C-A498-812A-47B4CE9B21A3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72" creationId="{65DFD24F-37F8-AC8A-44CB-CAD69235D1E7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73" creationId="{3FA77190-7C2C-8AC4-64C8-27FE7AC2A6A2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74" creationId="{6A56FF60-8679-F1C4-39EA-3ADED09AE35F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75" creationId="{52F4C06B-088F-73F0-ACD1-3A360A53EA93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76" creationId="{182DCEAF-B0E7-EE0C-9F40-1256C452106A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77" creationId="{012F25DF-56F4-474B-36AC-8F2C9981D84F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78" creationId="{7DB722E6-A71D-30CD-F671-3CAF8F6B27DB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79" creationId="{C57DC7C7-F2C3-2E00-2C8E-1F27C889F5DF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80" creationId="{6AC45C3D-BBD0-045A-6C5F-673CE058D0CF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81" creationId="{0048AE33-87E1-74A4-B67B-E696D764C102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82" creationId="{CFDAF495-D780-1A41-691D-1C0AA3F72D13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83" creationId="{B439E537-54B7-E0CE-7CCB-0C2DD0414C4F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91" creationId="{C9EF2628-2C4D-4FCC-1419-DE0E51D9D860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92" creationId="{2F6FB314-DA40-86A9-33C1-CADCA20AA7C9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96" creationId="{A984DA7F-19AD-646D-01F7-0DD2316C242A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97" creationId="{A9293ED7-5A1A-5D0E-9551-B0B59C4AF069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98" creationId="{DF47F474-8F7A-822A-26E0-FBC95BAA3A19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299" creationId="{62E1EA5E-4AA4-BF04-B456-E1250BC42D47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300" creationId="{3B6714D0-F267-FBDD-4996-C77F78E93071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301" creationId="{5110362E-0C19-F661-1B00-B5A007B44DF5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302" creationId="{C8DFCA2B-CAA9-2F66-300A-F9858491F41E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303" creationId="{E29FDDB7-E6ED-1F49-635C-6B2D67795ACE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304" creationId="{3D4F1B7B-3BB8-DA2F-0444-DA9F5DDD8A12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305" creationId="{59E07F01-1061-9509-399F-36D703E614A4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306" creationId="{053321D7-3998-65D8-36B1-6BC971A9B418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307" creationId="{FFB4D1B7-5F08-9735-AC91-D850039F3D20}"/>
          </ac:cxnSpMkLst>
        </pc:cxnChg>
        <pc:cxnChg chg="mod">
          <ac:chgData name="임인섭(INSUP LIM)[insup_lim]/선임/제조DX.자동보정.조립자동보정팀" userId="46c23904-ff79-42c9-9e41-2f57972a901c" providerId="ADAL" clId="{87567C12-2CF5-402D-BBAE-236263CF4371}" dt="2025-11-26T07:06:40.993" v="16641" actId="165"/>
          <ac:cxnSpMkLst>
            <pc:docMk/>
            <pc:sldMk cId="3631484623" sldId="317"/>
            <ac:cxnSpMk id="310" creationId="{0D1F4DAF-08A3-81C6-2890-3C5933C92D41}"/>
          </ac:cxnSpMkLst>
        </pc:cxnChg>
      </pc:sldChg>
      <pc:sldChg chg="modSp mod">
        <pc:chgData name="임인섭(INSUP LIM)[insup_lim]/선임/제조DX.자동보정.조립자동보정팀" userId="46c23904-ff79-42c9-9e41-2f57972a901c" providerId="ADAL" clId="{87567C12-2CF5-402D-BBAE-236263CF4371}" dt="2025-11-25T23:57:15.822" v="1231" actId="20577"/>
        <pc:sldMkLst>
          <pc:docMk/>
          <pc:sldMk cId="624474230" sldId="2147481904"/>
        </pc:sldMkLst>
        <pc:spChg chg="mod">
          <ac:chgData name="임인섭(INSUP LIM)[insup_lim]/선임/제조DX.자동보정.조립자동보정팀" userId="46c23904-ff79-42c9-9e41-2f57972a901c" providerId="ADAL" clId="{87567C12-2CF5-402D-BBAE-236263CF4371}" dt="2025-11-25T23:57:15.822" v="1231" actId="20577"/>
          <ac:spMkLst>
            <pc:docMk/>
            <pc:sldMk cId="624474230" sldId="2147481904"/>
            <ac:spMk id="6" creationId="{2CB0F2F2-CDBB-B3E6-AE09-A445462049EE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5T23:56:42.072" v="1085" actId="20577"/>
          <ac:spMkLst>
            <pc:docMk/>
            <pc:sldMk cId="624474230" sldId="2147481904"/>
            <ac:spMk id="42" creationId="{51BF0D86-1DF9-4CDD-9ADF-D9D78254A144}"/>
          </ac:spMkLst>
        </pc:spChg>
      </pc:sldChg>
      <pc:sldChg chg="modSp mod">
        <pc:chgData name="임인섭(INSUP LIM)[insup_lim]/선임/제조DX.자동보정.조립자동보정팀" userId="46c23904-ff79-42c9-9e41-2f57972a901c" providerId="ADAL" clId="{87567C12-2CF5-402D-BBAE-236263CF4371}" dt="2025-11-25T23:59:12.917" v="1345" actId="20577"/>
        <pc:sldMkLst>
          <pc:docMk/>
          <pc:sldMk cId="3901532967" sldId="2147481959"/>
        </pc:sldMkLst>
        <pc:spChg chg="mod">
          <ac:chgData name="임인섭(INSUP LIM)[insup_lim]/선임/제조DX.자동보정.조립자동보정팀" userId="46c23904-ff79-42c9-9e41-2f57972a901c" providerId="ADAL" clId="{87567C12-2CF5-402D-BBAE-236263CF4371}" dt="2025-11-25T23:59:12.917" v="1345" actId="20577"/>
          <ac:spMkLst>
            <pc:docMk/>
            <pc:sldMk cId="3901532967" sldId="2147481959"/>
            <ac:spMk id="13" creationId="{6F04AF11-50D5-49B6-A265-556E9598BDBE}"/>
          </ac:spMkLst>
        </pc:spChg>
        <pc:spChg chg="mod">
          <ac:chgData name="임인섭(INSUP LIM)[insup_lim]/선임/제조DX.자동보정.조립자동보정팀" userId="46c23904-ff79-42c9-9e41-2f57972a901c" providerId="ADAL" clId="{87567C12-2CF5-402D-BBAE-236263CF4371}" dt="2025-11-25T23:59:04.026" v="1310" actId="20577"/>
          <ac:spMkLst>
            <pc:docMk/>
            <pc:sldMk cId="3901532967" sldId="2147481959"/>
            <ac:spMk id="14" creationId="{22538F03-743C-4E4C-83CE-319524F14C18}"/>
          </ac:spMkLst>
        </pc:spChg>
      </pc:sldChg>
      <pc:sldChg chg="modSp mod">
        <pc:chgData name="임인섭(INSUP LIM)[insup_lim]/선임/제조DX.자동보정.조립자동보정팀" userId="46c23904-ff79-42c9-9e41-2f57972a901c" providerId="ADAL" clId="{87567C12-2CF5-402D-BBAE-236263CF4371}" dt="2025-11-25T23:56:19.181" v="1077" actId="20577"/>
        <pc:sldMkLst>
          <pc:docMk/>
          <pc:sldMk cId="3755998146" sldId="2147483565"/>
        </pc:sldMkLst>
        <pc:spChg chg="mod">
          <ac:chgData name="임인섭(INSUP LIM)[insup_lim]/선임/제조DX.자동보정.조립자동보정팀" userId="46c23904-ff79-42c9-9e41-2f57972a901c" providerId="ADAL" clId="{87567C12-2CF5-402D-BBAE-236263CF4371}" dt="2025-11-25T23:56:19.181" v="1077" actId="20577"/>
          <ac:spMkLst>
            <pc:docMk/>
            <pc:sldMk cId="3755998146" sldId="2147483565"/>
            <ac:spMk id="5" creationId="{6545B495-B50E-9C37-AB02-6EFD11C77479}"/>
          </ac:spMkLst>
        </pc:spChg>
        <pc:graphicFrameChg chg="modGraphic">
          <ac:chgData name="임인섭(INSUP LIM)[insup_lim]/선임/제조DX.자동보정.조립자동보정팀" userId="46c23904-ff79-42c9-9e41-2f57972a901c" providerId="ADAL" clId="{87567C12-2CF5-402D-BBAE-236263CF4371}" dt="2025-11-25T23:56:15.571" v="1073" actId="20577"/>
          <ac:graphicFrameMkLst>
            <pc:docMk/>
            <pc:sldMk cId="3755998146" sldId="2147483565"/>
            <ac:graphicFrameMk id="3" creationId="{3E86696F-E35A-4B06-9B46-63A4A6A986C1}"/>
          </ac:graphicFrameMkLst>
        </pc:graphicFrameChg>
        <pc:graphicFrameChg chg="mod">
          <ac:chgData name="임인섭(INSUP LIM)[insup_lim]/선임/제조DX.자동보정.조립자동보정팀" userId="46c23904-ff79-42c9-9e41-2f57972a901c" providerId="ADAL" clId="{87567C12-2CF5-402D-BBAE-236263CF4371}" dt="2025-11-25T23:56:12.759" v="1071"/>
          <ac:graphicFrameMkLst>
            <pc:docMk/>
            <pc:sldMk cId="3755998146" sldId="2147483565"/>
            <ac:graphicFrameMk id="14" creationId="{F7BF916D-8A9E-4800-92E6-357BE08183D6}"/>
          </ac:graphicFrameMkLst>
        </pc:graphicFrameChg>
      </pc:sldChg>
    </pc:docChg>
  </pc:docChgLst>
  <pc:docChgLst>
    <pc:chgData name="백승민(SEUNGMIN PAIK)[smpaik]/사원/제조DX.자동보정.RSND자동보정팀" userId="S::smpaik@lgensol.com::7c886758-2f96-4461-bc5a-14fabaf6b696" providerId="AD" clId="Web-{3BC7C879-8876-34FD-C148-AA1C9DE6E42E}"/>
    <pc:docChg chg="modSld">
      <pc:chgData name="백승민(SEUNGMIN PAIK)[smpaik]/사원/제조DX.자동보정.RSND자동보정팀" userId="S::smpaik@lgensol.com::7c886758-2f96-4461-bc5a-14fabaf6b696" providerId="AD" clId="Web-{3BC7C879-8876-34FD-C148-AA1C9DE6E42E}" dt="2025-11-25T07:32:27.071" v="368"/>
      <pc:docMkLst>
        <pc:docMk/>
      </pc:docMkLst>
      <pc:sldChg chg="modSp">
        <pc:chgData name="백승민(SEUNGMIN PAIK)[smpaik]/사원/제조DX.자동보정.RSND자동보정팀" userId="S::smpaik@lgensol.com::7c886758-2f96-4461-bc5a-14fabaf6b696" providerId="AD" clId="Web-{3BC7C879-8876-34FD-C148-AA1C9DE6E42E}" dt="2025-11-25T07:32:27.071" v="368"/>
        <pc:sldMkLst>
          <pc:docMk/>
          <pc:sldMk cId="3227093882" sldId="300"/>
        </pc:sldMkLst>
        <pc:spChg chg="mod">
          <ac:chgData name="백승민(SEUNGMIN PAIK)[smpaik]/사원/제조DX.자동보정.RSND자동보정팀" userId="S::smpaik@lgensol.com::7c886758-2f96-4461-bc5a-14fabaf6b696" providerId="AD" clId="Web-{3BC7C879-8876-34FD-C148-AA1C9DE6E42E}" dt="2025-11-25T07:31:12.271" v="280" actId="20577"/>
          <ac:spMkLst>
            <pc:docMk/>
            <pc:sldMk cId="3227093882" sldId="300"/>
            <ac:spMk id="8" creationId="{B00DF2C9-431D-6CB6-C306-046765BA9159}"/>
          </ac:spMkLst>
        </pc:spChg>
        <pc:graphicFrameChg chg="mod modGraphic">
          <ac:chgData name="백승민(SEUNGMIN PAIK)[smpaik]/사원/제조DX.자동보정.RSND자동보정팀" userId="S::smpaik@lgensol.com::7c886758-2f96-4461-bc5a-14fabaf6b696" providerId="AD" clId="Web-{3BC7C879-8876-34FD-C148-AA1C9DE6E42E}" dt="2025-11-25T07:29:09.203" v="142"/>
          <ac:graphicFrameMkLst>
            <pc:docMk/>
            <pc:sldMk cId="3227093882" sldId="300"/>
            <ac:graphicFrameMk id="3" creationId="{1B538319-E744-914C-0D08-26296EEC9C81}"/>
          </ac:graphicFrameMkLst>
        </pc:graphicFrameChg>
        <pc:graphicFrameChg chg="mod modGraphic">
          <ac:chgData name="백승민(SEUNGMIN PAIK)[smpaik]/사원/제조DX.자동보정.RSND자동보정팀" userId="S::smpaik@lgensol.com::7c886758-2f96-4461-bc5a-14fabaf6b696" providerId="AD" clId="Web-{3BC7C879-8876-34FD-C148-AA1C9DE6E42E}" dt="2025-11-25T07:32:27.071" v="368"/>
          <ac:graphicFrameMkLst>
            <pc:docMk/>
            <pc:sldMk cId="3227093882" sldId="300"/>
            <ac:graphicFrameMk id="32" creationId="{C75B2E3A-6367-47F5-9C2E-36D1B1E1DCAE}"/>
          </ac:graphicFrameMkLst>
        </pc:graphicFrameChg>
      </pc:sldChg>
      <pc:sldChg chg="modSp">
        <pc:chgData name="백승민(SEUNGMIN PAIK)[smpaik]/사원/제조DX.자동보정.RSND자동보정팀" userId="S::smpaik@lgensol.com::7c886758-2f96-4461-bc5a-14fabaf6b696" providerId="AD" clId="Web-{3BC7C879-8876-34FD-C148-AA1C9DE6E42E}" dt="2025-11-25T07:28:35.029" v="137"/>
        <pc:sldMkLst>
          <pc:docMk/>
          <pc:sldMk cId="3866888399" sldId="2147481941"/>
        </pc:sldMkLst>
        <pc:spChg chg="mod">
          <ac:chgData name="백승민(SEUNGMIN PAIK)[smpaik]/사원/제조DX.자동보정.RSND자동보정팀" userId="S::smpaik@lgensol.com::7c886758-2f96-4461-bc5a-14fabaf6b696" providerId="AD" clId="Web-{3BC7C879-8876-34FD-C148-AA1C9DE6E42E}" dt="2025-11-25T07:25:18.185" v="5" actId="20577"/>
          <ac:spMkLst>
            <pc:docMk/>
            <pc:sldMk cId="3866888399" sldId="2147481941"/>
            <ac:spMk id="11" creationId="{18D58147-C796-4AE1-879D-22F55FC5C84F}"/>
          </ac:spMkLst>
        </pc:spChg>
        <pc:graphicFrameChg chg="mod modGraphic">
          <ac:chgData name="백승민(SEUNGMIN PAIK)[smpaik]/사원/제조DX.자동보정.RSND자동보정팀" userId="S::smpaik@lgensol.com::7c886758-2f96-4461-bc5a-14fabaf6b696" providerId="AD" clId="Web-{3BC7C879-8876-34FD-C148-AA1C9DE6E42E}" dt="2025-11-25T07:28:35.029" v="137"/>
          <ac:graphicFrameMkLst>
            <pc:docMk/>
            <pc:sldMk cId="3866888399" sldId="2147481941"/>
            <ac:graphicFrameMk id="10" creationId="{598D13AD-B139-4710-A651-D91F86EA2D2E}"/>
          </ac:graphicFrameMkLst>
        </pc:graphicFrameChg>
      </pc:sldChg>
    </pc:docChg>
  </pc:docChgLst>
  <pc:docChgLst>
    <pc:chgData name="임성현(SUNGHYEUN LIM)[limsh0]/선임/제조DX.자동보정.MC자동보정팀" userId="S::limsh0@lgensol.com::98668b4a-da00-402d-a6a4-d7a97d064261" providerId="AD" clId="Web-{5F03D848-BE79-2C44-0B69-8088A2908A08}"/>
    <pc:docChg chg="modSld">
      <pc:chgData name="임성현(SUNGHYEUN LIM)[limsh0]/선임/제조DX.자동보정.MC자동보정팀" userId="S::limsh0@lgensol.com::98668b4a-da00-402d-a6a4-d7a97d064261" providerId="AD" clId="Web-{5F03D848-BE79-2C44-0B69-8088A2908A08}" dt="2025-12-16T06:45:12.863" v="33"/>
      <pc:docMkLst>
        <pc:docMk/>
      </pc:docMkLst>
      <pc:sldChg chg="modSp">
        <pc:chgData name="임성현(SUNGHYEUN LIM)[limsh0]/선임/제조DX.자동보정.MC자동보정팀" userId="S::limsh0@lgensol.com::98668b4a-da00-402d-a6a4-d7a97d064261" providerId="AD" clId="Web-{5F03D848-BE79-2C44-0B69-8088A2908A08}" dt="2025-12-16T06:45:12.863" v="33"/>
        <pc:sldMkLst>
          <pc:docMk/>
          <pc:sldMk cId="696343298" sldId="286"/>
        </pc:sldMkLst>
        <pc:graphicFrameChg chg="mod modGraphic">
          <ac:chgData name="임성현(SUNGHYEUN LIM)[limsh0]/선임/제조DX.자동보정.MC자동보정팀" userId="S::limsh0@lgensol.com::98668b4a-da00-402d-a6a4-d7a97d064261" providerId="AD" clId="Web-{5F03D848-BE79-2C44-0B69-8088A2908A08}" dt="2025-12-16T06:45:12.863" v="33"/>
          <ac:graphicFrameMkLst>
            <pc:docMk/>
            <pc:sldMk cId="696343298" sldId="286"/>
            <ac:graphicFrameMk id="3" creationId="{288888B8-029A-57B9-F6A4-85C447027341}"/>
          </ac:graphicFrameMkLst>
        </pc:graphicFrameChg>
      </pc:sldChg>
    </pc:docChg>
  </pc:docChgLst>
  <pc:docChgLst>
    <pc:chgData name="임형찬(HYEONG CHAN LIM)[ils0201]/선임/제조DX.자동보정.조립자동보정팀" userId="a5fc29a0-7bf6-4271-9ae5-792bccdcacb0" providerId="ADAL" clId="{87CB2B23-55BF-4C55-B503-5B21327FB327}"/>
    <pc:docChg chg="undo custSel modSld sldOrd">
      <pc:chgData name="임형찬(HYEONG CHAN LIM)[ils0201]/선임/제조DX.자동보정.조립자동보정팀" userId="a5fc29a0-7bf6-4271-9ae5-792bccdcacb0" providerId="ADAL" clId="{87CB2B23-55BF-4C55-B503-5B21327FB327}" dt="2025-12-03T06:22:10.768" v="51"/>
      <pc:docMkLst>
        <pc:docMk/>
      </pc:docMkLst>
      <pc:sldChg chg="modSp mod ord">
        <pc:chgData name="임형찬(HYEONG CHAN LIM)[ils0201]/선임/제조DX.자동보정.조립자동보정팀" userId="a5fc29a0-7bf6-4271-9ae5-792bccdcacb0" providerId="ADAL" clId="{87CB2B23-55BF-4C55-B503-5B21327FB327}" dt="2025-12-03T06:22:10.768" v="51"/>
        <pc:sldMkLst>
          <pc:docMk/>
          <pc:sldMk cId="3442612884" sldId="266"/>
        </pc:sldMkLst>
        <pc:spChg chg="mod">
          <ac:chgData name="임형찬(HYEONG CHAN LIM)[ils0201]/선임/제조DX.자동보정.조립자동보정팀" userId="a5fc29a0-7bf6-4271-9ae5-792bccdcacb0" providerId="ADAL" clId="{87CB2B23-55BF-4C55-B503-5B21327FB327}" dt="2025-12-03T02:37:15.592" v="13" actId="20577"/>
          <ac:spMkLst>
            <pc:docMk/>
            <pc:sldMk cId="3442612884" sldId="266"/>
            <ac:spMk id="4" creationId="{1BAE0AB8-2D5F-6F5C-CFCD-86F36B304F8E}"/>
          </ac:spMkLst>
        </pc:spChg>
        <pc:graphicFrameChg chg="modGraphic">
          <ac:chgData name="임형찬(HYEONG CHAN LIM)[ils0201]/선임/제조DX.자동보정.조립자동보정팀" userId="a5fc29a0-7bf6-4271-9ae5-792bccdcacb0" providerId="ADAL" clId="{87CB2B23-55BF-4C55-B503-5B21327FB327}" dt="2025-12-03T02:37:31.694" v="17" actId="20577"/>
          <ac:graphicFrameMkLst>
            <pc:docMk/>
            <pc:sldMk cId="3442612884" sldId="266"/>
            <ac:graphicFrameMk id="3" creationId="{B966A984-42B0-671C-E83A-29B58F6414F6}"/>
          </ac:graphicFrameMkLst>
        </pc:graphicFrameChg>
        <pc:graphicFrameChg chg="modGraphic">
          <ac:chgData name="임형찬(HYEONG CHAN LIM)[ils0201]/선임/제조DX.자동보정.조립자동보정팀" userId="a5fc29a0-7bf6-4271-9ae5-792bccdcacb0" providerId="ADAL" clId="{87CB2B23-55BF-4C55-B503-5B21327FB327}" dt="2025-12-03T02:37:24.347" v="15" actId="20577"/>
          <ac:graphicFrameMkLst>
            <pc:docMk/>
            <pc:sldMk cId="3442612884" sldId="266"/>
            <ac:graphicFrameMk id="14" creationId="{64FCF04B-6859-5682-075E-CF24E44AFB7E}"/>
          </ac:graphicFrameMkLst>
        </pc:graphicFrameChg>
      </pc:sldChg>
      <pc:sldChg chg="modSp mod">
        <pc:chgData name="임형찬(HYEONG CHAN LIM)[ils0201]/선임/제조DX.자동보정.조립자동보정팀" userId="a5fc29a0-7bf6-4271-9ae5-792bccdcacb0" providerId="ADAL" clId="{87CB2B23-55BF-4C55-B503-5B21327FB327}" dt="2025-12-03T02:39:13.273" v="39" actId="207"/>
        <pc:sldMkLst>
          <pc:docMk/>
          <pc:sldMk cId="2967565303" sldId="294"/>
        </pc:sldMkLst>
        <pc:graphicFrameChg chg="modGraphic">
          <ac:chgData name="임형찬(HYEONG CHAN LIM)[ils0201]/선임/제조DX.자동보정.조립자동보정팀" userId="a5fc29a0-7bf6-4271-9ae5-792bccdcacb0" providerId="ADAL" clId="{87CB2B23-55BF-4C55-B503-5B21327FB327}" dt="2025-12-03T02:39:13.273" v="39" actId="207"/>
          <ac:graphicFrameMkLst>
            <pc:docMk/>
            <pc:sldMk cId="2967565303" sldId="294"/>
            <ac:graphicFrameMk id="2" creationId="{6815A1BB-BA16-4E63-9BEE-A80C129F53EE}"/>
          </ac:graphicFrameMkLst>
        </pc:graphicFrameChg>
        <pc:graphicFrameChg chg="modGraphic">
          <ac:chgData name="임형찬(HYEONG CHAN LIM)[ils0201]/선임/제조DX.자동보정.조립자동보정팀" userId="a5fc29a0-7bf6-4271-9ae5-792bccdcacb0" providerId="ADAL" clId="{87CB2B23-55BF-4C55-B503-5B21327FB327}" dt="2025-12-03T02:38:35.542" v="30" actId="20577"/>
          <ac:graphicFrameMkLst>
            <pc:docMk/>
            <pc:sldMk cId="2967565303" sldId="294"/>
            <ac:graphicFrameMk id="12" creationId="{E4591B7C-FD24-4C94-B784-24331C2373E4}"/>
          </ac:graphicFrameMkLst>
        </pc:graphicFrameChg>
      </pc:sldChg>
      <pc:sldChg chg="modSp mod">
        <pc:chgData name="임형찬(HYEONG CHAN LIM)[ils0201]/선임/제조DX.자동보정.조립자동보정팀" userId="a5fc29a0-7bf6-4271-9ae5-792bccdcacb0" providerId="ADAL" clId="{87CB2B23-55BF-4C55-B503-5B21327FB327}" dt="2025-12-03T02:41:04.669" v="48" actId="207"/>
        <pc:sldMkLst>
          <pc:docMk/>
          <pc:sldMk cId="1790242576" sldId="296"/>
        </pc:sldMkLst>
        <pc:spChg chg="mod">
          <ac:chgData name="임형찬(HYEONG CHAN LIM)[ils0201]/선임/제조DX.자동보정.조립자동보정팀" userId="a5fc29a0-7bf6-4271-9ae5-792bccdcacb0" providerId="ADAL" clId="{87CB2B23-55BF-4C55-B503-5B21327FB327}" dt="2025-12-03T02:40:55.995" v="46" actId="207"/>
          <ac:spMkLst>
            <pc:docMk/>
            <pc:sldMk cId="1790242576" sldId="296"/>
            <ac:spMk id="11" creationId="{3D76E3F6-9403-4FD1-8424-C44E76584DB5}"/>
          </ac:spMkLst>
        </pc:spChg>
        <pc:spChg chg="mod">
          <ac:chgData name="임형찬(HYEONG CHAN LIM)[ils0201]/선임/제조DX.자동보정.조립자동보정팀" userId="a5fc29a0-7bf6-4271-9ae5-792bccdcacb0" providerId="ADAL" clId="{87CB2B23-55BF-4C55-B503-5B21327FB327}" dt="2025-12-03T02:39:26.369" v="42" actId="207"/>
          <ac:spMkLst>
            <pc:docMk/>
            <pc:sldMk cId="1790242576" sldId="296"/>
            <ac:spMk id="21" creationId="{2914ABB7-E77F-4758-AF6E-E244692D3B78}"/>
          </ac:spMkLst>
        </pc:spChg>
        <pc:spChg chg="mod">
          <ac:chgData name="임형찬(HYEONG CHAN LIM)[ils0201]/선임/제조DX.자동보정.조립자동보정팀" userId="a5fc29a0-7bf6-4271-9ae5-792bccdcacb0" providerId="ADAL" clId="{87CB2B23-55BF-4C55-B503-5B21327FB327}" dt="2025-12-03T02:41:01.611" v="47" actId="207"/>
          <ac:spMkLst>
            <pc:docMk/>
            <pc:sldMk cId="1790242576" sldId="296"/>
            <ac:spMk id="40" creationId="{32C7EA2A-62C9-4EBD-89B0-A143A1A2A2E4}"/>
          </ac:spMkLst>
        </pc:spChg>
        <pc:graphicFrameChg chg="mod modGraphic">
          <ac:chgData name="임형찬(HYEONG CHAN LIM)[ils0201]/선임/제조DX.자동보정.조립자동보정팀" userId="a5fc29a0-7bf6-4271-9ae5-792bccdcacb0" providerId="ADAL" clId="{87CB2B23-55BF-4C55-B503-5B21327FB327}" dt="2025-12-03T02:40:50.031" v="45" actId="207"/>
          <ac:graphicFrameMkLst>
            <pc:docMk/>
            <pc:sldMk cId="1790242576" sldId="296"/>
            <ac:graphicFrameMk id="12" creationId="{E4591B7C-FD24-4C94-B784-24331C2373E4}"/>
          </ac:graphicFrameMkLst>
        </pc:graphicFrameChg>
        <pc:graphicFrameChg chg="modGraphic">
          <ac:chgData name="임형찬(HYEONG CHAN LIM)[ils0201]/선임/제조DX.자동보정.조립자동보정팀" userId="a5fc29a0-7bf6-4271-9ae5-792bccdcacb0" providerId="ADAL" clId="{87CB2B23-55BF-4C55-B503-5B21327FB327}" dt="2025-12-03T02:39:31.225" v="43" actId="207"/>
          <ac:graphicFrameMkLst>
            <pc:docMk/>
            <pc:sldMk cId="1790242576" sldId="296"/>
            <ac:graphicFrameMk id="38" creationId="{57CB2F7D-4140-4E64-BDB2-9C9CACF1E6BD}"/>
          </ac:graphicFrameMkLst>
        </pc:graphicFrameChg>
        <pc:graphicFrameChg chg="modGraphic">
          <ac:chgData name="임형찬(HYEONG CHAN LIM)[ils0201]/선임/제조DX.자동보정.조립자동보정팀" userId="a5fc29a0-7bf6-4271-9ae5-792bccdcacb0" providerId="ADAL" clId="{87CB2B23-55BF-4C55-B503-5B21327FB327}" dt="2025-12-03T02:41:04.669" v="48" actId="207"/>
          <ac:graphicFrameMkLst>
            <pc:docMk/>
            <pc:sldMk cId="1790242576" sldId="296"/>
            <ac:graphicFrameMk id="39" creationId="{8204EEE3-92AB-404F-ADCD-8F9B919BD575}"/>
          </ac:graphicFrameMkLst>
        </pc:graphicFrameChg>
        <pc:graphicFrameChg chg="modGraphic">
          <ac:chgData name="임형찬(HYEONG CHAN LIM)[ils0201]/선임/제조DX.자동보정.조립자동보정팀" userId="a5fc29a0-7bf6-4271-9ae5-792bccdcacb0" providerId="ADAL" clId="{87CB2B23-55BF-4C55-B503-5B21327FB327}" dt="2025-12-03T02:39:37.486" v="44" actId="207"/>
          <ac:graphicFrameMkLst>
            <pc:docMk/>
            <pc:sldMk cId="1790242576" sldId="296"/>
            <ac:graphicFrameMk id="41" creationId="{399E0760-4DD9-42A1-848E-77CC43B19F87}"/>
          </ac:graphicFrameMkLst>
        </pc:graphicFrameChg>
      </pc:sldChg>
      <pc:sldChg chg="modSp mod">
        <pc:chgData name="임형찬(HYEONG CHAN LIM)[ils0201]/선임/제조DX.자동보정.조립자동보정팀" userId="a5fc29a0-7bf6-4271-9ae5-792bccdcacb0" providerId="ADAL" clId="{87CB2B23-55BF-4C55-B503-5B21327FB327}" dt="2025-12-03T02:43:28.706" v="49" actId="207"/>
        <pc:sldMkLst>
          <pc:docMk/>
          <pc:sldMk cId="627465572" sldId="298"/>
        </pc:sldMkLst>
        <pc:graphicFrameChg chg="modGraphic">
          <ac:chgData name="임형찬(HYEONG CHAN LIM)[ils0201]/선임/제조DX.자동보정.조립자동보정팀" userId="a5fc29a0-7bf6-4271-9ae5-792bccdcacb0" providerId="ADAL" clId="{87CB2B23-55BF-4C55-B503-5B21327FB327}" dt="2025-12-03T02:43:28.706" v="49" actId="207"/>
          <ac:graphicFrameMkLst>
            <pc:docMk/>
            <pc:sldMk cId="627465572" sldId="298"/>
            <ac:graphicFrameMk id="12" creationId="{E4591B7C-FD24-4C94-B784-24331C2373E4}"/>
          </ac:graphicFrameMkLst>
        </pc:graphicFrameChg>
      </pc:sldChg>
      <pc:sldChg chg="modSp mod ord">
        <pc:chgData name="임형찬(HYEONG CHAN LIM)[ils0201]/선임/제조DX.자동보정.조립자동보정팀" userId="a5fc29a0-7bf6-4271-9ae5-792bccdcacb0" providerId="ADAL" clId="{87CB2B23-55BF-4C55-B503-5B21327FB327}" dt="2025-12-03T06:22:10.768" v="51"/>
        <pc:sldMkLst>
          <pc:docMk/>
          <pc:sldMk cId="1989204422" sldId="312"/>
        </pc:sldMkLst>
        <pc:spChg chg="mod">
          <ac:chgData name="임형찬(HYEONG CHAN LIM)[ils0201]/선임/제조DX.자동보정.조립자동보정팀" userId="a5fc29a0-7bf6-4271-9ae5-792bccdcacb0" providerId="ADAL" clId="{87CB2B23-55BF-4C55-B503-5B21327FB327}" dt="2025-12-03T02:37:51.757" v="22" actId="20577"/>
          <ac:spMkLst>
            <pc:docMk/>
            <pc:sldMk cId="1989204422" sldId="312"/>
            <ac:spMk id="4" creationId="{47D3FC24-BD74-04F5-7623-4FE511799F7D}"/>
          </ac:spMkLst>
        </pc:spChg>
        <pc:graphicFrameChg chg="modGraphic">
          <ac:chgData name="임형찬(HYEONG CHAN LIM)[ils0201]/선임/제조DX.자동보정.조립자동보정팀" userId="a5fc29a0-7bf6-4271-9ae5-792bccdcacb0" providerId="ADAL" clId="{87CB2B23-55BF-4C55-B503-5B21327FB327}" dt="2025-12-03T02:38:07.020" v="26" actId="20577"/>
          <ac:graphicFrameMkLst>
            <pc:docMk/>
            <pc:sldMk cId="1989204422" sldId="312"/>
            <ac:graphicFrameMk id="3" creationId="{3E86696F-E35A-4B06-9B46-63A4A6A986C1}"/>
          </ac:graphicFrameMkLst>
        </pc:graphicFrameChg>
        <pc:graphicFrameChg chg="modGraphic">
          <ac:chgData name="임형찬(HYEONG CHAN LIM)[ils0201]/선임/제조DX.자동보정.조립자동보정팀" userId="a5fc29a0-7bf6-4271-9ae5-792bccdcacb0" providerId="ADAL" clId="{87CB2B23-55BF-4C55-B503-5B21327FB327}" dt="2025-12-03T02:37:59.311" v="24" actId="20577"/>
          <ac:graphicFrameMkLst>
            <pc:docMk/>
            <pc:sldMk cId="1989204422" sldId="312"/>
            <ac:graphicFrameMk id="14" creationId="{F7BF916D-8A9E-4800-92E6-357BE08183D6}"/>
          </ac:graphicFrameMkLst>
        </pc:graphicFrameChg>
      </pc:sldChg>
      <pc:sldChg chg="modSp mod ord">
        <pc:chgData name="임형찬(HYEONG CHAN LIM)[ils0201]/선임/제조DX.자동보정.조립자동보정팀" userId="a5fc29a0-7bf6-4271-9ae5-792bccdcacb0" providerId="ADAL" clId="{87CB2B23-55BF-4C55-B503-5B21327FB327}" dt="2025-12-03T06:22:10.768" v="51"/>
        <pc:sldMkLst>
          <pc:docMk/>
          <pc:sldMk cId="1781785319" sldId="2147481926"/>
        </pc:sldMkLst>
        <pc:spChg chg="mod">
          <ac:chgData name="임형찬(HYEONG CHAN LIM)[ils0201]/선임/제조DX.자동보정.조립자동보정팀" userId="a5fc29a0-7bf6-4271-9ae5-792bccdcacb0" providerId="ADAL" clId="{87CB2B23-55BF-4C55-B503-5B21327FB327}" dt="2025-12-03T02:36:48.278" v="8" actId="20577"/>
          <ac:spMkLst>
            <pc:docMk/>
            <pc:sldMk cId="1781785319" sldId="2147481926"/>
            <ac:spMk id="7" creationId="{987FCC41-6A76-EB4C-B244-9D0E391690FA}"/>
          </ac:spMkLst>
        </pc:spChg>
        <pc:graphicFrameChg chg="modGraphic">
          <ac:chgData name="임형찬(HYEONG CHAN LIM)[ils0201]/선임/제조DX.자동보정.조립자동보정팀" userId="a5fc29a0-7bf6-4271-9ae5-792bccdcacb0" providerId="ADAL" clId="{87CB2B23-55BF-4C55-B503-5B21327FB327}" dt="2025-12-03T02:32:19.634" v="1" actId="20577"/>
          <ac:graphicFrameMkLst>
            <pc:docMk/>
            <pc:sldMk cId="1781785319" sldId="2147481926"/>
            <ac:graphicFrameMk id="3" creationId="{3E86696F-E35A-4B06-9B46-63A4A6A986C1}"/>
          </ac:graphicFrameMkLst>
        </pc:graphicFrameChg>
        <pc:graphicFrameChg chg="modGraphic">
          <ac:chgData name="임형찬(HYEONG CHAN LIM)[ils0201]/선임/제조DX.자동보정.조립자동보정팀" userId="a5fc29a0-7bf6-4271-9ae5-792bccdcacb0" providerId="ADAL" clId="{87CB2B23-55BF-4C55-B503-5B21327FB327}" dt="2025-12-03T02:32:23.032" v="3" actId="20577"/>
          <ac:graphicFrameMkLst>
            <pc:docMk/>
            <pc:sldMk cId="1781785319" sldId="2147481926"/>
            <ac:graphicFrameMk id="14" creationId="{F7BF916D-8A9E-4800-92E6-357BE08183D6}"/>
          </ac:graphicFrameMkLst>
        </pc:graphicFrameChg>
      </pc:sldChg>
    </pc:docChg>
  </pc:docChgLst>
  <pc:docChgLst>
    <pc:chgData name="김형원(HYUNGWON KIM)[hyungwon]/사원/제조DX.자동보정.조립자동보정팀" userId="7d3d3187-387b-4f0d-81bf-ac57af5a795a" providerId="ADAL" clId="{F5A99FDF-9031-4314-8E93-E8D8CFE57FBD}"/>
    <pc:docChg chg="undo custSel delSld modSld modSection">
      <pc:chgData name="김형원(HYUNGWON KIM)[hyungwon]/사원/제조DX.자동보정.조립자동보정팀" userId="7d3d3187-387b-4f0d-81bf-ac57af5a795a" providerId="ADAL" clId="{F5A99FDF-9031-4314-8E93-E8D8CFE57FBD}" dt="2025-11-18T10:14:42.677" v="2774" actId="14100"/>
      <pc:docMkLst>
        <pc:docMk/>
      </pc:docMkLst>
      <pc:sldChg chg="modSp">
        <pc:chgData name="김형원(HYUNGWON KIM)[hyungwon]/사원/제조DX.자동보정.조립자동보정팀" userId="7d3d3187-387b-4f0d-81bf-ac57af5a795a" providerId="ADAL" clId="{F5A99FDF-9031-4314-8E93-E8D8CFE57FBD}" dt="2025-11-18T10:13:34.407" v="2771"/>
        <pc:sldMkLst>
          <pc:docMk/>
          <pc:sldMk cId="2967565303" sldId="294"/>
        </pc:sldMkLst>
        <pc:spChg chg="mod">
          <ac:chgData name="김형원(HYUNGWON KIM)[hyungwon]/사원/제조DX.자동보정.조립자동보정팀" userId="7d3d3187-387b-4f0d-81bf-ac57af5a795a" providerId="ADAL" clId="{F5A99FDF-9031-4314-8E93-E8D8CFE57FBD}" dt="2025-11-18T02:43:12.318" v="51" actId="20577"/>
          <ac:spMkLst>
            <pc:docMk/>
            <pc:sldMk cId="2967565303" sldId="294"/>
            <ac:spMk id="13" creationId="{B2BCB7C6-7FF2-4166-82A2-E3FE4B0B4E2A}"/>
          </ac:spMkLst>
        </pc:spChg>
        <pc:spChg chg="mod">
          <ac:chgData name="김형원(HYUNGWON KIM)[hyungwon]/사원/제조DX.자동보정.조립자동보정팀" userId="7d3d3187-387b-4f0d-81bf-ac57af5a795a" providerId="ADAL" clId="{F5A99FDF-9031-4314-8E93-E8D8CFE57FBD}" dt="2025-11-18T05:35:46.450" v="409" actId="1076"/>
          <ac:spMkLst>
            <pc:docMk/>
            <pc:sldMk cId="2967565303" sldId="294"/>
            <ac:spMk id="140" creationId="{6EBF1262-3710-4A17-94B5-13246D76AB5B}"/>
          </ac:spMkLst>
        </pc:spChg>
        <pc:spChg chg="mod">
          <ac:chgData name="김형원(HYUNGWON KIM)[hyungwon]/사원/제조DX.자동보정.조립자동보정팀" userId="7d3d3187-387b-4f0d-81bf-ac57af5a795a" providerId="ADAL" clId="{F5A99FDF-9031-4314-8E93-E8D8CFE57FBD}" dt="2025-11-18T02:43:06.834" v="47" actId="20577"/>
          <ac:spMkLst>
            <pc:docMk/>
            <pc:sldMk cId="2967565303" sldId="294"/>
            <ac:spMk id="147" creationId="{FDBFD616-77D7-4EB3-AD68-7E51C76D14DB}"/>
          </ac:spMkLst>
        </pc:spChg>
        <pc:graphicFrameChg chg="mod modGraphic">
          <ac:chgData name="김형원(HYUNGWON KIM)[hyungwon]/사원/제조DX.자동보정.조립자동보정팀" userId="7d3d3187-387b-4f0d-81bf-ac57af5a795a" providerId="ADAL" clId="{F5A99FDF-9031-4314-8E93-E8D8CFE57FBD}" dt="2025-11-18T10:13:34.407" v="2771"/>
          <ac:graphicFrameMkLst>
            <pc:docMk/>
            <pc:sldMk cId="2967565303" sldId="294"/>
            <ac:graphicFrameMk id="12" creationId="{E4591B7C-FD24-4C94-B784-24331C2373E4}"/>
          </ac:graphicFrameMkLst>
        </pc:graphicFrameChg>
      </pc:sldChg>
      <pc:sldChg chg="addSp delSp modSp">
        <pc:chgData name="김형원(HYUNGWON KIM)[hyungwon]/사원/제조DX.자동보정.조립자동보정팀" userId="7d3d3187-387b-4f0d-81bf-ac57af5a795a" providerId="ADAL" clId="{F5A99FDF-9031-4314-8E93-E8D8CFE57FBD}" dt="2025-11-18T10:14:42.677" v="2774" actId="14100"/>
        <pc:sldMkLst>
          <pc:docMk/>
          <pc:sldMk cId="1989204422" sldId="312"/>
        </pc:sldMkLst>
        <pc:spChg chg="mod">
          <ac:chgData name="김형원(HYUNGWON KIM)[hyungwon]/사원/제조DX.자동보정.조립자동보정팀" userId="7d3d3187-387b-4f0d-81bf-ac57af5a795a" providerId="ADAL" clId="{F5A99FDF-9031-4314-8E93-E8D8CFE57FBD}" dt="2025-11-18T02:37:56.870" v="46" actId="20577"/>
          <ac:spMkLst>
            <pc:docMk/>
            <pc:sldMk cId="1989204422" sldId="312"/>
            <ac:spMk id="4" creationId="{47D3FC24-BD74-04F5-7623-4FE511799F7D}"/>
          </ac:spMkLst>
        </pc:spChg>
        <pc:spChg chg="mod">
          <ac:chgData name="김형원(HYUNGWON KIM)[hyungwon]/사원/제조DX.자동보정.조립자동보정팀" userId="7d3d3187-387b-4f0d-81bf-ac57af5a795a" providerId="ADAL" clId="{F5A99FDF-9031-4314-8E93-E8D8CFE57FBD}" dt="2025-11-18T06:55:49.600" v="1341" actId="20577"/>
          <ac:spMkLst>
            <pc:docMk/>
            <pc:sldMk cId="1989204422" sldId="312"/>
            <ac:spMk id="5" creationId="{628CAE2A-DD4F-41F2-BEE4-46B7C086D483}"/>
          </ac:spMkLst>
        </pc:spChg>
        <pc:spChg chg="add del mod">
          <ac:chgData name="김형원(HYUNGWON KIM)[hyungwon]/사원/제조DX.자동보정.조립자동보정팀" userId="7d3d3187-387b-4f0d-81bf-ac57af5a795a" providerId="ADAL" clId="{F5A99FDF-9031-4314-8E93-E8D8CFE57FBD}" dt="2025-11-18T07:51:17.865" v="1432" actId="1076"/>
          <ac:spMkLst>
            <pc:docMk/>
            <pc:sldMk cId="1989204422" sldId="312"/>
            <ac:spMk id="17" creationId="{5300EA65-C7E9-4734-8965-5B01A7D97856}"/>
          </ac:spMkLst>
        </pc:spChg>
        <pc:spChg chg="add del mod">
          <ac:chgData name="김형원(HYUNGWON KIM)[hyungwon]/사원/제조DX.자동보정.조립자동보정팀" userId="7d3d3187-387b-4f0d-81bf-ac57af5a795a" providerId="ADAL" clId="{F5A99FDF-9031-4314-8E93-E8D8CFE57FBD}" dt="2025-11-18T07:51:17.865" v="1432" actId="1076"/>
          <ac:spMkLst>
            <pc:docMk/>
            <pc:sldMk cId="1989204422" sldId="312"/>
            <ac:spMk id="18" creationId="{C7C03EBB-DC10-4631-A1D2-37F8B0A0F98C}"/>
          </ac:spMkLst>
        </pc:spChg>
        <pc:spChg chg="add del mod">
          <ac:chgData name="김형원(HYUNGWON KIM)[hyungwon]/사원/제조DX.자동보정.조립자동보정팀" userId="7d3d3187-387b-4f0d-81bf-ac57af5a795a" providerId="ADAL" clId="{F5A99FDF-9031-4314-8E93-E8D8CFE57FBD}" dt="2025-11-18T07:51:17.865" v="1432" actId="1076"/>
          <ac:spMkLst>
            <pc:docMk/>
            <pc:sldMk cId="1989204422" sldId="312"/>
            <ac:spMk id="19" creationId="{A2C98B9D-1D4A-47C1-9A2C-6414AED3D244}"/>
          </ac:spMkLst>
        </pc:spChg>
        <pc:spChg chg="add del mod">
          <ac:chgData name="김형원(HYUNGWON KIM)[hyungwon]/사원/제조DX.자동보정.조립자동보정팀" userId="7d3d3187-387b-4f0d-81bf-ac57af5a795a" providerId="ADAL" clId="{F5A99FDF-9031-4314-8E93-E8D8CFE57FBD}" dt="2025-11-18T07:51:17.865" v="1432" actId="1076"/>
          <ac:spMkLst>
            <pc:docMk/>
            <pc:sldMk cId="1989204422" sldId="312"/>
            <ac:spMk id="21" creationId="{3BFC5F83-C02F-41D9-9029-0154D86FB2AD}"/>
          </ac:spMkLst>
        </pc:spChg>
        <pc:spChg chg="add del mod">
          <ac:chgData name="김형원(HYUNGWON KIM)[hyungwon]/사원/제조DX.자동보정.조립자동보정팀" userId="7d3d3187-387b-4f0d-81bf-ac57af5a795a" providerId="ADAL" clId="{F5A99FDF-9031-4314-8E93-E8D8CFE57FBD}" dt="2025-11-18T07:54:12.600" v="1528" actId="1076"/>
          <ac:spMkLst>
            <pc:docMk/>
            <pc:sldMk cId="1989204422" sldId="312"/>
            <ac:spMk id="25" creationId="{7F197B7F-72AE-4748-B3BC-848F8B3D25B2}"/>
          </ac:spMkLst>
        </pc:spChg>
        <pc:spChg chg="add del mod ord">
          <ac:chgData name="김형원(HYUNGWON KIM)[hyungwon]/사원/제조DX.자동보정.조립자동보정팀" userId="7d3d3187-387b-4f0d-81bf-ac57af5a795a" providerId="ADAL" clId="{F5A99FDF-9031-4314-8E93-E8D8CFE57FBD}" dt="2025-11-18T08:03:25.616" v="1775" actId="208"/>
          <ac:spMkLst>
            <pc:docMk/>
            <pc:sldMk cId="1989204422" sldId="312"/>
            <ac:spMk id="26" creationId="{EF24E560-F917-41DD-9DAA-893BD025C277}"/>
          </ac:spMkLst>
        </pc:spChg>
        <pc:spChg chg="add mod">
          <ac:chgData name="김형원(HYUNGWON KIM)[hyungwon]/사원/제조DX.자동보정.조립자동보정팀" userId="7d3d3187-387b-4f0d-81bf-ac57af5a795a" providerId="ADAL" clId="{F5A99FDF-9031-4314-8E93-E8D8CFE57FBD}" dt="2025-11-18T10:11:46.087" v="2767" actId="20577"/>
          <ac:spMkLst>
            <pc:docMk/>
            <pc:sldMk cId="1989204422" sldId="312"/>
            <ac:spMk id="27" creationId="{A1EFDDF7-7AD8-45A5-94C3-7A7E0F8B01D7}"/>
          </ac:spMkLst>
        </pc:spChg>
        <pc:spChg chg="add mod">
          <ac:chgData name="김형원(HYUNGWON KIM)[hyungwon]/사원/제조DX.자동보정.조립자동보정팀" userId="7d3d3187-387b-4f0d-81bf-ac57af5a795a" providerId="ADAL" clId="{F5A99FDF-9031-4314-8E93-E8D8CFE57FBD}" dt="2025-11-18T08:03:25.616" v="1775" actId="208"/>
          <ac:spMkLst>
            <pc:docMk/>
            <pc:sldMk cId="1989204422" sldId="312"/>
            <ac:spMk id="33" creationId="{4C177E90-C983-41F3-A10E-36547A658160}"/>
          </ac:spMkLst>
        </pc:spChg>
        <pc:spChg chg="add mod">
          <ac:chgData name="김형원(HYUNGWON KIM)[hyungwon]/사원/제조DX.자동보정.조립자동보정팀" userId="7d3d3187-387b-4f0d-81bf-ac57af5a795a" providerId="ADAL" clId="{F5A99FDF-9031-4314-8E93-E8D8CFE57FBD}" dt="2025-11-18T08:13:38.531" v="2068" actId="1076"/>
          <ac:spMkLst>
            <pc:docMk/>
            <pc:sldMk cId="1989204422" sldId="312"/>
            <ac:spMk id="34" creationId="{75EC49F9-EAB9-4B32-B084-3228A6013CFC}"/>
          </ac:spMkLst>
        </pc:spChg>
        <pc:spChg chg="add mod">
          <ac:chgData name="김형원(HYUNGWON KIM)[hyungwon]/사원/제조DX.자동보정.조립자동보정팀" userId="7d3d3187-387b-4f0d-81bf-ac57af5a795a" providerId="ADAL" clId="{F5A99FDF-9031-4314-8E93-E8D8CFE57FBD}" dt="2025-11-18T08:03:47.546" v="1779" actId="20577"/>
          <ac:spMkLst>
            <pc:docMk/>
            <pc:sldMk cId="1989204422" sldId="312"/>
            <ac:spMk id="35" creationId="{E7E9085E-5C23-4CBF-81B9-30DAE8A1287E}"/>
          </ac:spMkLst>
        </pc:spChg>
        <pc:spChg chg="mod topLvl">
          <ac:chgData name="김형원(HYUNGWON KIM)[hyungwon]/사원/제조DX.자동보정.조립자동보정팀" userId="7d3d3187-387b-4f0d-81bf-ac57af5a795a" providerId="ADAL" clId="{F5A99FDF-9031-4314-8E93-E8D8CFE57FBD}" dt="2025-11-18T09:55:43.886" v="2168" actId="14100"/>
          <ac:spMkLst>
            <pc:docMk/>
            <pc:sldMk cId="1989204422" sldId="312"/>
            <ac:spMk id="262" creationId="{90D2E870-F56A-4863-AEE9-DC6621ED5979}"/>
          </ac:spMkLst>
        </pc:spChg>
        <pc:spChg chg="mod topLvl">
          <ac:chgData name="김형원(HYUNGWON KIM)[hyungwon]/사원/제조DX.자동보정.조립자동보정팀" userId="7d3d3187-387b-4f0d-81bf-ac57af5a795a" providerId="ADAL" clId="{F5A99FDF-9031-4314-8E93-E8D8CFE57FBD}" dt="2025-11-18T09:54:59.002" v="2120" actId="164"/>
          <ac:spMkLst>
            <pc:docMk/>
            <pc:sldMk cId="1989204422" sldId="312"/>
            <ac:spMk id="263" creationId="{DDDF0898-BBA2-4531-9AE7-8ABB5583CB3C}"/>
          </ac:spMkLst>
        </pc:spChg>
        <pc:spChg chg="mod">
          <ac:chgData name="김형원(HYUNGWON KIM)[hyungwon]/사원/제조DX.자동보정.조립자동보정팀" userId="7d3d3187-387b-4f0d-81bf-ac57af5a795a" providerId="ADAL" clId="{F5A99FDF-9031-4314-8E93-E8D8CFE57FBD}" dt="2025-11-18T09:58:03.204" v="2265" actId="14100"/>
          <ac:spMkLst>
            <pc:docMk/>
            <pc:sldMk cId="1989204422" sldId="312"/>
            <ac:spMk id="296" creationId="{7C85C44E-1765-4F43-B703-83A2CB44D948}"/>
          </ac:spMkLst>
        </pc:spChg>
        <pc:spChg chg="add mod">
          <ac:chgData name="김형원(HYUNGWON KIM)[hyungwon]/사원/제조DX.자동보정.조립자동보정팀" userId="7d3d3187-387b-4f0d-81bf-ac57af5a795a" providerId="ADAL" clId="{F5A99FDF-9031-4314-8E93-E8D8CFE57FBD}" dt="2025-11-18T10:08:04.407" v="2632" actId="1037"/>
          <ac:spMkLst>
            <pc:docMk/>
            <pc:sldMk cId="1989204422" sldId="312"/>
            <ac:spMk id="304" creationId="{CC0D34A1-6064-4E7B-A9C5-5927F2895815}"/>
          </ac:spMkLst>
        </pc:spChg>
        <pc:spChg chg="add mod">
          <ac:chgData name="김형원(HYUNGWON KIM)[hyungwon]/사원/제조DX.자동보정.조립자동보정팀" userId="7d3d3187-387b-4f0d-81bf-ac57af5a795a" providerId="ADAL" clId="{F5A99FDF-9031-4314-8E93-E8D8CFE57FBD}" dt="2025-11-18T10:07:56.501" v="2613" actId="1076"/>
          <ac:spMkLst>
            <pc:docMk/>
            <pc:sldMk cId="1989204422" sldId="312"/>
            <ac:spMk id="305" creationId="{86C7B156-58E2-4F97-8D6E-B8C3351B09F5}"/>
          </ac:spMkLst>
        </pc:spChg>
        <pc:spChg chg="add mod">
          <ac:chgData name="김형원(HYUNGWON KIM)[hyungwon]/사원/제조DX.자동보정.조립자동보정팀" userId="7d3d3187-387b-4f0d-81bf-ac57af5a795a" providerId="ADAL" clId="{F5A99FDF-9031-4314-8E93-E8D8CFE57FBD}" dt="2025-11-18T10:05:47.519" v="2395" actId="113"/>
          <ac:spMkLst>
            <pc:docMk/>
            <pc:sldMk cId="1989204422" sldId="312"/>
            <ac:spMk id="310" creationId="{5A642E5E-0C7D-4433-90EC-266A7202B316}"/>
          </ac:spMkLst>
        </pc:spChg>
        <pc:spChg chg="add mod">
          <ac:chgData name="김형원(HYUNGWON KIM)[hyungwon]/사원/제조DX.자동보정.조립자동보정팀" userId="7d3d3187-387b-4f0d-81bf-ac57af5a795a" providerId="ADAL" clId="{F5A99FDF-9031-4314-8E93-E8D8CFE57FBD}" dt="2025-11-18T10:05:47.519" v="2395" actId="113"/>
          <ac:spMkLst>
            <pc:docMk/>
            <pc:sldMk cId="1989204422" sldId="312"/>
            <ac:spMk id="311" creationId="{90348767-F14A-4430-A2D2-23B9CA246B76}"/>
          </ac:spMkLst>
        </pc:spChg>
        <pc:spChg chg="add mod">
          <ac:chgData name="김형원(HYUNGWON KIM)[hyungwon]/사원/제조DX.자동보정.조립자동보정팀" userId="7d3d3187-387b-4f0d-81bf-ac57af5a795a" providerId="ADAL" clId="{F5A99FDF-9031-4314-8E93-E8D8CFE57FBD}" dt="2025-11-18T10:05:47.519" v="2395" actId="113"/>
          <ac:spMkLst>
            <pc:docMk/>
            <pc:sldMk cId="1989204422" sldId="312"/>
            <ac:spMk id="313" creationId="{53C1135D-E93A-4940-8A70-DAC3FB3A8A43}"/>
          </ac:spMkLst>
        </pc:spChg>
        <pc:spChg chg="add mod">
          <ac:chgData name="김형원(HYUNGWON KIM)[hyungwon]/사원/제조DX.자동보정.조립자동보정팀" userId="7d3d3187-387b-4f0d-81bf-ac57af5a795a" providerId="ADAL" clId="{F5A99FDF-9031-4314-8E93-E8D8CFE57FBD}" dt="2025-11-18T10:05:47.519" v="2395" actId="113"/>
          <ac:spMkLst>
            <pc:docMk/>
            <pc:sldMk cId="1989204422" sldId="312"/>
            <ac:spMk id="314" creationId="{92895125-0EB9-47DC-8857-61CED9B498EB}"/>
          </ac:spMkLst>
        </pc:spChg>
        <pc:spChg chg="mod topLvl">
          <ac:chgData name="김형원(HYUNGWON KIM)[hyungwon]/사원/제조DX.자동보정.조립자동보정팀" userId="7d3d3187-387b-4f0d-81bf-ac57af5a795a" providerId="ADAL" clId="{F5A99FDF-9031-4314-8E93-E8D8CFE57FBD}" dt="2025-11-18T09:59:17.896" v="2286" actId="164"/>
          <ac:spMkLst>
            <pc:docMk/>
            <pc:sldMk cId="1989204422" sldId="312"/>
            <ac:spMk id="362" creationId="{DD81782C-FC18-489F-9B22-DA3EA85A3253}"/>
          </ac:spMkLst>
        </pc:spChg>
        <pc:spChg chg="mod topLvl">
          <ac:chgData name="김형원(HYUNGWON KIM)[hyungwon]/사원/제조DX.자동보정.조립자동보정팀" userId="7d3d3187-387b-4f0d-81bf-ac57af5a795a" providerId="ADAL" clId="{F5A99FDF-9031-4314-8E93-E8D8CFE57FBD}" dt="2025-11-18T09:59:17.896" v="2286" actId="164"/>
          <ac:spMkLst>
            <pc:docMk/>
            <pc:sldMk cId="1989204422" sldId="312"/>
            <ac:spMk id="370" creationId="{68D57F50-1E7D-427A-8C47-05D305706446}"/>
          </ac:spMkLst>
        </pc:spChg>
        <pc:spChg chg="mod topLvl">
          <ac:chgData name="김형원(HYUNGWON KIM)[hyungwon]/사원/제조DX.자동보정.조립자동보정팀" userId="7d3d3187-387b-4f0d-81bf-ac57af5a795a" providerId="ADAL" clId="{F5A99FDF-9031-4314-8E93-E8D8CFE57FBD}" dt="2025-11-18T09:59:17.896" v="2286" actId="164"/>
          <ac:spMkLst>
            <pc:docMk/>
            <pc:sldMk cId="1989204422" sldId="312"/>
            <ac:spMk id="371" creationId="{8010E9DA-9071-4D03-8377-D5A42653D90D}"/>
          </ac:spMkLst>
        </pc:spChg>
        <pc:spChg chg="mod topLvl">
          <ac:chgData name="김형원(HYUNGWON KIM)[hyungwon]/사원/제조DX.자동보정.조립자동보정팀" userId="7d3d3187-387b-4f0d-81bf-ac57af5a795a" providerId="ADAL" clId="{F5A99FDF-9031-4314-8E93-E8D8CFE57FBD}" dt="2025-11-18T09:59:17.896" v="2286" actId="164"/>
          <ac:spMkLst>
            <pc:docMk/>
            <pc:sldMk cId="1989204422" sldId="312"/>
            <ac:spMk id="372" creationId="{5788B0C1-4EAF-470F-96BD-746AF85D6D77}"/>
          </ac:spMkLst>
        </pc:spChg>
        <pc:spChg chg="mod topLvl">
          <ac:chgData name="김형원(HYUNGWON KIM)[hyungwon]/사원/제조DX.자동보정.조립자동보정팀" userId="7d3d3187-387b-4f0d-81bf-ac57af5a795a" providerId="ADAL" clId="{F5A99FDF-9031-4314-8E93-E8D8CFE57FBD}" dt="2025-11-18T09:59:17.896" v="2286" actId="164"/>
          <ac:spMkLst>
            <pc:docMk/>
            <pc:sldMk cId="1989204422" sldId="312"/>
            <ac:spMk id="373" creationId="{64B2C0D8-5FE5-46B2-B908-894F62FC3426}"/>
          </ac:spMkLst>
        </pc:spChg>
        <pc:spChg chg="mod topLvl">
          <ac:chgData name="김형원(HYUNGWON KIM)[hyungwon]/사원/제조DX.자동보정.조립자동보정팀" userId="7d3d3187-387b-4f0d-81bf-ac57af5a795a" providerId="ADAL" clId="{F5A99FDF-9031-4314-8E93-E8D8CFE57FBD}" dt="2025-11-18T09:59:17.896" v="2286" actId="164"/>
          <ac:spMkLst>
            <pc:docMk/>
            <pc:sldMk cId="1989204422" sldId="312"/>
            <ac:spMk id="376" creationId="{444D5309-DF64-41F5-8803-3E64FC3B471D}"/>
          </ac:spMkLst>
        </pc:spChg>
        <pc:spChg chg="mod topLvl">
          <ac:chgData name="김형원(HYUNGWON KIM)[hyungwon]/사원/제조DX.자동보정.조립자동보정팀" userId="7d3d3187-387b-4f0d-81bf-ac57af5a795a" providerId="ADAL" clId="{F5A99FDF-9031-4314-8E93-E8D8CFE57FBD}" dt="2025-11-18T09:59:17.896" v="2286" actId="164"/>
          <ac:spMkLst>
            <pc:docMk/>
            <pc:sldMk cId="1989204422" sldId="312"/>
            <ac:spMk id="377" creationId="{75EA11A5-2D0F-418F-B47F-B26F6997577E}"/>
          </ac:spMkLst>
        </pc:spChg>
        <pc:spChg chg="mod topLvl">
          <ac:chgData name="김형원(HYUNGWON KIM)[hyungwon]/사원/제조DX.자동보정.조립자동보정팀" userId="7d3d3187-387b-4f0d-81bf-ac57af5a795a" providerId="ADAL" clId="{F5A99FDF-9031-4314-8E93-E8D8CFE57FBD}" dt="2025-11-18T09:59:17.896" v="2286" actId="164"/>
          <ac:spMkLst>
            <pc:docMk/>
            <pc:sldMk cId="1989204422" sldId="312"/>
            <ac:spMk id="378" creationId="{0DABD47C-019F-4462-BA83-A37192247B58}"/>
          </ac:spMkLst>
        </pc:spChg>
        <pc:spChg chg="mod topLvl">
          <ac:chgData name="김형원(HYUNGWON KIM)[hyungwon]/사원/제조DX.자동보정.조립자동보정팀" userId="7d3d3187-387b-4f0d-81bf-ac57af5a795a" providerId="ADAL" clId="{F5A99FDF-9031-4314-8E93-E8D8CFE57FBD}" dt="2025-11-18T09:59:17.896" v="2286" actId="164"/>
          <ac:spMkLst>
            <pc:docMk/>
            <pc:sldMk cId="1989204422" sldId="312"/>
            <ac:spMk id="397" creationId="{64D23A52-E463-4FBE-B2FF-688E70EDFD53}"/>
          </ac:spMkLst>
        </pc:spChg>
        <pc:spChg chg="add mod">
          <ac:chgData name="김형원(HYUNGWON KIM)[hyungwon]/사원/제조DX.자동보정.조립자동보정팀" userId="7d3d3187-387b-4f0d-81bf-ac57af5a795a" providerId="ADAL" clId="{F5A99FDF-9031-4314-8E93-E8D8CFE57FBD}" dt="2025-11-18T10:01:44.272" v="2309" actId="1076"/>
          <ac:spMkLst>
            <pc:docMk/>
            <pc:sldMk cId="1989204422" sldId="312"/>
            <ac:spMk id="516" creationId="{CF8C8E04-23A6-45AE-817B-53E7A080CEDA}"/>
          </ac:spMkLst>
        </pc:spChg>
        <pc:spChg chg="add mod ord">
          <ac:chgData name="김형원(HYUNGWON KIM)[hyungwon]/사원/제조DX.자동보정.조립자동보정팀" userId="7d3d3187-387b-4f0d-81bf-ac57af5a795a" providerId="ADAL" clId="{F5A99FDF-9031-4314-8E93-E8D8CFE57FBD}" dt="2025-11-18T10:14:42.677" v="2774" actId="14100"/>
          <ac:spMkLst>
            <pc:docMk/>
            <pc:sldMk cId="1989204422" sldId="312"/>
            <ac:spMk id="520" creationId="{A45E0688-92EB-4D9F-AB70-7849ED54B666}"/>
          </ac:spMkLst>
        </pc:spChg>
        <pc:spChg chg="add mod ord">
          <ac:chgData name="김형원(HYUNGWON KIM)[hyungwon]/사원/제조DX.자동보정.조립자동보정팀" userId="7d3d3187-387b-4f0d-81bf-ac57af5a795a" providerId="ADAL" clId="{F5A99FDF-9031-4314-8E93-E8D8CFE57FBD}" dt="2025-11-18T10:10:05.522" v="2659" actId="166"/>
          <ac:spMkLst>
            <pc:docMk/>
            <pc:sldMk cId="1989204422" sldId="312"/>
            <ac:spMk id="521" creationId="{D2668AE5-A5E2-4C4B-A5FD-3706F4433AF3}"/>
          </ac:spMkLst>
        </pc:spChg>
        <pc:spChg chg="add mod ord">
          <ac:chgData name="김형원(HYUNGWON KIM)[hyungwon]/사원/제조DX.자동보정.조립자동보정팀" userId="7d3d3187-387b-4f0d-81bf-ac57af5a795a" providerId="ADAL" clId="{F5A99FDF-9031-4314-8E93-E8D8CFE57FBD}" dt="2025-11-18T10:10:05.522" v="2659" actId="166"/>
          <ac:spMkLst>
            <pc:docMk/>
            <pc:sldMk cId="1989204422" sldId="312"/>
            <ac:spMk id="522" creationId="{6E5E83C1-3FA5-452C-AFCA-A15A5F8725B0}"/>
          </ac:spMkLst>
        </pc:spChg>
        <pc:spChg chg="add mod ord">
          <ac:chgData name="김형원(HYUNGWON KIM)[hyungwon]/사원/제조DX.자동보정.조립자동보정팀" userId="7d3d3187-387b-4f0d-81bf-ac57af5a795a" providerId="ADAL" clId="{F5A99FDF-9031-4314-8E93-E8D8CFE57FBD}" dt="2025-11-18T10:10:05.522" v="2659" actId="166"/>
          <ac:spMkLst>
            <pc:docMk/>
            <pc:sldMk cId="1989204422" sldId="312"/>
            <ac:spMk id="523" creationId="{5467BEC5-FE3D-4F51-A6E4-814F5C7FA403}"/>
          </ac:spMkLst>
        </pc:spChg>
        <pc:spChg chg="add mod ord">
          <ac:chgData name="김형원(HYUNGWON KIM)[hyungwon]/사원/제조DX.자동보정.조립자동보정팀" userId="7d3d3187-387b-4f0d-81bf-ac57af5a795a" providerId="ADAL" clId="{F5A99FDF-9031-4314-8E93-E8D8CFE57FBD}" dt="2025-11-18T10:10:05.522" v="2659" actId="166"/>
          <ac:spMkLst>
            <pc:docMk/>
            <pc:sldMk cId="1989204422" sldId="312"/>
            <ac:spMk id="524" creationId="{B8C64C00-7E57-4F5F-90B0-34F160562938}"/>
          </ac:spMkLst>
        </pc:spChg>
        <pc:spChg chg="add mod ord">
          <ac:chgData name="김형원(HYUNGWON KIM)[hyungwon]/사원/제조DX.자동보정.조립자동보정팀" userId="7d3d3187-387b-4f0d-81bf-ac57af5a795a" providerId="ADAL" clId="{F5A99FDF-9031-4314-8E93-E8D8CFE57FBD}" dt="2025-11-18T10:10:05.522" v="2659" actId="166"/>
          <ac:spMkLst>
            <pc:docMk/>
            <pc:sldMk cId="1989204422" sldId="312"/>
            <ac:spMk id="525" creationId="{2306B93C-16F2-46C5-B859-5FEDDACFA69D}"/>
          </ac:spMkLst>
        </pc:spChg>
        <pc:spChg chg="add mod">
          <ac:chgData name="김형원(HYUNGWON KIM)[hyungwon]/사원/제조DX.자동보정.조립자동보정팀" userId="7d3d3187-387b-4f0d-81bf-ac57af5a795a" providerId="ADAL" clId="{F5A99FDF-9031-4314-8E93-E8D8CFE57FBD}" dt="2025-11-18T10:11:26.662" v="2757" actId="1076"/>
          <ac:spMkLst>
            <pc:docMk/>
            <pc:sldMk cId="1989204422" sldId="312"/>
            <ac:spMk id="534" creationId="{FF7AFA37-76C7-43A2-9004-DFDE37FDB0DA}"/>
          </ac:spMkLst>
        </pc:spChg>
        <pc:spChg chg="add mod ord">
          <ac:chgData name="김형원(HYUNGWON KIM)[hyungwon]/사원/제조DX.자동보정.조립자동보정팀" userId="7d3d3187-387b-4f0d-81bf-ac57af5a795a" providerId="ADAL" clId="{F5A99FDF-9031-4314-8E93-E8D8CFE57FBD}" dt="2025-11-18T10:10:10.698" v="2660" actId="1076"/>
          <ac:spMkLst>
            <pc:docMk/>
            <pc:sldMk cId="1989204422" sldId="312"/>
            <ac:spMk id="535" creationId="{1288A5F1-31EC-4F59-AA24-472AFBA4A0A8}"/>
          </ac:spMkLst>
        </pc:spChg>
        <pc:spChg chg="add mod">
          <ac:chgData name="김형원(HYUNGWON KIM)[hyungwon]/사원/제조DX.자동보정.조립자동보정팀" userId="7d3d3187-387b-4f0d-81bf-ac57af5a795a" providerId="ADAL" clId="{F5A99FDF-9031-4314-8E93-E8D8CFE57FBD}" dt="2025-11-18T10:10:28.726" v="2678" actId="1076"/>
          <ac:spMkLst>
            <pc:docMk/>
            <pc:sldMk cId="1989204422" sldId="312"/>
            <ac:spMk id="536" creationId="{36BB36CC-1F1F-4C48-9B2D-71AE6CCB52F1}"/>
          </ac:spMkLst>
        </pc:spChg>
        <pc:spChg chg="add mod">
          <ac:chgData name="김형원(HYUNGWON KIM)[hyungwon]/사원/제조DX.자동보정.조립자동보정팀" userId="7d3d3187-387b-4f0d-81bf-ac57af5a795a" providerId="ADAL" clId="{F5A99FDF-9031-4314-8E93-E8D8CFE57FBD}" dt="2025-11-18T10:10:50.074" v="2696" actId="14100"/>
          <ac:spMkLst>
            <pc:docMk/>
            <pc:sldMk cId="1989204422" sldId="312"/>
            <ac:spMk id="539" creationId="{40BCCC80-67D6-4E47-A5B4-96431530F174}"/>
          </ac:spMkLst>
        </pc:spChg>
        <pc:grpChg chg="add mod">
          <ac:chgData name="김형원(HYUNGWON KIM)[hyungwon]/사원/제조DX.자동보정.조립자동보정팀" userId="7d3d3187-387b-4f0d-81bf-ac57af5a795a" providerId="ADAL" clId="{F5A99FDF-9031-4314-8E93-E8D8CFE57FBD}" dt="2025-11-18T09:56:50.884" v="2219" actId="1076"/>
          <ac:grpSpMkLst>
            <pc:docMk/>
            <pc:sldMk cId="1989204422" sldId="312"/>
            <ac:grpSpMk id="285" creationId="{C2C1E728-81B4-4229-9ADD-8E318DBAC397}"/>
          </ac:grpSpMkLst>
        </pc:grpChg>
        <pc:grpChg chg="add mod">
          <ac:chgData name="김형원(HYUNGWON KIM)[hyungwon]/사원/제조DX.자동보정.조립자동보정팀" userId="7d3d3187-387b-4f0d-81bf-ac57af5a795a" providerId="ADAL" clId="{F5A99FDF-9031-4314-8E93-E8D8CFE57FBD}" dt="2025-11-18T09:56:50.884" v="2219" actId="1076"/>
          <ac:grpSpMkLst>
            <pc:docMk/>
            <pc:sldMk cId="1989204422" sldId="312"/>
            <ac:grpSpMk id="295" creationId="{767BBBB9-B256-486D-A221-CF602918C72E}"/>
          </ac:grpSpMkLst>
        </pc:grpChg>
        <pc:grpChg chg="add mod">
          <ac:chgData name="김형원(HYUNGWON KIM)[hyungwon]/사원/제조DX.자동보정.조립자동보정팀" userId="7d3d3187-387b-4f0d-81bf-ac57af5a795a" providerId="ADAL" clId="{F5A99FDF-9031-4314-8E93-E8D8CFE57FBD}" dt="2025-11-18T09:56:46.551" v="2218" actId="1076"/>
          <ac:grpSpMkLst>
            <pc:docMk/>
            <pc:sldMk cId="1989204422" sldId="312"/>
            <ac:grpSpMk id="298" creationId="{9BEB7FB1-B07E-45ED-8F5A-751ED80A3506}"/>
          </ac:grpSpMkLst>
        </pc:grpChg>
        <pc:grpChg chg="mod topLvl">
          <ac:chgData name="김형원(HYUNGWON KIM)[hyungwon]/사원/제조DX.자동보정.조립자동보정팀" userId="7d3d3187-387b-4f0d-81bf-ac57af5a795a" providerId="ADAL" clId="{F5A99FDF-9031-4314-8E93-E8D8CFE57FBD}" dt="2025-11-18T09:59:17.896" v="2286" actId="164"/>
          <ac:grpSpMkLst>
            <pc:docMk/>
            <pc:sldMk cId="1989204422" sldId="312"/>
            <ac:grpSpMk id="363" creationId="{2D50B687-3D46-426A-8453-606C0765D96F}"/>
          </ac:grpSpMkLst>
        </pc:grpChg>
        <pc:grpChg chg="add mod">
          <ac:chgData name="김형원(HYUNGWON KIM)[hyungwon]/사원/제조DX.자동보정.조립자동보정팀" userId="7d3d3187-387b-4f0d-81bf-ac57af5a795a" providerId="ADAL" clId="{F5A99FDF-9031-4314-8E93-E8D8CFE57FBD}" dt="2025-11-18T10:01:44.272" v="2309" actId="1076"/>
          <ac:grpSpMkLst>
            <pc:docMk/>
            <pc:sldMk cId="1989204422" sldId="312"/>
            <ac:grpSpMk id="515" creationId="{DC48A570-0D58-4ECE-B884-89E94383CEAA}"/>
          </ac:grpSpMkLst>
        </pc:grpChg>
        <pc:graphicFrameChg chg="modGraphic">
          <ac:chgData name="김형원(HYUNGWON KIM)[hyungwon]/사원/제조DX.자동보정.조립자동보정팀" userId="7d3d3187-387b-4f0d-81bf-ac57af5a795a" providerId="ADAL" clId="{F5A99FDF-9031-4314-8E93-E8D8CFE57FBD}" dt="2025-11-18T06:45:27.417" v="1314" actId="20577"/>
          <ac:graphicFrameMkLst>
            <pc:docMk/>
            <pc:sldMk cId="1989204422" sldId="312"/>
            <ac:graphicFrameMk id="3" creationId="{3E86696F-E35A-4B06-9B46-63A4A6A986C1}"/>
          </ac:graphicFrameMkLst>
        </pc:graphicFrameChg>
        <pc:graphicFrameChg chg="mod modGraphic">
          <ac:chgData name="김형원(HYUNGWON KIM)[hyungwon]/사원/제조DX.자동보정.조립자동보정팀" userId="7d3d3187-387b-4f0d-81bf-ac57af5a795a" providerId="ADAL" clId="{F5A99FDF-9031-4314-8E93-E8D8CFE57FBD}" dt="2025-11-18T09:54:38.629" v="2110" actId="1076"/>
          <ac:graphicFrameMkLst>
            <pc:docMk/>
            <pc:sldMk cId="1989204422" sldId="312"/>
            <ac:graphicFrameMk id="14" creationId="{F7BF916D-8A9E-4800-92E6-357BE08183D6}"/>
          </ac:graphicFrameMkLst>
        </pc:graphicFrameChg>
        <pc:picChg chg="add del mod modCrop">
          <ac:chgData name="김형원(HYUNGWON KIM)[hyungwon]/사원/제조DX.자동보정.조립자동보정팀" userId="7d3d3187-387b-4f0d-81bf-ac57af5a795a" providerId="ADAL" clId="{F5A99FDF-9031-4314-8E93-E8D8CFE57FBD}" dt="2025-11-18T07:53:58.732" v="1526" actId="732"/>
          <ac:picMkLst>
            <pc:docMk/>
            <pc:sldMk cId="1989204422" sldId="312"/>
            <ac:picMk id="15" creationId="{F8CC5A6A-642D-4308-88DB-B0A94D2A07EA}"/>
          </ac:picMkLst>
        </pc:picChg>
        <pc:picChg chg="add del mod modCrop">
          <ac:chgData name="김형원(HYUNGWON KIM)[hyungwon]/사원/제조DX.자동보정.조립자동보정팀" userId="7d3d3187-387b-4f0d-81bf-ac57af5a795a" providerId="ADAL" clId="{F5A99FDF-9031-4314-8E93-E8D8CFE57FBD}" dt="2025-11-18T07:54:07.453" v="1527" actId="732"/>
          <ac:picMkLst>
            <pc:docMk/>
            <pc:sldMk cId="1989204422" sldId="312"/>
            <ac:picMk id="16" creationId="{DE6B0EA3-9375-44A3-9B9C-9A6CF9786F33}"/>
          </ac:picMkLst>
        </pc:picChg>
        <pc:picChg chg="add mod ord">
          <ac:chgData name="김형원(HYUNGWON KIM)[hyungwon]/사원/제조DX.자동보정.조립자동보정팀" userId="7d3d3187-387b-4f0d-81bf-ac57af5a795a" providerId="ADAL" clId="{F5A99FDF-9031-4314-8E93-E8D8CFE57FBD}" dt="2025-11-18T07:55:24.921" v="1540" actId="14100"/>
          <ac:picMkLst>
            <pc:docMk/>
            <pc:sldMk cId="1989204422" sldId="312"/>
            <ac:picMk id="20" creationId="{DEEEE2D2-7AEF-45E7-836F-99DD3FE9F7DB}"/>
          </ac:picMkLst>
        </pc:picChg>
        <pc:cxnChg chg="add del mod">
          <ac:chgData name="김형원(HYUNGWON KIM)[hyungwon]/사원/제조DX.자동보정.조립자동보정팀" userId="7d3d3187-387b-4f0d-81bf-ac57af5a795a" providerId="ADAL" clId="{F5A99FDF-9031-4314-8E93-E8D8CFE57FBD}" dt="2025-11-18T07:54:17.500" v="1529" actId="14100"/>
          <ac:cxnSpMkLst>
            <pc:docMk/>
            <pc:sldMk cId="1989204422" sldId="312"/>
            <ac:cxnSpMk id="9" creationId="{E662E1B1-6C1A-4786-B949-202D5A9BFFF5}"/>
          </ac:cxnSpMkLst>
        </pc:cxnChg>
        <pc:cxnChg chg="add mod">
          <ac:chgData name="김형원(HYUNGWON KIM)[hyungwon]/사원/제조DX.자동보정.조립자동보정팀" userId="7d3d3187-387b-4f0d-81bf-ac57af5a795a" providerId="ADAL" clId="{F5A99FDF-9031-4314-8E93-E8D8CFE57FBD}" dt="2025-11-18T09:57:25.128" v="2230" actId="14100"/>
          <ac:cxnSpMkLst>
            <pc:docMk/>
            <pc:sldMk cId="1989204422" sldId="312"/>
            <ac:cxnSpMk id="307" creationId="{DE2779A4-264E-43FF-BFC0-163D06130A0E}"/>
          </ac:cxnSpMkLst>
        </pc:cxnChg>
        <pc:cxnChg chg="add mod">
          <ac:chgData name="김형원(HYUNGWON KIM)[hyungwon]/사원/제조DX.자동보정.조립자동보정팀" userId="7d3d3187-387b-4f0d-81bf-ac57af5a795a" providerId="ADAL" clId="{F5A99FDF-9031-4314-8E93-E8D8CFE57FBD}" dt="2025-11-18T09:58:19.174" v="2274" actId="1035"/>
          <ac:cxnSpMkLst>
            <pc:docMk/>
            <pc:sldMk cId="1989204422" sldId="312"/>
            <ac:cxnSpMk id="312" creationId="{F6B38F10-72A4-4E6D-8231-639C6354B031}"/>
          </ac:cxnSpMkLst>
        </pc:cxnChg>
        <pc:cxnChg chg="add mod ord">
          <ac:chgData name="김형원(HYUNGWON KIM)[hyungwon]/사원/제조DX.자동보정.조립자동보정팀" userId="7d3d3187-387b-4f0d-81bf-ac57af5a795a" providerId="ADAL" clId="{F5A99FDF-9031-4314-8E93-E8D8CFE57FBD}" dt="2025-11-18T10:10:05.522" v="2659" actId="166"/>
          <ac:cxnSpMkLst>
            <pc:docMk/>
            <pc:sldMk cId="1989204422" sldId="312"/>
            <ac:cxnSpMk id="529" creationId="{BCB271E5-602D-4863-804B-0C5F9B0AAB04}"/>
          </ac:cxnSpMkLst>
        </pc:cxnChg>
        <pc:cxnChg chg="add mod ord">
          <ac:chgData name="김형원(HYUNGWON KIM)[hyungwon]/사원/제조DX.자동보정.조립자동보정팀" userId="7d3d3187-387b-4f0d-81bf-ac57af5a795a" providerId="ADAL" clId="{F5A99FDF-9031-4314-8E93-E8D8CFE57FBD}" dt="2025-11-18T10:10:05.522" v="2659" actId="166"/>
          <ac:cxnSpMkLst>
            <pc:docMk/>
            <pc:sldMk cId="1989204422" sldId="312"/>
            <ac:cxnSpMk id="530" creationId="{1823C980-778B-4B0C-A292-D2A7C91EE0B5}"/>
          </ac:cxnSpMkLst>
        </pc:cxnChg>
      </pc:sldChg>
    </pc:docChg>
  </pc:docChgLst>
  <pc:docChgLst>
    <pc:chgData name="정대영(DAEYEONG JUNG)[shinecas]/책임/제조DX.자동보정.RSND자동보정팀" userId="S::shinecas@lgensol.com::d0d3060e-f064-4c8a-b029-66e60df73558" providerId="AD" clId="Web-{431992DA-5EF8-74F3-9077-8683DA9240BB}"/>
    <pc:docChg chg="modSld sldOrd">
      <pc:chgData name="정대영(DAEYEONG JUNG)[shinecas]/책임/제조DX.자동보정.RSND자동보정팀" userId="S::shinecas@lgensol.com::d0d3060e-f064-4c8a-b029-66e60df73558" providerId="AD" clId="Web-{431992DA-5EF8-74F3-9077-8683DA9240BB}" dt="2025-12-03T01:33:17.242" v="167" actId="14100"/>
      <pc:docMkLst>
        <pc:docMk/>
      </pc:docMkLst>
      <pc:sldChg chg="modSp">
        <pc:chgData name="정대영(DAEYEONG JUNG)[shinecas]/책임/제조DX.자동보정.RSND자동보정팀" userId="S::shinecas@lgensol.com::d0d3060e-f064-4c8a-b029-66e60df73558" providerId="AD" clId="Web-{431992DA-5EF8-74F3-9077-8683DA9240BB}" dt="2025-12-03T01:33:17.242" v="167" actId="14100"/>
        <pc:sldMkLst>
          <pc:docMk/>
          <pc:sldMk cId="1740659674" sldId="315"/>
        </pc:sldMkLst>
        <pc:spChg chg="mod">
          <ac:chgData name="정대영(DAEYEONG JUNG)[shinecas]/책임/제조DX.자동보정.RSND자동보정팀" userId="S::shinecas@lgensol.com::d0d3060e-f064-4c8a-b029-66e60df73558" providerId="AD" clId="Web-{431992DA-5EF8-74F3-9077-8683DA9240BB}" dt="2025-12-03T00:45:26.483" v="134" actId="20577"/>
          <ac:spMkLst>
            <pc:docMk/>
            <pc:sldMk cId="1740659674" sldId="315"/>
            <ac:spMk id="5" creationId="{362265A4-66FC-0582-843B-E8CCC901D349}"/>
          </ac:spMkLst>
        </pc:spChg>
        <pc:spChg chg="mod">
          <ac:chgData name="정대영(DAEYEONG JUNG)[shinecas]/책임/제조DX.자동보정.RSND자동보정팀" userId="S::shinecas@lgensol.com::d0d3060e-f064-4c8a-b029-66e60df73558" providerId="AD" clId="Web-{431992DA-5EF8-74F3-9077-8683DA9240BB}" dt="2025-12-03T01:33:12.820" v="166" actId="14100"/>
          <ac:spMkLst>
            <pc:docMk/>
            <pc:sldMk cId="1740659674" sldId="315"/>
            <ac:spMk id="46" creationId="{E03FA467-B676-B024-E246-DCBBD3498BBF}"/>
          </ac:spMkLst>
        </pc:spChg>
        <pc:spChg chg="mod">
          <ac:chgData name="정대영(DAEYEONG JUNG)[shinecas]/책임/제조DX.자동보정.RSND자동보정팀" userId="S::shinecas@lgensol.com::d0d3060e-f064-4c8a-b029-66e60df73558" providerId="AD" clId="Web-{431992DA-5EF8-74F3-9077-8683DA9240BB}" dt="2025-12-03T00:46:26.145" v="144" actId="20577"/>
          <ac:spMkLst>
            <pc:docMk/>
            <pc:sldMk cId="1740659674" sldId="315"/>
            <ac:spMk id="47" creationId="{879B90A0-D8E4-E967-755F-7F1DD8AF3C0D}"/>
          </ac:spMkLst>
        </pc:spChg>
        <pc:spChg chg="mod">
          <ac:chgData name="정대영(DAEYEONG JUNG)[shinecas]/책임/제조DX.자동보정.RSND자동보정팀" userId="S::shinecas@lgensol.com::d0d3060e-f064-4c8a-b029-66e60df73558" providerId="AD" clId="Web-{431992DA-5EF8-74F3-9077-8683DA9240BB}" dt="2025-12-03T01:33:17.242" v="167" actId="14100"/>
          <ac:spMkLst>
            <pc:docMk/>
            <pc:sldMk cId="1740659674" sldId="315"/>
            <ac:spMk id="48" creationId="{BCAF3F98-348D-0A71-BE01-24C2383B1D35}"/>
          </ac:spMkLst>
        </pc:spChg>
        <pc:spChg chg="mod">
          <ac:chgData name="정대영(DAEYEONG JUNG)[shinecas]/책임/제조DX.자동보정.RSND자동보정팀" userId="S::shinecas@lgensol.com::d0d3060e-f064-4c8a-b029-66e60df73558" providerId="AD" clId="Web-{431992DA-5EF8-74F3-9077-8683DA9240BB}" dt="2025-12-03T00:46:30.395" v="145" actId="20577"/>
          <ac:spMkLst>
            <pc:docMk/>
            <pc:sldMk cId="1740659674" sldId="315"/>
            <ac:spMk id="49" creationId="{F9387F49-6FA0-E659-E768-2CB02D07D799}"/>
          </ac:spMkLst>
        </pc:spChg>
        <pc:graphicFrameChg chg="mod modGraphic">
          <ac:chgData name="정대영(DAEYEONG JUNG)[shinecas]/책임/제조DX.자동보정.RSND자동보정팀" userId="S::shinecas@lgensol.com::d0d3060e-f064-4c8a-b029-66e60df73558" providerId="AD" clId="Web-{431992DA-5EF8-74F3-9077-8683DA9240BB}" dt="2025-12-03T00:47:05.319" v="159"/>
          <ac:graphicFrameMkLst>
            <pc:docMk/>
            <pc:sldMk cId="1740659674" sldId="315"/>
            <ac:graphicFrameMk id="16" creationId="{A8AD81CD-0759-8312-B1F9-13B54FD95FDE}"/>
          </ac:graphicFrameMkLst>
        </pc:graphicFrameChg>
      </pc:sldChg>
    </pc:docChg>
  </pc:docChgLst>
  <pc:docChgLst>
    <pc:chgData name="오두섭(DOOSEOB OH)[jack.oh]/선임/제조DX.자동보정.자동보정선행개발팀" userId="4f0a6e31-5f23-40ca-a7fe-97e6784d5889" providerId="ADAL" clId="{8D559067-9B19-41F4-9617-232D0C3B6976}"/>
    <pc:docChg chg="undo custSel modSld">
      <pc:chgData name="오두섭(DOOSEOB OH)[jack.oh]/선임/제조DX.자동보정.자동보정선행개발팀" userId="4f0a6e31-5f23-40ca-a7fe-97e6784d5889" providerId="ADAL" clId="{8D559067-9B19-41F4-9617-232D0C3B6976}" dt="2025-11-27T05:51:59.441" v="2938" actId="14100"/>
      <pc:docMkLst>
        <pc:docMk/>
      </pc:docMkLst>
      <pc:sldChg chg="addSp delSp modSp mod">
        <pc:chgData name="오두섭(DOOSEOB OH)[jack.oh]/선임/제조DX.자동보정.자동보정선행개발팀" userId="4f0a6e31-5f23-40ca-a7fe-97e6784d5889" providerId="ADAL" clId="{8D559067-9B19-41F4-9617-232D0C3B6976}" dt="2025-11-27T05:51:59.441" v="2938" actId="14100"/>
        <pc:sldMkLst>
          <pc:docMk/>
          <pc:sldMk cId="2786048932" sldId="262"/>
        </pc:sldMkLst>
        <pc:spChg chg="mod">
          <ac:chgData name="오두섭(DOOSEOB OH)[jack.oh]/선임/제조DX.자동보정.자동보정선행개발팀" userId="4f0a6e31-5f23-40ca-a7fe-97e6784d5889" providerId="ADAL" clId="{8D559067-9B19-41F4-9617-232D0C3B6976}" dt="2025-11-26T01:22:05.497" v="973" actId="1036"/>
          <ac:spMkLst>
            <pc:docMk/>
            <pc:sldMk cId="2786048932" sldId="262"/>
            <ac:spMk id="4" creationId="{0E0A24CB-741B-7116-587A-09C8723786A8}"/>
          </ac:spMkLst>
        </pc:spChg>
        <pc:spChg chg="mod">
          <ac:chgData name="오두섭(DOOSEOB OH)[jack.oh]/선임/제조DX.자동보정.자동보정선행개발팀" userId="4f0a6e31-5f23-40ca-a7fe-97e6784d5889" providerId="ADAL" clId="{8D559067-9B19-41F4-9617-232D0C3B6976}" dt="2025-11-27T05:51:06.468" v="2889" actId="571"/>
          <ac:spMkLst>
            <pc:docMk/>
            <pc:sldMk cId="2786048932" sldId="262"/>
            <ac:spMk id="7" creationId="{5391C5FA-3553-6390-9C2A-152D897B279B}"/>
          </ac:spMkLst>
        </pc:spChg>
        <pc:spChg chg="mod">
          <ac:chgData name="오두섭(DOOSEOB OH)[jack.oh]/선임/제조DX.자동보정.자동보정선행개발팀" userId="4f0a6e31-5f23-40ca-a7fe-97e6784d5889" providerId="ADAL" clId="{8D559067-9B19-41F4-9617-232D0C3B6976}" dt="2025-11-27T05:51:06.468" v="2889" actId="571"/>
          <ac:spMkLst>
            <pc:docMk/>
            <pc:sldMk cId="2786048932" sldId="262"/>
            <ac:spMk id="8" creationId="{9D93DD95-4D74-3515-49CC-7D103AC7F13F}"/>
          </ac:spMkLst>
        </pc:spChg>
        <pc:spChg chg="mod">
          <ac:chgData name="오두섭(DOOSEOB OH)[jack.oh]/선임/제조DX.자동보정.자동보정선행개발팀" userId="4f0a6e31-5f23-40ca-a7fe-97e6784d5889" providerId="ADAL" clId="{8D559067-9B19-41F4-9617-232D0C3B6976}" dt="2025-11-27T05:51:06.468" v="2889" actId="571"/>
          <ac:spMkLst>
            <pc:docMk/>
            <pc:sldMk cId="2786048932" sldId="262"/>
            <ac:spMk id="9" creationId="{7B3A2A57-56A5-88B8-EFFB-8F6DC4106210}"/>
          </ac:spMkLst>
        </pc:spChg>
        <pc:spChg chg="mod">
          <ac:chgData name="오두섭(DOOSEOB OH)[jack.oh]/선임/제조DX.자동보정.자동보정선행개발팀" userId="4f0a6e31-5f23-40ca-a7fe-97e6784d5889" providerId="ADAL" clId="{8D559067-9B19-41F4-9617-232D0C3B6976}" dt="2025-11-27T05:51:06.468" v="2889" actId="571"/>
          <ac:spMkLst>
            <pc:docMk/>
            <pc:sldMk cId="2786048932" sldId="262"/>
            <ac:spMk id="10" creationId="{701BA9E3-DFD0-9435-5073-4E21F4E1DC10}"/>
          </ac:spMkLst>
        </pc:spChg>
        <pc:spChg chg="mod">
          <ac:chgData name="오두섭(DOOSEOB OH)[jack.oh]/선임/제조DX.자동보정.자동보정선행개발팀" userId="4f0a6e31-5f23-40ca-a7fe-97e6784d5889" providerId="ADAL" clId="{8D559067-9B19-41F4-9617-232D0C3B6976}" dt="2025-11-27T05:51:06.468" v="2889" actId="571"/>
          <ac:spMkLst>
            <pc:docMk/>
            <pc:sldMk cId="2786048932" sldId="262"/>
            <ac:spMk id="11" creationId="{70308FE7-98C4-998F-7637-5460173BEF0C}"/>
          </ac:spMkLst>
        </pc:spChg>
        <pc:spChg chg="mod">
          <ac:chgData name="오두섭(DOOSEOB OH)[jack.oh]/선임/제조DX.자동보정.자동보정선행개발팀" userId="4f0a6e31-5f23-40ca-a7fe-97e6784d5889" providerId="ADAL" clId="{8D559067-9B19-41F4-9617-232D0C3B6976}" dt="2025-11-27T05:51:06.468" v="2889" actId="571"/>
          <ac:spMkLst>
            <pc:docMk/>
            <pc:sldMk cId="2786048932" sldId="262"/>
            <ac:spMk id="12" creationId="{2A5D57ED-1611-BA44-EBE9-B95123D93558}"/>
          </ac:spMkLst>
        </pc:spChg>
        <pc:spChg chg="mod">
          <ac:chgData name="오두섭(DOOSEOB OH)[jack.oh]/선임/제조DX.자동보정.자동보정선행개발팀" userId="4f0a6e31-5f23-40ca-a7fe-97e6784d5889" providerId="ADAL" clId="{8D559067-9B19-41F4-9617-232D0C3B6976}" dt="2025-11-27T05:51:06.468" v="2889" actId="571"/>
          <ac:spMkLst>
            <pc:docMk/>
            <pc:sldMk cId="2786048932" sldId="262"/>
            <ac:spMk id="13" creationId="{A64369AD-F578-8A4C-A935-F130BF97E53E}"/>
          </ac:spMkLst>
        </pc:spChg>
        <pc:spChg chg="mod">
          <ac:chgData name="오두섭(DOOSEOB OH)[jack.oh]/선임/제조DX.자동보정.자동보정선행개발팀" userId="4f0a6e31-5f23-40ca-a7fe-97e6784d5889" providerId="ADAL" clId="{8D559067-9B19-41F4-9617-232D0C3B6976}" dt="2025-11-27T05:51:06.468" v="2889" actId="571"/>
          <ac:spMkLst>
            <pc:docMk/>
            <pc:sldMk cId="2786048932" sldId="262"/>
            <ac:spMk id="14" creationId="{E5CD727A-8543-02CE-DB6D-EE20F3E579A3}"/>
          </ac:spMkLst>
        </pc:spChg>
        <pc:spChg chg="mod">
          <ac:chgData name="오두섭(DOOSEOB OH)[jack.oh]/선임/제조DX.자동보정.자동보정선행개발팀" userId="4f0a6e31-5f23-40ca-a7fe-97e6784d5889" providerId="ADAL" clId="{8D559067-9B19-41F4-9617-232D0C3B6976}" dt="2025-11-27T05:51:06.468" v="2889" actId="571"/>
          <ac:spMkLst>
            <pc:docMk/>
            <pc:sldMk cId="2786048932" sldId="262"/>
            <ac:spMk id="15" creationId="{7E4BDDF4-5681-8913-CA5D-B2E65E8A76DB}"/>
          </ac:spMkLst>
        </pc:spChg>
        <pc:spChg chg="mod">
          <ac:chgData name="오두섭(DOOSEOB OH)[jack.oh]/선임/제조DX.자동보정.자동보정선행개발팀" userId="4f0a6e31-5f23-40ca-a7fe-97e6784d5889" providerId="ADAL" clId="{8D559067-9B19-41F4-9617-232D0C3B6976}" dt="2025-11-27T05:51:11.381" v="2891" actId="14100"/>
          <ac:spMkLst>
            <pc:docMk/>
            <pc:sldMk cId="2786048932" sldId="262"/>
            <ac:spMk id="16" creationId="{97270285-5FF0-4723-C99B-691B127FE190}"/>
          </ac:spMkLst>
        </pc:spChg>
        <pc:spChg chg="mod">
          <ac:chgData name="오두섭(DOOSEOB OH)[jack.oh]/선임/제조DX.자동보정.자동보정선행개발팀" userId="4f0a6e31-5f23-40ca-a7fe-97e6784d5889" providerId="ADAL" clId="{8D559067-9B19-41F4-9617-232D0C3B6976}" dt="2025-11-26T02:52:42.773" v="2398" actId="20577"/>
          <ac:spMkLst>
            <pc:docMk/>
            <pc:sldMk cId="2786048932" sldId="262"/>
            <ac:spMk id="17" creationId="{9D90BC5B-E744-4888-B716-ADA6A9A8C18D}"/>
          </ac:spMkLst>
        </pc:spChg>
        <pc:spChg chg="mod">
          <ac:chgData name="오두섭(DOOSEOB OH)[jack.oh]/선임/제조DX.자동보정.자동보정선행개발팀" userId="4f0a6e31-5f23-40ca-a7fe-97e6784d5889" providerId="ADAL" clId="{8D559067-9B19-41F4-9617-232D0C3B6976}" dt="2025-11-27T05:51:59.441" v="2938" actId="14100"/>
          <ac:spMkLst>
            <pc:docMk/>
            <pc:sldMk cId="2786048932" sldId="262"/>
            <ac:spMk id="18" creationId="{E6B89A41-48E5-2337-164B-71E5011BA8FC}"/>
          </ac:spMkLst>
        </pc:spChg>
        <pc:spChg chg="add mod">
          <ac:chgData name="오두섭(DOOSEOB OH)[jack.oh]/선임/제조DX.자동보정.자동보정선행개발팀" userId="4f0a6e31-5f23-40ca-a7fe-97e6784d5889" providerId="ADAL" clId="{8D559067-9B19-41F4-9617-232D0C3B6976}" dt="2025-11-27T05:51:20.917" v="2906" actId="20577"/>
          <ac:spMkLst>
            <pc:docMk/>
            <pc:sldMk cId="2786048932" sldId="262"/>
            <ac:spMk id="20" creationId="{112A4777-B8A3-2078-B769-69B1931B1D41}"/>
          </ac:spMkLst>
        </pc:spChg>
        <pc:spChg chg="mod">
          <ac:chgData name="오두섭(DOOSEOB OH)[jack.oh]/선임/제조DX.자동보정.자동보정선행개발팀" userId="4f0a6e31-5f23-40ca-a7fe-97e6784d5889" providerId="ADAL" clId="{8D559067-9B19-41F4-9617-232D0C3B6976}" dt="2025-11-26T00:51:37.688" v="823" actId="20577"/>
          <ac:spMkLst>
            <pc:docMk/>
            <pc:sldMk cId="2786048932" sldId="262"/>
            <ac:spMk id="33" creationId="{28953EDA-490C-414A-829A-5166309284BE}"/>
          </ac:spMkLst>
        </pc:spChg>
        <pc:spChg chg="mod">
          <ac:chgData name="오두섭(DOOSEOB OH)[jack.oh]/선임/제조DX.자동보정.자동보정선행개발팀" userId="4f0a6e31-5f23-40ca-a7fe-97e6784d5889" providerId="ADAL" clId="{8D559067-9B19-41F4-9617-232D0C3B6976}" dt="2025-11-26T02:52:19.079" v="2393"/>
          <ac:spMkLst>
            <pc:docMk/>
            <pc:sldMk cId="2786048932" sldId="262"/>
            <ac:spMk id="35" creationId="{85A40AE8-D869-44B5-B670-AE953A8BC47C}"/>
          </ac:spMkLst>
        </pc:spChg>
        <pc:spChg chg="mod">
          <ac:chgData name="오두섭(DOOSEOB OH)[jack.oh]/선임/제조DX.자동보정.자동보정선행개발팀" userId="4f0a6e31-5f23-40ca-a7fe-97e6784d5889" providerId="ADAL" clId="{8D559067-9B19-41F4-9617-232D0C3B6976}" dt="2025-11-26T02:43:12.342" v="1898"/>
          <ac:spMkLst>
            <pc:docMk/>
            <pc:sldMk cId="2786048932" sldId="262"/>
            <ac:spMk id="2054" creationId="{A7F424C6-E482-8660-9138-3CB02052551F}"/>
          </ac:spMkLst>
        </pc:spChg>
        <pc:grpChg chg="mod">
          <ac:chgData name="오두섭(DOOSEOB OH)[jack.oh]/선임/제조DX.자동보정.자동보정선행개발팀" userId="4f0a6e31-5f23-40ca-a7fe-97e6784d5889" providerId="ADAL" clId="{8D559067-9B19-41F4-9617-232D0C3B6976}" dt="2025-11-27T05:51:06.468" v="2889" actId="571"/>
          <ac:grpSpMkLst>
            <pc:docMk/>
            <pc:sldMk cId="2786048932" sldId="262"/>
            <ac:grpSpMk id="5" creationId="{3293720F-909F-A808-F607-2ABCC0080718}"/>
          </ac:grpSpMkLst>
        </pc:grpChg>
        <pc:graphicFrameChg chg="mod modGraphic">
          <ac:chgData name="오두섭(DOOSEOB OH)[jack.oh]/선임/제조DX.자동보정.자동보정선행개발팀" userId="4f0a6e31-5f23-40ca-a7fe-97e6784d5889" providerId="ADAL" clId="{8D559067-9B19-41F4-9617-232D0C3B6976}" dt="2025-11-26T02:53:05.544" v="2405" actId="20577"/>
          <ac:graphicFrameMkLst>
            <pc:docMk/>
            <pc:sldMk cId="2786048932" sldId="262"/>
            <ac:graphicFrameMk id="3" creationId="{1B538319-E744-914C-0D08-26296EEC9C81}"/>
          </ac:graphicFrameMkLst>
        </pc:graphicFrameChg>
        <pc:graphicFrameChg chg="mod modGraphic">
          <ac:chgData name="오두섭(DOOSEOB OH)[jack.oh]/선임/제조DX.자동보정.자동보정선행개발팀" userId="4f0a6e31-5f23-40ca-a7fe-97e6784d5889" providerId="ADAL" clId="{8D559067-9B19-41F4-9617-232D0C3B6976}" dt="2025-11-27T05:50:33.063" v="2877"/>
          <ac:graphicFrameMkLst>
            <pc:docMk/>
            <pc:sldMk cId="2786048932" sldId="262"/>
            <ac:graphicFrameMk id="26" creationId="{F50B34A1-BFF0-4AB5-9FEA-EF1677DED3EA}"/>
          </ac:graphicFrameMkLst>
        </pc:graphicFrameChg>
        <pc:graphicFrameChg chg="mod modGraphic">
          <ac:chgData name="오두섭(DOOSEOB OH)[jack.oh]/선임/제조DX.자동보정.자동보정선행개발팀" userId="4f0a6e31-5f23-40ca-a7fe-97e6784d5889" providerId="ADAL" clId="{8D559067-9B19-41F4-9617-232D0C3B6976}" dt="2025-11-27T05:45:05.085" v="2599" actId="20577"/>
          <ac:graphicFrameMkLst>
            <pc:docMk/>
            <pc:sldMk cId="2786048932" sldId="262"/>
            <ac:graphicFrameMk id="32" creationId="{C75B2E3A-6367-47F5-9C2E-36D1B1E1DCAE}"/>
          </ac:graphicFrameMkLst>
        </pc:graphicFrameChg>
        <pc:picChg chg="mod">
          <ac:chgData name="오두섭(DOOSEOB OH)[jack.oh]/선임/제조DX.자동보정.자동보정선행개발팀" userId="4f0a6e31-5f23-40ca-a7fe-97e6784d5889" providerId="ADAL" clId="{8D559067-9B19-41F4-9617-232D0C3B6976}" dt="2025-11-26T01:26:38.809" v="1306" actId="14100"/>
          <ac:picMkLst>
            <pc:docMk/>
            <pc:sldMk cId="2786048932" sldId="262"/>
            <ac:picMk id="36" creationId="{ED46D1B1-C288-7F5E-2AE0-6B39E726D7C8}"/>
          </ac:picMkLst>
        </pc:picChg>
        <pc:picChg chg="mod">
          <ac:chgData name="오두섭(DOOSEOB OH)[jack.oh]/선임/제조DX.자동보정.자동보정선행개발팀" userId="4f0a6e31-5f23-40ca-a7fe-97e6784d5889" providerId="ADAL" clId="{8D559067-9B19-41F4-9617-232D0C3B6976}" dt="2025-11-26T01:26:48.718" v="1308" actId="14100"/>
          <ac:picMkLst>
            <pc:docMk/>
            <pc:sldMk cId="2786048932" sldId="262"/>
            <ac:picMk id="39" creationId="{74FB4CA6-50AF-6122-3849-B2D303CDCA7A}"/>
          </ac:picMkLst>
        </pc:picChg>
        <pc:cxnChg chg="mod">
          <ac:chgData name="오두섭(DOOSEOB OH)[jack.oh]/선임/제조DX.자동보정.자동보정선행개발팀" userId="4f0a6e31-5f23-40ca-a7fe-97e6784d5889" providerId="ADAL" clId="{8D559067-9B19-41F4-9617-232D0C3B6976}" dt="2025-11-27T05:51:06.468" v="2889" actId="571"/>
          <ac:cxnSpMkLst>
            <pc:docMk/>
            <pc:sldMk cId="2786048932" sldId="262"/>
            <ac:cxnSpMk id="6" creationId="{F58B20E0-A819-E2E1-4585-6A8178B26FF1}"/>
          </ac:cxnSpMkLst>
        </pc:cxnChg>
      </pc:sldChg>
      <pc:sldChg chg="addSp delSp modSp mod">
        <pc:chgData name="오두섭(DOOSEOB OH)[jack.oh]/선임/제조DX.자동보정.자동보정선행개발팀" userId="4f0a6e31-5f23-40ca-a7fe-97e6784d5889" providerId="ADAL" clId="{8D559067-9B19-41F4-9617-232D0C3B6976}" dt="2025-11-26T01:35:36.507" v="1689" actId="20577"/>
        <pc:sldMkLst>
          <pc:docMk/>
          <pc:sldMk cId="1962659383" sldId="275"/>
        </pc:sldMkLst>
        <pc:spChg chg="add mod">
          <ac:chgData name="오두섭(DOOSEOB OH)[jack.oh]/선임/제조DX.자동보정.자동보정선행개발팀" userId="4f0a6e31-5f23-40ca-a7fe-97e6784d5889" providerId="ADAL" clId="{8D559067-9B19-41F4-9617-232D0C3B6976}" dt="2025-11-25T04:24:03.968" v="60" actId="20577"/>
          <ac:spMkLst>
            <pc:docMk/>
            <pc:sldMk cId="1962659383" sldId="275"/>
            <ac:spMk id="5" creationId="{3DB05C90-1874-6778-E34D-9C50D097B6A3}"/>
          </ac:spMkLst>
        </pc:spChg>
        <pc:spChg chg="mod">
          <ac:chgData name="오두섭(DOOSEOB OH)[jack.oh]/선임/제조DX.자동보정.자동보정선행개발팀" userId="4f0a6e31-5f23-40ca-a7fe-97e6784d5889" providerId="ADAL" clId="{8D559067-9B19-41F4-9617-232D0C3B6976}" dt="2025-11-25T04:55:42.146" v="464" actId="20577"/>
          <ac:spMkLst>
            <pc:docMk/>
            <pc:sldMk cId="1962659383" sldId="275"/>
            <ac:spMk id="33" creationId="{28953EDA-490C-414A-829A-5166309284BE}"/>
          </ac:spMkLst>
        </pc:spChg>
        <pc:spChg chg="mod">
          <ac:chgData name="오두섭(DOOSEOB OH)[jack.oh]/선임/제조DX.자동보정.자동보정선행개발팀" userId="4f0a6e31-5f23-40ca-a7fe-97e6784d5889" providerId="ADAL" clId="{8D559067-9B19-41F4-9617-232D0C3B6976}" dt="2025-11-25T04:23:51.532" v="54" actId="20577"/>
          <ac:spMkLst>
            <pc:docMk/>
            <pc:sldMk cId="1962659383" sldId="275"/>
            <ac:spMk id="38" creationId="{088CF335-7124-F019-E5D6-84CF8A398AE5}"/>
          </ac:spMkLst>
        </pc:spChg>
        <pc:graphicFrameChg chg="modGraphic">
          <ac:chgData name="오두섭(DOOSEOB OH)[jack.oh]/선임/제조DX.자동보정.자동보정선행개발팀" userId="4f0a6e31-5f23-40ca-a7fe-97e6784d5889" providerId="ADAL" clId="{8D559067-9B19-41F4-9617-232D0C3B6976}" dt="2025-11-25T04:55:36.865" v="460" actId="20577"/>
          <ac:graphicFrameMkLst>
            <pc:docMk/>
            <pc:sldMk cId="1962659383" sldId="275"/>
            <ac:graphicFrameMk id="3" creationId="{1B538319-E744-914C-0D08-26296EEC9C81}"/>
          </ac:graphicFrameMkLst>
        </pc:graphicFrameChg>
        <pc:graphicFrameChg chg="mod modGraphic">
          <ac:chgData name="오두섭(DOOSEOB OH)[jack.oh]/선임/제조DX.자동보정.자동보정선행개발팀" userId="4f0a6e31-5f23-40ca-a7fe-97e6784d5889" providerId="ADAL" clId="{8D559067-9B19-41F4-9617-232D0C3B6976}" dt="2025-11-26T01:35:36.507" v="1689" actId="20577"/>
          <ac:graphicFrameMkLst>
            <pc:docMk/>
            <pc:sldMk cId="1962659383" sldId="275"/>
            <ac:graphicFrameMk id="32" creationId="{C75B2E3A-6367-47F5-9C2E-36D1B1E1DCAE}"/>
          </ac:graphicFrameMkLst>
        </pc:graphicFrameChg>
      </pc:sldChg>
      <pc:sldChg chg="modSp mod">
        <pc:chgData name="오두섭(DOOSEOB OH)[jack.oh]/선임/제조DX.자동보정.자동보정선행개발팀" userId="4f0a6e31-5f23-40ca-a7fe-97e6784d5889" providerId="ADAL" clId="{8D559067-9B19-41F4-9617-232D0C3B6976}" dt="2025-11-26T00:47:46.581" v="819" actId="207"/>
        <pc:sldMkLst>
          <pc:docMk/>
          <pc:sldMk cId="1926470574" sldId="281"/>
        </pc:sldMkLst>
        <pc:spChg chg="mod">
          <ac:chgData name="오두섭(DOOSEOB OH)[jack.oh]/선임/제조DX.자동보정.자동보정선행개발팀" userId="4f0a6e31-5f23-40ca-a7fe-97e6784d5889" providerId="ADAL" clId="{8D559067-9B19-41F4-9617-232D0C3B6976}" dt="2025-11-25T01:15:09.386" v="5" actId="20577"/>
          <ac:spMkLst>
            <pc:docMk/>
            <pc:sldMk cId="1926470574" sldId="281"/>
            <ac:spMk id="33" creationId="{28953EDA-490C-414A-829A-5166309284BE}"/>
          </ac:spMkLst>
        </pc:spChg>
        <pc:graphicFrameChg chg="modGraphic">
          <ac:chgData name="오두섭(DOOSEOB OH)[jack.oh]/선임/제조DX.자동보정.자동보정선행개발팀" userId="4f0a6e31-5f23-40ca-a7fe-97e6784d5889" providerId="ADAL" clId="{8D559067-9B19-41F4-9617-232D0C3B6976}" dt="2025-11-26T00:47:09.663" v="813" actId="20577"/>
          <ac:graphicFrameMkLst>
            <pc:docMk/>
            <pc:sldMk cId="1926470574" sldId="281"/>
            <ac:graphicFrameMk id="3" creationId="{1B538319-E744-914C-0D08-26296EEC9C81}"/>
          </ac:graphicFrameMkLst>
        </pc:graphicFrameChg>
        <pc:graphicFrameChg chg="mod modGraphic">
          <ac:chgData name="오두섭(DOOSEOB OH)[jack.oh]/선임/제조DX.자동보정.자동보정선행개발팀" userId="4f0a6e31-5f23-40ca-a7fe-97e6784d5889" providerId="ADAL" clId="{8D559067-9B19-41F4-9617-232D0C3B6976}" dt="2025-11-26T00:47:46.581" v="819" actId="207"/>
          <ac:graphicFrameMkLst>
            <pc:docMk/>
            <pc:sldMk cId="1926470574" sldId="281"/>
            <ac:graphicFrameMk id="32" creationId="{C75B2E3A-6367-47F5-9C2E-36D1B1E1DCAE}"/>
          </ac:graphicFrameMkLst>
        </pc:graphicFrameChg>
      </pc:sldChg>
    </pc:docChg>
  </pc:docChgLst>
  <pc:docChgLst>
    <pc:chgData name="김태욱(TAEWOOK KIM)[twkiii]/사원/제조DX.자동보정.자동보정선행개발팀" userId="S::twkiii@lgensol.com::7550169e-81b5-4b23-9cda-68528cfbbc51" providerId="AD" clId="Web-{0E8BAD2F-59F2-69F0-682D-58ECD407C496}"/>
    <pc:docChg chg="modSld sldOrd">
      <pc:chgData name="김태욱(TAEWOOK KIM)[twkiii]/사원/제조DX.자동보정.자동보정선행개발팀" userId="S::twkiii@lgensol.com::7550169e-81b5-4b23-9cda-68528cfbbc51" providerId="AD" clId="Web-{0E8BAD2F-59F2-69F0-682D-58ECD407C496}" dt="2025-11-26T00:50:36.353" v="116" actId="20577"/>
      <pc:docMkLst>
        <pc:docMk/>
      </pc:docMkLst>
      <pc:sldChg chg="modSp ord">
        <pc:chgData name="김태욱(TAEWOOK KIM)[twkiii]/사원/제조DX.자동보정.자동보정선행개발팀" userId="S::twkiii@lgensol.com::7550169e-81b5-4b23-9cda-68528cfbbc51" providerId="AD" clId="Web-{0E8BAD2F-59F2-69F0-682D-58ECD407C496}" dt="2025-11-26T00:50:36.353" v="116" actId="20577"/>
        <pc:sldMkLst>
          <pc:docMk/>
          <pc:sldMk cId="2246734517" sldId="261"/>
        </pc:sldMkLst>
        <pc:graphicFrameChg chg="mod modGraphic">
          <ac:chgData name="김태욱(TAEWOOK KIM)[twkiii]/사원/제조DX.자동보정.자동보정선행개발팀" userId="S::twkiii@lgensol.com::7550169e-81b5-4b23-9cda-68528cfbbc51" providerId="AD" clId="Web-{0E8BAD2F-59F2-69F0-682D-58ECD407C496}" dt="2025-11-26T00:49:50.962" v="96"/>
          <ac:graphicFrameMkLst>
            <pc:docMk/>
            <pc:sldMk cId="2246734517" sldId="261"/>
            <ac:graphicFrameMk id="32" creationId="{C75B2E3A-6367-47F5-9C2E-36D1B1E1DCAE}"/>
          </ac:graphicFrameMkLst>
        </pc:graphicFrameChg>
      </pc:sldChg>
      <pc:sldChg chg="modSp">
        <pc:chgData name="김태욱(TAEWOOK KIM)[twkiii]/사원/제조DX.자동보정.자동보정선행개발팀" userId="S::twkiii@lgensol.com::7550169e-81b5-4b23-9cda-68528cfbbc51" providerId="AD" clId="Web-{0E8BAD2F-59F2-69F0-682D-58ECD407C496}" dt="2025-11-26T00:44:58.583" v="9"/>
        <pc:sldMkLst>
          <pc:docMk/>
          <pc:sldMk cId="3244941362" sldId="303"/>
        </pc:sldMkLst>
        <pc:graphicFrameChg chg="mod modGraphic">
          <ac:chgData name="김태욱(TAEWOOK KIM)[twkiii]/사원/제조DX.자동보정.자동보정선행개발팀" userId="S::twkiii@lgensol.com::7550169e-81b5-4b23-9cda-68528cfbbc51" providerId="AD" clId="Web-{0E8BAD2F-59F2-69F0-682D-58ECD407C496}" dt="2025-11-26T00:44:58.583" v="9"/>
          <ac:graphicFrameMkLst>
            <pc:docMk/>
            <pc:sldMk cId="3244941362" sldId="303"/>
            <ac:graphicFrameMk id="32" creationId="{C75B2E3A-6367-47F5-9C2E-36D1B1E1DCAE}"/>
          </ac:graphicFrameMkLst>
        </pc:graphicFrameChg>
      </pc:sldChg>
    </pc:docChg>
  </pc:docChgLst>
  <pc:docChgLst>
    <pc:chgData name="신재우(JAEWOO SHIN)[jaewoo.s]/선임/제조DX.자동보정.자동보정선행개발팀" userId="e0840e83-c9b5-4a8f-92d7-5eca1a37c5af" providerId="ADAL" clId="{224EE845-1C3C-42BB-BFAF-AD12C9A95D11}"/>
    <pc:docChg chg="custSel modSld">
      <pc:chgData name="신재우(JAEWOO SHIN)[jaewoo.s]/선임/제조DX.자동보정.자동보정선행개발팀" userId="e0840e83-c9b5-4a8f-92d7-5eca1a37c5af" providerId="ADAL" clId="{224EE845-1C3C-42BB-BFAF-AD12C9A95D11}" dt="2025-12-03T00:29:14.974" v="425" actId="20577"/>
      <pc:docMkLst>
        <pc:docMk/>
      </pc:docMkLst>
      <pc:sldChg chg="modSp mod">
        <pc:chgData name="신재우(JAEWOO SHIN)[jaewoo.s]/선임/제조DX.자동보정.자동보정선행개발팀" userId="e0840e83-c9b5-4a8f-92d7-5eca1a37c5af" providerId="ADAL" clId="{224EE845-1C3C-42BB-BFAF-AD12C9A95D11}" dt="2025-12-03T00:29:14.974" v="425" actId="20577"/>
        <pc:sldMkLst>
          <pc:docMk/>
          <pc:sldMk cId="892003337" sldId="2147482011"/>
        </pc:sldMkLst>
        <pc:spChg chg="mod">
          <ac:chgData name="신재우(JAEWOO SHIN)[jaewoo.s]/선임/제조DX.자동보정.자동보정선행개발팀" userId="e0840e83-c9b5-4a8f-92d7-5eca1a37c5af" providerId="ADAL" clId="{224EE845-1C3C-42BB-BFAF-AD12C9A95D11}" dt="2025-12-03T00:13:57.276" v="6" actId="20577"/>
          <ac:spMkLst>
            <pc:docMk/>
            <pc:sldMk cId="892003337" sldId="2147482011"/>
            <ac:spMk id="35" creationId="{51EF3097-C672-499A-AD2F-8D4030151E6B}"/>
          </ac:spMkLst>
        </pc:spChg>
        <pc:graphicFrameChg chg="mod modGraphic">
          <ac:chgData name="신재우(JAEWOO SHIN)[jaewoo.s]/선임/제조DX.자동보정.자동보정선행개발팀" userId="e0840e83-c9b5-4a8f-92d7-5eca1a37c5af" providerId="ADAL" clId="{224EE845-1C3C-42BB-BFAF-AD12C9A95D11}" dt="2025-12-03T00:29:14.974" v="425" actId="20577"/>
          <ac:graphicFrameMkLst>
            <pc:docMk/>
            <pc:sldMk cId="892003337" sldId="2147482011"/>
            <ac:graphicFrameMk id="3" creationId="{3E86696F-E35A-4B06-9B46-63A4A6A986C1}"/>
          </ac:graphicFrameMkLst>
        </pc:graphicFrameChg>
      </pc:sldChg>
    </pc:docChg>
  </pc:docChgLst>
  <pc:docChgLst>
    <pc:chgData name="박연탁(YEONTARK PARK)[parkyt]/책임/제조DX.자동보정.자동보정선행개발팀" userId="S::parkyt@lgensol.com::ed32861b-bebc-4d6e-be9d-42a82b4a008b" providerId="AD" clId="Web-{26655254-8A4E-B96E-038E-D0E7E684DCD9}"/>
    <pc:docChg chg="modSld">
      <pc:chgData name="박연탁(YEONTARK PARK)[parkyt]/책임/제조DX.자동보정.자동보정선행개발팀" userId="S::parkyt@lgensol.com::ed32861b-bebc-4d6e-be9d-42a82b4a008b" providerId="AD" clId="Web-{26655254-8A4E-B96E-038E-D0E7E684DCD9}" dt="2025-11-27T04:20:44.775" v="3"/>
      <pc:docMkLst>
        <pc:docMk/>
      </pc:docMkLst>
    </pc:docChg>
  </pc:docChgLst>
  <pc:docChgLst>
    <pc:chgData name="함경호(KYUNG HO HAM)[kyungho.ham]/책임/제조DX.자동보정.MC자동보정팀" userId="2a5cfc74-1b1b-4414-b1fd-cb38d5c4422f" providerId="ADAL" clId="{0AE5E71B-6ED9-4666-BE12-251A3DC0F1C3}"/>
    <pc:docChg chg="undo custSel modSld">
      <pc:chgData name="함경호(KYUNG HO HAM)[kyungho.ham]/책임/제조DX.자동보정.MC자동보정팀" userId="2a5cfc74-1b1b-4414-b1fd-cb38d5c4422f" providerId="ADAL" clId="{0AE5E71B-6ED9-4666-BE12-251A3DC0F1C3}" dt="2025-12-16T10:01:38.432" v="1391" actId="207"/>
      <pc:docMkLst>
        <pc:docMk/>
      </pc:docMkLst>
      <pc:sldChg chg="modSp mod">
        <pc:chgData name="함경호(KYUNG HO HAM)[kyungho.ham]/책임/제조DX.자동보정.MC자동보정팀" userId="2a5cfc74-1b1b-4414-b1fd-cb38d5c4422f" providerId="ADAL" clId="{0AE5E71B-6ED9-4666-BE12-251A3DC0F1C3}" dt="2025-12-16T09:54:45.866" v="886" actId="20577"/>
        <pc:sldMkLst>
          <pc:docMk/>
          <pc:sldMk cId="2130930852" sldId="273"/>
        </pc:sldMkLst>
        <pc:spChg chg="mod">
          <ac:chgData name="함경호(KYUNG HO HAM)[kyungho.ham]/책임/제조DX.자동보정.MC자동보정팀" userId="2a5cfc74-1b1b-4414-b1fd-cb38d5c4422f" providerId="ADAL" clId="{0AE5E71B-6ED9-4666-BE12-251A3DC0F1C3}" dt="2025-12-16T09:49:48.110" v="25" actId="20577"/>
          <ac:spMkLst>
            <pc:docMk/>
            <pc:sldMk cId="2130930852" sldId="273"/>
            <ac:spMk id="8" creationId="{07A09189-3112-656C-AD07-D2D881F7CDA1}"/>
          </ac:spMkLst>
        </pc:spChg>
        <pc:graphicFrameChg chg="modGraphic">
          <ac:chgData name="함경호(KYUNG HO HAM)[kyungho.ham]/책임/제조DX.자동보정.MC자동보정팀" userId="2a5cfc74-1b1b-4414-b1fd-cb38d5c4422f" providerId="ADAL" clId="{0AE5E71B-6ED9-4666-BE12-251A3DC0F1C3}" dt="2025-12-16T09:47:52.905" v="3" actId="20577"/>
          <ac:graphicFrameMkLst>
            <pc:docMk/>
            <pc:sldMk cId="2130930852" sldId="273"/>
            <ac:graphicFrameMk id="4" creationId="{EB5481E2-6FB4-4FB7-EF5D-7D9B040C6E64}"/>
          </ac:graphicFrameMkLst>
        </pc:graphicFrameChg>
        <pc:graphicFrameChg chg="mod modGraphic">
          <ac:chgData name="함경호(KYUNG HO HAM)[kyungho.ham]/책임/제조DX.자동보정.MC자동보정팀" userId="2a5cfc74-1b1b-4414-b1fd-cb38d5c4422f" providerId="ADAL" clId="{0AE5E71B-6ED9-4666-BE12-251A3DC0F1C3}" dt="2025-12-16T09:54:45.866" v="886" actId="20577"/>
          <ac:graphicFrameMkLst>
            <pc:docMk/>
            <pc:sldMk cId="2130930852" sldId="273"/>
            <ac:graphicFrameMk id="5" creationId="{2369CE85-B89B-6E4A-6281-356F875EAE52}"/>
          </ac:graphicFrameMkLst>
        </pc:graphicFrameChg>
      </pc:sldChg>
      <pc:sldChg chg="modSp mod">
        <pc:chgData name="함경호(KYUNG HO HAM)[kyungho.ham]/책임/제조DX.자동보정.MC자동보정팀" userId="2a5cfc74-1b1b-4414-b1fd-cb38d5c4422f" providerId="ADAL" clId="{0AE5E71B-6ED9-4666-BE12-251A3DC0F1C3}" dt="2025-12-16T09:56:13.425" v="894" actId="20577"/>
        <pc:sldMkLst>
          <pc:docMk/>
          <pc:sldMk cId="1796342565" sldId="309"/>
        </pc:sldMkLst>
        <pc:spChg chg="mod">
          <ac:chgData name="함경호(KYUNG HO HAM)[kyungho.ham]/책임/제조DX.자동보정.MC자동보정팀" userId="2a5cfc74-1b1b-4414-b1fd-cb38d5c4422f" providerId="ADAL" clId="{0AE5E71B-6ED9-4666-BE12-251A3DC0F1C3}" dt="2025-12-16T09:56:13.425" v="894" actId="20577"/>
          <ac:spMkLst>
            <pc:docMk/>
            <pc:sldMk cId="1796342565" sldId="309"/>
            <ac:spMk id="11" creationId="{2D088EAA-3718-862B-1538-BD4F903A7334}"/>
          </ac:spMkLst>
        </pc:spChg>
        <pc:graphicFrameChg chg="modGraphic">
          <ac:chgData name="함경호(KYUNG HO HAM)[kyungho.ham]/책임/제조DX.자동보정.MC자동보정팀" userId="2a5cfc74-1b1b-4414-b1fd-cb38d5c4422f" providerId="ADAL" clId="{0AE5E71B-6ED9-4666-BE12-251A3DC0F1C3}" dt="2025-12-16T09:56:05.776" v="890" actId="20577"/>
          <ac:graphicFrameMkLst>
            <pc:docMk/>
            <pc:sldMk cId="1796342565" sldId="309"/>
            <ac:graphicFrameMk id="4" creationId="{EB5481E2-6FB4-4FB7-EF5D-7D9B040C6E64}"/>
          </ac:graphicFrameMkLst>
        </pc:graphicFrameChg>
        <pc:graphicFrameChg chg="modGraphic">
          <ac:chgData name="함경호(KYUNG HO HAM)[kyungho.ham]/책임/제조DX.자동보정.MC자동보정팀" userId="2a5cfc74-1b1b-4414-b1fd-cb38d5c4422f" providerId="ADAL" clId="{0AE5E71B-6ED9-4666-BE12-251A3DC0F1C3}" dt="2025-12-16T09:55:22.370" v="888" actId="20577"/>
          <ac:graphicFrameMkLst>
            <pc:docMk/>
            <pc:sldMk cId="1796342565" sldId="309"/>
            <ac:graphicFrameMk id="5" creationId="{2369CE85-B89B-6E4A-6281-356F875EAE52}"/>
          </ac:graphicFrameMkLst>
        </pc:graphicFrameChg>
      </pc:sldChg>
      <pc:sldChg chg="modSp mod">
        <pc:chgData name="함경호(KYUNG HO HAM)[kyungho.ham]/책임/제조DX.자동보정.MC자동보정팀" userId="2a5cfc74-1b1b-4414-b1fd-cb38d5c4422f" providerId="ADAL" clId="{0AE5E71B-6ED9-4666-BE12-251A3DC0F1C3}" dt="2025-12-16T09:56:33.398" v="906" actId="20577"/>
        <pc:sldMkLst>
          <pc:docMk/>
          <pc:sldMk cId="2881803193" sldId="313"/>
        </pc:sldMkLst>
        <pc:spChg chg="mod">
          <ac:chgData name="함경호(KYUNG HO HAM)[kyungho.ham]/책임/제조DX.자동보정.MC자동보정팀" userId="2a5cfc74-1b1b-4414-b1fd-cb38d5c4422f" providerId="ADAL" clId="{0AE5E71B-6ED9-4666-BE12-251A3DC0F1C3}" dt="2025-12-16T09:56:33.398" v="906" actId="20577"/>
          <ac:spMkLst>
            <pc:docMk/>
            <pc:sldMk cId="2881803193" sldId="313"/>
            <ac:spMk id="8" creationId="{07A09189-3112-656C-AD07-D2D881F7CDA1}"/>
          </ac:spMkLst>
        </pc:spChg>
        <pc:graphicFrameChg chg="modGraphic">
          <ac:chgData name="함경호(KYUNG HO HAM)[kyungho.ham]/책임/제조DX.자동보정.MC자동보정팀" userId="2a5cfc74-1b1b-4414-b1fd-cb38d5c4422f" providerId="ADAL" clId="{0AE5E71B-6ED9-4666-BE12-251A3DC0F1C3}" dt="2025-12-16T09:56:29.703" v="902" actId="20577"/>
          <ac:graphicFrameMkLst>
            <pc:docMk/>
            <pc:sldMk cId="2881803193" sldId="313"/>
            <ac:graphicFrameMk id="4" creationId="{EB5481E2-6FB4-4FB7-EF5D-7D9B040C6E64}"/>
          </ac:graphicFrameMkLst>
        </pc:graphicFrameChg>
        <pc:graphicFrameChg chg="modGraphic">
          <ac:chgData name="함경호(KYUNG HO HAM)[kyungho.ham]/책임/제조DX.자동보정.MC자동보정팀" userId="2a5cfc74-1b1b-4414-b1fd-cb38d5c4422f" providerId="ADAL" clId="{0AE5E71B-6ED9-4666-BE12-251A3DC0F1C3}" dt="2025-12-16T09:56:24.129" v="896" actId="20577"/>
          <ac:graphicFrameMkLst>
            <pc:docMk/>
            <pc:sldMk cId="2881803193" sldId="313"/>
            <ac:graphicFrameMk id="5" creationId="{2369CE85-B89B-6E4A-6281-356F875EAE52}"/>
          </ac:graphicFrameMkLst>
        </pc:graphicFrameChg>
      </pc:sldChg>
      <pc:sldChg chg="modSp mod">
        <pc:chgData name="함경호(KYUNG HO HAM)[kyungho.ham]/책임/제조DX.자동보정.MC자동보정팀" userId="2a5cfc74-1b1b-4414-b1fd-cb38d5c4422f" providerId="ADAL" clId="{0AE5E71B-6ED9-4666-BE12-251A3DC0F1C3}" dt="2025-12-16T09:48:57.707" v="11" actId="20577"/>
        <pc:sldMkLst>
          <pc:docMk/>
          <pc:sldMk cId="538742533" sldId="2147482032"/>
        </pc:sldMkLst>
        <pc:spChg chg="mod">
          <ac:chgData name="함경호(KYUNG HO HAM)[kyungho.ham]/책임/제조DX.자동보정.MC자동보정팀" userId="2a5cfc74-1b1b-4414-b1fd-cb38d5c4422f" providerId="ADAL" clId="{0AE5E71B-6ED9-4666-BE12-251A3DC0F1C3}" dt="2025-12-16T09:48:57.707" v="11" actId="20577"/>
          <ac:spMkLst>
            <pc:docMk/>
            <pc:sldMk cId="538742533" sldId="2147482032"/>
            <ac:spMk id="39" creationId="{8765733F-73A2-81BD-BC8C-3BE9F9D5F6AE}"/>
          </ac:spMkLst>
        </pc:spChg>
        <pc:graphicFrameChg chg="modGraphic">
          <ac:chgData name="함경호(KYUNG HO HAM)[kyungho.ham]/책임/제조DX.자동보정.MC자동보정팀" userId="2a5cfc74-1b1b-4414-b1fd-cb38d5c4422f" providerId="ADAL" clId="{0AE5E71B-6ED9-4666-BE12-251A3DC0F1C3}" dt="2025-12-16T09:48:49.715" v="7" actId="20577"/>
          <ac:graphicFrameMkLst>
            <pc:docMk/>
            <pc:sldMk cId="538742533" sldId="2147482032"/>
            <ac:graphicFrameMk id="2" creationId="{EDD7634A-5B1A-0AA9-D4B2-0C9DB54DC62D}"/>
          </ac:graphicFrameMkLst>
        </pc:graphicFrameChg>
        <pc:graphicFrameChg chg="modGraphic">
          <ac:chgData name="함경호(KYUNG HO HAM)[kyungho.ham]/책임/제조DX.자동보정.MC자동보정팀" userId="2a5cfc74-1b1b-4414-b1fd-cb38d5c4422f" providerId="ADAL" clId="{0AE5E71B-6ED9-4666-BE12-251A3DC0F1C3}" dt="2025-12-16T09:48:45.236" v="5" actId="20577"/>
          <ac:graphicFrameMkLst>
            <pc:docMk/>
            <pc:sldMk cId="538742533" sldId="2147482032"/>
            <ac:graphicFrameMk id="7" creationId="{F7A6BBF7-8871-322E-E6B8-FB752E7001C2}"/>
          </ac:graphicFrameMkLst>
        </pc:graphicFrameChg>
      </pc:sldChg>
      <pc:sldChg chg="modSp mod">
        <pc:chgData name="함경호(KYUNG HO HAM)[kyungho.ham]/책임/제조DX.자동보정.MC자동보정팀" userId="2a5cfc74-1b1b-4414-b1fd-cb38d5c4422f" providerId="ADAL" clId="{0AE5E71B-6ED9-4666-BE12-251A3DC0F1C3}" dt="2025-12-16T09:49:19.266" v="21" actId="20577"/>
        <pc:sldMkLst>
          <pc:docMk/>
          <pc:sldMk cId="2934317814" sldId="2147483612"/>
        </pc:sldMkLst>
        <pc:spChg chg="mod">
          <ac:chgData name="함경호(KYUNG HO HAM)[kyungho.ham]/책임/제조DX.자동보정.MC자동보정팀" userId="2a5cfc74-1b1b-4414-b1fd-cb38d5c4422f" providerId="ADAL" clId="{0AE5E71B-6ED9-4666-BE12-251A3DC0F1C3}" dt="2025-12-16T09:49:19.266" v="21" actId="20577"/>
          <ac:spMkLst>
            <pc:docMk/>
            <pc:sldMk cId="2934317814" sldId="2147483612"/>
            <ac:spMk id="37" creationId="{F06A6308-D199-E0C9-63F4-0C9EB0AE3FB7}"/>
          </ac:spMkLst>
        </pc:spChg>
        <pc:graphicFrameChg chg="modGraphic">
          <ac:chgData name="함경호(KYUNG HO HAM)[kyungho.ham]/책임/제조DX.자동보정.MC자동보정팀" userId="2a5cfc74-1b1b-4414-b1fd-cb38d5c4422f" providerId="ADAL" clId="{0AE5E71B-6ED9-4666-BE12-251A3DC0F1C3}" dt="2025-12-16T09:49:12.313" v="17" actId="20577"/>
          <ac:graphicFrameMkLst>
            <pc:docMk/>
            <pc:sldMk cId="2934317814" sldId="2147483612"/>
            <ac:graphicFrameMk id="7" creationId="{874F4904-490C-92A6-9694-09DC8FF3045A}"/>
          </ac:graphicFrameMkLst>
        </pc:graphicFrameChg>
        <pc:graphicFrameChg chg="modGraphic">
          <ac:chgData name="함경호(KYUNG HO HAM)[kyungho.ham]/책임/제조DX.자동보정.MC자동보정팀" userId="2a5cfc74-1b1b-4414-b1fd-cb38d5c4422f" providerId="ADAL" clId="{0AE5E71B-6ED9-4666-BE12-251A3DC0F1C3}" dt="2025-12-16T09:49:05.566" v="13" actId="20577"/>
          <ac:graphicFrameMkLst>
            <pc:docMk/>
            <pc:sldMk cId="2934317814" sldId="2147483612"/>
            <ac:graphicFrameMk id="10" creationId="{BEDE071C-F35F-E4A4-7A2B-D5E251FB36C4}"/>
          </ac:graphicFrameMkLst>
        </pc:graphicFrameChg>
      </pc:sldChg>
      <pc:sldChg chg="modSp mod">
        <pc:chgData name="함경호(KYUNG HO HAM)[kyungho.ham]/책임/제조DX.자동보정.MC자동보정팀" userId="2a5cfc74-1b1b-4414-b1fd-cb38d5c4422f" providerId="ADAL" clId="{0AE5E71B-6ED9-4666-BE12-251A3DC0F1C3}" dt="2025-12-16T10:01:38.432" v="1391" actId="207"/>
        <pc:sldMkLst>
          <pc:docMk/>
          <pc:sldMk cId="3761653059" sldId="2147483638"/>
        </pc:sldMkLst>
        <pc:spChg chg="mod">
          <ac:chgData name="함경호(KYUNG HO HAM)[kyungho.ham]/책임/제조DX.자동보정.MC자동보정팀" userId="2a5cfc74-1b1b-4414-b1fd-cb38d5c4422f" providerId="ADAL" clId="{0AE5E71B-6ED9-4666-BE12-251A3DC0F1C3}" dt="2025-12-16T10:01:38.432" v="1391" actId="207"/>
          <ac:spMkLst>
            <pc:docMk/>
            <pc:sldMk cId="3761653059" sldId="2147483638"/>
            <ac:spMk id="24" creationId="{68298820-7D85-A6ED-9D53-48660883B2D3}"/>
          </ac:spMkLst>
        </pc:spChg>
      </pc:sldChg>
    </pc:docChg>
  </pc:docChgLst>
  <pc:docChgLst>
    <pc:chgData name="최창락(choichanglak)[changlac]/사원/제조지능화.자동보정.로직개발팀" userId="1ed21ad3-e86e-496d-af55-ebad51ff093c" providerId="ADAL" clId="{BB2956CC-AB1D-473B-A528-3F12F78E9DEC}"/>
    <pc:docChg chg="undo custSel modSld">
      <pc:chgData name="최창락(choichanglak)[changlac]/사원/제조지능화.자동보정.로직개발팀" userId="1ed21ad3-e86e-496d-af55-ebad51ff093c" providerId="ADAL" clId="{BB2956CC-AB1D-473B-A528-3F12F78E9DEC}" dt="2025-11-26T08:35:32.402" v="3955" actId="20577"/>
      <pc:docMkLst>
        <pc:docMk/>
      </pc:docMkLst>
      <pc:sldChg chg="modSp">
        <pc:chgData name="최창락(choichanglak)[changlac]/사원/제조지능화.자동보정.로직개발팀" userId="1ed21ad3-e86e-496d-af55-ebad51ff093c" providerId="ADAL" clId="{BB2956CC-AB1D-473B-A528-3F12F78E9DEC}" dt="2025-11-25T10:15:17.774" v="1364" actId="20577"/>
        <pc:sldMkLst>
          <pc:docMk/>
          <pc:sldMk cId="2465961435" sldId="291"/>
        </pc:sldMkLst>
        <pc:graphicFrameChg chg="modGraphic">
          <ac:chgData name="최창락(choichanglak)[changlac]/사원/제조지능화.자동보정.로직개발팀" userId="1ed21ad3-e86e-496d-af55-ebad51ff093c" providerId="ADAL" clId="{BB2956CC-AB1D-473B-A528-3F12F78E9DEC}" dt="2025-11-25T10:15:08.336" v="1361" actId="20577"/>
          <ac:graphicFrameMkLst>
            <pc:docMk/>
            <pc:sldMk cId="2465961435" sldId="291"/>
            <ac:graphicFrameMk id="10" creationId="{54EC1127-A89A-4C51-957D-94DC118FA136}"/>
          </ac:graphicFrameMkLst>
        </pc:graphicFrameChg>
        <pc:graphicFrameChg chg="modGraphic">
          <ac:chgData name="최창락(choichanglak)[changlac]/사원/제조지능화.자동보정.로직개발팀" userId="1ed21ad3-e86e-496d-af55-ebad51ff093c" providerId="ADAL" clId="{BB2956CC-AB1D-473B-A528-3F12F78E9DEC}" dt="2025-11-25T10:15:17.774" v="1364" actId="20577"/>
          <ac:graphicFrameMkLst>
            <pc:docMk/>
            <pc:sldMk cId="2465961435" sldId="291"/>
            <ac:graphicFrameMk id="15" creationId="{56C6C784-9623-D56F-0A63-21AD1243A0C1}"/>
          </ac:graphicFrameMkLst>
        </pc:graphicFrameChg>
      </pc:sldChg>
      <pc:sldChg chg="modSp">
        <pc:chgData name="최창락(choichanglak)[changlac]/사원/제조지능화.자동보정.로직개발팀" userId="1ed21ad3-e86e-496d-af55-ebad51ff093c" providerId="ADAL" clId="{BB2956CC-AB1D-473B-A528-3F12F78E9DEC}" dt="2025-11-25T10:14:53.823" v="1359" actId="20577"/>
        <pc:sldMkLst>
          <pc:docMk/>
          <pc:sldMk cId="131521753" sldId="302"/>
        </pc:sldMkLst>
        <pc:spChg chg="mod">
          <ac:chgData name="최창락(choichanglak)[changlac]/사원/제조지능화.자동보정.로직개발팀" userId="1ed21ad3-e86e-496d-af55-ebad51ff093c" providerId="ADAL" clId="{BB2956CC-AB1D-473B-A528-3F12F78E9DEC}" dt="2025-11-25T10:14:53.823" v="1359" actId="20577"/>
          <ac:spMkLst>
            <pc:docMk/>
            <pc:sldMk cId="131521753" sldId="302"/>
            <ac:spMk id="8" creationId="{07A09189-3112-656C-AD07-D2D881F7CDA1}"/>
          </ac:spMkLst>
        </pc:spChg>
        <pc:graphicFrameChg chg="modGraphic">
          <ac:chgData name="최창락(choichanglak)[changlac]/사원/제조지능화.자동보정.로직개발팀" userId="1ed21ad3-e86e-496d-af55-ebad51ff093c" providerId="ADAL" clId="{BB2956CC-AB1D-473B-A528-3F12F78E9DEC}" dt="2025-11-25T10:14:49.325" v="1357" actId="20577"/>
          <ac:graphicFrameMkLst>
            <pc:docMk/>
            <pc:sldMk cId="131521753" sldId="302"/>
            <ac:graphicFrameMk id="4" creationId="{EB5481E2-6FB4-4FB7-EF5D-7D9B040C6E64}"/>
          </ac:graphicFrameMkLst>
        </pc:graphicFrameChg>
        <pc:graphicFrameChg chg="mod">
          <ac:chgData name="최창락(choichanglak)[changlac]/사원/제조지능화.자동보정.로직개발팀" userId="1ed21ad3-e86e-496d-af55-ebad51ff093c" providerId="ADAL" clId="{BB2956CC-AB1D-473B-A528-3F12F78E9DEC}" dt="2025-11-25T10:14:47.117" v="1356"/>
          <ac:graphicFrameMkLst>
            <pc:docMk/>
            <pc:sldMk cId="131521753" sldId="302"/>
            <ac:graphicFrameMk id="5" creationId="{2369CE85-B89B-6E4A-6281-356F875EAE52}"/>
          </ac:graphicFrameMkLst>
        </pc:graphicFrameChg>
      </pc:sldChg>
      <pc:sldChg chg="modSp">
        <pc:chgData name="최창락(choichanglak)[changlac]/사원/제조지능화.자동보정.로직개발팀" userId="1ed21ad3-e86e-496d-af55-ebad51ff093c" providerId="ADAL" clId="{BB2956CC-AB1D-473B-A528-3F12F78E9DEC}" dt="2025-11-25T10:16:22.401" v="1377" actId="14100"/>
        <pc:sldMkLst>
          <pc:docMk/>
          <pc:sldMk cId="2352087536" sldId="305"/>
        </pc:sldMkLst>
        <pc:spChg chg="mod">
          <ac:chgData name="최창락(choichanglak)[changlac]/사원/제조지능화.자동보정.로직개발팀" userId="1ed21ad3-e86e-496d-af55-ebad51ff093c" providerId="ADAL" clId="{BB2956CC-AB1D-473B-A528-3F12F78E9DEC}" dt="2025-11-25T10:14:58.289" v="1360" actId="20577"/>
          <ac:spMkLst>
            <pc:docMk/>
            <pc:sldMk cId="2352087536" sldId="305"/>
            <ac:spMk id="8" creationId="{07A09189-3112-656C-AD07-D2D881F7CDA1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33" creationId="{D7E33960-BF57-4893-A6B1-41E74826788C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34" creationId="{68B1C32A-3343-4E14-BDB2-A33F4348F06A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44" creationId="{E0B8BC3D-9370-4B2E-9F17-2F93BEF76DC8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45" creationId="{DBD9612B-C8A2-4536-A2FD-6480F61D3E21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46" creationId="{C9E9EAC3-A4F1-4C9B-814E-8F0B1870EA7A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47" creationId="{A1B728B4-724C-414C-94FC-948F0DAA0857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63" creationId="{1709A93F-19EC-492B-BB1F-0A0B6E15D8F8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65" creationId="{BC246B95-2512-4D75-B370-C4D5E4C12B92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79" creationId="{E3794989-1E85-4BC7-B173-781B8E9576ED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82" creationId="{147C26BB-449D-4C5D-B432-D5F12235447E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83" creationId="{A44DACB3-1C6C-4F02-908A-BC5C4745DF30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84" creationId="{13029875-4D5B-4B1F-8FC3-89DC88A6A9AE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85" creationId="{DDBBC9C6-4E19-4490-A89B-5CBD1C67C772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86" creationId="{11BFD62F-C216-44F4-B36C-01BAA698B2EB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87" creationId="{40D6D3D1-8B6C-4CC8-830E-403CA5F000B8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89" creationId="{8D27B1C6-8214-4FFD-AEC4-3C392A9B70CC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90" creationId="{E627EAC9-5128-4F1F-8EEA-ADA8718CAD0F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91" creationId="{00D03894-0F56-48C2-85A1-3D9CD3303374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104" creationId="{504AEBB9-0316-4211-89ED-CBB70BC9A8D1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105" creationId="{2D10106D-6CF2-4525-86AD-E057F37994F6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106" creationId="{E140A789-54F1-4107-B0F5-0D6B0DD620B6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107" creationId="{08786F8B-E847-447E-A45B-9BB6D0B9CAD4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108" creationId="{661CCB81-B71A-4499-8455-537E76BD6E6F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110" creationId="{A171BE7C-09B6-494B-B014-EFD62215132C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111" creationId="{051373F4-CE6F-44A4-BF53-AA9E101AE655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112" creationId="{FBB0D41B-DBB2-42A5-BEA9-0BDD4ADF5935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122" creationId="{6699A135-D28A-4955-9831-129D0F0233CB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123" creationId="{E7B310D5-23B7-4A7A-8D31-A4E61158A92F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124" creationId="{FB924D78-4E63-4F75-9D3D-E949666386F2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125" creationId="{4DC2C447-D5D6-4EEF-8B4E-6F8C321B2B16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127" creationId="{8CB13DB1-4D68-476D-B5DF-5E1FD53421F3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128" creationId="{0E733A43-5F91-457C-A83E-26A72876B556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129" creationId="{EF68B9EE-A0BE-4FF7-93DB-428F8D9216E5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130" creationId="{1E51BB94-E76F-4C5D-BD56-0398A0E140BA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131" creationId="{981AADA4-715D-4411-858D-178699BAA2DF}"/>
          </ac:spMkLst>
        </pc:spChg>
        <pc:sp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spMkLst>
            <pc:docMk/>
            <pc:sldMk cId="2352087536" sldId="305"/>
            <ac:spMk id="132" creationId="{BE4F8406-FD98-4A9C-B5C2-162C0CDC1E99}"/>
          </ac:spMkLst>
        </pc:spChg>
        <pc:graphicFrameChg chg="modGraphic">
          <ac:chgData name="최창락(choichanglak)[changlac]/사원/제조지능화.자동보정.로직개발팀" userId="1ed21ad3-e86e-496d-af55-ebad51ff093c" providerId="ADAL" clId="{BB2956CC-AB1D-473B-A528-3F12F78E9DEC}" dt="2025-11-25T10:04:36.943" v="888" actId="20577"/>
          <ac:graphicFrameMkLst>
            <pc:docMk/>
            <pc:sldMk cId="2352087536" sldId="305"/>
            <ac:graphicFrameMk id="4" creationId="{EB5481E2-6FB4-4FB7-EF5D-7D9B040C6E64}"/>
          </ac:graphicFrameMkLst>
        </pc:graphicFrameChg>
        <pc:graphicFrameChg chg="mod modGraphic">
          <ac:chgData name="최창락(choichanglak)[changlac]/사원/제조지능화.자동보정.로직개발팀" userId="1ed21ad3-e86e-496d-af55-ebad51ff093c" providerId="ADAL" clId="{BB2956CC-AB1D-473B-A528-3F12F78E9DEC}" dt="2025-11-25T10:16:22.401" v="1377" actId="14100"/>
          <ac:graphicFrameMkLst>
            <pc:docMk/>
            <pc:sldMk cId="2352087536" sldId="305"/>
            <ac:graphicFrameMk id="5" creationId="{2369CE85-B89B-6E4A-6281-356F875EAE52}"/>
          </ac:graphicFrameMkLst>
        </pc:graphicFrame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25" creationId="{7FF139EF-8002-44DD-BBD7-671569953F06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28" creationId="{874C1245-EFD5-447F-B0D2-99D7130098D4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64" creationId="{C4AD90E9-E9D0-4CC5-BAAC-62821E77491D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88" creationId="{62746DD8-DB2E-4C21-A7CA-DFCC1ED18677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92" creationId="{206FC9F5-D72D-422B-9D18-3FD2B8DE0718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93" creationId="{5A1C7A53-2249-4C15-9937-DAC71844BC39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94" creationId="{5F864CC8-AC5A-4BCB-9C4E-8BC7F4C70AA0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95" creationId="{D79F142B-5E40-442B-BE25-41A651E3FC3C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96" creationId="{D062254C-B04D-4911-A40E-F1AAE6D6D5F5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97" creationId="{D868BDDB-0D1D-4CF7-88B5-462969BE72A6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98" creationId="{64F704C0-D289-450C-B671-65F8CBCC2014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109" creationId="{050F8CD8-BE42-48C2-8137-4DA1A3AEFAD3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113" creationId="{D14B76E7-1207-4166-8D6D-606222A1EFE7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114" creationId="{7C69CC07-B356-463D-8BFB-9F8EA405F925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115" creationId="{A2044250-3FF1-405D-BC92-CC172BD9DBC8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116" creationId="{C9B46E37-A94E-44D6-8186-6502DEE2FE6E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117" creationId="{C88424B6-F7F1-47D4-836C-2A52D15F5214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118" creationId="{80878DE2-C7B7-4304-AC94-F4D6A336AAD2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119" creationId="{8D344F61-D3BF-4AA6-8010-0D6EF2E418B2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120" creationId="{8E607018-54BD-4076-9D4C-5C7273CEC3A3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121" creationId="{89303277-B60B-4277-B56F-39AE14116184}"/>
          </ac:cxnSpMkLst>
        </pc:cxnChg>
        <pc:cxnChg chg="mod">
          <ac:chgData name="최창락(choichanglak)[changlac]/사원/제조지능화.자동보정.로직개발팀" userId="1ed21ad3-e86e-496d-af55-ebad51ff093c" providerId="ADAL" clId="{BB2956CC-AB1D-473B-A528-3F12F78E9DEC}" dt="2025-11-25T10:16:17.296" v="1376" actId="1036"/>
          <ac:cxnSpMkLst>
            <pc:docMk/>
            <pc:sldMk cId="2352087536" sldId="305"/>
            <ac:cxnSpMk id="126" creationId="{E412C3A0-8C1C-4D54-AC05-C51F7FCE8958}"/>
          </ac:cxnSpMkLst>
        </pc:cxnChg>
      </pc:sldChg>
      <pc:sldChg chg="modSp">
        <pc:chgData name="최창락(choichanglak)[changlac]/사원/제조지능화.자동보정.로직개발팀" userId="1ed21ad3-e86e-496d-af55-ebad51ff093c" providerId="ADAL" clId="{BB2956CC-AB1D-473B-A528-3F12F78E9DEC}" dt="2025-11-25T10:15:28.305" v="1368" actId="20577"/>
        <pc:sldMkLst>
          <pc:docMk/>
          <pc:sldMk cId="3612351290" sldId="2147483553"/>
        </pc:sldMkLst>
        <pc:graphicFrameChg chg="modGraphic">
          <ac:chgData name="최창락(choichanglak)[changlac]/사원/제조지능화.자동보정.로직개발팀" userId="1ed21ad3-e86e-496d-af55-ebad51ff093c" providerId="ADAL" clId="{BB2956CC-AB1D-473B-A528-3F12F78E9DEC}" dt="2025-11-25T10:15:24.555" v="1366" actId="20577"/>
          <ac:graphicFrameMkLst>
            <pc:docMk/>
            <pc:sldMk cId="3612351290" sldId="2147483553"/>
            <ac:graphicFrameMk id="10" creationId="{54EC1127-A89A-4C51-957D-94DC118FA136}"/>
          </ac:graphicFrameMkLst>
        </pc:graphicFrameChg>
        <pc:graphicFrameChg chg="modGraphic">
          <ac:chgData name="최창락(choichanglak)[changlac]/사원/제조지능화.자동보정.로직개발팀" userId="1ed21ad3-e86e-496d-af55-ebad51ff093c" providerId="ADAL" clId="{BB2956CC-AB1D-473B-A528-3F12F78E9DEC}" dt="2025-11-25T10:15:21.430" v="1365" actId="20577"/>
          <ac:graphicFrameMkLst>
            <pc:docMk/>
            <pc:sldMk cId="3612351290" sldId="2147483553"/>
            <ac:graphicFrameMk id="15" creationId="{56C6C784-9623-D56F-0A63-21AD1243A0C1}"/>
          </ac:graphicFrameMkLst>
        </pc:graphicFrameChg>
      </pc:sldChg>
      <pc:sldChg chg="modSp">
        <pc:chgData name="최창락(choichanglak)[changlac]/사원/제조지능화.자동보정.로직개발팀" userId="1ed21ad3-e86e-496d-af55-ebad51ff093c" providerId="ADAL" clId="{BB2956CC-AB1D-473B-A528-3F12F78E9DEC}" dt="2025-11-26T08:30:13.982" v="2928" actId="20577"/>
        <pc:sldMkLst>
          <pc:docMk/>
          <pc:sldMk cId="1194096424" sldId="2147483640"/>
        </pc:sldMkLst>
        <pc:spChg chg="mod">
          <ac:chgData name="최창락(choichanglak)[changlac]/사원/제조지능화.자동보정.로직개발팀" userId="1ed21ad3-e86e-496d-af55-ebad51ff093c" providerId="ADAL" clId="{BB2956CC-AB1D-473B-A528-3F12F78E9DEC}" dt="2025-11-25T10:18:48.657" v="1783" actId="20577"/>
          <ac:spMkLst>
            <pc:docMk/>
            <pc:sldMk cId="1194096424" sldId="2147483640"/>
            <ac:spMk id="8" creationId="{762E3F0D-300B-4D34-A940-DB28B406F838}"/>
          </ac:spMkLst>
        </pc:spChg>
        <pc:graphicFrameChg chg="modGraphic">
          <ac:chgData name="최창락(choichanglak)[changlac]/사원/제조지능화.자동보정.로직개발팀" userId="1ed21ad3-e86e-496d-af55-ebad51ff093c" providerId="ADAL" clId="{BB2956CC-AB1D-473B-A528-3F12F78E9DEC}" dt="2025-11-25T10:18:45.313" v="1781" actId="20577"/>
          <ac:graphicFrameMkLst>
            <pc:docMk/>
            <pc:sldMk cId="1194096424" sldId="2147483640"/>
            <ac:graphicFrameMk id="3" creationId="{3E86696F-E35A-4B06-9B46-63A4A6A986C1}"/>
          </ac:graphicFrameMkLst>
        </pc:graphicFrameChg>
        <pc:graphicFrameChg chg="mod modGraphic">
          <ac:chgData name="최창락(choichanglak)[changlac]/사원/제조지능화.자동보정.로직개발팀" userId="1ed21ad3-e86e-496d-af55-ebad51ff093c" providerId="ADAL" clId="{BB2956CC-AB1D-473B-A528-3F12F78E9DEC}" dt="2025-11-26T08:30:13.982" v="2928" actId="20577"/>
          <ac:graphicFrameMkLst>
            <pc:docMk/>
            <pc:sldMk cId="1194096424" sldId="2147483640"/>
            <ac:graphicFrameMk id="14" creationId="{F7BF916D-8A9E-4800-92E6-357BE08183D6}"/>
          </ac:graphicFrameMkLst>
        </pc:graphicFrameChg>
      </pc:sldChg>
    </pc:docChg>
  </pc:docChgLst>
  <pc:docChgLst>
    <pc:chgData name="이상용(SANGYONG LEE)[lsy0500]/선임/제조DX.자동보정.RSND자동보정팀" userId="6e1e2dff-ff3a-45ae-b062-b7c6f0b8ce1b" providerId="ADAL" clId="{C2410D51-7479-4C09-B718-304E0E1742D6}"/>
    <pc:docChg chg="custSel addSld modSld sldOrd">
      <pc:chgData name="이상용(SANGYONG LEE)[lsy0500]/선임/제조DX.자동보정.RSND자동보정팀" userId="6e1e2dff-ff3a-45ae-b062-b7c6f0b8ce1b" providerId="ADAL" clId="{C2410D51-7479-4C09-B718-304E0E1742D6}" dt="2025-11-20T04:42:33.581" v="135" actId="20577"/>
      <pc:docMkLst>
        <pc:docMk/>
      </pc:docMkLst>
      <pc:sldChg chg="modSp mod">
        <pc:chgData name="이상용(SANGYONG LEE)[lsy0500]/선임/제조DX.자동보정.RSND자동보정팀" userId="6e1e2dff-ff3a-45ae-b062-b7c6f0b8ce1b" providerId="ADAL" clId="{C2410D51-7479-4C09-B718-304E0E1742D6}" dt="2025-11-20T04:42:33.581" v="135" actId="20577"/>
        <pc:sldMkLst>
          <pc:docMk/>
          <pc:sldMk cId="664710437" sldId="258"/>
        </pc:sldMkLst>
        <pc:spChg chg="mod">
          <ac:chgData name="이상용(SANGYONG LEE)[lsy0500]/선임/제조DX.자동보정.RSND자동보정팀" userId="6e1e2dff-ff3a-45ae-b062-b7c6f0b8ce1b" providerId="ADAL" clId="{C2410D51-7479-4C09-B718-304E0E1742D6}" dt="2025-11-19T00:36:21.492" v="5" actId="20577"/>
          <ac:spMkLst>
            <pc:docMk/>
            <pc:sldMk cId="664710437" sldId="258"/>
            <ac:spMk id="5" creationId="{8823653C-1E4C-2AB3-B2C7-17A96027CDF5}"/>
          </ac:spMkLst>
        </pc:spChg>
        <pc:graphicFrameChg chg="mod modGraphic">
          <ac:chgData name="이상용(SANGYONG LEE)[lsy0500]/선임/제조DX.자동보정.RSND자동보정팀" userId="6e1e2dff-ff3a-45ae-b062-b7c6f0b8ce1b" providerId="ADAL" clId="{C2410D51-7479-4C09-B718-304E0E1742D6}" dt="2025-11-20T04:42:33.581" v="135" actId="20577"/>
          <ac:graphicFrameMkLst>
            <pc:docMk/>
            <pc:sldMk cId="664710437" sldId="258"/>
            <ac:graphicFrameMk id="16" creationId="{721D71E9-3437-A6BF-DC12-E6C5B9BEBCB8}"/>
          </ac:graphicFrameMkLst>
        </pc:graphicFrameChg>
      </pc:sldChg>
      <pc:sldChg chg="modSp mod">
        <pc:chgData name="이상용(SANGYONG LEE)[lsy0500]/선임/제조DX.자동보정.RSND자동보정팀" userId="6e1e2dff-ff3a-45ae-b062-b7c6f0b8ce1b" providerId="ADAL" clId="{C2410D51-7479-4C09-B718-304E0E1742D6}" dt="2025-11-20T04:40:54.176" v="66" actId="20577"/>
        <pc:sldMkLst>
          <pc:docMk/>
          <pc:sldMk cId="2887664435" sldId="259"/>
        </pc:sldMkLst>
        <pc:spChg chg="mod">
          <ac:chgData name="이상용(SANGYONG LEE)[lsy0500]/선임/제조DX.자동보정.RSND자동보정팀" userId="6e1e2dff-ff3a-45ae-b062-b7c6f0b8ce1b" providerId="ADAL" clId="{C2410D51-7479-4C09-B718-304E0E1742D6}" dt="2025-11-19T00:36:39.629" v="7" actId="20577"/>
          <ac:spMkLst>
            <pc:docMk/>
            <pc:sldMk cId="2887664435" sldId="259"/>
            <ac:spMk id="4" creationId="{A9BE7D0E-27E2-8ED3-3804-CADA944DD40A}"/>
          </ac:spMkLst>
        </pc:spChg>
        <pc:spChg chg="mod">
          <ac:chgData name="이상용(SANGYONG LEE)[lsy0500]/선임/제조DX.자동보정.RSND자동보정팀" userId="6e1e2dff-ff3a-45ae-b062-b7c6f0b8ce1b" providerId="ADAL" clId="{C2410D51-7479-4C09-B718-304E0E1742D6}" dt="2025-11-19T00:47:06.737" v="29" actId="20577"/>
          <ac:spMkLst>
            <pc:docMk/>
            <pc:sldMk cId="2887664435" sldId="259"/>
            <ac:spMk id="8" creationId="{296D7612-2C72-08F3-5924-8DC5FC170A2C}"/>
          </ac:spMkLst>
        </pc:spChg>
        <pc:graphicFrameChg chg="mod modGraphic">
          <ac:chgData name="이상용(SANGYONG LEE)[lsy0500]/선임/제조DX.자동보정.RSND자동보정팀" userId="6e1e2dff-ff3a-45ae-b062-b7c6f0b8ce1b" providerId="ADAL" clId="{C2410D51-7479-4C09-B718-304E0E1742D6}" dt="2025-11-20T04:40:54.176" v="66" actId="20577"/>
          <ac:graphicFrameMkLst>
            <pc:docMk/>
            <pc:sldMk cId="2887664435" sldId="259"/>
            <ac:graphicFrameMk id="3" creationId="{09782DC6-7820-E46A-976F-513B35163C74}"/>
          </ac:graphicFrameMkLst>
        </pc:graphicFrameChg>
      </pc:sldChg>
      <pc:sldChg chg="modSp add">
        <pc:chgData name="이상용(SANGYONG LEE)[lsy0500]/선임/제조DX.자동보정.RSND자동보정팀" userId="6e1e2dff-ff3a-45ae-b062-b7c6f0b8ce1b" providerId="ADAL" clId="{C2410D51-7479-4C09-B718-304E0E1742D6}" dt="2025-11-19T00:42:46.523" v="25" actId="1035"/>
        <pc:sldMkLst>
          <pc:docMk/>
          <pc:sldMk cId="912516758" sldId="270"/>
        </pc:sldMkLst>
        <pc:spChg chg="mod">
          <ac:chgData name="이상용(SANGYONG LEE)[lsy0500]/선임/제조DX.자동보정.RSND자동보정팀" userId="6e1e2dff-ff3a-45ae-b062-b7c6f0b8ce1b" providerId="ADAL" clId="{C2410D51-7479-4C09-B718-304E0E1742D6}" dt="2025-11-19T00:42:46.523" v="25" actId="1035"/>
          <ac:spMkLst>
            <pc:docMk/>
            <pc:sldMk cId="912516758" sldId="270"/>
            <ac:spMk id="18" creationId="{B4BE55EA-0D71-0F00-25B7-AE2E18E707C8}"/>
          </ac:spMkLst>
        </pc:spChg>
        <pc:spChg chg="mod">
          <ac:chgData name="이상용(SANGYONG LEE)[lsy0500]/선임/제조DX.자동보정.RSND자동보정팀" userId="6e1e2dff-ff3a-45ae-b062-b7c6f0b8ce1b" providerId="ADAL" clId="{C2410D51-7479-4C09-B718-304E0E1742D6}" dt="2025-11-19T00:42:46.523" v="25" actId="1035"/>
          <ac:spMkLst>
            <pc:docMk/>
            <pc:sldMk cId="912516758" sldId="270"/>
            <ac:spMk id="26" creationId="{69CB58DA-7AB9-C727-3353-388AE60A4DDF}"/>
          </ac:spMkLst>
        </pc:spChg>
        <pc:spChg chg="mod">
          <ac:chgData name="이상용(SANGYONG LEE)[lsy0500]/선임/제조DX.자동보정.RSND자동보정팀" userId="6e1e2dff-ff3a-45ae-b062-b7c6f0b8ce1b" providerId="ADAL" clId="{C2410D51-7479-4C09-B718-304E0E1742D6}" dt="2025-11-19T00:42:46.523" v="25" actId="1035"/>
          <ac:spMkLst>
            <pc:docMk/>
            <pc:sldMk cId="912516758" sldId="270"/>
            <ac:spMk id="27" creationId="{ABCF75F1-514C-5F61-D294-B4626E90847A}"/>
          </ac:spMkLst>
        </pc:spChg>
        <pc:spChg chg="mod">
          <ac:chgData name="이상용(SANGYONG LEE)[lsy0500]/선임/제조DX.자동보정.RSND자동보정팀" userId="6e1e2dff-ff3a-45ae-b062-b7c6f0b8ce1b" providerId="ADAL" clId="{C2410D51-7479-4C09-B718-304E0E1742D6}" dt="2025-11-19T00:42:46.523" v="25" actId="1035"/>
          <ac:spMkLst>
            <pc:docMk/>
            <pc:sldMk cId="912516758" sldId="270"/>
            <ac:spMk id="33" creationId="{F7CD5B66-75B5-34D1-133D-BE0C8D6DDCF3}"/>
          </ac:spMkLst>
        </pc:spChg>
        <pc:spChg chg="mod">
          <ac:chgData name="이상용(SANGYONG LEE)[lsy0500]/선임/제조DX.자동보정.RSND자동보정팀" userId="6e1e2dff-ff3a-45ae-b062-b7c6f0b8ce1b" providerId="ADAL" clId="{C2410D51-7479-4C09-B718-304E0E1742D6}" dt="2025-11-19T00:42:46.523" v="25" actId="1035"/>
          <ac:spMkLst>
            <pc:docMk/>
            <pc:sldMk cId="912516758" sldId="270"/>
            <ac:spMk id="35" creationId="{27E3E05F-05DD-591E-843A-F2BD543A22D9}"/>
          </ac:spMkLst>
        </pc:spChg>
        <pc:spChg chg="mod">
          <ac:chgData name="이상용(SANGYONG LEE)[lsy0500]/선임/제조DX.자동보정.RSND자동보정팀" userId="6e1e2dff-ff3a-45ae-b062-b7c6f0b8ce1b" providerId="ADAL" clId="{C2410D51-7479-4C09-B718-304E0E1742D6}" dt="2025-11-19T00:42:46.523" v="25" actId="1035"/>
          <ac:spMkLst>
            <pc:docMk/>
            <pc:sldMk cId="912516758" sldId="270"/>
            <ac:spMk id="40" creationId="{69D74F42-62A6-2237-B75F-73D2C7EAC5CF}"/>
          </ac:spMkLst>
        </pc:spChg>
        <pc:spChg chg="mod">
          <ac:chgData name="이상용(SANGYONG LEE)[lsy0500]/선임/제조DX.자동보정.RSND자동보정팀" userId="6e1e2dff-ff3a-45ae-b062-b7c6f0b8ce1b" providerId="ADAL" clId="{C2410D51-7479-4C09-B718-304E0E1742D6}" dt="2025-11-19T00:42:46.523" v="25" actId="1035"/>
          <ac:spMkLst>
            <pc:docMk/>
            <pc:sldMk cId="912516758" sldId="270"/>
            <ac:spMk id="45" creationId="{D1BAC83B-A03D-84F8-9F5B-A93A605DE423}"/>
          </ac:spMkLst>
        </pc:spChg>
        <pc:grpChg chg="mod">
          <ac:chgData name="이상용(SANGYONG LEE)[lsy0500]/선임/제조DX.자동보정.RSND자동보정팀" userId="6e1e2dff-ff3a-45ae-b062-b7c6f0b8ce1b" providerId="ADAL" clId="{C2410D51-7479-4C09-B718-304E0E1742D6}" dt="2025-11-19T00:42:46.523" v="25" actId="1035"/>
          <ac:grpSpMkLst>
            <pc:docMk/>
            <pc:sldMk cId="912516758" sldId="270"/>
            <ac:grpSpMk id="25" creationId="{891C54F9-C8DC-F721-31EA-E66DFA16AD79}"/>
          </ac:grpSpMkLst>
        </pc:grpChg>
        <pc:grpChg chg="mod">
          <ac:chgData name="이상용(SANGYONG LEE)[lsy0500]/선임/제조DX.자동보정.RSND자동보정팀" userId="6e1e2dff-ff3a-45ae-b062-b7c6f0b8ce1b" providerId="ADAL" clId="{C2410D51-7479-4C09-B718-304E0E1742D6}" dt="2025-11-19T00:42:46.523" v="25" actId="1035"/>
          <ac:grpSpMkLst>
            <pc:docMk/>
            <pc:sldMk cId="912516758" sldId="270"/>
            <ac:grpSpMk id="34" creationId="{B1EDBCD8-D72D-E651-67CA-F947546A7996}"/>
          </ac:grpSpMkLst>
        </pc:grpChg>
        <pc:picChg chg="mod">
          <ac:chgData name="이상용(SANGYONG LEE)[lsy0500]/선임/제조DX.자동보정.RSND자동보정팀" userId="6e1e2dff-ff3a-45ae-b062-b7c6f0b8ce1b" providerId="ADAL" clId="{C2410D51-7479-4C09-B718-304E0E1742D6}" dt="2025-11-19T00:42:46.523" v="25" actId="1035"/>
          <ac:picMkLst>
            <pc:docMk/>
            <pc:sldMk cId="912516758" sldId="270"/>
            <ac:picMk id="16" creationId="{E144BCDE-D24A-87A9-68CF-72061C287C63}"/>
          </ac:picMkLst>
        </pc:picChg>
        <pc:picChg chg="mod">
          <ac:chgData name="이상용(SANGYONG LEE)[lsy0500]/선임/제조DX.자동보정.RSND자동보정팀" userId="6e1e2dff-ff3a-45ae-b062-b7c6f0b8ce1b" providerId="ADAL" clId="{C2410D51-7479-4C09-B718-304E0E1742D6}" dt="2025-11-19T00:42:46.523" v="25" actId="1035"/>
          <ac:picMkLst>
            <pc:docMk/>
            <pc:sldMk cId="912516758" sldId="270"/>
            <ac:picMk id="42" creationId="{B6155FAE-C286-8A5A-F903-38EE074AF2FC}"/>
          </ac:picMkLst>
        </pc:picChg>
        <pc:cxnChg chg="mod">
          <ac:chgData name="이상용(SANGYONG LEE)[lsy0500]/선임/제조DX.자동보정.RSND자동보정팀" userId="6e1e2dff-ff3a-45ae-b062-b7c6f0b8ce1b" providerId="ADAL" clId="{C2410D51-7479-4C09-B718-304E0E1742D6}" dt="2025-11-19T00:42:46.523" v="25" actId="1035"/>
          <ac:cxnSpMkLst>
            <pc:docMk/>
            <pc:sldMk cId="912516758" sldId="270"/>
            <ac:cxnSpMk id="17" creationId="{BD28CBE1-8682-2BCF-2A74-8CDAE68FB6F3}"/>
          </ac:cxnSpMkLst>
        </pc:cxnChg>
        <pc:cxnChg chg="mod">
          <ac:chgData name="이상용(SANGYONG LEE)[lsy0500]/선임/제조DX.자동보정.RSND자동보정팀" userId="6e1e2dff-ff3a-45ae-b062-b7c6f0b8ce1b" providerId="ADAL" clId="{C2410D51-7479-4C09-B718-304E0E1742D6}" dt="2025-11-19T00:42:46.523" v="25" actId="1035"/>
          <ac:cxnSpMkLst>
            <pc:docMk/>
            <pc:sldMk cId="912516758" sldId="270"/>
            <ac:cxnSpMk id="19" creationId="{9AA50222-4929-A178-A5E8-5FBA68FCDAA8}"/>
          </ac:cxnSpMkLst>
        </pc:cxnChg>
        <pc:cxnChg chg="mod">
          <ac:chgData name="이상용(SANGYONG LEE)[lsy0500]/선임/제조DX.자동보정.RSND자동보정팀" userId="6e1e2dff-ff3a-45ae-b062-b7c6f0b8ce1b" providerId="ADAL" clId="{C2410D51-7479-4C09-B718-304E0E1742D6}" dt="2025-11-19T00:42:46.523" v="25" actId="1035"/>
          <ac:cxnSpMkLst>
            <pc:docMk/>
            <pc:sldMk cId="912516758" sldId="270"/>
            <ac:cxnSpMk id="29" creationId="{6304B4C5-DDC5-FA00-A9F2-0E9C3A177E87}"/>
          </ac:cxnSpMkLst>
        </pc:cxnChg>
        <pc:cxnChg chg="mod">
          <ac:chgData name="이상용(SANGYONG LEE)[lsy0500]/선임/제조DX.자동보정.RSND자동보정팀" userId="6e1e2dff-ff3a-45ae-b062-b7c6f0b8ce1b" providerId="ADAL" clId="{C2410D51-7479-4C09-B718-304E0E1742D6}" dt="2025-11-19T00:42:46.523" v="25" actId="1035"/>
          <ac:cxnSpMkLst>
            <pc:docMk/>
            <pc:sldMk cId="912516758" sldId="270"/>
            <ac:cxnSpMk id="31" creationId="{315F3437-153E-0C96-54C2-0CBEFC78BC5A}"/>
          </ac:cxnSpMkLst>
        </pc:cxnChg>
        <pc:cxnChg chg="mod">
          <ac:chgData name="이상용(SANGYONG LEE)[lsy0500]/선임/제조DX.자동보정.RSND자동보정팀" userId="6e1e2dff-ff3a-45ae-b062-b7c6f0b8ce1b" providerId="ADAL" clId="{C2410D51-7479-4C09-B718-304E0E1742D6}" dt="2025-11-19T00:42:46.523" v="25" actId="1035"/>
          <ac:cxnSpMkLst>
            <pc:docMk/>
            <pc:sldMk cId="912516758" sldId="270"/>
            <ac:cxnSpMk id="36" creationId="{70D09103-4D38-A6DD-BAF9-F8D5656C6CEE}"/>
          </ac:cxnSpMkLst>
        </pc:cxnChg>
      </pc:sldChg>
      <pc:sldChg chg="ord">
        <pc:chgData name="이상용(SANGYONG LEE)[lsy0500]/선임/제조DX.자동보정.RSND자동보정팀" userId="6e1e2dff-ff3a-45ae-b062-b7c6f0b8ce1b" providerId="ADAL" clId="{C2410D51-7479-4C09-B718-304E0E1742D6}" dt="2025-11-19T00:35:31.863" v="1"/>
        <pc:sldMkLst>
          <pc:docMk/>
          <pc:sldMk cId="3227093882" sldId="300"/>
        </pc:sldMkLst>
      </pc:sldChg>
    </pc:docChg>
  </pc:docChgLst>
  <pc:docChgLst>
    <pc:chgData name="이제희(JEHEE LEE)[jhlee5841]/책임/제조DX.자동보정.자동보정선행개발팀" userId="31773b35-80f3-44f0-bad0-f4c04c1e8eae" providerId="ADAL" clId="{510F17CC-C475-4765-83FF-A74C7727863D}"/>
    <pc:docChg chg="custSel modSld">
      <pc:chgData name="이제희(JEHEE LEE)[jhlee5841]/책임/제조DX.자동보정.자동보정선행개발팀" userId="31773b35-80f3-44f0-bad0-f4c04c1e8eae" providerId="ADAL" clId="{510F17CC-C475-4765-83FF-A74C7727863D}" dt="2025-12-10T08:12:46.716" v="3"/>
      <pc:docMkLst>
        <pc:docMk/>
      </pc:docMkLst>
      <pc:sldChg chg="addSp delSp modSp mod">
        <pc:chgData name="이제희(JEHEE LEE)[jhlee5841]/책임/제조DX.자동보정.자동보정선행개발팀" userId="31773b35-80f3-44f0-bad0-f4c04c1e8eae" providerId="ADAL" clId="{510F17CC-C475-4765-83FF-A74C7727863D}" dt="2025-12-10T08:12:35.435" v="1"/>
        <pc:sldMkLst>
          <pc:docMk/>
          <pc:sldMk cId="722830885" sldId="2147483567"/>
        </pc:sldMkLst>
        <pc:spChg chg="add mod">
          <ac:chgData name="이제희(JEHEE LEE)[jhlee5841]/책임/제조DX.자동보정.자동보정선행개발팀" userId="31773b35-80f3-44f0-bad0-f4c04c1e8eae" providerId="ADAL" clId="{510F17CC-C475-4765-83FF-A74C7727863D}" dt="2025-12-10T08:12:35.435" v="1"/>
          <ac:spMkLst>
            <pc:docMk/>
            <pc:sldMk cId="722830885" sldId="2147483567"/>
            <ac:spMk id="2" creationId="{C43922EE-BB6A-E468-2E94-448C528B80D5}"/>
          </ac:spMkLst>
        </pc:spChg>
        <pc:spChg chg="add mod">
          <ac:chgData name="이제희(JEHEE LEE)[jhlee5841]/책임/제조DX.자동보정.자동보정선행개발팀" userId="31773b35-80f3-44f0-bad0-f4c04c1e8eae" providerId="ADAL" clId="{510F17CC-C475-4765-83FF-A74C7727863D}" dt="2025-12-10T08:12:35.435" v="1"/>
          <ac:spMkLst>
            <pc:docMk/>
            <pc:sldMk cId="722830885" sldId="2147483567"/>
            <ac:spMk id="6" creationId="{47A6D05B-D901-0A6C-262F-03325DC939DB}"/>
          </ac:spMkLst>
        </pc:spChg>
        <pc:spChg chg="add mod">
          <ac:chgData name="이제희(JEHEE LEE)[jhlee5841]/책임/제조DX.자동보정.자동보정선행개발팀" userId="31773b35-80f3-44f0-bad0-f4c04c1e8eae" providerId="ADAL" clId="{510F17CC-C475-4765-83FF-A74C7727863D}" dt="2025-12-10T08:12:35.435" v="1"/>
          <ac:spMkLst>
            <pc:docMk/>
            <pc:sldMk cId="722830885" sldId="2147483567"/>
            <ac:spMk id="7" creationId="{AD3BF565-D859-1C33-8CA9-2D6DAC4F76CB}"/>
          </ac:spMkLst>
        </pc:spChg>
      </pc:sldChg>
      <pc:sldChg chg="addSp delSp modSp mod">
        <pc:chgData name="이제희(JEHEE LEE)[jhlee5841]/책임/제조DX.자동보정.자동보정선행개발팀" userId="31773b35-80f3-44f0-bad0-f4c04c1e8eae" providerId="ADAL" clId="{510F17CC-C475-4765-83FF-A74C7727863D}" dt="2025-12-10T08:12:46.716" v="3"/>
        <pc:sldMkLst>
          <pc:docMk/>
          <pc:sldMk cId="2078861670" sldId="2147483568"/>
        </pc:sldMkLst>
        <pc:spChg chg="add mod">
          <ac:chgData name="이제희(JEHEE LEE)[jhlee5841]/책임/제조DX.자동보정.자동보정선행개발팀" userId="31773b35-80f3-44f0-bad0-f4c04c1e8eae" providerId="ADAL" clId="{510F17CC-C475-4765-83FF-A74C7727863D}" dt="2025-12-10T08:12:46.716" v="3"/>
          <ac:spMkLst>
            <pc:docMk/>
            <pc:sldMk cId="2078861670" sldId="2147483568"/>
            <ac:spMk id="2" creationId="{7CC38E67-BE48-B973-2036-F78B55B13D21}"/>
          </ac:spMkLst>
        </pc:spChg>
        <pc:spChg chg="add mod">
          <ac:chgData name="이제희(JEHEE LEE)[jhlee5841]/책임/제조DX.자동보정.자동보정선행개발팀" userId="31773b35-80f3-44f0-bad0-f4c04c1e8eae" providerId="ADAL" clId="{510F17CC-C475-4765-83FF-A74C7727863D}" dt="2025-12-10T08:12:46.716" v="3"/>
          <ac:spMkLst>
            <pc:docMk/>
            <pc:sldMk cId="2078861670" sldId="2147483568"/>
            <ac:spMk id="3" creationId="{22F2C12B-C266-177D-E21B-E4ACBCFFF990}"/>
          </ac:spMkLst>
        </pc:spChg>
        <pc:spChg chg="add mod">
          <ac:chgData name="이제희(JEHEE LEE)[jhlee5841]/책임/제조DX.자동보정.자동보정선행개발팀" userId="31773b35-80f3-44f0-bad0-f4c04c1e8eae" providerId="ADAL" clId="{510F17CC-C475-4765-83FF-A74C7727863D}" dt="2025-12-10T08:12:46.716" v="3"/>
          <ac:spMkLst>
            <pc:docMk/>
            <pc:sldMk cId="2078861670" sldId="2147483568"/>
            <ac:spMk id="5" creationId="{737BFAA4-416E-B265-41C5-8341D3F9F62E}"/>
          </ac:spMkLst>
        </pc:spChg>
        <pc:spChg chg="add mod">
          <ac:chgData name="이제희(JEHEE LEE)[jhlee5841]/책임/제조DX.자동보정.자동보정선행개발팀" userId="31773b35-80f3-44f0-bad0-f4c04c1e8eae" providerId="ADAL" clId="{510F17CC-C475-4765-83FF-A74C7727863D}" dt="2025-12-10T08:12:46.716" v="3"/>
          <ac:spMkLst>
            <pc:docMk/>
            <pc:sldMk cId="2078861670" sldId="2147483568"/>
            <ac:spMk id="6" creationId="{B4FBCDF0-E798-E937-6664-6E87F2E92AB9}"/>
          </ac:spMkLst>
        </pc:spChg>
      </pc:sldChg>
    </pc:docChg>
  </pc:docChgLst>
  <pc:docChgLst>
    <pc:chgData name="박연탁(YEONTARK PARK)[parkyt]/책임/제조DX.자동보정.자동보정선행개발팀" userId="S::parkyt@lgensol.com::ed32861b-bebc-4d6e-be9d-42a82b4a008b" providerId="AD" clId="Web-{072E845C-E831-91CA-EB76-8A67CF486DEB}"/>
    <pc:docChg chg="modSld">
      <pc:chgData name="박연탁(YEONTARK PARK)[parkyt]/책임/제조DX.자동보정.자동보정선행개발팀" userId="S::parkyt@lgensol.com::ed32861b-bebc-4d6e-be9d-42a82b4a008b" providerId="AD" clId="Web-{072E845C-E831-91CA-EB76-8A67CF486DEB}" dt="2025-12-16T07:56:39.231" v="191"/>
      <pc:docMkLst>
        <pc:docMk/>
      </pc:docMkLst>
      <pc:sldChg chg="modSp">
        <pc:chgData name="박연탁(YEONTARK PARK)[parkyt]/책임/제조DX.자동보정.자동보정선행개발팀" userId="S::parkyt@lgensol.com::ed32861b-bebc-4d6e-be9d-42a82b4a008b" providerId="AD" clId="Web-{072E845C-E831-91CA-EB76-8A67CF486DEB}" dt="2025-12-16T07:47:28.065" v="107"/>
        <pc:sldMkLst>
          <pc:docMk/>
          <pc:sldMk cId="1260814657" sldId="2147481905"/>
        </pc:sldMkLst>
        <pc:spChg chg="mod">
          <ac:chgData name="박연탁(YEONTARK PARK)[parkyt]/책임/제조DX.자동보정.자동보정선행개발팀" userId="S::parkyt@lgensol.com::ed32861b-bebc-4d6e-be9d-42a82b4a008b" providerId="AD" clId="Web-{072E845C-E831-91CA-EB76-8A67CF486DEB}" dt="2025-12-16T07:43:24.400" v="11" actId="20577"/>
          <ac:spMkLst>
            <pc:docMk/>
            <pc:sldMk cId="1260814657" sldId="2147481905"/>
            <ac:spMk id="19" creationId="{6D33EF45-A043-472E-B0C7-E818C118347C}"/>
          </ac:spMkLst>
        </pc:spChg>
        <pc:graphicFrameChg chg="mod modGraphic">
          <ac:chgData name="박연탁(YEONTARK PARK)[parkyt]/책임/제조DX.자동보정.자동보정선행개발팀" userId="S::parkyt@lgensol.com::ed32861b-bebc-4d6e-be9d-42a82b4a008b" providerId="AD" clId="Web-{072E845C-E831-91CA-EB76-8A67CF486DEB}" dt="2025-12-16T07:47:28.065" v="107"/>
          <ac:graphicFrameMkLst>
            <pc:docMk/>
            <pc:sldMk cId="1260814657" sldId="2147481905"/>
            <ac:graphicFrameMk id="13" creationId="{7FC8BFA7-9C72-4368-BAA5-09BA3B1A2B9F}"/>
          </ac:graphicFrameMkLst>
        </pc:graphicFrameChg>
      </pc:sldChg>
      <pc:sldChg chg="modSp">
        <pc:chgData name="박연탁(YEONTARK PARK)[parkyt]/책임/제조DX.자동보정.자동보정선행개발팀" userId="S::parkyt@lgensol.com::ed32861b-bebc-4d6e-be9d-42a82b4a008b" providerId="AD" clId="Web-{072E845C-E831-91CA-EB76-8A67CF486DEB}" dt="2025-12-16T07:56:39.231" v="191"/>
        <pc:sldMkLst>
          <pc:docMk/>
          <pc:sldMk cId="3535331620" sldId="2147483550"/>
        </pc:sldMkLst>
        <pc:spChg chg="mod">
          <ac:chgData name="박연탁(YEONTARK PARK)[parkyt]/책임/제조DX.자동보정.자동보정선행개발팀" userId="S::parkyt@lgensol.com::ed32861b-bebc-4d6e-be9d-42a82b4a008b" providerId="AD" clId="Web-{072E845C-E831-91CA-EB76-8A67CF486DEB}" dt="2025-12-16T07:56:07.228" v="187" actId="20577"/>
          <ac:spMkLst>
            <pc:docMk/>
            <pc:sldMk cId="3535331620" sldId="2147483550"/>
            <ac:spMk id="19" creationId="{60528C01-D584-4123-83FB-43C0A95AE421}"/>
          </ac:spMkLst>
        </pc:spChg>
        <pc:spChg chg="mod">
          <ac:chgData name="박연탁(YEONTARK PARK)[parkyt]/책임/제조DX.자동보정.자동보정선행개발팀" userId="S::parkyt@lgensol.com::ed32861b-bebc-4d6e-be9d-42a82b4a008b" providerId="AD" clId="Web-{072E845C-E831-91CA-EB76-8A67CF486DEB}" dt="2025-12-16T07:55:37.038" v="182" actId="1076"/>
          <ac:spMkLst>
            <pc:docMk/>
            <pc:sldMk cId="3535331620" sldId="2147483550"/>
            <ac:spMk id="27" creationId="{7276C125-95AD-491F-8DBC-EA6486253F55}"/>
          </ac:spMkLst>
        </pc:spChg>
        <pc:graphicFrameChg chg="mod modGraphic">
          <ac:chgData name="박연탁(YEONTARK PARK)[parkyt]/책임/제조DX.자동보정.자동보정선행개발팀" userId="S::parkyt@lgensol.com::ed32861b-bebc-4d6e-be9d-42a82b4a008b" providerId="AD" clId="Web-{072E845C-E831-91CA-EB76-8A67CF486DEB}" dt="2025-12-16T07:56:30.558" v="189"/>
          <ac:graphicFrameMkLst>
            <pc:docMk/>
            <pc:sldMk cId="3535331620" sldId="2147483550"/>
            <ac:graphicFrameMk id="3" creationId="{3E86696F-E35A-4B06-9B46-63A4A6A986C1}"/>
          </ac:graphicFrameMkLst>
        </pc:graphicFrameChg>
        <pc:graphicFrameChg chg="mod modGraphic">
          <ac:chgData name="박연탁(YEONTARK PARK)[parkyt]/책임/제조DX.자동보정.자동보정선행개발팀" userId="S::parkyt@lgensol.com::ed32861b-bebc-4d6e-be9d-42a82b4a008b" providerId="AD" clId="Web-{072E845C-E831-91CA-EB76-8A67CF486DEB}" dt="2025-12-16T07:56:39.231" v="191"/>
          <ac:graphicFrameMkLst>
            <pc:docMk/>
            <pc:sldMk cId="3535331620" sldId="2147483550"/>
            <ac:graphicFrameMk id="18" creationId="{4BA4557C-646C-4589-AAD3-2CDCBCEA5E39}"/>
          </ac:graphicFrameMkLst>
        </pc:graphicFrameChg>
        <pc:picChg chg="mod">
          <ac:chgData name="박연탁(YEONTARK PARK)[parkyt]/책임/제조DX.자동보정.자동보정선행개발팀" userId="S::parkyt@lgensol.com::ed32861b-bebc-4d6e-be9d-42a82b4a008b" providerId="AD" clId="Web-{072E845C-E831-91CA-EB76-8A67CF486DEB}" dt="2025-12-16T07:55:46.633" v="183" actId="1076"/>
          <ac:picMkLst>
            <pc:docMk/>
            <pc:sldMk cId="3535331620" sldId="2147483550"/>
            <ac:picMk id="10" creationId="{F16D9A73-AF40-A907-9708-2101DAD749A5}"/>
          </ac:picMkLst>
        </pc:picChg>
        <pc:picChg chg="mod">
          <ac:chgData name="박연탁(YEONTARK PARK)[parkyt]/책임/제조DX.자동보정.자동보정선행개발팀" userId="S::parkyt@lgensol.com::ed32861b-bebc-4d6e-be9d-42a82b4a008b" providerId="AD" clId="Web-{072E845C-E831-91CA-EB76-8A67CF486DEB}" dt="2025-12-16T07:55:46.773" v="184" actId="1076"/>
          <ac:picMkLst>
            <pc:docMk/>
            <pc:sldMk cId="3535331620" sldId="2147483550"/>
            <ac:picMk id="31" creationId="{9F84127C-358B-86B7-AE73-44A18C76C6AA}"/>
          </ac:picMkLst>
        </pc:picChg>
      </pc:sldChg>
    </pc:docChg>
  </pc:docChgLst>
  <pc:docChgLst>
    <pc:chgData name="조동현(DONGHYUN CHO)[donghyun.cho]/사원/제조DX.자동보정.자동보정선행개발팀" userId="S::donghyun.cho@lgensol.com::4048f0f4-eb5f-46e7-a9ba-3ca26743ffb3" providerId="AD" clId="Web-{AFF151B9-8649-B93D-2A50-E246A73CDC72}"/>
    <pc:docChg chg="modSld">
      <pc:chgData name="조동현(DONGHYUN CHO)[donghyun.cho]/사원/제조DX.자동보정.자동보정선행개발팀" userId="S::donghyun.cho@lgensol.com::4048f0f4-eb5f-46e7-a9ba-3ca26743ffb3" providerId="AD" clId="Web-{AFF151B9-8649-B93D-2A50-E246A73CDC72}" dt="2025-12-03T03:50:34.118" v="1180"/>
      <pc:docMkLst>
        <pc:docMk/>
      </pc:docMkLst>
    </pc:docChg>
  </pc:docChgLst>
  <pc:docChgLst>
    <pc:chgData name="윤숙영(SUK YEONG YUN)[yoonsy]/책임/제조DX.자동보정.MC자동보정팀" userId="60ce3903-3136-4d02-9370-523fa04b0d65" providerId="ADAL" clId="{92F2E9F7-6764-4BA5-A4AE-2AA3A6C9C1C3}"/>
    <pc:docChg chg="undo custSel modSld">
      <pc:chgData name="윤숙영(SUK YEONG YUN)[yoonsy]/책임/제조DX.자동보정.MC자동보정팀" userId="60ce3903-3136-4d02-9370-523fa04b0d65" providerId="ADAL" clId="{92F2E9F7-6764-4BA5-A4AE-2AA3A6C9C1C3}" dt="2025-12-09T09:16:53.256" v="908" actId="20577"/>
      <pc:docMkLst>
        <pc:docMk/>
      </pc:docMkLst>
      <pc:sldChg chg="modSp mod">
        <pc:chgData name="윤숙영(SUK YEONG YUN)[yoonsy]/책임/제조DX.자동보정.MC자동보정팀" userId="60ce3903-3136-4d02-9370-523fa04b0d65" providerId="ADAL" clId="{92F2E9F7-6764-4BA5-A4AE-2AA3A6C9C1C3}" dt="2025-12-09T09:16:53.256" v="908" actId="20577"/>
        <pc:sldMkLst>
          <pc:docMk/>
          <pc:sldMk cId="1796342565" sldId="309"/>
        </pc:sldMkLst>
        <pc:spChg chg="mod">
          <ac:chgData name="윤숙영(SUK YEONG YUN)[yoonsy]/책임/제조DX.자동보정.MC자동보정팀" userId="60ce3903-3136-4d02-9370-523fa04b0d65" providerId="ADAL" clId="{92F2E9F7-6764-4BA5-A4AE-2AA3A6C9C1C3}" dt="2025-12-09T09:16:53.256" v="908" actId="20577"/>
          <ac:spMkLst>
            <pc:docMk/>
            <pc:sldMk cId="1796342565" sldId="309"/>
            <ac:spMk id="11" creationId="{2D088EAA-3718-862B-1538-BD4F903A7334}"/>
          </ac:spMkLst>
        </pc:spChg>
        <pc:graphicFrameChg chg="modGraphic">
          <ac:chgData name="윤숙영(SUK YEONG YUN)[yoonsy]/책임/제조DX.자동보정.MC자동보정팀" userId="60ce3903-3136-4d02-9370-523fa04b0d65" providerId="ADAL" clId="{92F2E9F7-6764-4BA5-A4AE-2AA3A6C9C1C3}" dt="2025-12-09T07:59:00.821" v="3" actId="20577"/>
          <ac:graphicFrameMkLst>
            <pc:docMk/>
            <pc:sldMk cId="1796342565" sldId="309"/>
            <ac:graphicFrameMk id="4" creationId="{EB5481E2-6FB4-4FB7-EF5D-7D9B040C6E64}"/>
          </ac:graphicFrameMkLst>
        </pc:graphicFrameChg>
        <pc:graphicFrameChg chg="mod modGraphic">
          <ac:chgData name="윤숙영(SUK YEONG YUN)[yoonsy]/책임/제조DX.자동보정.MC자동보정팀" userId="60ce3903-3136-4d02-9370-523fa04b0d65" providerId="ADAL" clId="{92F2E9F7-6764-4BA5-A4AE-2AA3A6C9C1C3}" dt="2025-12-09T08:00:43.592" v="59" actId="20577"/>
          <ac:graphicFrameMkLst>
            <pc:docMk/>
            <pc:sldMk cId="1796342565" sldId="309"/>
            <ac:graphicFrameMk id="5" creationId="{2369CE85-B89B-6E4A-6281-356F875EAE52}"/>
          </ac:graphicFrameMkLst>
        </pc:graphicFrameChg>
      </pc:sldChg>
      <pc:sldChg chg="modSp mod">
        <pc:chgData name="윤숙영(SUK YEONG YUN)[yoonsy]/책임/제조DX.자동보정.MC자동보정팀" userId="60ce3903-3136-4d02-9370-523fa04b0d65" providerId="ADAL" clId="{92F2E9F7-6764-4BA5-A4AE-2AA3A6C9C1C3}" dt="2025-12-09T09:16:48.828" v="906" actId="20577"/>
        <pc:sldMkLst>
          <pc:docMk/>
          <pc:sldMk cId="2881803193" sldId="313"/>
        </pc:sldMkLst>
        <pc:spChg chg="mod">
          <ac:chgData name="윤숙영(SUK YEONG YUN)[yoonsy]/책임/제조DX.자동보정.MC자동보정팀" userId="60ce3903-3136-4d02-9370-523fa04b0d65" providerId="ADAL" clId="{92F2E9F7-6764-4BA5-A4AE-2AA3A6C9C1C3}" dt="2025-12-09T09:16:48.828" v="906" actId="20577"/>
          <ac:spMkLst>
            <pc:docMk/>
            <pc:sldMk cId="2881803193" sldId="313"/>
            <ac:spMk id="8" creationId="{07A09189-3112-656C-AD07-D2D881F7CDA1}"/>
          </ac:spMkLst>
        </pc:spChg>
        <pc:graphicFrameChg chg="modGraphic">
          <ac:chgData name="윤숙영(SUK YEONG YUN)[yoonsy]/책임/제조DX.자동보정.MC자동보정팀" userId="60ce3903-3136-4d02-9370-523fa04b0d65" providerId="ADAL" clId="{92F2E9F7-6764-4BA5-A4AE-2AA3A6C9C1C3}" dt="2025-12-09T08:02:00.385" v="65" actId="20577"/>
          <ac:graphicFrameMkLst>
            <pc:docMk/>
            <pc:sldMk cId="2881803193" sldId="313"/>
            <ac:graphicFrameMk id="4" creationId="{EB5481E2-6FB4-4FB7-EF5D-7D9B040C6E64}"/>
          </ac:graphicFrameMkLst>
        </pc:graphicFrameChg>
        <pc:graphicFrameChg chg="mod modGraphic">
          <ac:chgData name="윤숙영(SUK YEONG YUN)[yoonsy]/책임/제조DX.자동보정.MC자동보정팀" userId="60ce3903-3136-4d02-9370-523fa04b0d65" providerId="ADAL" clId="{92F2E9F7-6764-4BA5-A4AE-2AA3A6C9C1C3}" dt="2025-12-09T09:15:38.357" v="904"/>
          <ac:graphicFrameMkLst>
            <pc:docMk/>
            <pc:sldMk cId="2881803193" sldId="313"/>
            <ac:graphicFrameMk id="5" creationId="{2369CE85-B89B-6E4A-6281-356F875EAE52}"/>
          </ac:graphicFrameMkLst>
        </pc:graphicFrameChg>
      </pc:sldChg>
    </pc:docChg>
  </pc:docChgLst>
  <pc:docChgLst>
    <pc:chgData name="나영준(YOUNGJUN NA)[youngjun_na]/책임/제조DX.자동보정.MC자동보정팀" userId="S::youngjun_na@lgensol.com::0c590520-1e60-4e57-b0d6-012f89cef193" providerId="AD" clId="Web-{E5391ACF-703A-1CA4-1DB9-3A70DD7388E4}"/>
    <pc:docChg chg="modSld">
      <pc:chgData name="나영준(YOUNGJUN NA)[youngjun_na]/책임/제조DX.자동보정.MC자동보정팀" userId="S::youngjun_na@lgensol.com::0c590520-1e60-4e57-b0d6-012f89cef193" providerId="AD" clId="Web-{E5391ACF-703A-1CA4-1DB9-3A70DD7388E4}" dt="2025-12-09T09:02:57.070" v="442" actId="20577"/>
      <pc:docMkLst>
        <pc:docMk/>
      </pc:docMkLst>
      <pc:sldChg chg="modSp">
        <pc:chgData name="나영준(YOUNGJUN NA)[youngjun_na]/책임/제조DX.자동보정.MC자동보정팀" userId="S::youngjun_na@lgensol.com::0c590520-1e60-4e57-b0d6-012f89cef193" providerId="AD" clId="Web-{E5391ACF-703A-1CA4-1DB9-3A70DD7388E4}" dt="2025-12-09T08:58:14.978" v="354"/>
        <pc:sldMkLst>
          <pc:docMk/>
          <pc:sldMk cId="696343298" sldId="286"/>
        </pc:sldMkLst>
        <pc:graphicFrameChg chg="mod modGraphic">
          <ac:chgData name="나영준(YOUNGJUN NA)[youngjun_na]/책임/제조DX.자동보정.MC자동보정팀" userId="S::youngjun_na@lgensol.com::0c590520-1e60-4e57-b0d6-012f89cef193" providerId="AD" clId="Web-{E5391ACF-703A-1CA4-1DB9-3A70DD7388E4}" dt="2025-12-09T08:55:52.180" v="323"/>
          <ac:graphicFrameMkLst>
            <pc:docMk/>
            <pc:sldMk cId="696343298" sldId="286"/>
            <ac:graphicFrameMk id="3" creationId="{288888B8-029A-57B9-F6A4-85C447027341}"/>
          </ac:graphicFrameMkLst>
        </pc:graphicFrameChg>
        <pc:graphicFrameChg chg="mod modGraphic">
          <ac:chgData name="나영준(YOUNGJUN NA)[youngjun_na]/책임/제조DX.자동보정.MC자동보정팀" userId="S::youngjun_na@lgensol.com::0c590520-1e60-4e57-b0d6-012f89cef193" providerId="AD" clId="Web-{E5391ACF-703A-1CA4-1DB9-3A70DD7388E4}" dt="2025-12-09T08:58:14.978" v="354"/>
          <ac:graphicFrameMkLst>
            <pc:docMk/>
            <pc:sldMk cId="696343298" sldId="286"/>
            <ac:graphicFrameMk id="9" creationId="{6638603E-0C75-FCA7-3CCB-2D5FD4CE05ED}"/>
          </ac:graphicFrameMkLst>
        </pc:graphicFrameChg>
      </pc:sldChg>
    </pc:docChg>
  </pc:docChgLst>
  <pc:docChgLst>
    <pc:chgData name="백승민(SEUNGMIN PAIK)[smpaik]/사원/제조DX.자동보정.RSND자동보정팀" userId="S::smpaik@lgensol.com::7c886758-2f96-4461-bc5a-14fabaf6b696" providerId="AD" clId="Web-{E2C61422-D563-4591-C50D-37632294545D}"/>
    <pc:docChg chg="modSld">
      <pc:chgData name="백승민(SEUNGMIN PAIK)[smpaik]/사원/제조DX.자동보정.RSND자동보정팀" userId="S::smpaik@lgensol.com::7c886758-2f96-4461-bc5a-14fabaf6b696" providerId="AD" clId="Web-{E2C61422-D563-4591-C50D-37632294545D}" dt="2025-11-25T07:21:55.408" v="7"/>
      <pc:docMkLst>
        <pc:docMk/>
      </pc:docMkLst>
    </pc:docChg>
  </pc:docChgLst>
  <pc:docChgLst>
    <pc:chgData name="이상협(SANGHYEOP LEE)[sanghyeop]/사원/제조DX.자동보정.조립자동보정팀" userId="5552135f-6963-428b-bea2-805b2fcf614b" providerId="ADAL" clId="{1F32A6B9-65B1-4AC7-896A-9E900E229C43}"/>
    <pc:docChg chg="modSld">
      <pc:chgData name="이상협(SANGHYEOP LEE)[sanghyeop]/사원/제조DX.자동보정.조립자동보정팀" userId="5552135f-6963-428b-bea2-805b2fcf614b" providerId="ADAL" clId="{1F32A6B9-65B1-4AC7-896A-9E900E229C43}" dt="2025-11-18T00:41:19.712" v="12" actId="1076"/>
      <pc:docMkLst>
        <pc:docMk/>
      </pc:docMkLst>
    </pc:docChg>
  </pc:docChgLst>
  <pc:docChgLst>
    <pc:chgData name="윤숙영(SUK YEONG YUN)[yoonsy]/책임/제조DX.자동보정.MC자동보정팀" userId="60ce3903-3136-4d02-9370-523fa04b0d65" providerId="ADAL" clId="{16BEFA6E-CC94-4D96-BFF8-D9B6BB08CEF3}"/>
    <pc:docChg chg="undo redo custSel addSld delSld modSld sldOrd modSection">
      <pc:chgData name="윤숙영(SUK YEONG YUN)[yoonsy]/책임/제조DX.자동보정.MC자동보정팀" userId="60ce3903-3136-4d02-9370-523fa04b0d65" providerId="ADAL" clId="{16BEFA6E-CC94-4D96-BFF8-D9B6BB08CEF3}" dt="2025-11-19T06:29:36.144" v="10108" actId="20577"/>
      <pc:docMkLst>
        <pc:docMk/>
      </pc:docMkLst>
      <pc:sldChg chg="addSp delSp modSp add mod">
        <pc:chgData name="윤숙영(SUK YEONG YUN)[yoonsy]/책임/제조DX.자동보정.MC자동보정팀" userId="60ce3903-3136-4d02-9370-523fa04b0d65" providerId="ADAL" clId="{16BEFA6E-CC94-4D96-BFF8-D9B6BB08CEF3}" dt="2025-11-19T06:25:40.703" v="10031" actId="947"/>
        <pc:sldMkLst>
          <pc:docMk/>
          <pc:sldMk cId="1796342565" sldId="309"/>
        </pc:sldMkLst>
        <pc:spChg chg="mod">
          <ac:chgData name="윤숙영(SUK YEONG YUN)[yoonsy]/책임/제조DX.자동보정.MC자동보정팀" userId="60ce3903-3136-4d02-9370-523fa04b0d65" providerId="ADAL" clId="{16BEFA6E-CC94-4D96-BFF8-D9B6BB08CEF3}" dt="2025-11-19T04:53:18.741" v="8809" actId="207"/>
          <ac:spMkLst>
            <pc:docMk/>
            <pc:sldMk cId="1796342565" sldId="309"/>
            <ac:spMk id="3" creationId="{8EC3C7D7-AD0B-9B57-5F2B-5EAC8A565DFA}"/>
          </ac:spMkLst>
        </pc:spChg>
        <pc:graphicFrameChg chg="modGraphic">
          <ac:chgData name="윤숙영(SUK YEONG YUN)[yoonsy]/책임/제조DX.자동보정.MC자동보정팀" userId="60ce3903-3136-4d02-9370-523fa04b0d65" providerId="ADAL" clId="{16BEFA6E-CC94-4D96-BFF8-D9B6BB08CEF3}" dt="2025-11-19T04:58:45.703" v="8811" actId="207"/>
          <ac:graphicFrameMkLst>
            <pc:docMk/>
            <pc:sldMk cId="1796342565" sldId="309"/>
            <ac:graphicFrameMk id="4" creationId="{EB5481E2-6FB4-4FB7-EF5D-7D9B040C6E64}"/>
          </ac:graphicFrameMkLst>
        </pc:graphicFrameChg>
        <pc:graphicFrameChg chg="mod modGraphic">
          <ac:chgData name="윤숙영(SUK YEONG YUN)[yoonsy]/책임/제조DX.자동보정.MC자동보정팀" userId="60ce3903-3136-4d02-9370-523fa04b0d65" providerId="ADAL" clId="{16BEFA6E-CC94-4D96-BFF8-D9B6BB08CEF3}" dt="2025-11-19T06:25:30.093" v="10030"/>
          <ac:graphicFrameMkLst>
            <pc:docMk/>
            <pc:sldMk cId="1796342565" sldId="309"/>
            <ac:graphicFrameMk id="5" creationId="{2369CE85-B89B-6E4A-6281-356F875EAE52}"/>
          </ac:graphicFrameMkLst>
        </pc:graphicFrameChg>
        <pc:graphicFrameChg chg="modGraphic">
          <ac:chgData name="윤숙영(SUK YEONG YUN)[yoonsy]/책임/제조DX.자동보정.MC자동보정팀" userId="60ce3903-3136-4d02-9370-523fa04b0d65" providerId="ADAL" clId="{16BEFA6E-CC94-4D96-BFF8-D9B6BB08CEF3}" dt="2025-11-19T06:25:40.703" v="10031" actId="947"/>
          <ac:graphicFrameMkLst>
            <pc:docMk/>
            <pc:sldMk cId="1796342565" sldId="309"/>
            <ac:graphicFrameMk id="6" creationId="{EBCFB68D-DFE2-CE8E-016B-FC179058177F}"/>
          </ac:graphicFrameMkLst>
        </pc:graphicFrameChg>
      </pc:sldChg>
      <pc:sldChg chg="modSp add mod">
        <pc:chgData name="윤숙영(SUK YEONG YUN)[yoonsy]/책임/제조DX.자동보정.MC자동보정팀" userId="60ce3903-3136-4d02-9370-523fa04b0d65" providerId="ADAL" clId="{16BEFA6E-CC94-4D96-BFF8-D9B6BB08CEF3}" dt="2025-11-19T06:12:21.244" v="9157" actId="21"/>
        <pc:sldMkLst>
          <pc:docMk/>
          <pc:sldMk cId="2881803193" sldId="313"/>
        </pc:sldMkLst>
        <pc:spChg chg="mod">
          <ac:chgData name="윤숙영(SUK YEONG YUN)[yoonsy]/책임/제조DX.자동보정.MC자동보정팀" userId="60ce3903-3136-4d02-9370-523fa04b0d65" providerId="ADAL" clId="{16BEFA6E-CC94-4D96-BFF8-D9B6BB08CEF3}" dt="2025-11-19T04:53:31.577" v="8810" actId="207"/>
          <ac:spMkLst>
            <pc:docMk/>
            <pc:sldMk cId="2881803193" sldId="313"/>
            <ac:spMk id="3" creationId="{8EC3C7D7-AD0B-9B57-5F2B-5EAC8A565DFA}"/>
          </ac:spMkLst>
        </pc:spChg>
        <pc:graphicFrameChg chg="modGraphic">
          <ac:chgData name="윤숙영(SUK YEONG YUN)[yoonsy]/책임/제조DX.자동보정.MC자동보정팀" userId="60ce3903-3136-4d02-9370-523fa04b0d65" providerId="ADAL" clId="{16BEFA6E-CC94-4D96-BFF8-D9B6BB08CEF3}" dt="2025-11-19T04:58:57.132" v="8813" actId="207"/>
          <ac:graphicFrameMkLst>
            <pc:docMk/>
            <pc:sldMk cId="2881803193" sldId="313"/>
            <ac:graphicFrameMk id="4" creationId="{EB5481E2-6FB4-4FB7-EF5D-7D9B040C6E64}"/>
          </ac:graphicFrameMkLst>
        </pc:graphicFrameChg>
        <pc:graphicFrameChg chg="mod modGraphic">
          <ac:chgData name="윤숙영(SUK YEONG YUN)[yoonsy]/책임/제조DX.자동보정.MC자동보정팀" userId="60ce3903-3136-4d02-9370-523fa04b0d65" providerId="ADAL" clId="{16BEFA6E-CC94-4D96-BFF8-D9B6BB08CEF3}" dt="2025-11-19T06:12:21.244" v="9157" actId="21"/>
          <ac:graphicFrameMkLst>
            <pc:docMk/>
            <pc:sldMk cId="2881803193" sldId="313"/>
            <ac:graphicFrameMk id="5" creationId="{2369CE85-B89B-6E4A-6281-356F875EAE52}"/>
          </ac:graphicFrameMkLst>
        </pc:graphicFrameChg>
      </pc:sldChg>
    </pc:docChg>
  </pc:docChgLst>
  <pc:docChgLst>
    <pc:chgData name="서재근(JAEGEUN SEO)[jaegeun_seo]/책임/제조DX.자동보정.조립자동보정팀" userId="7bb6d943-2582-47a8-abe5-eec9821e0b5c" providerId="ADAL" clId="{28A23944-8458-49F4-BCB8-70FDAEEE5298}"/>
    <pc:docChg chg="undo custSel modSld">
      <pc:chgData name="서재근(JAEGEUN SEO)[jaegeun_seo]/책임/제조DX.자동보정.조립자동보정팀" userId="7bb6d943-2582-47a8-abe5-eec9821e0b5c" providerId="ADAL" clId="{28A23944-8458-49F4-BCB8-70FDAEEE5298}" dt="2025-12-10T04:42:55.674" v="559" actId="20577"/>
      <pc:docMkLst>
        <pc:docMk/>
      </pc:docMkLst>
      <pc:sldChg chg="modSp mod">
        <pc:chgData name="서재근(JAEGEUN SEO)[jaegeun_seo]/책임/제조DX.자동보정.조립자동보정팀" userId="7bb6d943-2582-47a8-abe5-eec9821e0b5c" providerId="ADAL" clId="{28A23944-8458-49F4-BCB8-70FDAEEE5298}" dt="2025-12-10T04:42:55.674" v="559" actId="20577"/>
        <pc:sldMkLst>
          <pc:docMk/>
          <pc:sldMk cId="2551372592" sldId="274"/>
        </pc:sldMkLst>
        <pc:spChg chg="mod">
          <ac:chgData name="서재근(JAEGEUN SEO)[jaegeun_seo]/책임/제조DX.자동보정.조립자동보정팀" userId="7bb6d943-2582-47a8-abe5-eec9821e0b5c" providerId="ADAL" clId="{28A23944-8458-49F4-BCB8-70FDAEEE5298}" dt="2025-12-10T00:33:25.514" v="286" actId="20577"/>
          <ac:spMkLst>
            <pc:docMk/>
            <pc:sldMk cId="2551372592" sldId="274"/>
            <ac:spMk id="14" creationId="{B37B5930-E590-474C-B34F-D326DD490861}"/>
          </ac:spMkLst>
        </pc:spChg>
        <pc:graphicFrameChg chg="modGraphic">
          <ac:chgData name="서재근(JAEGEUN SEO)[jaegeun_seo]/책임/제조DX.자동보정.조립자동보정팀" userId="7bb6d943-2582-47a8-abe5-eec9821e0b5c" providerId="ADAL" clId="{28A23944-8458-49F4-BCB8-70FDAEEE5298}" dt="2025-12-10T00:33:20.738" v="280" actId="20577"/>
          <ac:graphicFrameMkLst>
            <pc:docMk/>
            <pc:sldMk cId="2551372592" sldId="274"/>
            <ac:graphicFrameMk id="16" creationId="{33D55F02-6D8E-4551-BA96-882BCCE1D0E0}"/>
          </ac:graphicFrameMkLst>
        </pc:graphicFrameChg>
        <pc:graphicFrameChg chg="mod modGraphic">
          <ac:chgData name="서재근(JAEGEUN SEO)[jaegeun_seo]/책임/제조DX.자동보정.조립자동보정팀" userId="7bb6d943-2582-47a8-abe5-eec9821e0b5c" providerId="ADAL" clId="{28A23944-8458-49F4-BCB8-70FDAEEE5298}" dt="2025-12-10T04:42:55.674" v="559" actId="20577"/>
          <ac:graphicFrameMkLst>
            <pc:docMk/>
            <pc:sldMk cId="2551372592" sldId="274"/>
            <ac:graphicFrameMk id="19" creationId="{AC0E64D7-C678-4BFA-BA23-CADEA743A611}"/>
          </ac:graphicFrameMkLst>
        </pc:graphicFrameChg>
      </pc:sldChg>
      <pc:sldChg chg="modSp mod">
        <pc:chgData name="서재근(JAEGEUN SEO)[jaegeun_seo]/책임/제조DX.자동보정.조립자동보정팀" userId="7bb6d943-2582-47a8-abe5-eec9821e0b5c" providerId="ADAL" clId="{28A23944-8458-49F4-BCB8-70FDAEEE5298}" dt="2025-12-10T00:09:32.502" v="49" actId="20577"/>
        <pc:sldMkLst>
          <pc:docMk/>
          <pc:sldMk cId="2275017208" sldId="2147481958"/>
        </pc:sldMkLst>
        <pc:spChg chg="mod">
          <ac:chgData name="서재근(JAEGEUN SEO)[jaegeun_seo]/책임/제조DX.자동보정.조립자동보정팀" userId="7bb6d943-2582-47a8-abe5-eec9821e0b5c" providerId="ADAL" clId="{28A23944-8458-49F4-BCB8-70FDAEEE5298}" dt="2025-12-10T00:09:14.182" v="40" actId="20577"/>
          <ac:spMkLst>
            <pc:docMk/>
            <pc:sldMk cId="2275017208" sldId="2147481958"/>
            <ac:spMk id="2" creationId="{5748F319-FE8D-4ECF-AFB9-B7E0916A513F}"/>
          </ac:spMkLst>
        </pc:spChg>
        <pc:spChg chg="mod">
          <ac:chgData name="서재근(JAEGEUN SEO)[jaegeun_seo]/책임/제조DX.자동보정.조립자동보정팀" userId="7bb6d943-2582-47a8-abe5-eec9821e0b5c" providerId="ADAL" clId="{28A23944-8458-49F4-BCB8-70FDAEEE5298}" dt="2025-12-10T00:09:32.502" v="49" actId="20577"/>
          <ac:spMkLst>
            <pc:docMk/>
            <pc:sldMk cId="2275017208" sldId="2147481958"/>
            <ac:spMk id="5" creationId="{1615D8B7-2F76-467E-B74D-9F119B978A4C}"/>
          </ac:spMkLst>
        </pc:spChg>
        <pc:spChg chg="mod">
          <ac:chgData name="서재근(JAEGEUN SEO)[jaegeun_seo]/책임/제조DX.자동보정.조립자동보정팀" userId="7bb6d943-2582-47a8-abe5-eec9821e0b5c" providerId="ADAL" clId="{28A23944-8458-49F4-BCB8-70FDAEEE5298}" dt="2025-12-10T00:09:28.868" v="46" actId="20577"/>
          <ac:spMkLst>
            <pc:docMk/>
            <pc:sldMk cId="2275017208" sldId="2147481958"/>
            <ac:spMk id="10" creationId="{BDADEB63-FA2A-413A-90C3-F27F4D564C57}"/>
          </ac:spMkLst>
        </pc:spChg>
        <pc:graphicFrameChg chg="mod modGraphic">
          <ac:chgData name="서재근(JAEGEUN SEO)[jaegeun_seo]/책임/제조DX.자동보정.조립자동보정팀" userId="7bb6d943-2582-47a8-abe5-eec9821e0b5c" providerId="ADAL" clId="{28A23944-8458-49F4-BCB8-70FDAEEE5298}" dt="2025-12-10T00:09:26.032" v="42" actId="207"/>
          <ac:graphicFrameMkLst>
            <pc:docMk/>
            <pc:sldMk cId="2275017208" sldId="2147481958"/>
            <ac:graphicFrameMk id="4" creationId="{FA3240C7-2182-41B1-AE1F-AC51AA1BB276}"/>
          </ac:graphicFrameMkLst>
        </pc:graphicFrameChg>
      </pc:sldChg>
      <pc:sldChg chg="modSp mod">
        <pc:chgData name="서재근(JAEGEUN SEO)[jaegeun_seo]/책임/제조DX.자동보정.조립자동보정팀" userId="7bb6d943-2582-47a8-abe5-eec9821e0b5c" providerId="ADAL" clId="{28A23944-8458-49F4-BCB8-70FDAEEE5298}" dt="2025-12-10T04:39:53.449" v="307" actId="207"/>
        <pc:sldMkLst>
          <pc:docMk/>
          <pc:sldMk cId="3939307129" sldId="2147481960"/>
        </pc:sldMkLst>
        <pc:spChg chg="mod">
          <ac:chgData name="서재근(JAEGEUN SEO)[jaegeun_seo]/책임/제조DX.자동보정.조립자동보정팀" userId="7bb6d943-2582-47a8-abe5-eec9821e0b5c" providerId="ADAL" clId="{28A23944-8458-49F4-BCB8-70FDAEEE5298}" dt="2025-12-10T00:28:09.857" v="53" actId="20577"/>
          <ac:spMkLst>
            <pc:docMk/>
            <pc:sldMk cId="3939307129" sldId="2147481960"/>
            <ac:spMk id="70" creationId="{DF67FEB9-4AB7-4D44-9D13-B27C7C303C42}"/>
          </ac:spMkLst>
        </pc:spChg>
        <pc:graphicFrameChg chg="modGraphic">
          <ac:chgData name="서재근(JAEGEUN SEO)[jaegeun_seo]/책임/제조DX.자동보정.조립자동보정팀" userId="7bb6d943-2582-47a8-abe5-eec9821e0b5c" providerId="ADAL" clId="{28A23944-8458-49F4-BCB8-70FDAEEE5298}" dt="2025-12-10T00:28:27.302" v="61" actId="20577"/>
          <ac:graphicFrameMkLst>
            <pc:docMk/>
            <pc:sldMk cId="3939307129" sldId="2147481960"/>
            <ac:graphicFrameMk id="16" creationId="{33D55F02-6D8E-4551-BA96-882BCCE1D0E0}"/>
          </ac:graphicFrameMkLst>
        </pc:graphicFrameChg>
        <pc:graphicFrameChg chg="modGraphic">
          <ac:chgData name="서재근(JAEGEUN SEO)[jaegeun_seo]/책임/제조DX.자동보정.조립자동보정팀" userId="7bb6d943-2582-47a8-abe5-eec9821e0b5c" providerId="ADAL" clId="{28A23944-8458-49F4-BCB8-70FDAEEE5298}" dt="2025-12-10T00:28:16.959" v="57" actId="20577"/>
          <ac:graphicFrameMkLst>
            <pc:docMk/>
            <pc:sldMk cId="3939307129" sldId="2147481960"/>
            <ac:graphicFrameMk id="19" creationId="{AC0E64D7-C678-4BFA-BA23-CADEA743A611}"/>
          </ac:graphicFrameMkLst>
        </pc:graphicFrameChg>
        <pc:graphicFrameChg chg="mod modGraphic">
          <ac:chgData name="서재근(JAEGEUN SEO)[jaegeun_seo]/책임/제조DX.자동보정.조립자동보정팀" userId="7bb6d943-2582-47a8-abe5-eec9821e0b5c" providerId="ADAL" clId="{28A23944-8458-49F4-BCB8-70FDAEEE5298}" dt="2025-12-10T04:39:53.449" v="307" actId="207"/>
          <ac:graphicFrameMkLst>
            <pc:docMk/>
            <pc:sldMk cId="3939307129" sldId="2147481960"/>
            <ac:graphicFrameMk id="64" creationId="{0705FDA6-9762-4EFD-84D1-BBEE26F619C3}"/>
          </ac:graphicFrameMkLst>
        </pc:graphicFrameChg>
      </pc:sldChg>
      <pc:sldChg chg="modSp mod">
        <pc:chgData name="서재근(JAEGEUN SEO)[jaegeun_seo]/책임/제조DX.자동보정.조립자동보정팀" userId="7bb6d943-2582-47a8-abe5-eec9821e0b5c" providerId="ADAL" clId="{28A23944-8458-49F4-BCB8-70FDAEEE5298}" dt="2025-12-10T00:30:15.248" v="74"/>
        <pc:sldMkLst>
          <pc:docMk/>
          <pc:sldMk cId="4007070389" sldId="2147481975"/>
        </pc:sldMkLst>
        <pc:spChg chg="mod">
          <ac:chgData name="서재근(JAEGEUN SEO)[jaegeun_seo]/책임/제조DX.자동보정.조립자동보정팀" userId="7bb6d943-2582-47a8-abe5-eec9821e0b5c" providerId="ADAL" clId="{28A23944-8458-49F4-BCB8-70FDAEEE5298}" dt="2025-12-10T00:30:15.248" v="74"/>
          <ac:spMkLst>
            <pc:docMk/>
            <pc:sldMk cId="4007070389" sldId="2147481975"/>
            <ac:spMk id="14" creationId="{B37B5930-E590-474C-B34F-D326DD490861}"/>
          </ac:spMkLst>
        </pc:spChg>
        <pc:graphicFrameChg chg="modGraphic">
          <ac:chgData name="서재근(JAEGEUN SEO)[jaegeun_seo]/책임/제조DX.자동보정.조립자동보정팀" userId="7bb6d943-2582-47a8-abe5-eec9821e0b5c" providerId="ADAL" clId="{28A23944-8458-49F4-BCB8-70FDAEEE5298}" dt="2025-12-10T00:30:07.490" v="73" actId="20577"/>
          <ac:graphicFrameMkLst>
            <pc:docMk/>
            <pc:sldMk cId="4007070389" sldId="2147481975"/>
            <ac:graphicFrameMk id="16" creationId="{33D55F02-6D8E-4551-BA96-882BCCE1D0E0}"/>
          </ac:graphicFrameMkLst>
        </pc:graphicFrameChg>
        <pc:graphicFrameChg chg="modGraphic">
          <ac:chgData name="서재근(JAEGEUN SEO)[jaegeun_seo]/책임/제조DX.자동보정.조립자동보정팀" userId="7bb6d943-2582-47a8-abe5-eec9821e0b5c" providerId="ADAL" clId="{28A23944-8458-49F4-BCB8-70FDAEEE5298}" dt="2025-12-10T00:30:04.181" v="69" actId="20577"/>
          <ac:graphicFrameMkLst>
            <pc:docMk/>
            <pc:sldMk cId="4007070389" sldId="2147481975"/>
            <ac:graphicFrameMk id="19" creationId="{AC0E64D7-C678-4BFA-BA23-CADEA743A611}"/>
          </ac:graphicFrameMkLst>
        </pc:graphicFrameChg>
      </pc:sldChg>
    </pc:docChg>
  </pc:docChgLst>
  <pc:docChgLst>
    <pc:chgData name="박연탁(YEONTARK PARK)[parkyt]/책임/제조DX.자동보정.자동보정선행개발팀" userId="S::parkyt@lgensol.com::ed32861b-bebc-4d6e-be9d-42a82b4a008b" providerId="AD" clId="Web-{E151C43B-1289-454B-8CCA-31B8F420C186}"/>
    <pc:docChg chg="modSld">
      <pc:chgData name="박연탁(YEONTARK PARK)[parkyt]/책임/제조DX.자동보정.자동보정선행개발팀" userId="S::parkyt@lgensol.com::ed32861b-bebc-4d6e-be9d-42a82b4a008b" providerId="AD" clId="Web-{E151C43B-1289-454B-8CCA-31B8F420C186}" dt="2025-11-26T00:07:45.016" v="18"/>
      <pc:docMkLst>
        <pc:docMk/>
      </pc:docMkLst>
      <pc:sldChg chg="modSp">
        <pc:chgData name="박연탁(YEONTARK PARK)[parkyt]/책임/제조DX.자동보정.자동보정선행개발팀" userId="S::parkyt@lgensol.com::ed32861b-bebc-4d6e-be9d-42a82b4a008b" providerId="AD" clId="Web-{E151C43B-1289-454B-8CCA-31B8F420C186}" dt="2025-11-26T00:07:45.016" v="18"/>
        <pc:sldMkLst>
          <pc:docMk/>
          <pc:sldMk cId="1260814657" sldId="2147481905"/>
        </pc:sldMkLst>
        <pc:spChg chg="mod">
          <ac:chgData name="박연탁(YEONTARK PARK)[parkyt]/책임/제조DX.자동보정.자동보정선행개발팀" userId="S::parkyt@lgensol.com::ed32861b-bebc-4d6e-be9d-42a82b4a008b" providerId="AD" clId="Web-{E151C43B-1289-454B-8CCA-31B8F420C186}" dt="2025-11-26T00:07:29.546" v="10" actId="20577"/>
          <ac:spMkLst>
            <pc:docMk/>
            <pc:sldMk cId="1260814657" sldId="2147481905"/>
            <ac:spMk id="19" creationId="{6D33EF45-A043-472E-B0C7-E818C118347C}"/>
          </ac:spMkLst>
        </pc:spChg>
        <pc:graphicFrameChg chg="mod modGraphic">
          <ac:chgData name="박연탁(YEONTARK PARK)[parkyt]/책임/제조DX.자동보정.자동보정선행개발팀" userId="S::parkyt@lgensol.com::ed32861b-bebc-4d6e-be9d-42a82b4a008b" providerId="AD" clId="Web-{E151C43B-1289-454B-8CCA-31B8F420C186}" dt="2025-11-26T00:07:45.016" v="18"/>
          <ac:graphicFrameMkLst>
            <pc:docMk/>
            <pc:sldMk cId="1260814657" sldId="2147481905"/>
            <ac:graphicFrameMk id="13" creationId="{7FC8BFA7-9C72-4368-BAA5-09BA3B1A2B9F}"/>
          </ac:graphicFrameMkLst>
        </pc:graphicFrameChg>
      </pc:sldChg>
    </pc:docChg>
  </pc:docChgLst>
  <pc:docChgLst>
    <pc:chgData name="박연탁(YEONTARK PARK)[parkyt]/책임/제조DX.자동보정.자동보정선행개발팀" userId="S::parkyt@lgensol.com::ed32861b-bebc-4d6e-be9d-42a82b4a008b" providerId="AD" clId="Web-{22C02BF5-7D64-AF14-E729-57CF31ACEA7B}"/>
    <pc:docChg chg="modSld">
      <pc:chgData name="박연탁(YEONTARK PARK)[parkyt]/책임/제조DX.자동보정.자동보정선행개발팀" userId="S::parkyt@lgensol.com::ed32861b-bebc-4d6e-be9d-42a82b4a008b" providerId="AD" clId="Web-{22C02BF5-7D64-AF14-E729-57CF31ACEA7B}" dt="2025-11-27T07:59:05.370" v="85"/>
      <pc:docMkLst>
        <pc:docMk/>
      </pc:docMkLst>
      <pc:sldChg chg="modSp">
        <pc:chgData name="박연탁(YEONTARK PARK)[parkyt]/책임/제조DX.자동보정.자동보정선행개발팀" userId="S::parkyt@lgensol.com::ed32861b-bebc-4d6e-be9d-42a82b4a008b" providerId="AD" clId="Web-{22C02BF5-7D64-AF14-E729-57CF31ACEA7B}" dt="2025-11-27T07:59:05.370" v="85"/>
        <pc:sldMkLst>
          <pc:docMk/>
          <pc:sldMk cId="1260814657" sldId="2147481905"/>
        </pc:sldMkLst>
        <pc:graphicFrameChg chg="mod modGraphic">
          <ac:chgData name="박연탁(YEONTARK PARK)[parkyt]/책임/제조DX.자동보정.자동보정선행개발팀" userId="S::parkyt@lgensol.com::ed32861b-bebc-4d6e-be9d-42a82b4a008b" providerId="AD" clId="Web-{22C02BF5-7D64-AF14-E729-57CF31ACEA7B}" dt="2025-11-27T07:59:05.370" v="85"/>
          <ac:graphicFrameMkLst>
            <pc:docMk/>
            <pc:sldMk cId="1260814657" sldId="2147481905"/>
            <ac:graphicFrameMk id="13" creationId="{7FC8BFA7-9C72-4368-BAA5-09BA3B1A2B9F}"/>
          </ac:graphicFrameMkLst>
        </pc:graphicFrameChg>
      </pc:sldChg>
    </pc:docChg>
  </pc:docChgLst>
  <pc:docChgLst>
    <pc:chgData name="나영준(YOUNGJUN NA)[youngjun_na]/책임/제조DX.자동보정.MC자동보정팀" userId="S::youngjun_na@lgensol.com::0c590520-1e60-4e57-b0d6-012f89cef193" providerId="AD" clId="Web-{52B62FBD-D498-463C-F9A2-015851832C68}"/>
    <pc:docChg chg="modSld">
      <pc:chgData name="나영준(YOUNGJUN NA)[youngjun_na]/책임/제조DX.자동보정.MC자동보정팀" userId="S::youngjun_na@lgensol.com::0c590520-1e60-4e57-b0d6-012f89cef193" providerId="AD" clId="Web-{52B62FBD-D498-463C-F9A2-015851832C68}" dt="2025-12-09T05:07:31.105" v="193"/>
      <pc:docMkLst>
        <pc:docMk/>
      </pc:docMkLst>
      <pc:sldChg chg="modSp">
        <pc:chgData name="나영준(YOUNGJUN NA)[youngjun_na]/책임/제조DX.자동보정.MC자동보정팀" userId="S::youngjun_na@lgensol.com::0c590520-1e60-4e57-b0d6-012f89cef193" providerId="AD" clId="Web-{52B62FBD-D498-463C-F9A2-015851832C68}" dt="2025-12-09T05:07:31.105" v="193"/>
        <pc:sldMkLst>
          <pc:docMk/>
          <pc:sldMk cId="696343298" sldId="286"/>
        </pc:sldMkLst>
        <pc:spChg chg="mod">
          <ac:chgData name="나영준(YOUNGJUN NA)[youngjun_na]/책임/제조DX.자동보정.MC자동보정팀" userId="S::youngjun_na@lgensol.com::0c590520-1e60-4e57-b0d6-012f89cef193" providerId="AD" clId="Web-{52B62FBD-D498-463C-F9A2-015851832C68}" dt="2025-12-09T04:50:17.186" v="5" actId="20577"/>
          <ac:spMkLst>
            <pc:docMk/>
            <pc:sldMk cId="696343298" sldId="286"/>
            <ac:spMk id="11" creationId="{36D2EDBC-19CB-76E2-70E6-E193D6608BEF}"/>
          </ac:spMkLst>
        </pc:spChg>
        <pc:graphicFrameChg chg="mod modGraphic">
          <ac:chgData name="나영준(YOUNGJUN NA)[youngjun_na]/책임/제조DX.자동보정.MC자동보정팀" userId="S::youngjun_na@lgensol.com::0c590520-1e60-4e57-b0d6-012f89cef193" providerId="AD" clId="Web-{52B62FBD-D498-463C-F9A2-015851832C68}" dt="2025-12-09T05:07:31.105" v="193"/>
          <ac:graphicFrameMkLst>
            <pc:docMk/>
            <pc:sldMk cId="696343298" sldId="286"/>
            <ac:graphicFrameMk id="3" creationId="{288888B8-029A-57B9-F6A4-85C447027341}"/>
          </ac:graphicFrameMkLst>
        </pc:graphicFrameChg>
        <pc:graphicFrameChg chg="mod modGraphic">
          <ac:chgData name="나영준(YOUNGJUN NA)[youngjun_na]/책임/제조DX.자동보정.MC자동보정팀" userId="S::youngjun_na@lgensol.com::0c590520-1e60-4e57-b0d6-012f89cef193" providerId="AD" clId="Web-{52B62FBD-D498-463C-F9A2-015851832C68}" dt="2025-12-09T05:07:03.634" v="185"/>
          <ac:graphicFrameMkLst>
            <pc:docMk/>
            <pc:sldMk cId="696343298" sldId="286"/>
            <ac:graphicFrameMk id="9" creationId="{6638603E-0C75-FCA7-3CCB-2D5FD4CE05ED}"/>
          </ac:graphicFrameMkLst>
        </pc:graphicFrameChg>
      </pc:sldChg>
    </pc:docChg>
  </pc:docChgLst>
  <pc:docChgLst>
    <pc:chgData name="서재근(SEOJAEGEUN)[jaegeun_seo]/선임/제조지능화.자동보정.셀자동보정팀" userId="1d35fbd2-c434-4655-8e45-c3f8ff29566d" providerId="ADAL" clId="{12E3EB2A-4A45-4736-90AC-D4733C932078}"/>
    <pc:docChg chg="undo custSel modSld">
      <pc:chgData name="서재근(SEOJAEGEUN)[jaegeun_seo]/선임/제조지능화.자동보정.셀자동보정팀" userId="1d35fbd2-c434-4655-8e45-c3f8ff29566d" providerId="ADAL" clId="{12E3EB2A-4A45-4736-90AC-D4733C932078}" dt="2025-11-20T01:25:12.049" v="612" actId="207"/>
      <pc:docMkLst>
        <pc:docMk/>
      </pc:docMkLst>
      <pc:sldChg chg="modSp">
        <pc:chgData name="서재근(SEOJAEGEUN)[jaegeun_seo]/선임/제조지능화.자동보정.셀자동보정팀" userId="1d35fbd2-c434-4655-8e45-c3f8ff29566d" providerId="ADAL" clId="{12E3EB2A-4A45-4736-90AC-D4733C932078}" dt="2025-11-18T01:32:54.007" v="277" actId="20577"/>
        <pc:sldMkLst>
          <pc:docMk/>
          <pc:sldMk cId="2551372592" sldId="274"/>
        </pc:sldMkLst>
        <pc:graphicFrameChg chg="mod modGraphic">
          <ac:chgData name="서재근(SEOJAEGEUN)[jaegeun_seo]/선임/제조지능화.자동보정.셀자동보정팀" userId="1d35fbd2-c434-4655-8e45-c3f8ff29566d" providerId="ADAL" clId="{12E3EB2A-4A45-4736-90AC-D4733C932078}" dt="2025-11-18T01:32:10.865" v="266" actId="20577"/>
          <ac:graphicFrameMkLst>
            <pc:docMk/>
            <pc:sldMk cId="2551372592" sldId="274"/>
            <ac:graphicFrameMk id="19" creationId="{AC0E64D7-C678-4BFA-BA23-CADEA743A611}"/>
          </ac:graphicFrameMkLst>
        </pc:graphicFrameChg>
        <pc:graphicFrameChg chg="mod modGraphic">
          <ac:chgData name="서재근(SEOJAEGEUN)[jaegeun_seo]/선임/제조지능화.자동보정.셀자동보정팀" userId="1d35fbd2-c434-4655-8e45-c3f8ff29566d" providerId="ADAL" clId="{12E3EB2A-4A45-4736-90AC-D4733C932078}" dt="2025-11-18T01:31:54.827" v="254" actId="20577"/>
          <ac:graphicFrameMkLst>
            <pc:docMk/>
            <pc:sldMk cId="2551372592" sldId="274"/>
            <ac:graphicFrameMk id="21" creationId="{9779E312-C9FB-4C89-9F7F-FCF42F278188}"/>
          </ac:graphicFrameMkLst>
        </pc:graphicFrameChg>
      </pc:sldChg>
      <pc:sldChg chg="addSp delSp modSp">
        <pc:chgData name="서재근(SEOJAEGEUN)[jaegeun_seo]/선임/제조지능화.자동보정.셀자동보정팀" userId="1d35fbd2-c434-4655-8e45-c3f8ff29566d" providerId="ADAL" clId="{12E3EB2A-4A45-4736-90AC-D4733C932078}" dt="2025-11-20T01:25:12.049" v="612" actId="207"/>
        <pc:sldMkLst>
          <pc:docMk/>
          <pc:sldMk cId="2275017208" sldId="2147481958"/>
        </pc:sldMkLst>
        <pc:spChg chg="mod">
          <ac:chgData name="서재근(SEOJAEGEUN)[jaegeun_seo]/선임/제조지능화.자동보정.셀자동보정팀" userId="1d35fbd2-c434-4655-8e45-c3f8ff29566d" providerId="ADAL" clId="{12E3EB2A-4A45-4736-90AC-D4733C932078}" dt="2025-11-20T01:19:09.296" v="600"/>
          <ac:spMkLst>
            <pc:docMk/>
            <pc:sldMk cId="2275017208" sldId="2147481958"/>
            <ac:spMk id="2" creationId="{5748F319-FE8D-4ECF-AFB9-B7E0916A513F}"/>
          </ac:spMkLst>
        </pc:spChg>
        <pc:spChg chg="mod">
          <ac:chgData name="서재근(SEOJAEGEUN)[jaegeun_seo]/선임/제조지능화.자동보정.셀자동보정팀" userId="1d35fbd2-c434-4655-8e45-c3f8ff29566d" providerId="ADAL" clId="{12E3EB2A-4A45-4736-90AC-D4733C932078}" dt="2025-11-20T01:18:52.551" v="599"/>
          <ac:spMkLst>
            <pc:docMk/>
            <pc:sldMk cId="2275017208" sldId="2147481958"/>
            <ac:spMk id="5" creationId="{1615D8B7-2F76-467E-B74D-9F119B978A4C}"/>
          </ac:spMkLst>
        </pc:spChg>
        <pc:graphicFrameChg chg="mod modGraphic">
          <ac:chgData name="서재근(SEOJAEGEUN)[jaegeun_seo]/선임/제조지능화.자동보정.셀자동보정팀" userId="1d35fbd2-c434-4655-8e45-c3f8ff29566d" providerId="ADAL" clId="{12E3EB2A-4A45-4736-90AC-D4733C932078}" dt="2025-11-20T01:25:12.049" v="612" actId="207"/>
          <ac:graphicFrameMkLst>
            <pc:docMk/>
            <pc:sldMk cId="2275017208" sldId="2147481958"/>
            <ac:graphicFrameMk id="4" creationId="{FA3240C7-2182-41B1-AE1F-AC51AA1BB276}"/>
          </ac:graphicFrameMkLst>
        </pc:graphicFrameChg>
      </pc:sldChg>
      <pc:sldChg chg="modSp">
        <pc:chgData name="서재근(SEOJAEGEUN)[jaegeun_seo]/선임/제조지능화.자동보정.셀자동보정팀" userId="1d35fbd2-c434-4655-8e45-c3f8ff29566d" providerId="ADAL" clId="{12E3EB2A-4A45-4736-90AC-D4733C932078}" dt="2025-11-18T01:26:12.947" v="18" actId="20577"/>
        <pc:sldMkLst>
          <pc:docMk/>
          <pc:sldMk cId="3939307129" sldId="2147481960"/>
        </pc:sldMkLst>
        <pc:graphicFrameChg chg="mod modGraphic">
          <ac:chgData name="서재근(SEOJAEGEUN)[jaegeun_seo]/선임/제조지능화.자동보정.셀자동보정팀" userId="1d35fbd2-c434-4655-8e45-c3f8ff29566d" providerId="ADAL" clId="{12E3EB2A-4A45-4736-90AC-D4733C932078}" dt="2025-11-18T01:26:12.947" v="18" actId="20577"/>
          <ac:graphicFrameMkLst>
            <pc:docMk/>
            <pc:sldMk cId="3939307129" sldId="2147481960"/>
            <ac:graphicFrameMk id="64" creationId="{0705FDA6-9762-4EFD-84D1-BBEE26F619C3}"/>
          </ac:graphicFrameMkLst>
        </pc:graphicFrameChg>
      </pc:sldChg>
    </pc:docChg>
  </pc:docChgLst>
  <pc:docChgLst>
    <pc:chgData name="원종래(JONG LAE WON)[jlwon]/책임/제조DX.자동보정.조립자동보정팀" userId="b47432fc-6904-4550-9f81-749fde7e3ec4" providerId="ADAL" clId="{647C64ED-2668-4C2B-9938-2D2964A1A108}"/>
    <pc:docChg chg="undo redo custSel modSld">
      <pc:chgData name="원종래(JONG LAE WON)[jlwon]/책임/제조DX.자동보정.조립자동보정팀" userId="b47432fc-6904-4550-9f81-749fde7e3ec4" providerId="ADAL" clId="{647C64ED-2668-4C2B-9938-2D2964A1A108}" dt="2025-12-10T23:20:13.330" v="442" actId="20577"/>
      <pc:docMkLst>
        <pc:docMk/>
      </pc:docMkLst>
      <pc:sldChg chg="modSp mod">
        <pc:chgData name="원종래(JONG LAE WON)[jlwon]/책임/제조DX.자동보정.조립자동보정팀" userId="b47432fc-6904-4550-9f81-749fde7e3ec4" providerId="ADAL" clId="{647C64ED-2668-4C2B-9938-2D2964A1A108}" dt="2025-12-10T04:20:04.975" v="391" actId="20577"/>
        <pc:sldMkLst>
          <pc:docMk/>
          <pc:sldMk cId="2772027129" sldId="260"/>
        </pc:sldMkLst>
        <pc:spChg chg="mod">
          <ac:chgData name="원종래(JONG LAE WON)[jlwon]/책임/제조DX.자동보정.조립자동보정팀" userId="b47432fc-6904-4550-9f81-749fde7e3ec4" providerId="ADAL" clId="{647C64ED-2668-4C2B-9938-2D2964A1A108}" dt="2025-12-10T04:20:04.975" v="391" actId="20577"/>
          <ac:spMkLst>
            <pc:docMk/>
            <pc:sldMk cId="2772027129" sldId="260"/>
            <ac:spMk id="13" creationId="{6F04AF11-50D5-49B6-A265-556E9598BDBE}"/>
          </ac:spMkLst>
        </pc:spChg>
        <pc:spChg chg="mod">
          <ac:chgData name="원종래(JONG LAE WON)[jlwon]/책임/제조DX.자동보정.조립자동보정팀" userId="b47432fc-6904-4550-9f81-749fde7e3ec4" providerId="ADAL" clId="{647C64ED-2668-4C2B-9938-2D2964A1A108}" dt="2025-12-10T04:20:01.851" v="389" actId="20577"/>
          <ac:spMkLst>
            <pc:docMk/>
            <pc:sldMk cId="2772027129" sldId="260"/>
            <ac:spMk id="14" creationId="{22538F03-743C-4E4C-83CE-319524F14C18}"/>
          </ac:spMkLst>
        </pc:spChg>
      </pc:sldChg>
      <pc:sldChg chg="modSp mod">
        <pc:chgData name="원종래(JONG LAE WON)[jlwon]/책임/제조DX.자동보정.조립자동보정팀" userId="b47432fc-6904-4550-9f81-749fde7e3ec4" providerId="ADAL" clId="{647C64ED-2668-4C2B-9938-2D2964A1A108}" dt="2025-12-10T04:13:55.612" v="35" actId="20577"/>
        <pc:sldMkLst>
          <pc:docMk/>
          <pc:sldMk cId="3152614394" sldId="272"/>
        </pc:sldMkLst>
        <pc:graphicFrameChg chg="modGraphic">
          <ac:chgData name="원종래(JONG LAE WON)[jlwon]/책임/제조DX.자동보정.조립자동보정팀" userId="b47432fc-6904-4550-9f81-749fde7e3ec4" providerId="ADAL" clId="{647C64ED-2668-4C2B-9938-2D2964A1A108}" dt="2025-12-10T04:13:55.612" v="35" actId="20577"/>
          <ac:graphicFrameMkLst>
            <pc:docMk/>
            <pc:sldMk cId="3152614394" sldId="272"/>
            <ac:graphicFrameMk id="9" creationId="{F9E76470-5813-4108-9658-C9DA922B60EF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647C64ED-2668-4C2B-9938-2D2964A1A108}" dt="2025-12-10T08:08:17.553" v="423" actId="14100"/>
        <pc:sldMkLst>
          <pc:docMk/>
          <pc:sldMk cId="3005009049" sldId="284"/>
        </pc:sldMkLst>
        <pc:graphicFrameChg chg="mod modGraphic">
          <ac:chgData name="원종래(JONG LAE WON)[jlwon]/책임/제조DX.자동보정.조립자동보정팀" userId="b47432fc-6904-4550-9f81-749fde7e3ec4" providerId="ADAL" clId="{647C64ED-2668-4C2B-9938-2D2964A1A108}" dt="2025-12-10T08:08:17.553" v="423" actId="14100"/>
          <ac:graphicFrameMkLst>
            <pc:docMk/>
            <pc:sldMk cId="3005009049" sldId="284"/>
            <ac:graphicFrameMk id="9" creationId="{459FC5F3-1FD5-01E7-B1BA-B39813120590}"/>
          </ac:graphicFrameMkLst>
        </pc:graphicFrameChg>
      </pc:sldChg>
      <pc:sldChg chg="addSp delSp modSp mod">
        <pc:chgData name="원종래(JONG LAE WON)[jlwon]/책임/제조DX.자동보정.조립자동보정팀" userId="b47432fc-6904-4550-9f81-749fde7e3ec4" providerId="ADAL" clId="{647C64ED-2668-4C2B-9938-2D2964A1A108}" dt="2025-12-10T04:13:51.321" v="33" actId="20577"/>
        <pc:sldMkLst>
          <pc:docMk/>
          <pc:sldMk cId="980722720" sldId="287"/>
        </pc:sldMkLst>
        <pc:graphicFrameChg chg="add del modGraphic">
          <ac:chgData name="원종래(JONG LAE WON)[jlwon]/책임/제조DX.자동보정.조립자동보정팀" userId="b47432fc-6904-4550-9f81-749fde7e3ec4" providerId="ADAL" clId="{647C64ED-2668-4C2B-9938-2D2964A1A108}" dt="2025-12-10T04:13:51.321" v="33" actId="20577"/>
          <ac:graphicFrameMkLst>
            <pc:docMk/>
            <pc:sldMk cId="980722720" sldId="287"/>
            <ac:graphicFrameMk id="9" creationId="{6418FABD-9FDF-D221-AA86-B60755751675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647C64ED-2668-4C2B-9938-2D2964A1A108}" dt="2025-12-10T04:16:51.408" v="67" actId="20577"/>
        <pc:sldMkLst>
          <pc:docMk/>
          <pc:sldMk cId="521974953" sldId="295"/>
        </pc:sldMkLst>
        <pc:graphicFrameChg chg="modGraphic">
          <ac:chgData name="원종래(JONG LAE WON)[jlwon]/책임/제조DX.자동보정.조립자동보정팀" userId="b47432fc-6904-4550-9f81-749fde7e3ec4" providerId="ADAL" clId="{647C64ED-2668-4C2B-9938-2D2964A1A108}" dt="2025-12-10T04:16:51.408" v="67" actId="20577"/>
          <ac:graphicFrameMkLst>
            <pc:docMk/>
            <pc:sldMk cId="521974953" sldId="295"/>
            <ac:graphicFrameMk id="3" creationId="{3E86696F-E35A-4B06-9B46-63A4A6A986C1}"/>
          </ac:graphicFrameMkLst>
        </pc:graphicFrameChg>
        <pc:graphicFrameChg chg="modGraphic">
          <ac:chgData name="원종래(JONG LAE WON)[jlwon]/책임/제조DX.자동보정.조립자동보정팀" userId="b47432fc-6904-4550-9f81-749fde7e3ec4" providerId="ADAL" clId="{647C64ED-2668-4C2B-9938-2D2964A1A108}" dt="2025-12-10T04:16:38.062" v="63" actId="20577"/>
          <ac:graphicFrameMkLst>
            <pc:docMk/>
            <pc:sldMk cId="521974953" sldId="295"/>
            <ac:graphicFrameMk id="14" creationId="{F7BF916D-8A9E-4800-92E6-357BE08183D6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647C64ED-2668-4C2B-9938-2D2964A1A108}" dt="2025-12-10T08:09:16.641" v="427" actId="1076"/>
        <pc:sldMkLst>
          <pc:docMk/>
          <pc:sldMk cId="2657806170" sldId="318"/>
        </pc:sldMkLst>
      </pc:sldChg>
      <pc:sldChg chg="modSp mod">
        <pc:chgData name="원종래(JONG LAE WON)[jlwon]/책임/제조DX.자동보정.조립자동보정팀" userId="b47432fc-6904-4550-9f81-749fde7e3ec4" providerId="ADAL" clId="{647C64ED-2668-4C2B-9938-2D2964A1A108}" dt="2025-12-10T23:20:13.330" v="442" actId="20577"/>
        <pc:sldMkLst>
          <pc:docMk/>
          <pc:sldMk cId="3266697761" sldId="2278"/>
        </pc:sldMkLst>
        <pc:spChg chg="mod">
          <ac:chgData name="원종래(JONG LAE WON)[jlwon]/책임/제조DX.자동보정.조립자동보정팀" userId="b47432fc-6904-4550-9f81-749fde7e3ec4" providerId="ADAL" clId="{647C64ED-2668-4C2B-9938-2D2964A1A108}" dt="2025-12-10T23:20:13.330" v="442" actId="20577"/>
          <ac:spMkLst>
            <pc:docMk/>
            <pc:sldMk cId="3266697761" sldId="2278"/>
            <ac:spMk id="5" creationId="{9F5FF4B7-2926-4D73-A8B9-82803C7166FE}"/>
          </ac:spMkLst>
        </pc:spChg>
      </pc:sldChg>
      <pc:sldChg chg="modSp mod">
        <pc:chgData name="원종래(JONG LAE WON)[jlwon]/책임/제조DX.자동보정.조립자동보정팀" userId="b47432fc-6904-4550-9f81-749fde7e3ec4" providerId="ADAL" clId="{647C64ED-2668-4C2B-9938-2D2964A1A108}" dt="2025-12-10T04:10:03.543" v="11" actId="207"/>
        <pc:sldMkLst>
          <pc:docMk/>
          <pc:sldMk cId="624474230" sldId="2147481904"/>
        </pc:sldMkLst>
        <pc:spChg chg="mod">
          <ac:chgData name="원종래(JONG LAE WON)[jlwon]/책임/제조DX.자동보정.조립자동보정팀" userId="b47432fc-6904-4550-9f81-749fde7e3ec4" providerId="ADAL" clId="{647C64ED-2668-4C2B-9938-2D2964A1A108}" dt="2025-12-10T04:08:53.943" v="1" actId="20577"/>
          <ac:spMkLst>
            <pc:docMk/>
            <pc:sldMk cId="624474230" sldId="2147481904"/>
            <ac:spMk id="6" creationId="{2CB0F2F2-CDBB-B3E6-AE09-A445462049EE}"/>
          </ac:spMkLst>
        </pc:spChg>
        <pc:spChg chg="mod">
          <ac:chgData name="원종래(JONG LAE WON)[jlwon]/책임/제조DX.자동보정.조립자동보정팀" userId="b47432fc-6904-4550-9f81-749fde7e3ec4" providerId="ADAL" clId="{647C64ED-2668-4C2B-9938-2D2964A1A108}" dt="2025-12-10T04:09:42.563" v="8" actId="1076"/>
          <ac:spMkLst>
            <pc:docMk/>
            <pc:sldMk cId="624474230" sldId="2147481904"/>
            <ac:spMk id="8" creationId="{1A04AF85-852C-808C-0F87-E322337E7BCE}"/>
          </ac:spMkLst>
        </pc:spChg>
        <pc:spChg chg="mod">
          <ac:chgData name="원종래(JONG LAE WON)[jlwon]/책임/제조DX.자동보정.조립자동보정팀" userId="b47432fc-6904-4550-9f81-749fde7e3ec4" providerId="ADAL" clId="{647C64ED-2668-4C2B-9938-2D2964A1A108}" dt="2025-12-10T04:09:42.563" v="8" actId="1076"/>
          <ac:spMkLst>
            <pc:docMk/>
            <pc:sldMk cId="624474230" sldId="2147481904"/>
            <ac:spMk id="14" creationId="{A3BDA5CC-BB63-4FB7-AEB1-53683F7B1660}"/>
          </ac:spMkLst>
        </pc:spChg>
        <pc:graphicFrameChg chg="mod modGraphic">
          <ac:chgData name="원종래(JONG LAE WON)[jlwon]/책임/제조DX.자동보정.조립자동보정팀" userId="b47432fc-6904-4550-9f81-749fde7e3ec4" providerId="ADAL" clId="{647C64ED-2668-4C2B-9938-2D2964A1A108}" dt="2025-12-10T04:10:03.543" v="11" actId="207"/>
          <ac:graphicFrameMkLst>
            <pc:docMk/>
            <pc:sldMk cId="624474230" sldId="2147481904"/>
            <ac:graphicFrameMk id="7" creationId="{4987875B-E94A-4359-A7A9-F1B0BD34D6D8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647C64ED-2668-4C2B-9938-2D2964A1A108}" dt="2025-12-10T04:19:26.469" v="381" actId="20577"/>
        <pc:sldMkLst>
          <pc:docMk/>
          <pc:sldMk cId="2275017208" sldId="2147481958"/>
        </pc:sldMkLst>
        <pc:graphicFrameChg chg="modGraphic">
          <ac:chgData name="원종래(JONG LAE WON)[jlwon]/책임/제조DX.자동보정.조립자동보정팀" userId="b47432fc-6904-4550-9f81-749fde7e3ec4" providerId="ADAL" clId="{647C64ED-2668-4C2B-9938-2D2964A1A108}" dt="2025-12-10T04:19:26.469" v="381" actId="20577"/>
          <ac:graphicFrameMkLst>
            <pc:docMk/>
            <pc:sldMk cId="2275017208" sldId="2147481958"/>
            <ac:graphicFrameMk id="4" creationId="{FA3240C7-2182-41B1-AE1F-AC51AA1BB276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647C64ED-2668-4C2B-9938-2D2964A1A108}" dt="2025-12-10T04:19:55.381" v="387" actId="20577"/>
        <pc:sldMkLst>
          <pc:docMk/>
          <pc:sldMk cId="3901532967" sldId="2147481959"/>
        </pc:sldMkLst>
        <pc:spChg chg="mod">
          <ac:chgData name="원종래(JONG LAE WON)[jlwon]/책임/제조DX.자동보정.조립자동보정팀" userId="b47432fc-6904-4550-9f81-749fde7e3ec4" providerId="ADAL" clId="{647C64ED-2668-4C2B-9938-2D2964A1A108}" dt="2025-12-10T04:19:55.381" v="387" actId="20577"/>
          <ac:spMkLst>
            <pc:docMk/>
            <pc:sldMk cId="3901532967" sldId="2147481959"/>
            <ac:spMk id="13" creationId="{6F04AF11-50D5-49B6-A265-556E9598BDBE}"/>
          </ac:spMkLst>
        </pc:spChg>
        <pc:spChg chg="mod">
          <ac:chgData name="원종래(JONG LAE WON)[jlwon]/책임/제조DX.자동보정.조립자동보정팀" userId="b47432fc-6904-4550-9f81-749fde7e3ec4" providerId="ADAL" clId="{647C64ED-2668-4C2B-9938-2D2964A1A108}" dt="2025-12-10T04:19:52.335" v="385" actId="20577"/>
          <ac:spMkLst>
            <pc:docMk/>
            <pc:sldMk cId="3901532967" sldId="2147481959"/>
            <ac:spMk id="14" creationId="{22538F03-743C-4E4C-83CE-319524F14C18}"/>
          </ac:spMkLst>
        </pc:spChg>
      </pc:sldChg>
      <pc:sldChg chg="modSp mod">
        <pc:chgData name="원종래(JONG LAE WON)[jlwon]/책임/제조DX.자동보정.조립자동보정팀" userId="b47432fc-6904-4550-9f81-749fde7e3ec4" providerId="ADAL" clId="{647C64ED-2668-4C2B-9938-2D2964A1A108}" dt="2025-12-10T04:18:39.963" v="371" actId="947"/>
        <pc:sldMkLst>
          <pc:docMk/>
          <pc:sldMk cId="1661639708" sldId="2147482034"/>
        </pc:sldMkLst>
        <pc:spChg chg="mod">
          <ac:chgData name="원종래(JONG LAE WON)[jlwon]/책임/제조DX.자동보정.조립자동보정팀" userId="b47432fc-6904-4550-9f81-749fde7e3ec4" providerId="ADAL" clId="{647C64ED-2668-4C2B-9938-2D2964A1A108}" dt="2025-12-10T04:17:17.998" v="75" actId="20577"/>
          <ac:spMkLst>
            <pc:docMk/>
            <pc:sldMk cId="1661639708" sldId="2147482034"/>
            <ac:spMk id="17" creationId="{53BD2C0A-5A07-4ADD-8F3B-76031B186FF8}"/>
          </ac:spMkLst>
        </pc:spChg>
        <pc:graphicFrameChg chg="mod modGraphic">
          <ac:chgData name="원종래(JONG LAE WON)[jlwon]/책임/제조DX.자동보정.조립자동보정팀" userId="b47432fc-6904-4550-9f81-749fde7e3ec4" providerId="ADAL" clId="{647C64ED-2668-4C2B-9938-2D2964A1A108}" dt="2025-12-10T04:18:39.963" v="371" actId="947"/>
          <ac:graphicFrameMkLst>
            <pc:docMk/>
            <pc:sldMk cId="1661639708" sldId="2147482034"/>
            <ac:graphicFrameMk id="13" creationId="{749EDA29-3892-4D6C-B422-D508526099A4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647C64ED-2668-4C2B-9938-2D2964A1A108}" dt="2025-12-10T04:15:51.427" v="55" actId="6549"/>
        <pc:sldMkLst>
          <pc:docMk/>
          <pc:sldMk cId="3755998146" sldId="2147483565"/>
        </pc:sldMkLst>
        <pc:graphicFrameChg chg="modGraphic">
          <ac:chgData name="원종래(JONG LAE WON)[jlwon]/책임/제조DX.자동보정.조립자동보정팀" userId="b47432fc-6904-4550-9f81-749fde7e3ec4" providerId="ADAL" clId="{647C64ED-2668-4C2B-9938-2D2964A1A108}" dt="2025-12-10T04:15:36.699" v="39" actId="20577"/>
          <ac:graphicFrameMkLst>
            <pc:docMk/>
            <pc:sldMk cId="3755998146" sldId="2147483565"/>
            <ac:graphicFrameMk id="3" creationId="{3E86696F-E35A-4B06-9B46-63A4A6A986C1}"/>
          </ac:graphicFrameMkLst>
        </pc:graphicFrameChg>
        <pc:graphicFrameChg chg="mod modGraphic">
          <ac:chgData name="원종래(JONG LAE WON)[jlwon]/책임/제조DX.자동보정.조립자동보정팀" userId="b47432fc-6904-4550-9f81-749fde7e3ec4" providerId="ADAL" clId="{647C64ED-2668-4C2B-9938-2D2964A1A108}" dt="2025-12-10T04:15:51.427" v="55" actId="6549"/>
          <ac:graphicFrameMkLst>
            <pc:docMk/>
            <pc:sldMk cId="3755998146" sldId="2147483565"/>
            <ac:graphicFrameMk id="14" creationId="{F7BF916D-8A9E-4800-92E6-357BE08183D6}"/>
          </ac:graphicFrameMkLst>
        </pc:graphicFrameChg>
      </pc:sldChg>
    </pc:docChg>
  </pc:docChgLst>
  <pc:docChgLst>
    <pc:chgData name="박상하(SANGHA PARK)[sangha.park]/책임/제조DX.자동보정.RSND자동보정팀" userId="S::sangha.park@lgensol.com::507a07c6-8366-4767-be6e-cc66d4fd9711" providerId="AD" clId="Web-{6D33E78A-A04E-1A2F-CFDF-9C85A1792910}"/>
    <pc:docChg chg="modSld">
      <pc:chgData name="박상하(SANGHA PARK)[sangha.park]/책임/제조DX.자동보정.RSND자동보정팀" userId="S::sangha.park@lgensol.com::507a07c6-8366-4767-be6e-cc66d4fd9711" providerId="AD" clId="Web-{6D33E78A-A04E-1A2F-CFDF-9C85A1792910}" dt="2025-11-26T02:09:34.451" v="5" actId="20577"/>
      <pc:docMkLst>
        <pc:docMk/>
      </pc:docMkLst>
      <pc:sldChg chg="modSp">
        <pc:chgData name="박상하(SANGHA PARK)[sangha.park]/책임/제조DX.자동보정.RSND자동보정팀" userId="S::sangha.park@lgensol.com::507a07c6-8366-4767-be6e-cc66d4fd9711" providerId="AD" clId="Web-{6D33E78A-A04E-1A2F-CFDF-9C85A1792910}" dt="2025-11-26T02:09:34.451" v="5" actId="20577"/>
        <pc:sldMkLst>
          <pc:docMk/>
          <pc:sldMk cId="796425396" sldId="280"/>
        </pc:sldMkLst>
        <pc:spChg chg="mod">
          <ac:chgData name="박상하(SANGHA PARK)[sangha.park]/책임/제조DX.자동보정.RSND자동보정팀" userId="S::sangha.park@lgensol.com::507a07c6-8366-4767-be6e-cc66d4fd9711" providerId="AD" clId="Web-{6D33E78A-A04E-1A2F-CFDF-9C85A1792910}" dt="2025-11-26T02:09:34.451" v="5" actId="20577"/>
          <ac:spMkLst>
            <pc:docMk/>
            <pc:sldMk cId="796425396" sldId="280"/>
            <ac:spMk id="7" creationId="{5FFE56CF-CC3C-4CB8-AE23-4CE66F4223A6}"/>
          </ac:spMkLst>
        </pc:spChg>
      </pc:sldChg>
    </pc:docChg>
  </pc:docChgLst>
  <pc:docChgLst>
    <pc:chgData name="이상용(SANGYONG LEE)[lsy0500]/선임/제조DX.자동보정.RSND자동보정팀" userId="6e1e2dff-ff3a-45ae-b062-b7c6f0b8ce1b" providerId="ADAL" clId="{2C863E88-2A07-4BCA-88F9-73C3B0120157}"/>
    <pc:docChg chg="custSel modSld">
      <pc:chgData name="이상용(SANGYONG LEE)[lsy0500]/선임/제조DX.자동보정.RSND자동보정팀" userId="6e1e2dff-ff3a-45ae-b062-b7c6f0b8ce1b" providerId="ADAL" clId="{2C863E88-2A07-4BCA-88F9-73C3B0120157}" dt="2025-11-25T10:13:49.196" v="204" actId="20577"/>
      <pc:docMkLst>
        <pc:docMk/>
      </pc:docMkLst>
      <pc:sldChg chg="modSp mod">
        <pc:chgData name="이상용(SANGYONG LEE)[lsy0500]/선임/제조DX.자동보정.RSND자동보정팀" userId="6e1e2dff-ff3a-45ae-b062-b7c6f0b8ce1b" providerId="ADAL" clId="{2C863E88-2A07-4BCA-88F9-73C3B0120157}" dt="2025-11-25T10:13:41.455" v="202" actId="20577"/>
        <pc:sldMkLst>
          <pc:docMk/>
          <pc:sldMk cId="664710437" sldId="258"/>
        </pc:sldMkLst>
        <pc:spChg chg="mod">
          <ac:chgData name="이상용(SANGYONG LEE)[lsy0500]/선임/제조DX.자동보정.RSND자동보정팀" userId="6e1e2dff-ff3a-45ae-b062-b7c6f0b8ce1b" providerId="ADAL" clId="{2C863E88-2A07-4BCA-88F9-73C3B0120157}" dt="2025-11-25T10:13:41.455" v="202" actId="20577"/>
          <ac:spMkLst>
            <pc:docMk/>
            <pc:sldMk cId="664710437" sldId="258"/>
            <ac:spMk id="5" creationId="{8823653C-1E4C-2AB3-B2C7-17A96027CDF5}"/>
          </ac:spMkLst>
        </pc:spChg>
        <pc:graphicFrameChg chg="mod modGraphic">
          <ac:chgData name="이상용(SANGYONG LEE)[lsy0500]/선임/제조DX.자동보정.RSND자동보정팀" userId="6e1e2dff-ff3a-45ae-b062-b7c6f0b8ce1b" providerId="ADAL" clId="{2C863E88-2A07-4BCA-88F9-73C3B0120157}" dt="2025-11-25T10:10:22.258" v="169" actId="20577"/>
          <ac:graphicFrameMkLst>
            <pc:docMk/>
            <pc:sldMk cId="664710437" sldId="258"/>
            <ac:graphicFrameMk id="16" creationId="{721D71E9-3437-A6BF-DC12-E6C5B9BEBCB8}"/>
          </ac:graphicFrameMkLst>
        </pc:graphicFrameChg>
      </pc:sldChg>
      <pc:sldChg chg="modSp mod">
        <pc:chgData name="이상용(SANGYONG LEE)[lsy0500]/선임/제조DX.자동보정.RSND자동보정팀" userId="6e1e2dff-ff3a-45ae-b062-b7c6f0b8ce1b" providerId="ADAL" clId="{2C863E88-2A07-4BCA-88F9-73C3B0120157}" dt="2025-11-25T10:13:49.196" v="204" actId="20577"/>
        <pc:sldMkLst>
          <pc:docMk/>
          <pc:sldMk cId="2887664435" sldId="259"/>
        </pc:sldMkLst>
        <pc:spChg chg="mod">
          <ac:chgData name="이상용(SANGYONG LEE)[lsy0500]/선임/제조DX.자동보정.RSND자동보정팀" userId="6e1e2dff-ff3a-45ae-b062-b7c6f0b8ce1b" providerId="ADAL" clId="{2C863E88-2A07-4BCA-88F9-73C3B0120157}" dt="2025-11-25T10:13:49.196" v="204" actId="20577"/>
          <ac:spMkLst>
            <pc:docMk/>
            <pc:sldMk cId="2887664435" sldId="259"/>
            <ac:spMk id="4" creationId="{A9BE7D0E-27E2-8ED3-3804-CADA944DD40A}"/>
          </ac:spMkLst>
        </pc:spChg>
        <pc:graphicFrameChg chg="mod modGraphic">
          <ac:chgData name="이상용(SANGYONG LEE)[lsy0500]/선임/제조DX.자동보정.RSND자동보정팀" userId="6e1e2dff-ff3a-45ae-b062-b7c6f0b8ce1b" providerId="ADAL" clId="{2C863E88-2A07-4BCA-88F9-73C3B0120157}" dt="2025-11-25T10:11:23.885" v="185"/>
          <ac:graphicFrameMkLst>
            <pc:docMk/>
            <pc:sldMk cId="2887664435" sldId="259"/>
            <ac:graphicFrameMk id="3" creationId="{09782DC6-7820-E46A-976F-513B35163C74}"/>
          </ac:graphicFrameMkLst>
        </pc:graphicFrameChg>
      </pc:sldChg>
      <pc:sldChg chg="modSp mod">
        <pc:chgData name="이상용(SANGYONG LEE)[lsy0500]/선임/제조DX.자동보정.RSND자동보정팀" userId="6e1e2dff-ff3a-45ae-b062-b7c6f0b8ce1b" providerId="ADAL" clId="{2C863E88-2A07-4BCA-88F9-73C3B0120157}" dt="2025-11-25T10:12:56.565" v="200" actId="1035"/>
        <pc:sldMkLst>
          <pc:docMk/>
          <pc:sldMk cId="912516758" sldId="270"/>
        </pc:sldMkLst>
        <pc:spChg chg="mod">
          <ac:chgData name="이상용(SANGYONG LEE)[lsy0500]/선임/제조DX.자동보정.RSND자동보정팀" userId="6e1e2dff-ff3a-45ae-b062-b7c6f0b8ce1b" providerId="ADAL" clId="{2C863E88-2A07-4BCA-88F9-73C3B0120157}" dt="2025-11-25T10:12:20.948" v="190" actId="20577"/>
          <ac:spMkLst>
            <pc:docMk/>
            <pc:sldMk cId="912516758" sldId="270"/>
            <ac:spMk id="8" creationId="{B00DF2C9-431D-6CB6-C306-046765BA9159}"/>
          </ac:spMkLst>
        </pc:spChg>
        <pc:spChg chg="mod">
          <ac:chgData name="이상용(SANGYONG LEE)[lsy0500]/선임/제조DX.자동보정.RSND자동보정팀" userId="6e1e2dff-ff3a-45ae-b062-b7c6f0b8ce1b" providerId="ADAL" clId="{2C863E88-2A07-4BCA-88F9-73C3B0120157}" dt="2025-11-25T10:12:56.565" v="200" actId="1035"/>
          <ac:spMkLst>
            <pc:docMk/>
            <pc:sldMk cId="912516758" sldId="270"/>
            <ac:spMk id="18" creationId="{B4BE55EA-0D71-0F00-25B7-AE2E18E707C8}"/>
          </ac:spMkLst>
        </pc:spChg>
        <pc:spChg chg="mod">
          <ac:chgData name="이상용(SANGYONG LEE)[lsy0500]/선임/제조DX.자동보정.RSND자동보정팀" userId="6e1e2dff-ff3a-45ae-b062-b7c6f0b8ce1b" providerId="ADAL" clId="{2C863E88-2A07-4BCA-88F9-73C3B0120157}" dt="2025-11-25T10:12:56.565" v="200" actId="1035"/>
          <ac:spMkLst>
            <pc:docMk/>
            <pc:sldMk cId="912516758" sldId="270"/>
            <ac:spMk id="26" creationId="{69CB58DA-7AB9-C727-3353-388AE60A4DDF}"/>
          </ac:spMkLst>
        </pc:spChg>
        <pc:spChg chg="mod">
          <ac:chgData name="이상용(SANGYONG LEE)[lsy0500]/선임/제조DX.자동보정.RSND자동보정팀" userId="6e1e2dff-ff3a-45ae-b062-b7c6f0b8ce1b" providerId="ADAL" clId="{2C863E88-2A07-4BCA-88F9-73C3B0120157}" dt="2025-11-25T10:12:56.565" v="200" actId="1035"/>
          <ac:spMkLst>
            <pc:docMk/>
            <pc:sldMk cId="912516758" sldId="270"/>
            <ac:spMk id="27" creationId="{ABCF75F1-514C-5F61-D294-B4626E90847A}"/>
          </ac:spMkLst>
        </pc:spChg>
        <pc:spChg chg="mod">
          <ac:chgData name="이상용(SANGYONG LEE)[lsy0500]/선임/제조DX.자동보정.RSND자동보정팀" userId="6e1e2dff-ff3a-45ae-b062-b7c6f0b8ce1b" providerId="ADAL" clId="{2C863E88-2A07-4BCA-88F9-73C3B0120157}" dt="2025-11-25T10:12:56.565" v="200" actId="1035"/>
          <ac:spMkLst>
            <pc:docMk/>
            <pc:sldMk cId="912516758" sldId="270"/>
            <ac:spMk id="33" creationId="{F7CD5B66-75B5-34D1-133D-BE0C8D6DDCF3}"/>
          </ac:spMkLst>
        </pc:spChg>
        <pc:spChg chg="mod">
          <ac:chgData name="이상용(SANGYONG LEE)[lsy0500]/선임/제조DX.자동보정.RSND자동보정팀" userId="6e1e2dff-ff3a-45ae-b062-b7c6f0b8ce1b" providerId="ADAL" clId="{2C863E88-2A07-4BCA-88F9-73C3B0120157}" dt="2025-11-25T10:12:56.565" v="200" actId="1035"/>
          <ac:spMkLst>
            <pc:docMk/>
            <pc:sldMk cId="912516758" sldId="270"/>
            <ac:spMk id="35" creationId="{27E3E05F-05DD-591E-843A-F2BD543A22D9}"/>
          </ac:spMkLst>
        </pc:spChg>
        <pc:spChg chg="mod">
          <ac:chgData name="이상용(SANGYONG LEE)[lsy0500]/선임/제조DX.자동보정.RSND자동보정팀" userId="6e1e2dff-ff3a-45ae-b062-b7c6f0b8ce1b" providerId="ADAL" clId="{2C863E88-2A07-4BCA-88F9-73C3B0120157}" dt="2025-11-25T10:12:56.565" v="200" actId="1035"/>
          <ac:spMkLst>
            <pc:docMk/>
            <pc:sldMk cId="912516758" sldId="270"/>
            <ac:spMk id="40" creationId="{69D74F42-62A6-2237-B75F-73D2C7EAC5CF}"/>
          </ac:spMkLst>
        </pc:spChg>
        <pc:spChg chg="mod">
          <ac:chgData name="이상용(SANGYONG LEE)[lsy0500]/선임/제조DX.자동보정.RSND자동보정팀" userId="6e1e2dff-ff3a-45ae-b062-b7c6f0b8ce1b" providerId="ADAL" clId="{2C863E88-2A07-4BCA-88F9-73C3B0120157}" dt="2025-11-25T10:12:56.565" v="200" actId="1035"/>
          <ac:spMkLst>
            <pc:docMk/>
            <pc:sldMk cId="912516758" sldId="270"/>
            <ac:spMk id="45" creationId="{D1BAC83B-A03D-84F8-9F5B-A93A605DE423}"/>
          </ac:spMkLst>
        </pc:spChg>
        <pc:grpChg chg="mod">
          <ac:chgData name="이상용(SANGYONG LEE)[lsy0500]/선임/제조DX.자동보정.RSND자동보정팀" userId="6e1e2dff-ff3a-45ae-b062-b7c6f0b8ce1b" providerId="ADAL" clId="{2C863E88-2A07-4BCA-88F9-73C3B0120157}" dt="2025-11-25T10:12:56.565" v="200" actId="1035"/>
          <ac:grpSpMkLst>
            <pc:docMk/>
            <pc:sldMk cId="912516758" sldId="270"/>
            <ac:grpSpMk id="25" creationId="{891C54F9-C8DC-F721-31EA-E66DFA16AD79}"/>
          </ac:grpSpMkLst>
        </pc:grpChg>
        <pc:grpChg chg="mod">
          <ac:chgData name="이상용(SANGYONG LEE)[lsy0500]/선임/제조DX.자동보정.RSND자동보정팀" userId="6e1e2dff-ff3a-45ae-b062-b7c6f0b8ce1b" providerId="ADAL" clId="{2C863E88-2A07-4BCA-88F9-73C3B0120157}" dt="2025-11-25T10:12:56.565" v="200" actId="1035"/>
          <ac:grpSpMkLst>
            <pc:docMk/>
            <pc:sldMk cId="912516758" sldId="270"/>
            <ac:grpSpMk id="34" creationId="{B1EDBCD8-D72D-E651-67CA-F947546A7996}"/>
          </ac:grpSpMkLst>
        </pc:grpChg>
        <pc:graphicFrameChg chg="mod modGraphic">
          <ac:chgData name="이상용(SANGYONG LEE)[lsy0500]/선임/제조DX.자동보정.RSND자동보정팀" userId="6e1e2dff-ff3a-45ae-b062-b7c6f0b8ce1b" providerId="ADAL" clId="{2C863E88-2A07-4BCA-88F9-73C3B0120157}" dt="2025-11-25T10:12:51.025" v="192"/>
          <ac:graphicFrameMkLst>
            <pc:docMk/>
            <pc:sldMk cId="912516758" sldId="270"/>
            <ac:graphicFrameMk id="10" creationId="{480421C8-E427-CECF-A675-6665D99969B0}"/>
          </ac:graphicFrameMkLst>
        </pc:graphicFrameChg>
        <pc:picChg chg="mod">
          <ac:chgData name="이상용(SANGYONG LEE)[lsy0500]/선임/제조DX.자동보정.RSND자동보정팀" userId="6e1e2dff-ff3a-45ae-b062-b7c6f0b8ce1b" providerId="ADAL" clId="{2C863E88-2A07-4BCA-88F9-73C3B0120157}" dt="2025-11-25T10:12:56.565" v="200" actId="1035"/>
          <ac:picMkLst>
            <pc:docMk/>
            <pc:sldMk cId="912516758" sldId="270"/>
            <ac:picMk id="16" creationId="{E144BCDE-D24A-87A9-68CF-72061C287C63}"/>
          </ac:picMkLst>
        </pc:picChg>
        <pc:picChg chg="mod">
          <ac:chgData name="이상용(SANGYONG LEE)[lsy0500]/선임/제조DX.자동보정.RSND자동보정팀" userId="6e1e2dff-ff3a-45ae-b062-b7c6f0b8ce1b" providerId="ADAL" clId="{2C863E88-2A07-4BCA-88F9-73C3B0120157}" dt="2025-11-25T10:12:56.565" v="200" actId="1035"/>
          <ac:picMkLst>
            <pc:docMk/>
            <pc:sldMk cId="912516758" sldId="270"/>
            <ac:picMk id="42" creationId="{B6155FAE-C286-8A5A-F903-38EE074AF2FC}"/>
          </ac:picMkLst>
        </pc:picChg>
        <pc:cxnChg chg="mod">
          <ac:chgData name="이상용(SANGYONG LEE)[lsy0500]/선임/제조DX.자동보정.RSND자동보정팀" userId="6e1e2dff-ff3a-45ae-b062-b7c6f0b8ce1b" providerId="ADAL" clId="{2C863E88-2A07-4BCA-88F9-73C3B0120157}" dt="2025-11-25T10:12:56.565" v="200" actId="1035"/>
          <ac:cxnSpMkLst>
            <pc:docMk/>
            <pc:sldMk cId="912516758" sldId="270"/>
            <ac:cxnSpMk id="17" creationId="{BD28CBE1-8682-2BCF-2A74-8CDAE68FB6F3}"/>
          </ac:cxnSpMkLst>
        </pc:cxnChg>
        <pc:cxnChg chg="mod">
          <ac:chgData name="이상용(SANGYONG LEE)[lsy0500]/선임/제조DX.자동보정.RSND자동보정팀" userId="6e1e2dff-ff3a-45ae-b062-b7c6f0b8ce1b" providerId="ADAL" clId="{2C863E88-2A07-4BCA-88F9-73C3B0120157}" dt="2025-11-25T10:12:56.565" v="200" actId="1035"/>
          <ac:cxnSpMkLst>
            <pc:docMk/>
            <pc:sldMk cId="912516758" sldId="270"/>
            <ac:cxnSpMk id="19" creationId="{9AA50222-4929-A178-A5E8-5FBA68FCDAA8}"/>
          </ac:cxnSpMkLst>
        </pc:cxnChg>
        <pc:cxnChg chg="mod">
          <ac:chgData name="이상용(SANGYONG LEE)[lsy0500]/선임/제조DX.자동보정.RSND자동보정팀" userId="6e1e2dff-ff3a-45ae-b062-b7c6f0b8ce1b" providerId="ADAL" clId="{2C863E88-2A07-4BCA-88F9-73C3B0120157}" dt="2025-11-25T10:12:56.565" v="200" actId="1035"/>
          <ac:cxnSpMkLst>
            <pc:docMk/>
            <pc:sldMk cId="912516758" sldId="270"/>
            <ac:cxnSpMk id="29" creationId="{6304B4C5-DDC5-FA00-A9F2-0E9C3A177E87}"/>
          </ac:cxnSpMkLst>
        </pc:cxnChg>
        <pc:cxnChg chg="mod">
          <ac:chgData name="이상용(SANGYONG LEE)[lsy0500]/선임/제조DX.자동보정.RSND자동보정팀" userId="6e1e2dff-ff3a-45ae-b062-b7c6f0b8ce1b" providerId="ADAL" clId="{2C863E88-2A07-4BCA-88F9-73C3B0120157}" dt="2025-11-25T10:12:56.565" v="200" actId="1035"/>
          <ac:cxnSpMkLst>
            <pc:docMk/>
            <pc:sldMk cId="912516758" sldId="270"/>
            <ac:cxnSpMk id="31" creationId="{315F3437-153E-0C96-54C2-0CBEFC78BC5A}"/>
          </ac:cxnSpMkLst>
        </pc:cxnChg>
        <pc:cxnChg chg="mod">
          <ac:chgData name="이상용(SANGYONG LEE)[lsy0500]/선임/제조DX.자동보정.RSND자동보정팀" userId="6e1e2dff-ff3a-45ae-b062-b7c6f0b8ce1b" providerId="ADAL" clId="{2C863E88-2A07-4BCA-88F9-73C3B0120157}" dt="2025-11-25T10:12:56.565" v="200" actId="1035"/>
          <ac:cxnSpMkLst>
            <pc:docMk/>
            <pc:sldMk cId="912516758" sldId="270"/>
            <ac:cxnSpMk id="36" creationId="{70D09103-4D38-A6DD-BAF9-F8D5656C6CEE}"/>
          </ac:cxnSpMkLst>
        </pc:cxnChg>
      </pc:sldChg>
      <pc:sldChg chg="modSp mod">
        <pc:chgData name="이상용(SANGYONG LEE)[lsy0500]/선임/제조DX.자동보정.RSND자동보정팀" userId="6e1e2dff-ff3a-45ae-b062-b7c6f0b8ce1b" providerId="ADAL" clId="{2C863E88-2A07-4BCA-88F9-73C3B0120157}" dt="2025-11-25T10:09:37.326" v="166" actId="20577"/>
        <pc:sldMkLst>
          <pc:docMk/>
          <pc:sldMk cId="3866888399" sldId="2147481941"/>
        </pc:sldMkLst>
        <pc:spChg chg="mod">
          <ac:chgData name="이상용(SANGYONG LEE)[lsy0500]/선임/제조DX.자동보정.RSND자동보정팀" userId="6e1e2dff-ff3a-45ae-b062-b7c6f0b8ce1b" providerId="ADAL" clId="{2C863E88-2A07-4BCA-88F9-73C3B0120157}" dt="2025-11-25T10:09:37.326" v="166" actId="20577"/>
          <ac:spMkLst>
            <pc:docMk/>
            <pc:sldMk cId="3866888399" sldId="2147481941"/>
            <ac:spMk id="11" creationId="{18D58147-C796-4AE1-879D-22F55FC5C84F}"/>
          </ac:spMkLst>
        </pc:spChg>
        <pc:spChg chg="mod">
          <ac:chgData name="이상용(SANGYONG LEE)[lsy0500]/선임/제조DX.자동보정.RSND자동보정팀" userId="6e1e2dff-ff3a-45ae-b062-b7c6f0b8ce1b" providerId="ADAL" clId="{2C863E88-2A07-4BCA-88F9-73C3B0120157}" dt="2025-11-25T10:09:29.921" v="164" actId="20577"/>
          <ac:spMkLst>
            <pc:docMk/>
            <pc:sldMk cId="3866888399" sldId="2147481941"/>
            <ac:spMk id="15" creationId="{C6FDD4F5-3E80-4489-B922-D675C30FF8C6}"/>
          </ac:spMkLst>
        </pc:spChg>
        <pc:graphicFrameChg chg="mod modGraphic">
          <ac:chgData name="이상용(SANGYONG LEE)[lsy0500]/선임/제조DX.자동보정.RSND자동보정팀" userId="6e1e2dff-ff3a-45ae-b062-b7c6f0b8ce1b" providerId="ADAL" clId="{2C863E88-2A07-4BCA-88F9-73C3B0120157}" dt="2025-11-25T10:09:04.877" v="160" actId="20577"/>
          <ac:graphicFrameMkLst>
            <pc:docMk/>
            <pc:sldMk cId="3866888399" sldId="2147481941"/>
            <ac:graphicFrameMk id="10" creationId="{598D13AD-B139-4710-A651-D91F86EA2D2E}"/>
          </ac:graphicFrameMkLst>
        </pc:graphicFrameChg>
      </pc:sldChg>
    </pc:docChg>
  </pc:docChgLst>
  <pc:docChgLst>
    <pc:chgData name="박수종(SUJONG PARK)[sujong.park]/팀장/제조DX.자동보정.조립자동보정팀" userId="ab82824d-b00b-4730-b1d5-e6a89197d8e8" providerId="ADAL" clId="{FCDA696C-056F-40AE-BF94-3DE2CAD46962}"/>
    <pc:docChg chg="custSel modSld">
      <pc:chgData name="박수종(SUJONG PARK)[sujong.park]/팀장/제조DX.자동보정.조립자동보정팀" userId="ab82824d-b00b-4730-b1d5-e6a89197d8e8" providerId="ADAL" clId="{FCDA696C-056F-40AE-BF94-3DE2CAD46962}" dt="2025-12-16T10:15:29.862" v="1146" actId="6549"/>
      <pc:docMkLst>
        <pc:docMk/>
      </pc:docMkLst>
      <pc:sldChg chg="modSp mod">
        <pc:chgData name="박수종(SUJONG PARK)[sujong.park]/팀장/제조DX.자동보정.조립자동보정팀" userId="ab82824d-b00b-4730-b1d5-e6a89197d8e8" providerId="ADAL" clId="{FCDA696C-056F-40AE-BF94-3DE2CAD46962}" dt="2025-12-16T10:15:29.862" v="1146" actId="6549"/>
        <pc:sldMkLst>
          <pc:docMk/>
          <pc:sldMk cId="3266697761" sldId="2278"/>
        </pc:sldMkLst>
        <pc:spChg chg="mod">
          <ac:chgData name="박수종(SUJONG PARK)[sujong.park]/팀장/제조DX.자동보정.조립자동보정팀" userId="ab82824d-b00b-4730-b1d5-e6a89197d8e8" providerId="ADAL" clId="{FCDA696C-056F-40AE-BF94-3DE2CAD46962}" dt="2025-12-16T10:15:29.862" v="1146" actId="6549"/>
          <ac:spMkLst>
            <pc:docMk/>
            <pc:sldMk cId="3266697761" sldId="2278"/>
            <ac:spMk id="5" creationId="{9F5FF4B7-2926-4D73-A8B9-82803C7166FE}"/>
          </ac:spMkLst>
        </pc:spChg>
      </pc:sldChg>
      <pc:sldChg chg="addSp delSp modSp mod">
        <pc:chgData name="박수종(SUJONG PARK)[sujong.park]/팀장/제조DX.자동보정.조립자동보정팀" userId="ab82824d-b00b-4730-b1d5-e6a89197d8e8" providerId="ADAL" clId="{FCDA696C-056F-40AE-BF94-3DE2CAD46962}" dt="2025-12-16T10:15:08.062" v="1145" actId="6549"/>
        <pc:sldMkLst>
          <pc:docMk/>
          <pc:sldMk cId="2440852975" sldId="2147481923"/>
        </pc:sldMkLst>
        <pc:spChg chg="add del mod">
          <ac:chgData name="박수종(SUJONG PARK)[sujong.park]/팀장/제조DX.자동보정.조립자동보정팀" userId="ab82824d-b00b-4730-b1d5-e6a89197d8e8" providerId="ADAL" clId="{FCDA696C-056F-40AE-BF94-3DE2CAD46962}" dt="2025-12-16T10:03:35.240" v="138" actId="478"/>
          <ac:spMkLst>
            <pc:docMk/>
            <pc:sldMk cId="2440852975" sldId="2147481923"/>
            <ac:spMk id="3" creationId="{E1D6F0DD-35AC-FC04-49B9-FA32627175C8}"/>
          </ac:spMkLst>
        </pc:spChg>
        <pc:spChg chg="add del mod">
          <ac:chgData name="박수종(SUJONG PARK)[sujong.park]/팀장/제조DX.자동보정.조립자동보정팀" userId="ab82824d-b00b-4730-b1d5-e6a89197d8e8" providerId="ADAL" clId="{FCDA696C-056F-40AE-BF94-3DE2CAD46962}" dt="2025-12-16T10:10:48.262" v="820" actId="478"/>
          <ac:spMkLst>
            <pc:docMk/>
            <pc:sldMk cId="2440852975" sldId="2147481923"/>
            <ac:spMk id="6" creationId="{9CA6F8E6-52FE-309B-AA02-D2F1050EF82D}"/>
          </ac:spMkLst>
        </pc:spChg>
        <pc:spChg chg="mod">
          <ac:chgData name="박수종(SUJONG PARK)[sujong.park]/팀장/제조DX.자동보정.조립자동보정팀" userId="ab82824d-b00b-4730-b1d5-e6a89197d8e8" providerId="ADAL" clId="{FCDA696C-056F-40AE-BF94-3DE2CAD46962}" dt="2025-12-16T10:15:08.062" v="1145" actId="6549"/>
          <ac:spMkLst>
            <pc:docMk/>
            <pc:sldMk cId="2440852975" sldId="2147481923"/>
            <ac:spMk id="8" creationId="{CB0B3E35-76C1-4ED7-A859-2CC8E85EA27D}"/>
          </ac:spMkLst>
        </pc:spChg>
      </pc:sldChg>
      <pc:sldChg chg="modSp mod">
        <pc:chgData name="박수종(SUJONG PARK)[sujong.park]/팀장/제조DX.자동보정.조립자동보정팀" userId="ab82824d-b00b-4730-b1d5-e6a89197d8e8" providerId="ADAL" clId="{FCDA696C-056F-40AE-BF94-3DE2CAD46962}" dt="2025-12-16T10:14:32.317" v="1144" actId="6549"/>
        <pc:sldMkLst>
          <pc:docMk/>
          <pc:sldMk cId="2543445665" sldId="2147483561"/>
        </pc:sldMkLst>
        <pc:spChg chg="mod">
          <ac:chgData name="박수종(SUJONG PARK)[sujong.park]/팀장/제조DX.자동보정.조립자동보정팀" userId="ab82824d-b00b-4730-b1d5-e6a89197d8e8" providerId="ADAL" clId="{FCDA696C-056F-40AE-BF94-3DE2CAD46962}" dt="2025-12-16T10:14:32.317" v="1144" actId="6549"/>
          <ac:spMkLst>
            <pc:docMk/>
            <pc:sldMk cId="2543445665" sldId="2147483561"/>
            <ac:spMk id="7" creationId="{2BC7F42E-092C-4FC0-A5C6-9F625CADC1F5}"/>
          </ac:spMkLst>
        </pc:spChg>
      </pc:sldChg>
    </pc:docChg>
  </pc:docChgLst>
  <pc:docChgLst>
    <pc:chgData name="나영준(YOUNGJUN NA)[youngjun_na]/책임/제조DX.자동보정.MC자동보정팀" userId="S::youngjun_na@lgensol.com::0c590520-1e60-4e57-b0d6-012f89cef193" providerId="AD" clId="Web-{967A0D4E-C0E5-4494-56CA-EBA2EBDA49AC}"/>
    <pc:docChg chg="modSld">
      <pc:chgData name="나영준(YOUNGJUN NA)[youngjun_na]/책임/제조DX.자동보정.MC자동보정팀" userId="S::youngjun_na@lgensol.com::0c590520-1e60-4e57-b0d6-012f89cef193" providerId="AD" clId="Web-{967A0D4E-C0E5-4494-56CA-EBA2EBDA49AC}" dt="2025-12-03T04:37:38.546" v="21"/>
      <pc:docMkLst>
        <pc:docMk/>
      </pc:docMkLst>
    </pc:docChg>
  </pc:docChgLst>
  <pc:docChgLst>
    <pc:chgData name="이상용(SANGYONG LEE)[lsy0500]/선임/제조DX.자동보정.RSND자동보정팀" userId="6e1e2dff-ff3a-45ae-b062-b7c6f0b8ce1b" providerId="ADAL" clId="{D80AB114-48D8-46B6-958E-AEB75B75EF06}"/>
    <pc:docChg chg="undo redo custSel modSld">
      <pc:chgData name="이상용(SANGYONG LEE)[lsy0500]/선임/제조DX.자동보정.RSND자동보정팀" userId="6e1e2dff-ff3a-45ae-b062-b7c6f0b8ce1b" providerId="ADAL" clId="{D80AB114-48D8-46B6-958E-AEB75B75EF06}" dt="2025-12-16T06:59:59.564" v="232" actId="20577"/>
      <pc:docMkLst>
        <pc:docMk/>
      </pc:docMkLst>
      <pc:sldChg chg="modSp mod">
        <pc:chgData name="이상용(SANGYONG LEE)[lsy0500]/선임/제조DX.자동보정.RSND자동보정팀" userId="6e1e2dff-ff3a-45ae-b062-b7c6f0b8ce1b" providerId="ADAL" clId="{D80AB114-48D8-46B6-958E-AEB75B75EF06}" dt="2025-12-16T06:59:59.564" v="232" actId="20577"/>
        <pc:sldMkLst>
          <pc:docMk/>
          <pc:sldMk cId="664710437" sldId="258"/>
        </pc:sldMkLst>
        <pc:spChg chg="mod">
          <ac:chgData name="이상용(SANGYONG LEE)[lsy0500]/선임/제조DX.자동보정.RSND자동보정팀" userId="6e1e2dff-ff3a-45ae-b062-b7c6f0b8ce1b" providerId="ADAL" clId="{D80AB114-48D8-46B6-958E-AEB75B75EF06}" dt="2025-12-16T04:42:43.619" v="7" actId="20577"/>
          <ac:spMkLst>
            <pc:docMk/>
            <pc:sldMk cId="664710437" sldId="258"/>
            <ac:spMk id="5" creationId="{8823653C-1E4C-2AB3-B2C7-17A96027CDF5}"/>
          </ac:spMkLst>
        </pc:spChg>
        <pc:graphicFrameChg chg="modGraphic">
          <ac:chgData name="이상용(SANGYONG LEE)[lsy0500]/선임/제조DX.자동보정.RSND자동보정팀" userId="6e1e2dff-ff3a-45ae-b062-b7c6f0b8ce1b" providerId="ADAL" clId="{D80AB114-48D8-46B6-958E-AEB75B75EF06}" dt="2025-12-16T06:59:59.564" v="232" actId="20577"/>
          <ac:graphicFrameMkLst>
            <pc:docMk/>
            <pc:sldMk cId="664710437" sldId="258"/>
            <ac:graphicFrameMk id="16" creationId="{721D71E9-3437-A6BF-DC12-E6C5B9BEBCB8}"/>
          </ac:graphicFrameMkLst>
        </pc:graphicFrameChg>
      </pc:sldChg>
      <pc:sldChg chg="modSp mod">
        <pc:chgData name="이상용(SANGYONG LEE)[lsy0500]/선임/제조DX.자동보정.RSND자동보정팀" userId="6e1e2dff-ff3a-45ae-b062-b7c6f0b8ce1b" providerId="ADAL" clId="{D80AB114-48D8-46B6-958E-AEB75B75EF06}" dt="2025-12-16T04:46:48.844" v="189" actId="20577"/>
        <pc:sldMkLst>
          <pc:docMk/>
          <pc:sldMk cId="2887664435" sldId="259"/>
        </pc:sldMkLst>
        <pc:spChg chg="mod">
          <ac:chgData name="이상용(SANGYONG LEE)[lsy0500]/선임/제조DX.자동보정.RSND자동보정팀" userId="6e1e2dff-ff3a-45ae-b062-b7c6f0b8ce1b" providerId="ADAL" clId="{D80AB114-48D8-46B6-958E-AEB75B75EF06}" dt="2025-12-16T04:42:48.362" v="8"/>
          <ac:spMkLst>
            <pc:docMk/>
            <pc:sldMk cId="2887664435" sldId="259"/>
            <ac:spMk id="4" creationId="{A9BE7D0E-27E2-8ED3-3804-CADA944DD40A}"/>
          </ac:spMkLst>
        </pc:spChg>
        <pc:graphicFrameChg chg="modGraphic">
          <ac:chgData name="이상용(SANGYONG LEE)[lsy0500]/선임/제조DX.자동보정.RSND자동보정팀" userId="6e1e2dff-ff3a-45ae-b062-b7c6f0b8ce1b" providerId="ADAL" clId="{D80AB114-48D8-46B6-958E-AEB75B75EF06}" dt="2025-12-16T04:46:48.844" v="189" actId="20577"/>
          <ac:graphicFrameMkLst>
            <pc:docMk/>
            <pc:sldMk cId="2887664435" sldId="259"/>
            <ac:graphicFrameMk id="3" creationId="{09782DC6-7820-E46A-976F-513B35163C74}"/>
          </ac:graphicFrameMkLst>
        </pc:graphicFrameChg>
      </pc:sldChg>
      <pc:sldChg chg="modSp mod">
        <pc:chgData name="이상용(SANGYONG LEE)[lsy0500]/선임/제조DX.자동보정.RSND자동보정팀" userId="6e1e2dff-ff3a-45ae-b062-b7c6f0b8ce1b" providerId="ADAL" clId="{D80AB114-48D8-46B6-958E-AEB75B75EF06}" dt="2025-12-16T04:47:45.271" v="191" actId="20577"/>
        <pc:sldMkLst>
          <pc:docMk/>
          <pc:sldMk cId="912516758" sldId="270"/>
        </pc:sldMkLst>
        <pc:spChg chg="mod">
          <ac:chgData name="이상용(SANGYONG LEE)[lsy0500]/선임/제조DX.자동보정.RSND자동보정팀" userId="6e1e2dff-ff3a-45ae-b062-b7c6f0b8ce1b" providerId="ADAL" clId="{D80AB114-48D8-46B6-958E-AEB75B75EF06}" dt="2025-12-16T04:43:47.196" v="15" actId="20577"/>
          <ac:spMkLst>
            <pc:docMk/>
            <pc:sldMk cId="912516758" sldId="270"/>
            <ac:spMk id="8" creationId="{B00DF2C9-431D-6CB6-C306-046765BA9159}"/>
          </ac:spMkLst>
        </pc:spChg>
        <pc:spChg chg="mod">
          <ac:chgData name="이상용(SANGYONG LEE)[lsy0500]/선임/제조DX.자동보정.RSND자동보정팀" userId="6e1e2dff-ff3a-45ae-b062-b7c6f0b8ce1b" providerId="ADAL" clId="{D80AB114-48D8-46B6-958E-AEB75B75EF06}" dt="2025-12-16T04:43:36.109" v="9" actId="20577"/>
          <ac:spMkLst>
            <pc:docMk/>
            <pc:sldMk cId="912516758" sldId="270"/>
            <ac:spMk id="12" creationId="{DDE3AB36-1174-4356-24FA-101E4E598C36}"/>
          </ac:spMkLst>
        </pc:spChg>
        <pc:graphicFrameChg chg="mod modGraphic">
          <ac:chgData name="이상용(SANGYONG LEE)[lsy0500]/선임/제조DX.자동보정.RSND자동보정팀" userId="6e1e2dff-ff3a-45ae-b062-b7c6f0b8ce1b" providerId="ADAL" clId="{D80AB114-48D8-46B6-958E-AEB75B75EF06}" dt="2025-12-16T04:47:45.271" v="191" actId="20577"/>
          <ac:graphicFrameMkLst>
            <pc:docMk/>
            <pc:sldMk cId="912516758" sldId="270"/>
            <ac:graphicFrameMk id="10" creationId="{480421C8-E427-CECF-A675-6665D99969B0}"/>
          </ac:graphicFrameMkLst>
        </pc:graphicFrameChg>
      </pc:sldChg>
      <pc:sldChg chg="modSp mod">
        <pc:chgData name="이상용(SANGYONG LEE)[lsy0500]/선임/제조DX.자동보정.RSND자동보정팀" userId="6e1e2dff-ff3a-45ae-b062-b7c6f0b8ce1b" providerId="ADAL" clId="{D80AB114-48D8-46B6-958E-AEB75B75EF06}" dt="2025-12-16T04:51:17.659" v="222" actId="20577"/>
        <pc:sldMkLst>
          <pc:docMk/>
          <pc:sldMk cId="3866888399" sldId="2147481941"/>
        </pc:sldMkLst>
        <pc:spChg chg="mod">
          <ac:chgData name="이상용(SANGYONG LEE)[lsy0500]/선임/제조DX.자동보정.RSND자동보정팀" userId="6e1e2dff-ff3a-45ae-b062-b7c6f0b8ce1b" providerId="ADAL" clId="{D80AB114-48D8-46B6-958E-AEB75B75EF06}" dt="2025-12-16T04:48:38.348" v="197" actId="20577"/>
          <ac:spMkLst>
            <pc:docMk/>
            <pc:sldMk cId="3866888399" sldId="2147481941"/>
            <ac:spMk id="11" creationId="{18D58147-C796-4AE1-879D-22F55FC5C84F}"/>
          </ac:spMkLst>
        </pc:spChg>
        <pc:graphicFrameChg chg="mod modGraphic">
          <ac:chgData name="이상용(SANGYONG LEE)[lsy0500]/선임/제조DX.자동보정.RSND자동보정팀" userId="6e1e2dff-ff3a-45ae-b062-b7c6f0b8ce1b" providerId="ADAL" clId="{D80AB114-48D8-46B6-958E-AEB75B75EF06}" dt="2025-12-16T04:51:17.659" v="222" actId="20577"/>
          <ac:graphicFrameMkLst>
            <pc:docMk/>
            <pc:sldMk cId="3866888399" sldId="2147481941"/>
            <ac:graphicFrameMk id="10" creationId="{598D13AD-B139-4710-A651-D91F86EA2D2E}"/>
          </ac:graphicFrameMkLst>
        </pc:graphicFrameChg>
      </pc:sldChg>
      <pc:sldChg chg="modSp mod">
        <pc:chgData name="이상용(SANGYONG LEE)[lsy0500]/선임/제조DX.자동보정.RSND자동보정팀" userId="6e1e2dff-ff3a-45ae-b062-b7c6f0b8ce1b" providerId="ADAL" clId="{D80AB114-48D8-46B6-958E-AEB75B75EF06}" dt="2025-12-16T06:59:30.815" v="227" actId="207"/>
        <pc:sldMkLst>
          <pc:docMk/>
          <pc:sldMk cId="525786264" sldId="2147483624"/>
        </pc:sldMkLst>
        <pc:spChg chg="mod">
          <ac:chgData name="이상용(SANGYONG LEE)[lsy0500]/선임/제조DX.자동보정.RSND자동보정팀" userId="6e1e2dff-ff3a-45ae-b062-b7c6f0b8ce1b" providerId="ADAL" clId="{D80AB114-48D8-46B6-958E-AEB75B75EF06}" dt="2025-12-16T06:59:30.815" v="227" actId="207"/>
          <ac:spMkLst>
            <pc:docMk/>
            <pc:sldMk cId="525786264" sldId="2147483624"/>
            <ac:spMk id="11" creationId="{3274C080-3787-0A27-C67B-6746657330A6}"/>
          </ac:spMkLst>
        </pc:spChg>
      </pc:sldChg>
    </pc:docChg>
  </pc:docChgLst>
  <pc:docChgLst>
    <pc:chgData name="엄광호(KWANGHO EUM)[eum_kh]/팀장/제조DX.자동보정.MC자동보정팀" userId="0c104bed-bfc5-4d8d-93da-4ded022c412f" providerId="ADAL" clId="{9F2A8189-F4BC-4DB0-AE68-46E1AB1244B7}"/>
    <pc:docChg chg="modSld">
      <pc:chgData name="엄광호(KWANGHO EUM)[eum_kh]/팀장/제조DX.자동보정.MC자동보정팀" userId="0c104bed-bfc5-4d8d-93da-4ded022c412f" providerId="ADAL" clId="{9F2A8189-F4BC-4DB0-AE68-46E1AB1244B7}" dt="2025-11-19T02:17:22.147" v="2" actId="1076"/>
      <pc:docMkLst>
        <pc:docMk/>
      </pc:docMkLst>
    </pc:docChg>
  </pc:docChgLst>
  <pc:docChgLst>
    <pc:chgData name="함경호(KYUNG HO HAM)[kyungho.ham]/책임/제조DX.자동보정.MC자동보정팀" userId="2a5cfc74-1b1b-4414-b1fd-cb38d5c4422f" providerId="ADAL" clId="{A5ADF21C-9716-4A28-B646-C15890CE6E15}"/>
    <pc:docChg chg="undo custSel modSld">
      <pc:chgData name="함경호(KYUNG HO HAM)[kyungho.ham]/책임/제조DX.자동보정.MC자동보정팀" userId="2a5cfc74-1b1b-4414-b1fd-cb38d5c4422f" providerId="ADAL" clId="{A5ADF21C-9716-4A28-B646-C15890CE6E15}" dt="2025-12-03T05:33:36.836" v="1605" actId="20577"/>
      <pc:docMkLst>
        <pc:docMk/>
      </pc:docMkLst>
      <pc:sldChg chg="addSp delSp modSp mod">
        <pc:chgData name="함경호(KYUNG HO HAM)[kyungho.ham]/책임/제조DX.자동보정.MC자동보정팀" userId="2a5cfc74-1b1b-4414-b1fd-cb38d5c4422f" providerId="ADAL" clId="{A5ADF21C-9716-4A28-B646-C15890CE6E15}" dt="2025-12-03T05:33:36.836" v="1605" actId="20577"/>
        <pc:sldMkLst>
          <pc:docMk/>
          <pc:sldMk cId="2130930852" sldId="273"/>
        </pc:sldMkLst>
        <pc:spChg chg="mod">
          <ac:chgData name="함경호(KYUNG HO HAM)[kyungho.ham]/책임/제조DX.자동보정.MC자동보정팀" userId="2a5cfc74-1b1b-4414-b1fd-cb38d5c4422f" providerId="ADAL" clId="{A5ADF21C-9716-4A28-B646-C15890CE6E15}" dt="2025-12-03T05:33:24.848" v="1601" actId="1035"/>
          <ac:spMkLst>
            <pc:docMk/>
            <pc:sldMk cId="2130930852" sldId="273"/>
            <ac:spMk id="7" creationId="{7263BE28-2B3D-E104-376D-C73EF7461A39}"/>
          </ac:spMkLst>
        </pc:spChg>
        <pc:spChg chg="mod">
          <ac:chgData name="함경호(KYUNG HO HAM)[kyungho.ham]/책임/제조DX.자동보정.MC자동보정팀" userId="2a5cfc74-1b1b-4414-b1fd-cb38d5c4422f" providerId="ADAL" clId="{A5ADF21C-9716-4A28-B646-C15890CE6E15}" dt="2025-12-03T01:15:11.062" v="11" actId="20577"/>
          <ac:spMkLst>
            <pc:docMk/>
            <pc:sldMk cId="2130930852" sldId="273"/>
            <ac:spMk id="8" creationId="{07A09189-3112-656C-AD07-D2D881F7CDA1}"/>
          </ac:spMkLst>
        </pc:spChg>
        <pc:spChg chg="mod">
          <ac:chgData name="함경호(KYUNG HO HAM)[kyungho.ham]/책임/제조DX.자동보정.MC자동보정팀" userId="2a5cfc74-1b1b-4414-b1fd-cb38d5c4422f" providerId="ADAL" clId="{A5ADF21C-9716-4A28-B646-C15890CE6E15}" dt="2025-12-03T04:28:25.886" v="1116" actId="1036"/>
          <ac:spMkLst>
            <pc:docMk/>
            <pc:sldMk cId="2130930852" sldId="273"/>
            <ac:spMk id="12" creationId="{81765855-F18F-CC58-3F49-0936A3AF8F30}"/>
          </ac:spMkLst>
        </pc:spChg>
        <pc:spChg chg="mod">
          <ac:chgData name="함경호(KYUNG HO HAM)[kyungho.ham]/책임/제조DX.자동보정.MC자동보정팀" userId="2a5cfc74-1b1b-4414-b1fd-cb38d5c4422f" providerId="ADAL" clId="{A5ADF21C-9716-4A28-B646-C15890CE6E15}" dt="2025-12-03T05:33:24.848" v="1601" actId="1035"/>
          <ac:spMkLst>
            <pc:docMk/>
            <pc:sldMk cId="2130930852" sldId="273"/>
            <ac:spMk id="13" creationId="{97DCE1E1-4BB8-8FDC-01F4-7487C4648066}"/>
          </ac:spMkLst>
        </pc:spChg>
        <pc:spChg chg="mod">
          <ac:chgData name="함경호(KYUNG HO HAM)[kyungho.ham]/책임/제조DX.자동보정.MC자동보정팀" userId="2a5cfc74-1b1b-4414-b1fd-cb38d5c4422f" providerId="ADAL" clId="{A5ADF21C-9716-4A28-B646-C15890CE6E15}" dt="2025-12-03T05:33:24.848" v="1601" actId="1035"/>
          <ac:spMkLst>
            <pc:docMk/>
            <pc:sldMk cId="2130930852" sldId="273"/>
            <ac:spMk id="14" creationId="{71543734-AC85-5E9B-BA67-60A7008E2A63}"/>
          </ac:spMkLst>
        </pc:spChg>
        <pc:spChg chg="mod">
          <ac:chgData name="함경호(KYUNG HO HAM)[kyungho.ham]/책임/제조DX.자동보정.MC자동보정팀" userId="2a5cfc74-1b1b-4414-b1fd-cb38d5c4422f" providerId="ADAL" clId="{A5ADF21C-9716-4A28-B646-C15890CE6E15}" dt="2025-12-03T05:33:24.848" v="1601" actId="1035"/>
          <ac:spMkLst>
            <pc:docMk/>
            <pc:sldMk cId="2130930852" sldId="273"/>
            <ac:spMk id="19" creationId="{E927EE96-AE6D-9326-BF30-4550B7B43FEA}"/>
          </ac:spMkLst>
        </pc:spChg>
        <pc:spChg chg="mod">
          <ac:chgData name="함경호(KYUNG HO HAM)[kyungho.ham]/책임/제조DX.자동보정.MC자동보정팀" userId="2a5cfc74-1b1b-4414-b1fd-cb38d5c4422f" providerId="ADAL" clId="{A5ADF21C-9716-4A28-B646-C15890CE6E15}" dt="2025-12-03T05:33:24.848" v="1601" actId="1035"/>
          <ac:spMkLst>
            <pc:docMk/>
            <pc:sldMk cId="2130930852" sldId="273"/>
            <ac:spMk id="35" creationId="{F0BB657E-D4B7-B563-22D2-88F35C3EF2DB}"/>
          </ac:spMkLst>
        </pc:spChg>
        <pc:spChg chg="mod">
          <ac:chgData name="함경호(KYUNG HO HAM)[kyungho.ham]/책임/제조DX.자동보정.MC자동보정팀" userId="2a5cfc74-1b1b-4414-b1fd-cb38d5c4422f" providerId="ADAL" clId="{A5ADF21C-9716-4A28-B646-C15890CE6E15}" dt="2025-12-03T05:33:24.848" v="1601" actId="1035"/>
          <ac:spMkLst>
            <pc:docMk/>
            <pc:sldMk cId="2130930852" sldId="273"/>
            <ac:spMk id="36" creationId="{8DA6D352-9B07-761B-D16A-87E154485E47}"/>
          </ac:spMkLst>
        </pc:spChg>
        <pc:graphicFrameChg chg="modGraphic">
          <ac:chgData name="함경호(KYUNG HO HAM)[kyungho.ham]/책임/제조DX.자동보정.MC자동보정팀" userId="2a5cfc74-1b1b-4414-b1fd-cb38d5c4422f" providerId="ADAL" clId="{A5ADF21C-9716-4A28-B646-C15890CE6E15}" dt="2025-12-03T02:34:03.227" v="486" actId="20577"/>
          <ac:graphicFrameMkLst>
            <pc:docMk/>
            <pc:sldMk cId="2130930852" sldId="273"/>
            <ac:graphicFrameMk id="4" creationId="{EB5481E2-6FB4-4FB7-EF5D-7D9B040C6E64}"/>
          </ac:graphicFrameMkLst>
        </pc:graphicFrameChg>
        <pc:graphicFrameChg chg="add del mod modGraphic">
          <ac:chgData name="함경호(KYUNG HO HAM)[kyungho.ham]/책임/제조DX.자동보정.MC자동보정팀" userId="2a5cfc74-1b1b-4414-b1fd-cb38d5c4422f" providerId="ADAL" clId="{A5ADF21C-9716-4A28-B646-C15890CE6E15}" dt="2025-12-03T05:33:36.836" v="1605" actId="20577"/>
          <ac:graphicFrameMkLst>
            <pc:docMk/>
            <pc:sldMk cId="2130930852" sldId="273"/>
            <ac:graphicFrameMk id="5" creationId="{2369CE85-B89B-6E4A-6281-356F875EAE52}"/>
          </ac:graphicFrameMkLst>
        </pc:graphicFrameChg>
        <pc:graphicFrameChg chg="mod">
          <ac:chgData name="함경호(KYUNG HO HAM)[kyungho.ham]/책임/제조DX.자동보정.MC자동보정팀" userId="2a5cfc74-1b1b-4414-b1fd-cb38d5c4422f" providerId="ADAL" clId="{A5ADF21C-9716-4A28-B646-C15890CE6E15}" dt="2025-12-03T05:33:24.848" v="1601" actId="1035"/>
          <ac:graphicFrameMkLst>
            <pc:docMk/>
            <pc:sldMk cId="2130930852" sldId="273"/>
            <ac:graphicFrameMk id="32" creationId="{CA3FBD93-2B86-2670-F775-0A09164A9385}"/>
          </ac:graphicFrameMkLst>
        </pc:graphicFrameChg>
        <pc:graphicFrameChg chg="mod modGraphic">
          <ac:chgData name="함경호(KYUNG HO HAM)[kyungho.ham]/책임/제조DX.자동보정.MC자동보정팀" userId="2a5cfc74-1b1b-4414-b1fd-cb38d5c4422f" providerId="ADAL" clId="{A5ADF21C-9716-4A28-B646-C15890CE6E15}" dt="2025-12-03T05:33:24.848" v="1601" actId="1035"/>
          <ac:graphicFrameMkLst>
            <pc:docMk/>
            <pc:sldMk cId="2130930852" sldId="273"/>
            <ac:graphicFrameMk id="33" creationId="{06CED5A8-4136-8BB0-A091-B792BB688DEF}"/>
          </ac:graphicFrameMkLst>
        </pc:graphicFrameChg>
      </pc:sldChg>
      <pc:sldChg chg="modSp mod">
        <pc:chgData name="함경호(KYUNG HO HAM)[kyungho.ham]/책임/제조DX.자동보정.MC자동보정팀" userId="2a5cfc74-1b1b-4414-b1fd-cb38d5c4422f" providerId="ADAL" clId="{A5ADF21C-9716-4A28-B646-C15890CE6E15}" dt="2025-12-03T01:17:50.353" v="23" actId="20577"/>
        <pc:sldMkLst>
          <pc:docMk/>
          <pc:sldMk cId="538742533" sldId="2147482032"/>
        </pc:sldMkLst>
        <pc:spChg chg="mod">
          <ac:chgData name="함경호(KYUNG HO HAM)[kyungho.ham]/책임/제조DX.자동보정.MC자동보정팀" userId="2a5cfc74-1b1b-4414-b1fd-cb38d5c4422f" providerId="ADAL" clId="{A5ADF21C-9716-4A28-B646-C15890CE6E15}" dt="2025-12-03T01:17:30.291" v="19" actId="20577"/>
          <ac:spMkLst>
            <pc:docMk/>
            <pc:sldMk cId="538742533" sldId="2147482032"/>
            <ac:spMk id="39" creationId="{8765733F-73A2-81BD-BC8C-3BE9F9D5F6AE}"/>
          </ac:spMkLst>
        </pc:spChg>
        <pc:graphicFrameChg chg="modGraphic">
          <ac:chgData name="함경호(KYUNG HO HAM)[kyungho.ham]/책임/제조DX.자동보정.MC자동보정팀" userId="2a5cfc74-1b1b-4414-b1fd-cb38d5c4422f" providerId="ADAL" clId="{A5ADF21C-9716-4A28-B646-C15890CE6E15}" dt="2025-12-03T01:17:50.353" v="23" actId="20577"/>
          <ac:graphicFrameMkLst>
            <pc:docMk/>
            <pc:sldMk cId="538742533" sldId="2147482032"/>
            <ac:graphicFrameMk id="2" creationId="{EDD7634A-5B1A-0AA9-D4B2-0C9DB54DC62D}"/>
          </ac:graphicFrameMkLst>
        </pc:graphicFrameChg>
        <pc:graphicFrameChg chg="modGraphic">
          <ac:chgData name="함경호(KYUNG HO HAM)[kyungho.ham]/책임/제조DX.자동보정.MC자동보정팀" userId="2a5cfc74-1b1b-4414-b1fd-cb38d5c4422f" providerId="ADAL" clId="{A5ADF21C-9716-4A28-B646-C15890CE6E15}" dt="2025-12-03T01:17:46.947" v="21" actId="20577"/>
          <ac:graphicFrameMkLst>
            <pc:docMk/>
            <pc:sldMk cId="538742533" sldId="2147482032"/>
            <ac:graphicFrameMk id="7" creationId="{F7A6BBF7-8871-322E-E6B8-FB752E7001C2}"/>
          </ac:graphicFrameMkLst>
        </pc:graphicFrameChg>
      </pc:sldChg>
      <pc:sldChg chg="modSp mod">
        <pc:chgData name="함경호(KYUNG HO HAM)[kyungho.ham]/책임/제조DX.자동보정.MC자동보정팀" userId="2a5cfc74-1b1b-4414-b1fd-cb38d5c4422f" providerId="ADAL" clId="{A5ADF21C-9716-4A28-B646-C15890CE6E15}" dt="2025-12-03T01:18:20.275" v="29" actId="14100"/>
        <pc:sldMkLst>
          <pc:docMk/>
          <pc:sldMk cId="2934317814" sldId="2147483612"/>
        </pc:sldMkLst>
        <pc:grpChg chg="mod">
          <ac:chgData name="함경호(KYUNG HO HAM)[kyungho.ham]/책임/제조DX.자동보정.MC자동보정팀" userId="2a5cfc74-1b1b-4414-b1fd-cb38d5c4422f" providerId="ADAL" clId="{A5ADF21C-9716-4A28-B646-C15890CE6E15}" dt="2025-12-03T01:18:20.275" v="29" actId="14100"/>
          <ac:grpSpMkLst>
            <pc:docMk/>
            <pc:sldMk cId="2934317814" sldId="2147483612"/>
            <ac:grpSpMk id="15" creationId="{0CE359D4-F42B-37B5-38CE-E3233EBF53B8}"/>
          </ac:grpSpMkLst>
        </pc:grpChg>
        <pc:graphicFrameChg chg="modGraphic">
          <ac:chgData name="함경호(KYUNG HO HAM)[kyungho.ham]/책임/제조DX.자동보정.MC자동보정팀" userId="2a5cfc74-1b1b-4414-b1fd-cb38d5c4422f" providerId="ADAL" clId="{A5ADF21C-9716-4A28-B646-C15890CE6E15}" dt="2025-12-03T01:18:05.062" v="27" actId="20577"/>
          <ac:graphicFrameMkLst>
            <pc:docMk/>
            <pc:sldMk cId="2934317814" sldId="2147483612"/>
            <ac:graphicFrameMk id="7" creationId="{874F4904-490C-92A6-9694-09DC8FF3045A}"/>
          </ac:graphicFrameMkLst>
        </pc:graphicFrameChg>
        <pc:graphicFrameChg chg="modGraphic">
          <ac:chgData name="함경호(KYUNG HO HAM)[kyungho.ham]/책임/제조DX.자동보정.MC자동보정팀" userId="2a5cfc74-1b1b-4414-b1fd-cb38d5c4422f" providerId="ADAL" clId="{A5ADF21C-9716-4A28-B646-C15890CE6E15}" dt="2025-12-03T01:18:01.132" v="25" actId="20577"/>
          <ac:graphicFrameMkLst>
            <pc:docMk/>
            <pc:sldMk cId="2934317814" sldId="2147483612"/>
            <ac:graphicFrameMk id="10" creationId="{BEDE071C-F35F-E4A4-7A2B-D5E251FB36C4}"/>
          </ac:graphicFrameMkLst>
        </pc:graphicFrameChg>
      </pc:sldChg>
      <pc:sldChg chg="modSp mod">
        <pc:chgData name="함경호(KYUNG HO HAM)[kyungho.ham]/책임/제조DX.자동보정.MC자동보정팀" userId="2a5cfc74-1b1b-4414-b1fd-cb38d5c4422f" providerId="ADAL" clId="{A5ADF21C-9716-4A28-B646-C15890CE6E15}" dt="2025-12-03T04:39:23.949" v="1457" actId="20577"/>
        <pc:sldMkLst>
          <pc:docMk/>
          <pc:sldMk cId="3761653059" sldId="2147483638"/>
        </pc:sldMkLst>
        <pc:spChg chg="mod">
          <ac:chgData name="함경호(KYUNG HO HAM)[kyungho.ham]/책임/제조DX.자동보정.MC자동보정팀" userId="2a5cfc74-1b1b-4414-b1fd-cb38d5c4422f" providerId="ADAL" clId="{A5ADF21C-9716-4A28-B646-C15890CE6E15}" dt="2025-12-03T04:39:23.949" v="1457" actId="20577"/>
          <ac:spMkLst>
            <pc:docMk/>
            <pc:sldMk cId="3761653059" sldId="2147483638"/>
            <ac:spMk id="24" creationId="{68298820-7D85-A6ED-9D53-48660883B2D3}"/>
          </ac:spMkLst>
        </pc:spChg>
      </pc:sldChg>
    </pc:docChg>
  </pc:docChgLst>
  <pc:docChgLst>
    <pc:chgData name="염지혜(JIHYE YEOM)[jhyeom7]/선임/제조DX.자동보정.자동보정선행개발팀" userId="cc0fc4dc-177a-4640-8408-e6637d07b47f" providerId="ADAL" clId="{BD8ECD97-9337-4800-8DC6-461BBABB5294}"/>
    <pc:docChg chg="undo custSel modSld">
      <pc:chgData name="염지혜(JIHYE YEOM)[jhyeom7]/선임/제조DX.자동보정.자동보정선행개발팀" userId="cc0fc4dc-177a-4640-8408-e6637d07b47f" providerId="ADAL" clId="{BD8ECD97-9337-4800-8DC6-461BBABB5294}" dt="2025-11-25T10:00:18" v="1443" actId="20577"/>
      <pc:docMkLst>
        <pc:docMk/>
      </pc:docMkLst>
      <pc:sldChg chg="modSp mod">
        <pc:chgData name="염지혜(JIHYE YEOM)[jhyeom7]/선임/제조DX.자동보정.자동보정선행개발팀" userId="cc0fc4dc-177a-4640-8408-e6637d07b47f" providerId="ADAL" clId="{BD8ECD97-9337-4800-8DC6-461BBABB5294}" dt="2025-11-25T09:41:45.039" v="18" actId="20577"/>
        <pc:sldMkLst>
          <pc:docMk/>
          <pc:sldMk cId="625010072" sldId="267"/>
        </pc:sldMkLst>
        <pc:spChg chg="mod">
          <ac:chgData name="염지혜(JIHYE YEOM)[jhyeom7]/선임/제조DX.자동보정.자동보정선행개발팀" userId="cc0fc4dc-177a-4640-8408-e6637d07b47f" providerId="ADAL" clId="{BD8ECD97-9337-4800-8DC6-461BBABB5294}" dt="2025-11-25T09:41:38.555" v="16" actId="20577"/>
          <ac:spMkLst>
            <pc:docMk/>
            <pc:sldMk cId="625010072" sldId="267"/>
            <ac:spMk id="2" creationId="{C63ED2EF-B7C6-FCC0-EB31-59AE6051BC74}"/>
          </ac:spMkLst>
        </pc:spChg>
        <pc:graphicFrameChg chg="modGraphic">
          <ac:chgData name="염지혜(JIHYE YEOM)[jhyeom7]/선임/제조DX.자동보정.자동보정선행개발팀" userId="cc0fc4dc-177a-4640-8408-e6637d07b47f" providerId="ADAL" clId="{BD8ECD97-9337-4800-8DC6-461BBABB5294}" dt="2025-11-25T09:41:45.039" v="18" actId="20577"/>
          <ac:graphicFrameMkLst>
            <pc:docMk/>
            <pc:sldMk cId="625010072" sldId="267"/>
            <ac:graphicFrameMk id="3" creationId="{3E86696F-E35A-4B06-9B46-63A4A6A986C1}"/>
          </ac:graphicFrameMkLst>
        </pc:graphicFrameChg>
        <pc:graphicFrameChg chg="modGraphic">
          <ac:chgData name="염지혜(JIHYE YEOM)[jhyeom7]/선임/제조DX.자동보정.자동보정선행개발팀" userId="cc0fc4dc-177a-4640-8408-e6637d07b47f" providerId="ADAL" clId="{BD8ECD97-9337-4800-8DC6-461BBABB5294}" dt="2025-11-25T09:41:35.519" v="12" actId="207"/>
          <ac:graphicFrameMkLst>
            <pc:docMk/>
            <pc:sldMk cId="625010072" sldId="267"/>
            <ac:graphicFrameMk id="18" creationId="{4BA4557C-646C-4589-AAD3-2CDCBCEA5E39}"/>
          </ac:graphicFrameMkLst>
        </pc:graphicFrameChg>
      </pc:sldChg>
      <pc:sldChg chg="modSp mod">
        <pc:chgData name="염지혜(JIHYE YEOM)[jhyeom7]/선임/제조DX.자동보정.자동보정선행개발팀" userId="cc0fc4dc-177a-4640-8408-e6637d07b47f" providerId="ADAL" clId="{BD8ECD97-9337-4800-8DC6-461BBABB5294}" dt="2025-11-25T09:42:42.678" v="104" actId="20577"/>
        <pc:sldMkLst>
          <pc:docMk/>
          <pc:sldMk cId="3159414920" sldId="2147483590"/>
        </pc:sldMkLst>
        <pc:spChg chg="mod">
          <ac:chgData name="염지혜(JIHYE YEOM)[jhyeom7]/선임/제조DX.자동보정.자동보정선행개발팀" userId="cc0fc4dc-177a-4640-8408-e6637d07b47f" providerId="ADAL" clId="{BD8ECD97-9337-4800-8DC6-461BBABB5294}" dt="2025-11-25T09:41:17.302" v="9" actId="207"/>
          <ac:spMkLst>
            <pc:docMk/>
            <pc:sldMk cId="3159414920" sldId="2147483590"/>
            <ac:spMk id="16" creationId="{D27C86DB-C752-981D-4DED-14BA52DB05E4}"/>
          </ac:spMkLst>
        </pc:spChg>
        <pc:spChg chg="mod">
          <ac:chgData name="염지혜(JIHYE YEOM)[jhyeom7]/선임/제조DX.자동보정.자동보정선행개발팀" userId="cc0fc4dc-177a-4640-8408-e6637d07b47f" providerId="ADAL" clId="{BD8ECD97-9337-4800-8DC6-461BBABB5294}" dt="2025-11-25T09:40:36.926" v="3" actId="20577"/>
          <ac:spMkLst>
            <pc:docMk/>
            <pc:sldMk cId="3159414920" sldId="2147483590"/>
            <ac:spMk id="19" creationId="{60528C01-D584-4123-83FB-43C0A95AE421}"/>
          </ac:spMkLst>
        </pc:spChg>
        <pc:graphicFrameChg chg="modGraphic">
          <ac:chgData name="염지혜(JIHYE YEOM)[jhyeom7]/선임/제조DX.자동보정.자동보정선행개발팀" userId="cc0fc4dc-177a-4640-8408-e6637d07b47f" providerId="ADAL" clId="{BD8ECD97-9337-4800-8DC6-461BBABB5294}" dt="2025-11-25T09:41:03.692" v="7" actId="20577"/>
          <ac:graphicFrameMkLst>
            <pc:docMk/>
            <pc:sldMk cId="3159414920" sldId="2147483590"/>
            <ac:graphicFrameMk id="3" creationId="{3E86696F-E35A-4B06-9B46-63A4A6A986C1}"/>
          </ac:graphicFrameMkLst>
        </pc:graphicFrameChg>
        <pc:graphicFrameChg chg="mod modGraphic">
          <ac:chgData name="염지혜(JIHYE YEOM)[jhyeom7]/선임/제조DX.자동보정.자동보정선행개발팀" userId="cc0fc4dc-177a-4640-8408-e6637d07b47f" providerId="ADAL" clId="{BD8ECD97-9337-4800-8DC6-461BBABB5294}" dt="2025-11-25T09:42:42.678" v="104" actId="20577"/>
          <ac:graphicFrameMkLst>
            <pc:docMk/>
            <pc:sldMk cId="3159414920" sldId="2147483590"/>
            <ac:graphicFrameMk id="18" creationId="{4BA4557C-646C-4589-AAD3-2CDCBCEA5E39}"/>
          </ac:graphicFrameMkLst>
        </pc:graphicFrameChg>
      </pc:sldChg>
    </pc:docChg>
  </pc:docChgLst>
  <pc:docChgLst>
    <pc:chgData name="원종래(JONG LAE WON)[jlwon]/책임/제조DX.자동보정.조립자동보정팀" userId="b47432fc-6904-4550-9f81-749fde7e3ec4" providerId="ADAL" clId="{78A41B96-094B-43FA-8533-CA72869F5550}"/>
    <pc:docChg chg="undo custSel delSld modSld modSection">
      <pc:chgData name="원종래(JONG LAE WON)[jlwon]/책임/제조DX.자동보정.조립자동보정팀" userId="b47432fc-6904-4550-9f81-749fde7e3ec4" providerId="ADAL" clId="{78A41B96-094B-43FA-8533-CA72869F5550}" dt="2025-12-16T06:57:31.977" v="4412" actId="47"/>
      <pc:docMkLst>
        <pc:docMk/>
      </pc:docMkLst>
      <pc:sldChg chg="modSp mod">
        <pc:chgData name="원종래(JONG LAE WON)[jlwon]/책임/제조DX.자동보정.조립자동보정팀" userId="b47432fc-6904-4550-9f81-749fde7e3ec4" providerId="ADAL" clId="{78A41B96-094B-43FA-8533-CA72869F5550}" dt="2025-12-16T06:35:44.469" v="4398" actId="20577"/>
        <pc:sldMkLst>
          <pc:docMk/>
          <pc:sldMk cId="1197446796" sldId="256"/>
        </pc:sldMkLst>
        <pc:graphicFrameChg chg="mod modGraphic">
          <ac:chgData name="원종래(JONG LAE WON)[jlwon]/책임/제조DX.자동보정.조립자동보정팀" userId="b47432fc-6904-4550-9f81-749fde7e3ec4" providerId="ADAL" clId="{78A41B96-094B-43FA-8533-CA72869F5550}" dt="2025-12-16T06:35:44.469" v="4398" actId="20577"/>
          <ac:graphicFrameMkLst>
            <pc:docMk/>
            <pc:sldMk cId="1197446796" sldId="256"/>
            <ac:graphicFrameMk id="9" creationId="{459FC5F3-1FD5-01E7-B1BA-B39813120590}"/>
          </ac:graphicFrameMkLst>
        </pc:graphicFrameChg>
        <pc:graphicFrameChg chg="mod modGraphic">
          <ac:chgData name="원종래(JONG LAE WON)[jlwon]/책임/제조DX.자동보정.조립자동보정팀" userId="b47432fc-6904-4550-9f81-749fde7e3ec4" providerId="ADAL" clId="{78A41B96-094B-43FA-8533-CA72869F5550}" dt="2025-12-16T06:35:11.306" v="4392"/>
          <ac:graphicFrameMkLst>
            <pc:docMk/>
            <pc:sldMk cId="1197446796" sldId="256"/>
            <ac:graphicFrameMk id="33" creationId="{0EBD5018-B5BC-42C0-83A8-B30ED54BB6DC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4:38:17.357" v="2371"/>
        <pc:sldMkLst>
          <pc:docMk/>
          <pc:sldMk cId="2772027129" sldId="260"/>
        </pc:sldMkLst>
        <pc:spChg chg="mod">
          <ac:chgData name="원종래(JONG LAE WON)[jlwon]/책임/제조DX.자동보정.조립자동보정팀" userId="b47432fc-6904-4550-9f81-749fde7e3ec4" providerId="ADAL" clId="{78A41B96-094B-43FA-8533-CA72869F5550}" dt="2025-12-16T04:37:41.010" v="2362" actId="20577"/>
          <ac:spMkLst>
            <pc:docMk/>
            <pc:sldMk cId="2772027129" sldId="260"/>
            <ac:spMk id="12" creationId="{67BA07C2-3512-4369-B8B0-8A080581A5E2}"/>
          </ac:spMkLst>
        </pc:spChg>
        <pc:spChg chg="mod">
          <ac:chgData name="원종래(JONG LAE WON)[jlwon]/책임/제조DX.자동보정.조립자동보정팀" userId="b47432fc-6904-4550-9f81-749fde7e3ec4" providerId="ADAL" clId="{78A41B96-094B-43FA-8533-CA72869F5550}" dt="2025-12-16T04:37:47.243" v="2365" actId="20577"/>
          <ac:spMkLst>
            <pc:docMk/>
            <pc:sldMk cId="2772027129" sldId="260"/>
            <ac:spMk id="13" creationId="{6F04AF11-50D5-49B6-A265-556E9598BDBE}"/>
          </ac:spMkLst>
        </pc:spChg>
        <pc:spChg chg="mod">
          <ac:chgData name="원종래(JONG LAE WON)[jlwon]/책임/제조DX.자동보정.조립자동보정팀" userId="b47432fc-6904-4550-9f81-749fde7e3ec4" providerId="ADAL" clId="{78A41B96-094B-43FA-8533-CA72869F5550}" dt="2025-12-16T04:37:44.346" v="2363" actId="20577"/>
          <ac:spMkLst>
            <pc:docMk/>
            <pc:sldMk cId="2772027129" sldId="260"/>
            <ac:spMk id="14" creationId="{22538F03-743C-4E4C-83CE-319524F14C18}"/>
          </ac:spMkLst>
        </pc:spChg>
        <pc:graphicFrameChg chg="mod modGraphic">
          <ac:chgData name="원종래(JONG LAE WON)[jlwon]/책임/제조DX.자동보정.조립자동보정팀" userId="b47432fc-6904-4550-9f81-749fde7e3ec4" providerId="ADAL" clId="{78A41B96-094B-43FA-8533-CA72869F5550}" dt="2025-12-16T04:38:17.357" v="2371"/>
          <ac:graphicFrameMkLst>
            <pc:docMk/>
            <pc:sldMk cId="2772027129" sldId="260"/>
            <ac:graphicFrameMk id="6" creationId="{9F1ED0DE-DC80-49CF-A652-7525238A193D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4:39:05.081" v="2424" actId="20577"/>
        <pc:sldMkLst>
          <pc:docMk/>
          <pc:sldMk cId="4091322217" sldId="265"/>
        </pc:sldMkLst>
        <pc:spChg chg="mod">
          <ac:chgData name="원종래(JONG LAE WON)[jlwon]/책임/제조DX.자동보정.조립자동보정팀" userId="b47432fc-6904-4550-9f81-749fde7e3ec4" providerId="ADAL" clId="{78A41B96-094B-43FA-8533-CA72869F5550}" dt="2025-12-16T04:39:05.081" v="2424" actId="20577"/>
          <ac:spMkLst>
            <pc:docMk/>
            <pc:sldMk cId="4091322217" sldId="265"/>
            <ac:spMk id="58" creationId="{186787BD-0D0A-4FBF-B605-16D76EB626E6}"/>
          </ac:spMkLst>
        </pc:spChg>
        <pc:spChg chg="mod">
          <ac:chgData name="원종래(JONG LAE WON)[jlwon]/책임/제조DX.자동보정.조립자동보정팀" userId="b47432fc-6904-4550-9f81-749fde7e3ec4" providerId="ADAL" clId="{78A41B96-094B-43FA-8533-CA72869F5550}" dt="2025-12-16T04:39:02.081" v="2423" actId="20577"/>
          <ac:spMkLst>
            <pc:docMk/>
            <pc:sldMk cId="4091322217" sldId="265"/>
            <ac:spMk id="67" creationId="{820ED363-6F42-4CFF-8B91-C43C4E4C91D3}"/>
          </ac:spMkLst>
        </pc:spChg>
        <pc:graphicFrameChg chg="modGraphic">
          <ac:chgData name="원종래(JONG LAE WON)[jlwon]/책임/제조DX.자동보정.조립자동보정팀" userId="b47432fc-6904-4550-9f81-749fde7e3ec4" providerId="ADAL" clId="{78A41B96-094B-43FA-8533-CA72869F5550}" dt="2025-12-16T04:38:47.788" v="2373" actId="20577"/>
          <ac:graphicFrameMkLst>
            <pc:docMk/>
            <pc:sldMk cId="4091322217" sldId="265"/>
            <ac:graphicFrameMk id="3" creationId="{3E86696F-E35A-4B06-9B46-63A4A6A986C1}"/>
          </ac:graphicFrameMkLst>
        </pc:graphicFrameChg>
        <pc:graphicFrameChg chg="mod modGraphic">
          <ac:chgData name="원종래(JONG LAE WON)[jlwon]/책임/제조DX.자동보정.조립자동보정팀" userId="b47432fc-6904-4550-9f81-749fde7e3ec4" providerId="ADAL" clId="{78A41B96-094B-43FA-8533-CA72869F5550}" dt="2025-12-16T04:38:57.224" v="2410" actId="20577"/>
          <ac:graphicFrameMkLst>
            <pc:docMk/>
            <pc:sldMk cId="4091322217" sldId="265"/>
            <ac:graphicFrameMk id="14" creationId="{F7BF916D-8A9E-4800-92E6-357BE08183D6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4:18:38.439" v="498" actId="20577"/>
        <pc:sldMkLst>
          <pc:docMk/>
          <pc:sldMk cId="3152614394" sldId="272"/>
        </pc:sldMkLst>
        <pc:graphicFrameChg chg="mod modGraphic">
          <ac:chgData name="원종래(JONG LAE WON)[jlwon]/책임/제조DX.자동보정.조립자동보정팀" userId="b47432fc-6904-4550-9f81-749fde7e3ec4" providerId="ADAL" clId="{78A41B96-094B-43FA-8533-CA72869F5550}" dt="2025-12-16T04:18:38.439" v="498" actId="20577"/>
          <ac:graphicFrameMkLst>
            <pc:docMk/>
            <pc:sldMk cId="3152614394" sldId="272"/>
            <ac:graphicFrameMk id="9" creationId="{F9E76470-5813-4108-9658-C9DA922B60EF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4:40:07.031" v="2438" actId="20577"/>
        <pc:sldMkLst>
          <pc:docMk/>
          <pc:sldMk cId="2551372592" sldId="274"/>
        </pc:sldMkLst>
        <pc:spChg chg="mod">
          <ac:chgData name="원종래(JONG LAE WON)[jlwon]/책임/제조DX.자동보정.조립자동보정팀" userId="b47432fc-6904-4550-9f81-749fde7e3ec4" providerId="ADAL" clId="{78A41B96-094B-43FA-8533-CA72869F5550}" dt="2025-12-16T04:39:59.938" v="2434" actId="20577"/>
          <ac:spMkLst>
            <pc:docMk/>
            <pc:sldMk cId="2551372592" sldId="274"/>
            <ac:spMk id="14" creationId="{B37B5930-E590-474C-B34F-D326DD490861}"/>
          </ac:spMkLst>
        </pc:spChg>
        <pc:graphicFrameChg chg="modGraphic">
          <ac:chgData name="원종래(JONG LAE WON)[jlwon]/책임/제조DX.자동보정.조립자동보정팀" userId="b47432fc-6904-4550-9f81-749fde7e3ec4" providerId="ADAL" clId="{78A41B96-094B-43FA-8533-CA72869F5550}" dt="2025-12-16T04:40:03.968" v="2436" actId="20577"/>
          <ac:graphicFrameMkLst>
            <pc:docMk/>
            <pc:sldMk cId="2551372592" sldId="274"/>
            <ac:graphicFrameMk id="16" creationId="{33D55F02-6D8E-4551-BA96-882BCCE1D0E0}"/>
          </ac:graphicFrameMkLst>
        </pc:graphicFrameChg>
        <pc:graphicFrameChg chg="modGraphic">
          <ac:chgData name="원종래(JONG LAE WON)[jlwon]/책임/제조DX.자동보정.조립자동보정팀" userId="b47432fc-6904-4550-9f81-749fde7e3ec4" providerId="ADAL" clId="{78A41B96-094B-43FA-8533-CA72869F5550}" dt="2025-12-16T04:40:07.031" v="2438" actId="20577"/>
          <ac:graphicFrameMkLst>
            <pc:docMk/>
            <pc:sldMk cId="2551372592" sldId="274"/>
            <ac:graphicFrameMk id="19" creationId="{AC0E64D7-C678-4BFA-BA23-CADEA743A611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4:35:25.430" v="2232"/>
        <pc:sldMkLst>
          <pc:docMk/>
          <pc:sldMk cId="1984979464" sldId="277"/>
        </pc:sldMkLst>
        <pc:graphicFrameChg chg="mod modGraphic">
          <ac:chgData name="원종래(JONG LAE WON)[jlwon]/책임/제조DX.자동보정.조립자동보정팀" userId="b47432fc-6904-4550-9f81-749fde7e3ec4" providerId="ADAL" clId="{78A41B96-094B-43FA-8533-CA72869F5550}" dt="2025-12-16T04:35:25.430" v="2232"/>
          <ac:graphicFrameMkLst>
            <pc:docMk/>
            <pc:sldMk cId="1984979464" sldId="277"/>
            <ac:graphicFrameMk id="9" creationId="{8FDB63AD-0852-F4A6-4748-366EC5BD265C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4:35:29.824" v="2238"/>
        <pc:sldMkLst>
          <pc:docMk/>
          <pc:sldMk cId="3110584877" sldId="282"/>
        </pc:sldMkLst>
        <pc:graphicFrameChg chg="mod modGraphic">
          <ac:chgData name="원종래(JONG LAE WON)[jlwon]/책임/제조DX.자동보정.조립자동보정팀" userId="b47432fc-6904-4550-9f81-749fde7e3ec4" providerId="ADAL" clId="{78A41B96-094B-43FA-8533-CA72869F5550}" dt="2025-12-16T04:35:29.824" v="2238"/>
          <ac:graphicFrameMkLst>
            <pc:docMk/>
            <pc:sldMk cId="3110584877" sldId="282"/>
            <ac:graphicFrameMk id="9" creationId="{8FDB63AD-0852-F4A6-4748-366EC5BD265C}"/>
          </ac:graphicFrameMkLst>
        </pc:graphicFrameChg>
        <pc:graphicFrameChg chg="modGraphic">
          <ac:chgData name="원종래(JONG LAE WON)[jlwon]/책임/제조DX.자동보정.조립자동보정팀" userId="b47432fc-6904-4550-9f81-749fde7e3ec4" providerId="ADAL" clId="{78A41B96-094B-43FA-8533-CA72869F5550}" dt="2025-12-16T04:31:45.015" v="1767" actId="947"/>
          <ac:graphicFrameMkLst>
            <pc:docMk/>
            <pc:sldMk cId="3110584877" sldId="282"/>
            <ac:graphicFrameMk id="10" creationId="{A24BD8E1-C394-61D4-40A0-C4C98556C4DD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6:35:35.651" v="4394" actId="20577"/>
        <pc:sldMkLst>
          <pc:docMk/>
          <pc:sldMk cId="3005009049" sldId="284"/>
        </pc:sldMkLst>
        <pc:graphicFrameChg chg="mod modGraphic">
          <ac:chgData name="원종래(JONG LAE WON)[jlwon]/책임/제조DX.자동보정.조립자동보정팀" userId="b47432fc-6904-4550-9f81-749fde7e3ec4" providerId="ADAL" clId="{78A41B96-094B-43FA-8533-CA72869F5550}" dt="2025-12-16T06:35:35.651" v="4394" actId="20577"/>
          <ac:graphicFrameMkLst>
            <pc:docMk/>
            <pc:sldMk cId="3005009049" sldId="284"/>
            <ac:graphicFrameMk id="9" creationId="{459FC5F3-1FD5-01E7-B1BA-B39813120590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4:23:16.380" v="980" actId="1076"/>
        <pc:sldMkLst>
          <pc:docMk/>
          <pc:sldMk cId="980722720" sldId="287"/>
        </pc:sldMkLst>
        <pc:graphicFrameChg chg="mod modGraphic">
          <ac:chgData name="원종래(JONG LAE WON)[jlwon]/책임/제조DX.자동보정.조립자동보정팀" userId="b47432fc-6904-4550-9f81-749fde7e3ec4" providerId="ADAL" clId="{78A41B96-094B-43FA-8533-CA72869F5550}" dt="2025-12-16T04:22:45.026" v="972" actId="20577"/>
          <ac:graphicFrameMkLst>
            <pc:docMk/>
            <pc:sldMk cId="980722720" sldId="287"/>
            <ac:graphicFrameMk id="9" creationId="{6418FABD-9FDF-D221-AA86-B60755751675}"/>
          </ac:graphicFrameMkLst>
        </pc:graphicFrameChg>
        <pc:picChg chg="mod">
          <ac:chgData name="원종래(JONG LAE WON)[jlwon]/책임/제조DX.자동보정.조립자동보정팀" userId="b47432fc-6904-4550-9f81-749fde7e3ec4" providerId="ADAL" clId="{78A41B96-094B-43FA-8533-CA72869F5550}" dt="2025-12-16T04:23:16.380" v="980" actId="1076"/>
          <ac:picMkLst>
            <pc:docMk/>
            <pc:sldMk cId="980722720" sldId="287"/>
            <ac:picMk id="14" creationId="{0CF53949-DD39-9560-EE77-6CBE817CEEE6}"/>
          </ac:picMkLst>
        </pc:pic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4:41:36.547" v="2578" actId="20577"/>
        <pc:sldMkLst>
          <pc:docMk/>
          <pc:sldMk cId="324999883" sldId="292"/>
        </pc:sldMkLst>
        <pc:spChg chg="mod">
          <ac:chgData name="원종래(JONG LAE WON)[jlwon]/책임/제조DX.자동보정.조립자동보정팀" userId="b47432fc-6904-4550-9f81-749fde7e3ec4" providerId="ADAL" clId="{78A41B96-094B-43FA-8533-CA72869F5550}" dt="2025-12-16T04:39:34.384" v="2430" actId="1036"/>
          <ac:spMkLst>
            <pc:docMk/>
            <pc:sldMk cId="324999883" sldId="292"/>
            <ac:spMk id="4" creationId="{61642B9D-48C8-6897-F758-68716FE80DB6}"/>
          </ac:spMkLst>
        </pc:spChg>
        <pc:spChg chg="mod">
          <ac:chgData name="원종래(JONG LAE WON)[jlwon]/책임/제조DX.자동보정.조립자동보정팀" userId="b47432fc-6904-4550-9f81-749fde7e3ec4" providerId="ADAL" clId="{78A41B96-094B-43FA-8533-CA72869F5550}" dt="2025-12-16T04:39:34.384" v="2430" actId="1036"/>
          <ac:spMkLst>
            <pc:docMk/>
            <pc:sldMk cId="324999883" sldId="292"/>
            <ac:spMk id="7" creationId="{A1133C69-D486-E164-8AA4-628B7A3F6703}"/>
          </ac:spMkLst>
        </pc:spChg>
        <pc:spChg chg="mod">
          <ac:chgData name="원종래(JONG LAE WON)[jlwon]/책임/제조DX.자동보정.조립자동보정팀" userId="b47432fc-6904-4550-9f81-749fde7e3ec4" providerId="ADAL" clId="{78A41B96-094B-43FA-8533-CA72869F5550}" dt="2025-12-16T04:41:36.547" v="2578" actId="20577"/>
          <ac:spMkLst>
            <pc:docMk/>
            <pc:sldMk cId="324999883" sldId="292"/>
            <ac:spMk id="58" creationId="{186787BD-0D0A-4FBF-B605-16D76EB626E6}"/>
          </ac:spMkLst>
        </pc:spChg>
        <pc:spChg chg="mod">
          <ac:chgData name="원종래(JONG LAE WON)[jlwon]/책임/제조DX.자동보정.조립자동보정팀" userId="b47432fc-6904-4550-9f81-749fde7e3ec4" providerId="ADAL" clId="{78A41B96-094B-43FA-8533-CA72869F5550}" dt="2025-12-16T04:41:31.578" v="2577" actId="20577"/>
          <ac:spMkLst>
            <pc:docMk/>
            <pc:sldMk cId="324999883" sldId="292"/>
            <ac:spMk id="67" creationId="{820ED363-6F42-4CFF-8B91-C43C4E4C91D3}"/>
          </ac:spMkLst>
        </pc:spChg>
        <pc:graphicFrameChg chg="modGraphic">
          <ac:chgData name="원종래(JONG LAE WON)[jlwon]/책임/제조DX.자동보정.조립자동보정팀" userId="b47432fc-6904-4550-9f81-749fde7e3ec4" providerId="ADAL" clId="{78A41B96-094B-43FA-8533-CA72869F5550}" dt="2025-12-16T04:39:13.403" v="2426" actId="20577"/>
          <ac:graphicFrameMkLst>
            <pc:docMk/>
            <pc:sldMk cId="324999883" sldId="292"/>
            <ac:graphicFrameMk id="3" creationId="{3E86696F-E35A-4B06-9B46-63A4A6A986C1}"/>
          </ac:graphicFrameMkLst>
        </pc:graphicFrameChg>
        <pc:graphicFrameChg chg="mod">
          <ac:chgData name="원종래(JONG LAE WON)[jlwon]/책임/제조DX.자동보정.조립자동보정팀" userId="b47432fc-6904-4550-9f81-749fde7e3ec4" providerId="ADAL" clId="{78A41B96-094B-43FA-8533-CA72869F5550}" dt="2025-12-16T04:39:37.051" v="2432" actId="1035"/>
          <ac:graphicFrameMkLst>
            <pc:docMk/>
            <pc:sldMk cId="324999883" sldId="292"/>
            <ac:graphicFrameMk id="6" creationId="{F4AFC594-FFFD-F6B3-E3ED-055FC2D2F59E}"/>
          </ac:graphicFrameMkLst>
        </pc:graphicFrameChg>
        <pc:graphicFrameChg chg="mod modGraphic">
          <ac:chgData name="원종래(JONG LAE WON)[jlwon]/책임/제조DX.자동보정.조립자동보정팀" userId="b47432fc-6904-4550-9f81-749fde7e3ec4" providerId="ADAL" clId="{78A41B96-094B-43FA-8533-CA72869F5550}" dt="2025-12-16T04:39:27.880" v="2428" actId="947"/>
          <ac:graphicFrameMkLst>
            <pc:docMk/>
            <pc:sldMk cId="324999883" sldId="292"/>
            <ac:graphicFrameMk id="14" creationId="{F7BF916D-8A9E-4800-92E6-357BE08183D6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4:36:35.491" v="2326" actId="20577"/>
        <pc:sldMkLst>
          <pc:docMk/>
          <pc:sldMk cId="521974953" sldId="295"/>
        </pc:sldMkLst>
        <pc:spChg chg="mod">
          <ac:chgData name="원종래(JONG LAE WON)[jlwon]/책임/제조DX.자동보정.조립자동보정팀" userId="b47432fc-6904-4550-9f81-749fde7e3ec4" providerId="ADAL" clId="{78A41B96-094B-43FA-8533-CA72869F5550}" dt="2025-12-16T04:27:51.031" v="1378" actId="20577"/>
          <ac:spMkLst>
            <pc:docMk/>
            <pc:sldMk cId="521974953" sldId="295"/>
            <ac:spMk id="5" creationId="{6545B495-B50E-9C37-AB02-6EFD11C77479}"/>
          </ac:spMkLst>
        </pc:spChg>
        <pc:spChg chg="mod">
          <ac:chgData name="원종래(JONG LAE WON)[jlwon]/책임/제조DX.자동보정.조립자동보정팀" userId="b47432fc-6904-4550-9f81-749fde7e3ec4" providerId="ADAL" clId="{78A41B96-094B-43FA-8533-CA72869F5550}" dt="2025-12-16T04:27:46.687" v="1376" actId="20577"/>
          <ac:spMkLst>
            <pc:docMk/>
            <pc:sldMk cId="521974953" sldId="295"/>
            <ac:spMk id="7" creationId="{0BAB823A-6945-DA5B-D810-FF2A2EDFF227}"/>
          </ac:spMkLst>
        </pc:spChg>
        <pc:spChg chg="mod">
          <ac:chgData name="원종래(JONG LAE WON)[jlwon]/책임/제조DX.자동보정.조립자동보정팀" userId="b47432fc-6904-4550-9f81-749fde7e3ec4" providerId="ADAL" clId="{78A41B96-094B-43FA-8533-CA72869F5550}" dt="2025-12-16T04:36:35.491" v="2326" actId="20577"/>
          <ac:spMkLst>
            <pc:docMk/>
            <pc:sldMk cId="521974953" sldId="295"/>
            <ac:spMk id="72" creationId="{0F9C2609-C287-4193-B74B-8D946EB076C3}"/>
          </ac:spMkLst>
        </pc:spChg>
        <pc:graphicFrameChg chg="modGraphic">
          <ac:chgData name="원종래(JONG LAE WON)[jlwon]/책임/제조DX.자동보정.조립자동보정팀" userId="b47432fc-6904-4550-9f81-749fde7e3ec4" providerId="ADAL" clId="{78A41B96-094B-43FA-8533-CA72869F5550}" dt="2025-12-16T04:27:29.606" v="1346" actId="20577"/>
          <ac:graphicFrameMkLst>
            <pc:docMk/>
            <pc:sldMk cId="521974953" sldId="295"/>
            <ac:graphicFrameMk id="3" creationId="{3E86696F-E35A-4B06-9B46-63A4A6A986C1}"/>
          </ac:graphicFrameMkLst>
        </pc:graphicFrameChg>
        <pc:graphicFrameChg chg="mod modGraphic">
          <ac:chgData name="원종래(JONG LAE WON)[jlwon]/책임/제조DX.자동보정.조립자동보정팀" userId="b47432fc-6904-4550-9f81-749fde7e3ec4" providerId="ADAL" clId="{78A41B96-094B-43FA-8533-CA72869F5550}" dt="2025-12-16T04:36:17.279" v="2262"/>
          <ac:graphicFrameMkLst>
            <pc:docMk/>
            <pc:sldMk cId="521974953" sldId="295"/>
            <ac:graphicFrameMk id="14" creationId="{F7BF916D-8A9E-4800-92E6-357BE08183D6}"/>
          </ac:graphicFrameMkLst>
        </pc:graphicFrameChg>
      </pc:sldChg>
      <pc:sldChg chg="modSp del mod">
        <pc:chgData name="원종래(JONG LAE WON)[jlwon]/책임/제조DX.자동보정.조립자동보정팀" userId="b47432fc-6904-4550-9f81-749fde7e3ec4" providerId="ADAL" clId="{78A41B96-094B-43FA-8533-CA72869F5550}" dt="2025-12-16T06:57:31.977" v="4412" actId="47"/>
        <pc:sldMkLst>
          <pc:docMk/>
          <pc:sldMk cId="2657643038" sldId="306"/>
        </pc:sldMkLst>
        <pc:spChg chg="mod">
          <ac:chgData name="원종래(JONG LAE WON)[jlwon]/책임/제조DX.자동보정.조립자동보정팀" userId="b47432fc-6904-4550-9f81-749fde7e3ec4" providerId="ADAL" clId="{78A41B96-094B-43FA-8533-CA72869F5550}" dt="2025-12-16T04:24:13.601" v="988" actId="20577"/>
          <ac:spMkLst>
            <pc:docMk/>
            <pc:sldMk cId="2657643038" sldId="306"/>
            <ac:spMk id="6" creationId="{83CFA496-A814-27C3-3FB8-E454A7B5C13A}"/>
          </ac:spMkLst>
        </pc:spChg>
        <pc:graphicFrameChg chg="modGraphic">
          <ac:chgData name="원종래(JONG LAE WON)[jlwon]/책임/제조DX.자동보정.조립자동보정팀" userId="b47432fc-6904-4550-9f81-749fde7e3ec4" providerId="ADAL" clId="{78A41B96-094B-43FA-8533-CA72869F5550}" dt="2025-12-16T04:24:02.256" v="982" actId="20577"/>
          <ac:graphicFrameMkLst>
            <pc:docMk/>
            <pc:sldMk cId="2657643038" sldId="306"/>
            <ac:graphicFrameMk id="5" creationId="{90FA0DD6-FD75-6357-BD16-BBD64CC6F177}"/>
          </ac:graphicFrameMkLst>
        </pc:graphicFrameChg>
        <pc:graphicFrameChg chg="modGraphic">
          <ac:chgData name="원종래(JONG LAE WON)[jlwon]/책임/제조DX.자동보정.조립자동보정팀" userId="b47432fc-6904-4550-9f81-749fde7e3ec4" providerId="ADAL" clId="{78A41B96-094B-43FA-8533-CA72869F5550}" dt="2025-12-16T04:24:07.800" v="984" actId="20577"/>
          <ac:graphicFrameMkLst>
            <pc:docMk/>
            <pc:sldMk cId="2657643038" sldId="306"/>
            <ac:graphicFrameMk id="9" creationId="{8FDB63AD-0852-F4A6-4748-366EC5BD265C}"/>
          </ac:graphicFrameMkLst>
        </pc:graphicFrameChg>
        <pc:graphicFrameChg chg="modGraphic">
          <ac:chgData name="원종래(JONG LAE WON)[jlwon]/책임/제조DX.자동보정.조립자동보정팀" userId="b47432fc-6904-4550-9f81-749fde7e3ec4" providerId="ADAL" clId="{78A41B96-094B-43FA-8533-CA72869F5550}" dt="2025-12-16T04:24:31.220" v="989" actId="947"/>
          <ac:graphicFrameMkLst>
            <pc:docMk/>
            <pc:sldMk cId="2657643038" sldId="306"/>
            <ac:graphicFrameMk id="13" creationId="{86C7A262-6A1D-40D5-8264-083AFB86E700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4:40:46.832" v="2525" actId="20577"/>
        <pc:sldMkLst>
          <pc:docMk/>
          <pc:sldMk cId="2519093233" sldId="316"/>
        </pc:sldMkLst>
        <pc:spChg chg="mod">
          <ac:chgData name="원종래(JONG LAE WON)[jlwon]/책임/제조DX.자동보정.조립자동보정팀" userId="b47432fc-6904-4550-9f81-749fde7e3ec4" providerId="ADAL" clId="{78A41B96-094B-43FA-8533-CA72869F5550}" dt="2025-12-16T04:40:28.272" v="2458" actId="20577"/>
          <ac:spMkLst>
            <pc:docMk/>
            <pc:sldMk cId="2519093233" sldId="316"/>
            <ac:spMk id="70" creationId="{DF67FEB9-4AB7-4D44-9D13-B27C7C303C42}"/>
          </ac:spMkLst>
        </pc:spChg>
        <pc:spChg chg="mod">
          <ac:chgData name="원종래(JONG LAE WON)[jlwon]/책임/제조DX.자동보정.조립자동보정팀" userId="b47432fc-6904-4550-9f81-749fde7e3ec4" providerId="ADAL" clId="{78A41B96-094B-43FA-8533-CA72869F5550}" dt="2025-12-16T04:40:24.937" v="2457" actId="20577"/>
          <ac:spMkLst>
            <pc:docMk/>
            <pc:sldMk cId="2519093233" sldId="316"/>
            <ac:spMk id="71" creationId="{C9AF2676-262D-494B-A4F2-AD4F72D11910}"/>
          </ac:spMkLst>
        </pc:spChg>
        <pc:graphicFrameChg chg="modGraphic">
          <ac:chgData name="원종래(JONG LAE WON)[jlwon]/책임/제조DX.자동보정.조립자동보정팀" userId="b47432fc-6904-4550-9f81-749fde7e3ec4" providerId="ADAL" clId="{78A41B96-094B-43FA-8533-CA72869F5550}" dt="2025-12-16T04:40:32.349" v="2460" actId="20577"/>
          <ac:graphicFrameMkLst>
            <pc:docMk/>
            <pc:sldMk cId="2519093233" sldId="316"/>
            <ac:graphicFrameMk id="16" creationId="{33D55F02-6D8E-4551-BA96-882BCCE1D0E0}"/>
          </ac:graphicFrameMkLst>
        </pc:graphicFrameChg>
        <pc:graphicFrameChg chg="mod modGraphic">
          <ac:chgData name="원종래(JONG LAE WON)[jlwon]/책임/제조DX.자동보정.조립자동보정팀" userId="b47432fc-6904-4550-9f81-749fde7e3ec4" providerId="ADAL" clId="{78A41B96-094B-43FA-8533-CA72869F5550}" dt="2025-12-16T04:40:46.832" v="2525" actId="20577"/>
          <ac:graphicFrameMkLst>
            <pc:docMk/>
            <pc:sldMk cId="2519093233" sldId="316"/>
            <ac:graphicFrameMk id="19" creationId="{AC0E64D7-C678-4BFA-BA23-CADEA743A611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4:41:09.806" v="2544"/>
        <pc:sldMkLst>
          <pc:docMk/>
          <pc:sldMk cId="3631484623" sldId="317"/>
        </pc:sldMkLst>
        <pc:spChg chg="mod">
          <ac:chgData name="원종래(JONG LAE WON)[jlwon]/책임/제조DX.자동보정.조립자동보정팀" userId="b47432fc-6904-4550-9f81-749fde7e3ec4" providerId="ADAL" clId="{78A41B96-094B-43FA-8533-CA72869F5550}" dt="2025-12-16T04:40:58.751" v="2541" actId="20577"/>
          <ac:spMkLst>
            <pc:docMk/>
            <pc:sldMk cId="3631484623" sldId="317"/>
            <ac:spMk id="70" creationId="{DF67FEB9-4AB7-4D44-9D13-B27C7C303C42}"/>
          </ac:spMkLst>
        </pc:spChg>
        <pc:spChg chg="mod">
          <ac:chgData name="원종래(JONG LAE WON)[jlwon]/책임/제조DX.자동보정.조립자동보정팀" userId="b47432fc-6904-4550-9f81-749fde7e3ec4" providerId="ADAL" clId="{78A41B96-094B-43FA-8533-CA72869F5550}" dt="2025-12-16T04:40:55.449" v="2539" actId="20577"/>
          <ac:spMkLst>
            <pc:docMk/>
            <pc:sldMk cId="3631484623" sldId="317"/>
            <ac:spMk id="71" creationId="{C9AF2676-262D-494B-A4F2-AD4F72D11910}"/>
          </ac:spMkLst>
        </pc:spChg>
        <pc:graphicFrameChg chg="modGraphic">
          <ac:chgData name="원종래(JONG LAE WON)[jlwon]/책임/제조DX.자동보정.조립자동보정팀" userId="b47432fc-6904-4550-9f81-749fde7e3ec4" providerId="ADAL" clId="{78A41B96-094B-43FA-8533-CA72869F5550}" dt="2025-12-16T04:41:05.328" v="2543" actId="20577"/>
          <ac:graphicFrameMkLst>
            <pc:docMk/>
            <pc:sldMk cId="3631484623" sldId="317"/>
            <ac:graphicFrameMk id="16" creationId="{33D55F02-6D8E-4551-BA96-882BCCE1D0E0}"/>
          </ac:graphicFrameMkLst>
        </pc:graphicFrameChg>
        <pc:graphicFrameChg chg="mod">
          <ac:chgData name="원종래(JONG LAE WON)[jlwon]/책임/제조DX.자동보정.조립자동보정팀" userId="b47432fc-6904-4550-9f81-749fde7e3ec4" providerId="ADAL" clId="{78A41B96-094B-43FA-8533-CA72869F5550}" dt="2025-12-16T04:41:09.806" v="2544"/>
          <ac:graphicFrameMkLst>
            <pc:docMk/>
            <pc:sldMk cId="3631484623" sldId="317"/>
            <ac:graphicFrameMk id="19" creationId="{AC0E64D7-C678-4BFA-BA23-CADEA743A611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6:42:09.318" v="4403" actId="6549"/>
        <pc:sldMkLst>
          <pc:docMk/>
          <pc:sldMk cId="2657806170" sldId="318"/>
        </pc:sldMkLst>
        <pc:graphicFrameChg chg="mod modGraphic">
          <ac:chgData name="원종래(JONG LAE WON)[jlwon]/책임/제조DX.자동보정.조립자동보정팀" userId="b47432fc-6904-4550-9f81-749fde7e3ec4" providerId="ADAL" clId="{78A41B96-094B-43FA-8533-CA72869F5550}" dt="2025-12-16T06:42:09.318" v="4403" actId="6549"/>
          <ac:graphicFrameMkLst>
            <pc:docMk/>
            <pc:sldMk cId="2657806170" sldId="318"/>
            <ac:graphicFrameMk id="9" creationId="{459FC5F3-1FD5-01E7-B1BA-B39813120590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6:32:45.223" v="4353" actId="20577"/>
        <pc:sldMkLst>
          <pc:docMk/>
          <pc:sldMk cId="3266697761" sldId="2278"/>
        </pc:sldMkLst>
        <pc:spChg chg="mod">
          <ac:chgData name="원종래(JONG LAE WON)[jlwon]/책임/제조DX.자동보정.조립자동보정팀" userId="b47432fc-6904-4550-9f81-749fde7e3ec4" providerId="ADAL" clId="{78A41B96-094B-43FA-8533-CA72869F5550}" dt="2025-12-16T06:32:45.223" v="4353" actId="20577"/>
          <ac:spMkLst>
            <pc:docMk/>
            <pc:sldMk cId="3266697761" sldId="2278"/>
            <ac:spMk id="5" creationId="{9F5FF4B7-2926-4D73-A8B9-82803C7166FE}"/>
          </ac:spMkLst>
        </pc:sp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3:59:21.505" v="121" actId="20577"/>
        <pc:sldMkLst>
          <pc:docMk/>
          <pc:sldMk cId="624474230" sldId="2147481904"/>
        </pc:sldMkLst>
        <pc:spChg chg="mod">
          <ac:chgData name="원종래(JONG LAE WON)[jlwon]/책임/제조DX.자동보정.조립자동보정팀" userId="b47432fc-6904-4550-9f81-749fde7e3ec4" providerId="ADAL" clId="{78A41B96-094B-43FA-8533-CA72869F5550}" dt="2025-12-16T03:59:02.265" v="72" actId="947"/>
          <ac:spMkLst>
            <pc:docMk/>
            <pc:sldMk cId="624474230" sldId="2147481904"/>
            <ac:spMk id="2" creationId="{88539A7A-691C-A91F-92D4-163C0AF1D559}"/>
          </ac:spMkLst>
        </pc:spChg>
        <pc:spChg chg="mod">
          <ac:chgData name="원종래(JONG LAE WON)[jlwon]/책임/제조DX.자동보정.조립자동보정팀" userId="b47432fc-6904-4550-9f81-749fde7e3ec4" providerId="ADAL" clId="{78A41B96-094B-43FA-8533-CA72869F5550}" dt="2025-12-16T03:59:12.792" v="108"/>
          <ac:spMkLst>
            <pc:docMk/>
            <pc:sldMk cId="624474230" sldId="2147481904"/>
            <ac:spMk id="6" creationId="{2CB0F2F2-CDBB-B3E6-AE09-A445462049EE}"/>
          </ac:spMkLst>
        </pc:spChg>
        <pc:spChg chg="mod">
          <ac:chgData name="원종래(JONG LAE WON)[jlwon]/책임/제조DX.자동보정.조립자동보정팀" userId="b47432fc-6904-4550-9f81-749fde7e3ec4" providerId="ADAL" clId="{78A41B96-094B-43FA-8533-CA72869F5550}" dt="2025-12-16T03:59:21.505" v="121" actId="20577"/>
          <ac:spMkLst>
            <pc:docMk/>
            <pc:sldMk cId="624474230" sldId="2147481904"/>
            <ac:spMk id="42" creationId="{51BF0D86-1DF9-4CDD-9ADF-D9D78254A144}"/>
          </ac:spMkLst>
        </pc:spChg>
        <pc:spChg chg="mod">
          <ac:chgData name="원종래(JONG LAE WON)[jlwon]/책임/제조DX.자동보정.조립자동보정팀" userId="b47432fc-6904-4550-9f81-749fde7e3ec4" providerId="ADAL" clId="{78A41B96-094B-43FA-8533-CA72869F5550}" dt="2025-12-16T03:59:17.541" v="120" actId="20577"/>
          <ac:spMkLst>
            <pc:docMk/>
            <pc:sldMk cId="624474230" sldId="2147481904"/>
            <ac:spMk id="43" creationId="{4D857329-F190-45E8-8FBB-C35D4C751323}"/>
          </ac:spMkLst>
        </pc:sp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6:20:43.490" v="3259" actId="6549"/>
        <pc:sldMkLst>
          <pc:docMk/>
          <pc:sldMk cId="2440852975" sldId="2147481923"/>
        </pc:sldMkLst>
        <pc:spChg chg="mod">
          <ac:chgData name="원종래(JONG LAE WON)[jlwon]/책임/제조DX.자동보정.조립자동보정팀" userId="b47432fc-6904-4550-9f81-749fde7e3ec4" providerId="ADAL" clId="{78A41B96-094B-43FA-8533-CA72869F5550}" dt="2025-12-16T06:20:43.490" v="3259" actId="6549"/>
          <ac:spMkLst>
            <pc:docMk/>
            <pc:sldMk cId="2440852975" sldId="2147481923"/>
            <ac:spMk id="8" creationId="{CB0B3E35-76C1-4ED7-A859-2CC8E85EA27D}"/>
          </ac:spMkLst>
        </pc:sp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4:37:06.369" v="2327" actId="20577"/>
        <pc:sldMkLst>
          <pc:docMk/>
          <pc:sldMk cId="2275017208" sldId="2147481958"/>
        </pc:sldMkLst>
        <pc:spChg chg="mod">
          <ac:chgData name="원종래(JONG LAE WON)[jlwon]/책임/제조DX.자동보정.조립자동보정팀" userId="b47432fc-6904-4550-9f81-749fde7e3ec4" providerId="ADAL" clId="{78A41B96-094B-43FA-8533-CA72869F5550}" dt="2025-12-16T04:37:06.369" v="2327" actId="20577"/>
          <ac:spMkLst>
            <pc:docMk/>
            <pc:sldMk cId="2275017208" sldId="2147481958"/>
            <ac:spMk id="5" creationId="{1615D8B7-2F76-467E-B74D-9F119B978A4C}"/>
          </ac:spMkLst>
        </pc:sp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4:37:31.536" v="2345" actId="20577"/>
        <pc:sldMkLst>
          <pc:docMk/>
          <pc:sldMk cId="3901532967" sldId="2147481959"/>
        </pc:sldMkLst>
        <pc:spChg chg="mod">
          <ac:chgData name="원종래(JONG LAE WON)[jlwon]/책임/제조DX.자동보정.조립자동보정팀" userId="b47432fc-6904-4550-9f81-749fde7e3ec4" providerId="ADAL" clId="{78A41B96-094B-43FA-8533-CA72869F5550}" dt="2025-12-16T04:37:24.449" v="2341" actId="20577"/>
          <ac:spMkLst>
            <pc:docMk/>
            <pc:sldMk cId="3901532967" sldId="2147481959"/>
            <ac:spMk id="12" creationId="{67BA07C2-3512-4369-B8B0-8A080581A5E2}"/>
          </ac:spMkLst>
        </pc:spChg>
        <pc:spChg chg="mod">
          <ac:chgData name="원종래(JONG LAE WON)[jlwon]/책임/제조DX.자동보정.조립자동보정팀" userId="b47432fc-6904-4550-9f81-749fde7e3ec4" providerId="ADAL" clId="{78A41B96-094B-43FA-8533-CA72869F5550}" dt="2025-12-16T04:37:31.536" v="2345" actId="20577"/>
          <ac:spMkLst>
            <pc:docMk/>
            <pc:sldMk cId="3901532967" sldId="2147481959"/>
            <ac:spMk id="13" creationId="{6F04AF11-50D5-49B6-A265-556E9598BDBE}"/>
          </ac:spMkLst>
        </pc:spChg>
        <pc:spChg chg="mod">
          <ac:chgData name="원종래(JONG LAE WON)[jlwon]/책임/제조DX.자동보정.조립자동보정팀" userId="b47432fc-6904-4550-9f81-749fde7e3ec4" providerId="ADAL" clId="{78A41B96-094B-43FA-8533-CA72869F5550}" dt="2025-12-16T04:37:28.082" v="2343" actId="20577"/>
          <ac:spMkLst>
            <pc:docMk/>
            <pc:sldMk cId="3901532967" sldId="2147481959"/>
            <ac:spMk id="14" creationId="{22538F03-743C-4E4C-83CE-319524F14C18}"/>
          </ac:spMkLst>
        </pc:sp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4:31:04.294" v="1748"/>
        <pc:sldMkLst>
          <pc:docMk/>
          <pc:sldMk cId="1661639708" sldId="2147482034"/>
        </pc:sldMkLst>
        <pc:spChg chg="mod">
          <ac:chgData name="원종래(JONG LAE WON)[jlwon]/책임/제조DX.자동보정.조립자동보정팀" userId="b47432fc-6904-4550-9f81-749fde7e3ec4" providerId="ADAL" clId="{78A41B96-094B-43FA-8533-CA72869F5550}" dt="2025-12-16T04:29:15.623" v="1426" actId="20577"/>
          <ac:spMkLst>
            <pc:docMk/>
            <pc:sldMk cId="1661639708" sldId="2147482034"/>
            <ac:spMk id="17" creationId="{53BD2C0A-5A07-4ADD-8F3B-76031B186FF8}"/>
          </ac:spMkLst>
        </pc:spChg>
        <pc:graphicFrameChg chg="mod modGraphic">
          <ac:chgData name="원종래(JONG LAE WON)[jlwon]/책임/제조DX.자동보정.조립자동보정팀" userId="b47432fc-6904-4550-9f81-749fde7e3ec4" providerId="ADAL" clId="{78A41B96-094B-43FA-8533-CA72869F5550}" dt="2025-12-16T04:31:04.294" v="1748"/>
          <ac:graphicFrameMkLst>
            <pc:docMk/>
            <pc:sldMk cId="1661639708" sldId="2147482034"/>
            <ac:graphicFrameMk id="13" creationId="{749EDA29-3892-4D6C-B422-D508526099A4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6:45:01.560" v="4411" actId="20577"/>
        <pc:sldMkLst>
          <pc:docMk/>
          <pc:sldMk cId="2543445665" sldId="2147483561"/>
        </pc:sldMkLst>
        <pc:spChg chg="mod">
          <ac:chgData name="원종래(JONG LAE WON)[jlwon]/책임/제조DX.자동보정.조립자동보정팀" userId="b47432fc-6904-4550-9f81-749fde7e3ec4" providerId="ADAL" clId="{78A41B96-094B-43FA-8533-CA72869F5550}" dt="2025-12-16T06:45:01.560" v="4411" actId="20577"/>
          <ac:spMkLst>
            <pc:docMk/>
            <pc:sldMk cId="2543445665" sldId="2147483561"/>
            <ac:spMk id="7" creationId="{2BC7F42E-092C-4FC0-A5C6-9F625CADC1F5}"/>
          </ac:spMkLst>
        </pc:spChg>
      </pc:sldChg>
      <pc:sldChg chg="modSp mod">
        <pc:chgData name="원종래(JONG LAE WON)[jlwon]/책임/제조DX.자동보정.조립자동보정팀" userId="b47432fc-6904-4550-9f81-749fde7e3ec4" providerId="ADAL" clId="{78A41B96-094B-43FA-8533-CA72869F5550}" dt="2025-12-16T04:36:24.635" v="2264"/>
        <pc:sldMkLst>
          <pc:docMk/>
          <pc:sldMk cId="3755998146" sldId="2147483565"/>
        </pc:sldMkLst>
        <pc:spChg chg="mod">
          <ac:chgData name="원종래(JONG LAE WON)[jlwon]/책임/제조DX.자동보정.조립자동보정팀" userId="b47432fc-6904-4550-9f81-749fde7e3ec4" providerId="ADAL" clId="{78A41B96-094B-43FA-8533-CA72869F5550}" dt="2025-12-16T04:27:41.472" v="1361" actId="20577"/>
          <ac:spMkLst>
            <pc:docMk/>
            <pc:sldMk cId="3755998146" sldId="2147483565"/>
            <ac:spMk id="5" creationId="{6545B495-B50E-9C37-AB02-6EFD11C77479}"/>
          </ac:spMkLst>
        </pc:spChg>
        <pc:spChg chg="mod">
          <ac:chgData name="원종래(JONG LAE WON)[jlwon]/책임/제조DX.자동보정.조립자동보정팀" userId="b47432fc-6904-4550-9f81-749fde7e3ec4" providerId="ADAL" clId="{78A41B96-094B-43FA-8533-CA72869F5550}" dt="2025-12-16T04:27:37.583" v="1359" actId="20577"/>
          <ac:spMkLst>
            <pc:docMk/>
            <pc:sldMk cId="3755998146" sldId="2147483565"/>
            <ac:spMk id="7" creationId="{0BAB823A-6945-DA5B-D810-FF2A2EDFF227}"/>
          </ac:spMkLst>
        </pc:spChg>
        <pc:graphicFrameChg chg="modGraphic">
          <ac:chgData name="원종래(JONG LAE WON)[jlwon]/책임/제조DX.자동보정.조립자동보정팀" userId="b47432fc-6904-4550-9f81-749fde7e3ec4" providerId="ADAL" clId="{78A41B96-094B-43FA-8533-CA72869F5550}" dt="2025-12-16T04:24:48.539" v="991" actId="20577"/>
          <ac:graphicFrameMkLst>
            <pc:docMk/>
            <pc:sldMk cId="3755998146" sldId="2147483565"/>
            <ac:graphicFrameMk id="3" creationId="{3E86696F-E35A-4B06-9B46-63A4A6A986C1}"/>
          </ac:graphicFrameMkLst>
        </pc:graphicFrameChg>
        <pc:graphicFrameChg chg="mod modGraphic">
          <ac:chgData name="원종래(JONG LAE WON)[jlwon]/책임/제조DX.자동보정.조립자동보정팀" userId="b47432fc-6904-4550-9f81-749fde7e3ec4" providerId="ADAL" clId="{78A41B96-094B-43FA-8533-CA72869F5550}" dt="2025-12-16T04:36:24.635" v="2264"/>
          <ac:graphicFrameMkLst>
            <pc:docMk/>
            <pc:sldMk cId="3755998146" sldId="2147483565"/>
            <ac:graphicFrameMk id="14" creationId="{F7BF916D-8A9E-4800-92E6-357BE08183D6}"/>
          </ac:graphicFrameMkLst>
        </pc:graphicFrameChg>
      </pc:sldChg>
    </pc:docChg>
  </pc:docChgLst>
  <pc:docChgLst>
    <pc:chgData name="이상협(SANGHYEOP LEE)[sanghyeop]/사원/제조DX.자동보정.조립자동보정팀" userId="S::sanghyeop@lgensol.com::5552135f-6963-428b-bea2-805b2fcf614b" providerId="AD" clId="Web-{02220EAD-BF34-6BFE-3854-8EC61BA924D3}"/>
    <pc:docChg chg="modSld">
      <pc:chgData name="이상협(SANGHYEOP LEE)[sanghyeop]/사원/제조DX.자동보정.조립자동보정팀" userId="S::sanghyeop@lgensol.com::5552135f-6963-428b-bea2-805b2fcf614b" providerId="AD" clId="Web-{02220EAD-BF34-6BFE-3854-8EC61BA924D3}" dt="2025-12-11T05:22:08.568" v="2" actId="20577"/>
      <pc:docMkLst>
        <pc:docMk/>
      </pc:docMkLst>
      <pc:sldChg chg="modSp">
        <pc:chgData name="이상협(SANGHYEOP LEE)[sanghyeop]/사원/제조DX.자동보정.조립자동보정팀" userId="S::sanghyeop@lgensol.com::5552135f-6963-428b-bea2-805b2fcf614b" providerId="AD" clId="Web-{02220EAD-BF34-6BFE-3854-8EC61BA924D3}" dt="2025-12-11T05:22:08.568" v="2" actId="20577"/>
        <pc:sldMkLst>
          <pc:docMk/>
          <pc:sldMk cId="2440852975" sldId="2147481923"/>
        </pc:sldMkLst>
        <pc:spChg chg="mod">
          <ac:chgData name="이상협(SANGHYEOP LEE)[sanghyeop]/사원/제조DX.자동보정.조립자동보정팀" userId="S::sanghyeop@lgensol.com::5552135f-6963-428b-bea2-805b2fcf614b" providerId="AD" clId="Web-{02220EAD-BF34-6BFE-3854-8EC61BA924D3}" dt="2025-12-11T05:22:08.568" v="2" actId="20577"/>
          <ac:spMkLst>
            <pc:docMk/>
            <pc:sldMk cId="2440852975" sldId="2147481923"/>
            <ac:spMk id="8" creationId="{CB0B3E35-76C1-4ED7-A859-2CC8E85EA27D}"/>
          </ac:spMkLst>
        </pc:spChg>
      </pc:sldChg>
    </pc:docChg>
  </pc:docChgLst>
  <pc:docChgLst>
    <pc:chgData name="나영준(YOUNGJUN NA)[youngjun_na]/책임/제조DX.자동보정.MC자동보정팀" userId="S::youngjun_na@lgensol.com::0c590520-1e60-4e57-b0d6-012f89cef193" providerId="AD" clId="Web-{CDFB2322-2E0C-92EF-4470-36B18B25B6CC}"/>
    <pc:docChg chg="modSld">
      <pc:chgData name="나영준(YOUNGJUN NA)[youngjun_na]/책임/제조DX.자동보정.MC자동보정팀" userId="S::youngjun_na@lgensol.com::0c590520-1e60-4e57-b0d6-012f89cef193" providerId="AD" clId="Web-{CDFB2322-2E0C-92EF-4470-36B18B25B6CC}" dt="2025-12-03T08:08:47.086" v="88"/>
      <pc:docMkLst>
        <pc:docMk/>
      </pc:docMkLst>
    </pc:docChg>
  </pc:docChgLst>
  <pc:docChgLst>
    <pc:chgData name="나영준(YOUNGJUN NA)[youngjun_na]/책임/제조DX.자동보정.MC자동보정팀" userId="S::youngjun_na@lgensol.com::0c590520-1e60-4e57-b0d6-012f89cef193" providerId="AD" clId="Web-{B9ED34DD-8B41-97DF-03A4-C1AF34CFBAFB}"/>
    <pc:docChg chg="modSld">
      <pc:chgData name="나영준(YOUNGJUN NA)[youngjun_na]/책임/제조DX.자동보정.MC자동보정팀" userId="S::youngjun_na@lgensol.com::0c590520-1e60-4e57-b0d6-012f89cef193" providerId="AD" clId="Web-{B9ED34DD-8B41-97DF-03A4-C1AF34CFBAFB}" dt="2025-12-16T09:42:21.134" v="11" actId="20577"/>
      <pc:docMkLst>
        <pc:docMk/>
      </pc:docMkLst>
      <pc:sldChg chg="modSp">
        <pc:chgData name="나영준(YOUNGJUN NA)[youngjun_na]/책임/제조DX.자동보정.MC자동보정팀" userId="S::youngjun_na@lgensol.com::0c590520-1e60-4e57-b0d6-012f89cef193" providerId="AD" clId="Web-{B9ED34DD-8B41-97DF-03A4-C1AF34CFBAFB}" dt="2025-12-16T09:42:21.134" v="11" actId="20577"/>
        <pc:sldMkLst>
          <pc:docMk/>
          <pc:sldMk cId="3761653059" sldId="2147483638"/>
        </pc:sldMkLst>
        <pc:spChg chg="mod">
          <ac:chgData name="나영준(YOUNGJUN NA)[youngjun_na]/책임/제조DX.자동보정.MC자동보정팀" userId="S::youngjun_na@lgensol.com::0c590520-1e60-4e57-b0d6-012f89cef193" providerId="AD" clId="Web-{B9ED34DD-8B41-97DF-03A4-C1AF34CFBAFB}" dt="2025-12-16T09:42:21.134" v="11" actId="20577"/>
          <ac:spMkLst>
            <pc:docMk/>
            <pc:sldMk cId="3761653059" sldId="2147483638"/>
            <ac:spMk id="23" creationId="{51EDA293-8423-D041-1D15-24DC9ACC3978}"/>
          </ac:spMkLst>
        </pc:spChg>
      </pc:sldChg>
    </pc:docChg>
  </pc:docChgLst>
  <pc:docChgLst>
    <pc:chgData name="황재웅(JAEWOONG HWANG)[xyxowen1234]/선임/제조DX.자동보정.조립자동보정팀" userId="f43f0527-5715-43ea-a50c-40099bee054a" providerId="ADAL" clId="{AE583078-8289-433B-9F66-F43FB2ABC08C}"/>
    <pc:docChg chg="undo custSel modSld">
      <pc:chgData name="황재웅(JAEWOONG HWANG)[xyxowen1234]/선임/제조DX.자동보정.조립자동보정팀" userId="f43f0527-5715-43ea-a50c-40099bee054a" providerId="ADAL" clId="{AE583078-8289-433B-9F66-F43FB2ABC08C}" dt="2025-11-18T08:42:41.725" v="2355" actId="20578"/>
      <pc:docMkLst>
        <pc:docMk/>
      </pc:docMkLst>
      <pc:sldChg chg="modSp">
        <pc:chgData name="황재웅(JAEWOONG HWANG)[xyxowen1234]/선임/제조DX.자동보정.조립자동보정팀" userId="f43f0527-5715-43ea-a50c-40099bee054a" providerId="ADAL" clId="{AE583078-8289-433B-9F66-F43FB2ABC08C}" dt="2025-11-18T08:42:41.725" v="2355" actId="20578"/>
        <pc:sldMkLst>
          <pc:docMk/>
          <pc:sldMk cId="3165105239" sldId="297"/>
        </pc:sldMkLst>
        <pc:spChg chg="mod">
          <ac:chgData name="황재웅(JAEWOONG HWANG)[xyxowen1234]/선임/제조DX.자동보정.조립자동보정팀" userId="f43f0527-5715-43ea-a50c-40099bee054a" providerId="ADAL" clId="{AE583078-8289-433B-9F66-F43FB2ABC08C}" dt="2025-11-18T08:42:41.725" v="2355" actId="20578"/>
          <ac:spMkLst>
            <pc:docMk/>
            <pc:sldMk cId="3165105239" sldId="297"/>
            <ac:spMk id="7" creationId="{39B40AD6-7DA1-4032-84CF-63BBC4856035}"/>
          </ac:spMkLst>
        </pc:spChg>
        <pc:spChg chg="mod">
          <ac:chgData name="황재웅(JAEWOONG HWANG)[xyxowen1234]/선임/제조DX.자동보정.조립자동보정팀" userId="f43f0527-5715-43ea-a50c-40099bee054a" providerId="ADAL" clId="{AE583078-8289-433B-9F66-F43FB2ABC08C}" dt="2025-11-18T05:37:48.243" v="5" actId="20577"/>
          <ac:spMkLst>
            <pc:docMk/>
            <pc:sldMk cId="3165105239" sldId="297"/>
            <ac:spMk id="23" creationId="{68B6FBF6-12C2-3A8B-E799-56D11E8B7E16}"/>
          </ac:spMkLst>
        </pc:spChg>
        <pc:graphicFrameChg chg="mod modGraphic">
          <ac:chgData name="황재웅(JAEWOONG HWANG)[xyxowen1234]/선임/제조DX.자동보정.조립자동보정팀" userId="f43f0527-5715-43ea-a50c-40099bee054a" providerId="ADAL" clId="{AE583078-8289-433B-9F66-F43FB2ABC08C}" dt="2025-11-18T08:41:54.884" v="2354" actId="20577"/>
          <ac:graphicFrameMkLst>
            <pc:docMk/>
            <pc:sldMk cId="3165105239" sldId="297"/>
            <ac:graphicFrameMk id="3" creationId="{F56DC1FB-9EE1-4913-87D1-FB9FD073A3CA}"/>
          </ac:graphicFrameMkLst>
        </pc:graphicFrameChg>
        <pc:graphicFrameChg chg="modGraphic">
          <ac:chgData name="황재웅(JAEWOONG HWANG)[xyxowen1234]/선임/제조DX.자동보정.조립자동보정팀" userId="f43f0527-5715-43ea-a50c-40099bee054a" providerId="ADAL" clId="{AE583078-8289-433B-9F66-F43FB2ABC08C}" dt="2025-11-18T05:52:10.344" v="1694" actId="20577"/>
          <ac:graphicFrameMkLst>
            <pc:docMk/>
            <pc:sldMk cId="3165105239" sldId="297"/>
            <ac:graphicFrameMk id="27" creationId="{B760C18F-738A-EA20-CD34-D766DF22298C}"/>
          </ac:graphicFrameMkLst>
        </pc:graphicFrameChg>
      </pc:sldChg>
      <pc:sldChg chg="modSp">
        <pc:chgData name="황재웅(JAEWOONG HWANG)[xyxowen1234]/선임/제조DX.자동보정.조립자동보정팀" userId="f43f0527-5715-43ea-a50c-40099bee054a" providerId="ADAL" clId="{AE583078-8289-433B-9F66-F43FB2ABC08C}" dt="2025-11-18T05:37:09.565" v="1" actId="20577"/>
        <pc:sldMkLst>
          <pc:docMk/>
          <pc:sldMk cId="3696303700" sldId="2147481909"/>
        </pc:sldMkLst>
        <pc:spChg chg="mod">
          <ac:chgData name="황재웅(JAEWOONG HWANG)[xyxowen1234]/선임/제조DX.자동보정.조립자동보정팀" userId="f43f0527-5715-43ea-a50c-40099bee054a" providerId="ADAL" clId="{AE583078-8289-433B-9F66-F43FB2ABC08C}" dt="2025-11-18T05:37:09.565" v="1" actId="20577"/>
          <ac:spMkLst>
            <pc:docMk/>
            <pc:sldMk cId="3696303700" sldId="2147481909"/>
            <ac:spMk id="40" creationId="{B40A5CA6-41CB-49B5-A347-A26580A6C857}"/>
          </ac:spMkLst>
        </pc:spChg>
      </pc:sldChg>
      <pc:sldChg chg="modSp">
        <pc:chgData name="황재웅(JAEWOONG HWANG)[xyxowen1234]/선임/제조DX.자동보정.조립자동보정팀" userId="f43f0527-5715-43ea-a50c-40099bee054a" providerId="ADAL" clId="{AE583078-8289-433B-9F66-F43FB2ABC08C}" dt="2025-11-18T05:55:45.069" v="1850" actId="20577"/>
        <pc:sldMkLst>
          <pc:docMk/>
          <pc:sldMk cId="3422467958" sldId="2147483559"/>
        </pc:sldMkLst>
        <pc:spChg chg="mod">
          <ac:chgData name="황재웅(JAEWOONG HWANG)[xyxowen1234]/선임/제조DX.자동보정.조립자동보정팀" userId="f43f0527-5715-43ea-a50c-40099bee054a" providerId="ADAL" clId="{AE583078-8289-433B-9F66-F43FB2ABC08C}" dt="2025-11-18T05:52:20.587" v="1698" actId="20577"/>
          <ac:spMkLst>
            <pc:docMk/>
            <pc:sldMk cId="3422467958" sldId="2147483559"/>
            <ac:spMk id="23" creationId="{075C7B48-380F-4884-A079-536F4D26E969}"/>
          </ac:spMkLst>
        </pc:spChg>
        <pc:spChg chg="mod">
          <ac:chgData name="황재웅(JAEWOONG HWANG)[xyxowen1234]/선임/제조DX.자동보정.조립자동보정팀" userId="f43f0527-5715-43ea-a50c-40099bee054a" providerId="ADAL" clId="{AE583078-8289-433B-9F66-F43FB2ABC08C}" dt="2025-11-18T05:55:14.426" v="1760"/>
          <ac:spMkLst>
            <pc:docMk/>
            <pc:sldMk cId="3422467958" sldId="2147483559"/>
            <ac:spMk id="56" creationId="{B70612FC-31F7-4C1A-87C3-93719D805C2F}"/>
          </ac:spMkLst>
        </pc:spChg>
        <pc:grpChg chg="mod">
          <ac:chgData name="황재웅(JAEWOONG HWANG)[xyxowen1234]/선임/제조DX.자동보정.조립자동보정팀" userId="f43f0527-5715-43ea-a50c-40099bee054a" providerId="ADAL" clId="{AE583078-8289-433B-9F66-F43FB2ABC08C}" dt="2025-11-18T05:38:59.088" v="20" actId="1035"/>
          <ac:grpSpMkLst>
            <pc:docMk/>
            <pc:sldMk cId="3422467958" sldId="2147483559"/>
            <ac:grpSpMk id="3" creationId="{A7D1D9DA-3F20-4F02-8EA4-B999642B7B7B}"/>
          </ac:grpSpMkLst>
        </pc:grpChg>
        <pc:graphicFrameChg chg="modGraphic">
          <ac:chgData name="황재웅(JAEWOONG HWANG)[xyxowen1234]/선임/제조DX.자동보정.조립자동보정팀" userId="f43f0527-5715-43ea-a50c-40099bee054a" providerId="ADAL" clId="{AE583078-8289-433B-9F66-F43FB2ABC08C}" dt="2025-11-18T05:52:18.446" v="1696" actId="20577"/>
          <ac:graphicFrameMkLst>
            <pc:docMk/>
            <pc:sldMk cId="3422467958" sldId="2147483559"/>
            <ac:graphicFrameMk id="27" creationId="{44AAB40C-C086-43BD-BA65-E476147E42EB}"/>
          </ac:graphicFrameMkLst>
        </pc:graphicFrameChg>
        <pc:graphicFrameChg chg="mod modGraphic">
          <ac:chgData name="황재웅(JAEWOONG HWANG)[xyxowen1234]/선임/제조DX.자동보정.조립자동보정팀" userId="f43f0527-5715-43ea-a50c-40099bee054a" providerId="ADAL" clId="{AE583078-8289-433B-9F66-F43FB2ABC08C}" dt="2025-11-18T05:55:45.069" v="1850" actId="20577"/>
          <ac:graphicFrameMkLst>
            <pc:docMk/>
            <pc:sldMk cId="3422467958" sldId="2147483559"/>
            <ac:graphicFrameMk id="28" creationId="{8E00D5BE-64E4-47DA-BAA8-80A25CD0192F}"/>
          </ac:graphicFrameMkLst>
        </pc:graphicFrameChg>
        <pc:graphicFrameChg chg="mod">
          <ac:chgData name="황재웅(JAEWOONG HWANG)[xyxowen1234]/선임/제조DX.자동보정.조립자동보정팀" userId="f43f0527-5715-43ea-a50c-40099bee054a" providerId="ADAL" clId="{AE583078-8289-433B-9F66-F43FB2ABC08C}" dt="2025-11-18T05:38:59.088" v="20" actId="1035"/>
          <ac:graphicFrameMkLst>
            <pc:docMk/>
            <pc:sldMk cId="3422467958" sldId="2147483559"/>
            <ac:graphicFrameMk id="51" creationId="{7B9E5AEA-8095-41BB-A649-DCE817E8F314}"/>
          </ac:graphicFrameMkLst>
        </pc:graphicFrameChg>
      </pc:sldChg>
    </pc:docChg>
  </pc:docChgLst>
  <pc:docChgLst>
    <pc:chgData name="나영준(YOUNGJUN NA)[youngjun_na]/책임/제조DX.자동보정.MC자동보정팀" userId="S::youngjun_na@lgensol.com::0c590520-1e60-4e57-b0d6-012f89cef193" providerId="AD" clId="Web-{86D24A77-1A71-746A-28FA-4013B1B22A59}"/>
    <pc:docChg chg="modSld">
      <pc:chgData name="나영준(YOUNGJUN NA)[youngjun_na]/책임/제조DX.자동보정.MC자동보정팀" userId="S::youngjun_na@lgensol.com::0c590520-1e60-4e57-b0d6-012f89cef193" providerId="AD" clId="Web-{86D24A77-1A71-746A-28FA-4013B1B22A59}" dt="2025-11-19T10:30:28.181" v="250" actId="20577"/>
      <pc:docMkLst>
        <pc:docMk/>
      </pc:docMkLst>
      <pc:sldChg chg="modSp">
        <pc:chgData name="나영준(YOUNGJUN NA)[youngjun_na]/책임/제조DX.자동보정.MC자동보정팀" userId="S::youngjun_na@lgensol.com::0c590520-1e60-4e57-b0d6-012f89cef193" providerId="AD" clId="Web-{86D24A77-1A71-746A-28FA-4013B1B22A59}" dt="2025-11-19T10:29:05.631" v="240"/>
        <pc:sldMkLst>
          <pc:docMk/>
          <pc:sldMk cId="696343298" sldId="286"/>
        </pc:sldMkLst>
        <pc:graphicFrameChg chg="mod modGraphic">
          <ac:chgData name="나영준(YOUNGJUN NA)[youngjun_na]/책임/제조DX.자동보정.MC자동보정팀" userId="S::youngjun_na@lgensol.com::0c590520-1e60-4e57-b0d6-012f89cef193" providerId="AD" clId="Web-{86D24A77-1A71-746A-28FA-4013B1B22A59}" dt="2025-11-19T10:29:05.631" v="240"/>
          <ac:graphicFrameMkLst>
            <pc:docMk/>
            <pc:sldMk cId="696343298" sldId="286"/>
            <ac:graphicFrameMk id="3" creationId="{288888B8-029A-57B9-F6A4-85C447027341}"/>
          </ac:graphicFrameMkLst>
        </pc:graphicFrameChg>
      </pc:sldChg>
    </pc:docChg>
  </pc:docChgLst>
  <pc:docChgLst>
    <pc:chgData name="김형원(HYUNGWON KIM)[hyungwon]/사원/제조DX.자동보정.조립자동보정팀" userId="7d3d3187-387b-4f0d-81bf-ac57af5a795a" providerId="ADAL" clId="{D7FC3B37-B106-4A41-A97C-AD3E751B1678}"/>
    <pc:docChg chg="undo custSel modSld">
      <pc:chgData name="김형원(HYUNGWON KIM)[hyungwon]/사원/제조DX.자동보정.조립자동보정팀" userId="7d3d3187-387b-4f0d-81bf-ac57af5a795a" providerId="ADAL" clId="{D7FC3B37-B106-4A41-A97C-AD3E751B1678}" dt="2025-11-27T08:34:44.322" v="1081" actId="478"/>
      <pc:docMkLst>
        <pc:docMk/>
      </pc:docMkLst>
      <pc:sldChg chg="modSp">
        <pc:chgData name="김형원(HYUNGWON KIM)[hyungwon]/사원/제조DX.자동보정.조립자동보정팀" userId="7d3d3187-387b-4f0d-81bf-ac57af5a795a" providerId="ADAL" clId="{D7FC3B37-B106-4A41-A97C-AD3E751B1678}" dt="2025-11-26T06:56:56.894" v="67"/>
        <pc:sldMkLst>
          <pc:docMk/>
          <pc:sldMk cId="2967565303" sldId="294"/>
        </pc:sldMkLst>
        <pc:graphicFrameChg chg="mod">
          <ac:chgData name="김형원(HYUNGWON KIM)[hyungwon]/사원/제조DX.자동보정.조립자동보정팀" userId="7d3d3187-387b-4f0d-81bf-ac57af5a795a" providerId="ADAL" clId="{D7FC3B37-B106-4A41-A97C-AD3E751B1678}" dt="2025-11-26T06:56:56.894" v="67"/>
          <ac:graphicFrameMkLst>
            <pc:docMk/>
            <pc:sldMk cId="2967565303" sldId="294"/>
            <ac:graphicFrameMk id="12" creationId="{E4591B7C-FD24-4C94-B784-24331C2373E4}"/>
          </ac:graphicFrameMkLst>
        </pc:graphicFrameChg>
      </pc:sldChg>
      <pc:sldChg chg="addSp delSp modSp">
        <pc:chgData name="김형원(HYUNGWON KIM)[hyungwon]/사원/제조DX.자동보정.조립자동보정팀" userId="7d3d3187-387b-4f0d-81bf-ac57af5a795a" providerId="ADAL" clId="{D7FC3B37-B106-4A41-A97C-AD3E751B1678}" dt="2025-11-27T08:34:44.322" v="1081" actId="478"/>
        <pc:sldMkLst>
          <pc:docMk/>
          <pc:sldMk cId="1790242576" sldId="296"/>
        </pc:sldMkLst>
        <pc:spChg chg="mod">
          <ac:chgData name="김형원(HYUNGWON KIM)[hyungwon]/사원/제조DX.자동보정.조립자동보정팀" userId="7d3d3187-387b-4f0d-81bf-ac57af5a795a" providerId="ADAL" clId="{D7FC3B37-B106-4A41-A97C-AD3E751B1678}" dt="2025-11-26T07:41:56.792" v="650" actId="207"/>
          <ac:spMkLst>
            <pc:docMk/>
            <pc:sldMk cId="1790242576" sldId="296"/>
            <ac:spMk id="11" creationId="{3D76E3F6-9403-4FD1-8424-C44E76584DB5}"/>
          </ac:spMkLst>
        </pc:spChg>
        <pc:spChg chg="mod">
          <ac:chgData name="김형원(HYUNGWON KIM)[hyungwon]/사원/제조DX.자동보정.조립자동보정팀" userId="7d3d3187-387b-4f0d-81bf-ac57af5a795a" providerId="ADAL" clId="{D7FC3B37-B106-4A41-A97C-AD3E751B1678}" dt="2025-11-27T08:26:12.629" v="923"/>
          <ac:spMkLst>
            <pc:docMk/>
            <pc:sldMk cId="1790242576" sldId="296"/>
            <ac:spMk id="21" creationId="{2914ABB7-E77F-4758-AF6E-E244692D3B78}"/>
          </ac:spMkLst>
        </pc:spChg>
        <pc:spChg chg="add mod">
          <ac:chgData name="김형원(HYUNGWON KIM)[hyungwon]/사원/제조DX.자동보정.조립자동보정팀" userId="7d3d3187-387b-4f0d-81bf-ac57af5a795a" providerId="ADAL" clId="{D7FC3B37-B106-4A41-A97C-AD3E751B1678}" dt="2025-11-26T07:41:59.759" v="651" actId="207"/>
          <ac:spMkLst>
            <pc:docMk/>
            <pc:sldMk cId="1790242576" sldId="296"/>
            <ac:spMk id="40" creationId="{32C7EA2A-62C9-4EBD-89B0-A143A1A2A2E4}"/>
          </ac:spMkLst>
        </pc:spChg>
        <pc:spChg chg="add mod">
          <ac:chgData name="김형원(HYUNGWON KIM)[hyungwon]/사원/제조DX.자동보정.조립자동보정팀" userId="7d3d3187-387b-4f0d-81bf-ac57af5a795a" providerId="ADAL" clId="{D7FC3B37-B106-4A41-A97C-AD3E751B1678}" dt="2025-11-27T08:27:34.721" v="982" actId="1076"/>
          <ac:spMkLst>
            <pc:docMk/>
            <pc:sldMk cId="1790242576" sldId="296"/>
            <ac:spMk id="44" creationId="{F1AE6396-A26E-4266-B8A9-0F3C33DAAE45}"/>
          </ac:spMkLst>
        </pc:spChg>
        <pc:spChg chg="add mod">
          <ac:chgData name="김형원(HYUNGWON KIM)[hyungwon]/사원/제조DX.자동보정.조립자동보정팀" userId="7d3d3187-387b-4f0d-81bf-ac57af5a795a" providerId="ADAL" clId="{D7FC3B37-B106-4A41-A97C-AD3E751B1678}" dt="2025-11-27T08:27:34.721" v="982" actId="1076"/>
          <ac:spMkLst>
            <pc:docMk/>
            <pc:sldMk cId="1790242576" sldId="296"/>
            <ac:spMk id="45" creationId="{070980A9-9BA5-4459-B5D6-05D93476115E}"/>
          </ac:spMkLst>
        </pc:spChg>
        <pc:spChg chg="mod">
          <ac:chgData name="김형원(HYUNGWON KIM)[hyungwon]/사원/제조DX.자동보정.조립자동보정팀" userId="7d3d3187-387b-4f0d-81bf-ac57af5a795a" providerId="ADAL" clId="{D7FC3B37-B106-4A41-A97C-AD3E751B1678}" dt="2025-11-27T08:28:09.236" v="987" actId="693"/>
          <ac:spMkLst>
            <pc:docMk/>
            <pc:sldMk cId="1790242576" sldId="296"/>
            <ac:spMk id="78" creationId="{647F124F-FDE7-4FED-9688-00221BC578DE}"/>
          </ac:spMkLst>
        </pc:spChg>
        <pc:spChg chg="mod">
          <ac:chgData name="김형원(HYUNGWON KIM)[hyungwon]/사원/제조DX.자동보정.조립자동보정팀" userId="7d3d3187-387b-4f0d-81bf-ac57af5a795a" providerId="ADAL" clId="{D7FC3B37-B106-4A41-A97C-AD3E751B1678}" dt="2025-11-27T08:28:09.236" v="987" actId="693"/>
          <ac:spMkLst>
            <pc:docMk/>
            <pc:sldMk cId="1790242576" sldId="296"/>
            <ac:spMk id="80" creationId="{FE90E50D-1A05-4B57-AD5C-2098EA78CD9E}"/>
          </ac:spMkLst>
        </pc:spChg>
        <pc:spChg chg="add mod">
          <ac:chgData name="김형원(HYUNGWON KIM)[hyungwon]/사원/제조DX.자동보정.조립자동보정팀" userId="7d3d3187-387b-4f0d-81bf-ac57af5a795a" providerId="ADAL" clId="{D7FC3B37-B106-4A41-A97C-AD3E751B1678}" dt="2025-11-27T08:28:59.159" v="1042" actId="20577"/>
          <ac:spMkLst>
            <pc:docMk/>
            <pc:sldMk cId="1790242576" sldId="296"/>
            <ac:spMk id="82" creationId="{4D96C91A-0938-4B7C-AFEE-E986D404B2E2}"/>
          </ac:spMkLst>
        </pc:spChg>
        <pc:spChg chg="add mod">
          <ac:chgData name="김형원(HYUNGWON KIM)[hyungwon]/사원/제조DX.자동보정.조립자동보정팀" userId="7d3d3187-387b-4f0d-81bf-ac57af5a795a" providerId="ADAL" clId="{D7FC3B37-B106-4A41-A97C-AD3E751B1678}" dt="2025-11-27T08:32:27.810" v="1080" actId="1076"/>
          <ac:spMkLst>
            <pc:docMk/>
            <pc:sldMk cId="1790242576" sldId="296"/>
            <ac:spMk id="84" creationId="{04780626-32C7-4612-BB4C-9BA00AE67003}"/>
          </ac:spMkLst>
        </pc:spChg>
        <pc:grpChg chg="add mod">
          <ac:chgData name="김형원(HYUNGWON KIM)[hyungwon]/사원/제조DX.자동보정.조립자동보정팀" userId="7d3d3187-387b-4f0d-81bf-ac57af5a795a" providerId="ADAL" clId="{D7FC3B37-B106-4A41-A97C-AD3E751B1678}" dt="2025-11-27T08:27:39.147" v="983" actId="1076"/>
          <ac:grpSpMkLst>
            <pc:docMk/>
            <pc:sldMk cId="1790242576" sldId="296"/>
            <ac:grpSpMk id="46" creationId="{F2862679-6457-4417-A970-16043F413E66}"/>
          </ac:grpSpMkLst>
        </pc:grpChg>
        <pc:graphicFrameChg chg="mod modGraphic">
          <ac:chgData name="김형원(HYUNGWON KIM)[hyungwon]/사원/제조DX.자동보정.조립자동보정팀" userId="7d3d3187-387b-4f0d-81bf-ac57af5a795a" providerId="ADAL" clId="{D7FC3B37-B106-4A41-A97C-AD3E751B1678}" dt="2025-11-27T08:25:27.937" v="793" actId="20577"/>
          <ac:graphicFrameMkLst>
            <pc:docMk/>
            <pc:sldMk cId="1790242576" sldId="296"/>
            <ac:graphicFrameMk id="12" creationId="{E4591B7C-FD24-4C94-B784-24331C2373E4}"/>
          </ac:graphicFrameMkLst>
        </pc:graphicFrameChg>
        <pc:graphicFrameChg chg="add mod modGraphic">
          <ac:chgData name="김형원(HYUNGWON KIM)[hyungwon]/사원/제조DX.자동보정.조립자동보정팀" userId="7d3d3187-387b-4f0d-81bf-ac57af5a795a" providerId="ADAL" clId="{D7FC3B37-B106-4A41-A97C-AD3E751B1678}" dt="2025-11-26T07:20:40.214" v="472" actId="14100"/>
          <ac:graphicFrameMkLst>
            <pc:docMk/>
            <pc:sldMk cId="1790242576" sldId="296"/>
            <ac:graphicFrameMk id="38" creationId="{57CB2F7D-4140-4E64-BDB2-9C9CACF1E6BD}"/>
          </ac:graphicFrameMkLst>
        </pc:graphicFrameChg>
        <pc:graphicFrameChg chg="add mod modGraphic">
          <ac:chgData name="김형원(HYUNGWON KIM)[hyungwon]/사원/제조DX.자동보정.조립자동보정팀" userId="7d3d3187-387b-4f0d-81bf-ac57af5a795a" providerId="ADAL" clId="{D7FC3B37-B106-4A41-A97C-AD3E751B1678}" dt="2025-11-26T07:33:13.503" v="603" actId="1076"/>
          <ac:graphicFrameMkLst>
            <pc:docMk/>
            <pc:sldMk cId="1790242576" sldId="296"/>
            <ac:graphicFrameMk id="39" creationId="{8204EEE3-92AB-404F-ADCD-8F9B919BD575}"/>
          </ac:graphicFrameMkLst>
        </pc:graphicFrameChg>
        <pc:graphicFrameChg chg="add mod modGraphic">
          <ac:chgData name="김형원(HYUNGWON KIM)[hyungwon]/사원/제조DX.자동보정.조립자동보정팀" userId="7d3d3187-387b-4f0d-81bf-ac57af5a795a" providerId="ADAL" clId="{D7FC3B37-B106-4A41-A97C-AD3E751B1678}" dt="2025-11-26T07:35:18.079" v="615" actId="255"/>
          <ac:graphicFrameMkLst>
            <pc:docMk/>
            <pc:sldMk cId="1790242576" sldId="296"/>
            <ac:graphicFrameMk id="41" creationId="{399E0760-4DD9-42A1-848E-77CC43B19F87}"/>
          </ac:graphicFrameMkLst>
        </pc:graphicFrameChg>
        <pc:picChg chg="add mod modCrop">
          <ac:chgData name="김형원(HYUNGWON KIM)[hyungwon]/사원/제조DX.자동보정.조립자동보정팀" userId="7d3d3187-387b-4f0d-81bf-ac57af5a795a" providerId="ADAL" clId="{D7FC3B37-B106-4A41-A97C-AD3E751B1678}" dt="2025-11-27T08:27:34.721" v="982" actId="1076"/>
          <ac:picMkLst>
            <pc:docMk/>
            <pc:sldMk cId="1790242576" sldId="296"/>
            <ac:picMk id="42" creationId="{E223F9F9-35D7-4F46-A758-7D496A067CA1}"/>
          </ac:picMkLst>
        </pc:picChg>
        <pc:picChg chg="add mod modCrop">
          <ac:chgData name="김형원(HYUNGWON KIM)[hyungwon]/사원/제조DX.자동보정.조립자동보정팀" userId="7d3d3187-387b-4f0d-81bf-ac57af5a795a" providerId="ADAL" clId="{D7FC3B37-B106-4A41-A97C-AD3E751B1678}" dt="2025-11-27T08:27:34.721" v="982" actId="1076"/>
          <ac:picMkLst>
            <pc:docMk/>
            <pc:sldMk cId="1790242576" sldId="296"/>
            <ac:picMk id="43" creationId="{3B4B04E6-BE20-4250-9219-CBAE9F0E5769}"/>
          </ac:picMkLst>
        </pc:picChg>
      </pc:sldChg>
      <pc:sldChg chg="modSp">
        <pc:chgData name="김형원(HYUNGWON KIM)[hyungwon]/사원/제조DX.자동보정.조립자동보정팀" userId="7d3d3187-387b-4f0d-81bf-ac57af5a795a" providerId="ADAL" clId="{D7FC3B37-B106-4A41-A97C-AD3E751B1678}" dt="2025-11-26T07:43:08.413" v="694" actId="207"/>
        <pc:sldMkLst>
          <pc:docMk/>
          <pc:sldMk cId="627465572" sldId="298"/>
        </pc:sldMkLst>
        <pc:graphicFrameChg chg="mod modGraphic">
          <ac:chgData name="김형원(HYUNGWON KIM)[hyungwon]/사원/제조DX.자동보정.조립자동보정팀" userId="7d3d3187-387b-4f0d-81bf-ac57af5a795a" providerId="ADAL" clId="{D7FC3B37-B106-4A41-A97C-AD3E751B1678}" dt="2025-11-26T07:43:08.413" v="694" actId="207"/>
          <ac:graphicFrameMkLst>
            <pc:docMk/>
            <pc:sldMk cId="627465572" sldId="298"/>
            <ac:graphicFrameMk id="12" creationId="{E4591B7C-FD24-4C94-B784-24331C2373E4}"/>
          </ac:graphicFrameMkLst>
        </pc:graphicFrameChg>
      </pc:sldChg>
    </pc:docChg>
  </pc:docChgLst>
  <pc:docChgLst>
    <pc:chgData name="차영은(Chayeongeun)[yeongeun.cha]/사원/소형.개발.NFF.공정기술.검사기술팀" userId="2f536f77-0598-4e2f-b6a6-af15f8ad7966" providerId="ADAL" clId="{D7D8335A-7AA6-4A8D-B517-4EAB6C78797B}"/>
    <pc:docChg chg="custSel modSld">
      <pc:chgData name="차영은(Chayeongeun)[yeongeun.cha]/사원/소형.개발.NFF.공정기술.검사기술팀" userId="2f536f77-0598-4e2f-b6a6-af15f8ad7966" providerId="ADAL" clId="{D7D8335A-7AA6-4A8D-B517-4EAB6C78797B}" dt="2025-12-03T00:30:11.401" v="733" actId="20577"/>
      <pc:docMkLst>
        <pc:docMk/>
      </pc:docMkLst>
      <pc:sldChg chg="modSp">
        <pc:chgData name="차영은(Chayeongeun)[yeongeun.cha]/사원/소형.개발.NFF.공정기술.검사기술팀" userId="2f536f77-0598-4e2f-b6a6-af15f8ad7966" providerId="ADAL" clId="{D7D8335A-7AA6-4A8D-B517-4EAB6C78797B}" dt="2025-12-03T00:22:23.837" v="700" actId="20577"/>
        <pc:sldMkLst>
          <pc:docMk/>
          <pc:sldMk cId="3442893762" sldId="2147481942"/>
        </pc:sldMkLst>
        <pc:spChg chg="mod">
          <ac:chgData name="차영은(Chayeongeun)[yeongeun.cha]/사원/소형.개발.NFF.공정기술.검사기술팀" userId="2f536f77-0598-4e2f-b6a6-af15f8ad7966" providerId="ADAL" clId="{D7D8335A-7AA6-4A8D-B517-4EAB6C78797B}" dt="2025-12-03T00:19:51.705" v="427" actId="1076"/>
          <ac:spMkLst>
            <pc:docMk/>
            <pc:sldMk cId="3442893762" sldId="2147481942"/>
            <ac:spMk id="7" creationId="{D2C435F9-C884-4529-A5B1-C48AC35350E4}"/>
          </ac:spMkLst>
        </pc:spChg>
        <pc:spChg chg="mod">
          <ac:chgData name="차영은(Chayeongeun)[yeongeun.cha]/사원/소형.개발.NFF.공정기술.검사기술팀" userId="2f536f77-0598-4e2f-b6a6-af15f8ad7966" providerId="ADAL" clId="{D7D8335A-7AA6-4A8D-B517-4EAB6C78797B}" dt="2025-12-03T00:19:44.831" v="426" actId="1076"/>
          <ac:spMkLst>
            <pc:docMk/>
            <pc:sldMk cId="3442893762" sldId="2147481942"/>
            <ac:spMk id="11" creationId="{AFCD5318-5339-4317-9268-2B24CE5B58AF}"/>
          </ac:spMkLst>
        </pc:spChg>
        <pc:spChg chg="mod">
          <ac:chgData name="차영은(Chayeongeun)[yeongeun.cha]/사원/소형.개발.NFF.공정기술.검사기술팀" userId="2f536f77-0598-4e2f-b6a6-af15f8ad7966" providerId="ADAL" clId="{D7D8335A-7AA6-4A8D-B517-4EAB6C78797B}" dt="2025-12-03T00:19:51.705" v="427" actId="1076"/>
          <ac:spMkLst>
            <pc:docMk/>
            <pc:sldMk cId="3442893762" sldId="2147481942"/>
            <ac:spMk id="62" creationId="{F8930F41-AEA9-4944-9458-BE2A0D0A70E1}"/>
          </ac:spMkLst>
        </pc:spChg>
        <pc:spChg chg="mod">
          <ac:chgData name="차영은(Chayeongeun)[yeongeun.cha]/사원/소형.개발.NFF.공정기술.검사기술팀" userId="2f536f77-0598-4e2f-b6a6-af15f8ad7966" providerId="ADAL" clId="{D7D8335A-7AA6-4A8D-B517-4EAB6C78797B}" dt="2025-12-03T00:19:51.705" v="427" actId="1076"/>
          <ac:spMkLst>
            <pc:docMk/>
            <pc:sldMk cId="3442893762" sldId="2147481942"/>
            <ac:spMk id="67" creationId="{372E908B-6CCB-4539-B585-BAFF6F3F2716}"/>
          </ac:spMkLst>
        </pc:spChg>
        <pc:spChg chg="mod">
          <ac:chgData name="차영은(Chayeongeun)[yeongeun.cha]/사원/소형.개발.NFF.공정기술.검사기술팀" userId="2f536f77-0598-4e2f-b6a6-af15f8ad7966" providerId="ADAL" clId="{D7D8335A-7AA6-4A8D-B517-4EAB6C78797B}" dt="2025-12-03T00:19:51.705" v="427" actId="1076"/>
          <ac:spMkLst>
            <pc:docMk/>
            <pc:sldMk cId="3442893762" sldId="2147481942"/>
            <ac:spMk id="78" creationId="{7AF99020-B83D-4C99-B9AA-A04EB004372F}"/>
          </ac:spMkLst>
        </pc:spChg>
        <pc:spChg chg="mod">
          <ac:chgData name="차영은(Chayeongeun)[yeongeun.cha]/사원/소형.개발.NFF.공정기술.검사기술팀" userId="2f536f77-0598-4e2f-b6a6-af15f8ad7966" providerId="ADAL" clId="{D7D8335A-7AA6-4A8D-B517-4EAB6C78797B}" dt="2025-12-03T00:19:51.705" v="427" actId="1076"/>
          <ac:spMkLst>
            <pc:docMk/>
            <pc:sldMk cId="3442893762" sldId="2147481942"/>
            <ac:spMk id="79" creationId="{D57E3292-9ACF-4CC8-A8CC-1A5C6A620D7D}"/>
          </ac:spMkLst>
        </pc:spChg>
        <pc:spChg chg="mod">
          <ac:chgData name="차영은(Chayeongeun)[yeongeun.cha]/사원/소형.개발.NFF.공정기술.검사기술팀" userId="2f536f77-0598-4e2f-b6a6-af15f8ad7966" providerId="ADAL" clId="{D7D8335A-7AA6-4A8D-B517-4EAB6C78797B}" dt="2025-12-03T00:19:51.705" v="427" actId="1076"/>
          <ac:spMkLst>
            <pc:docMk/>
            <pc:sldMk cId="3442893762" sldId="2147481942"/>
            <ac:spMk id="80" creationId="{BE48DDBE-0005-4D6F-8237-97D16FBD5ABC}"/>
          </ac:spMkLst>
        </pc:spChg>
        <pc:graphicFrameChg chg="mod">
          <ac:chgData name="차영은(Chayeongeun)[yeongeun.cha]/사원/소형.개발.NFF.공정기술.검사기술팀" userId="2f536f77-0598-4e2f-b6a6-af15f8ad7966" providerId="ADAL" clId="{D7D8335A-7AA6-4A8D-B517-4EAB6C78797B}" dt="2025-12-03T00:19:44.831" v="426" actId="1076"/>
          <ac:graphicFrameMkLst>
            <pc:docMk/>
            <pc:sldMk cId="3442893762" sldId="2147481942"/>
            <ac:graphicFrameMk id="4" creationId="{A5B60D55-EFD1-4ECE-8771-D06476C7DEBC}"/>
          </ac:graphicFrameMkLst>
        </pc:graphicFrameChg>
        <pc:graphicFrameChg chg="mod modGraphic">
          <ac:chgData name="차영은(Chayeongeun)[yeongeun.cha]/사원/소형.개발.NFF.공정기술.검사기술팀" userId="2f536f77-0598-4e2f-b6a6-af15f8ad7966" providerId="ADAL" clId="{D7D8335A-7AA6-4A8D-B517-4EAB6C78797B}" dt="2025-12-03T00:22:23.837" v="700" actId="20577"/>
          <ac:graphicFrameMkLst>
            <pc:docMk/>
            <pc:sldMk cId="3442893762" sldId="2147481942"/>
            <ac:graphicFrameMk id="60" creationId="{8E6A1745-E1D7-4E26-948B-BF2B71149CAF}"/>
          </ac:graphicFrameMkLst>
        </pc:graphicFrameChg>
        <pc:graphicFrameChg chg="modGraphic">
          <ac:chgData name="차영은(Chayeongeun)[yeongeun.cha]/사원/소형.개발.NFF.공정기술.검사기술팀" userId="2f536f77-0598-4e2f-b6a6-af15f8ad7966" providerId="ADAL" clId="{D7D8335A-7AA6-4A8D-B517-4EAB6C78797B}" dt="2025-12-03T00:20:28.274" v="431" actId="20577"/>
          <ac:graphicFrameMkLst>
            <pc:docMk/>
            <pc:sldMk cId="3442893762" sldId="2147481942"/>
            <ac:graphicFrameMk id="61" creationId="{56655462-E691-4950-9C75-2413B79BEC02}"/>
          </ac:graphicFrameMkLst>
        </pc:graphicFrameChg>
        <pc:cxnChg chg="mod">
          <ac:chgData name="차영은(Chayeongeun)[yeongeun.cha]/사원/소형.개발.NFF.공정기술.검사기술팀" userId="2f536f77-0598-4e2f-b6a6-af15f8ad7966" providerId="ADAL" clId="{D7D8335A-7AA6-4A8D-B517-4EAB6C78797B}" dt="2025-12-03T00:19:51.705" v="427" actId="1076"/>
          <ac:cxnSpMkLst>
            <pc:docMk/>
            <pc:sldMk cId="3442893762" sldId="2147481942"/>
            <ac:cxnSpMk id="9" creationId="{D96D492A-28E4-4D4A-92B0-3287E30CBA21}"/>
          </ac:cxnSpMkLst>
        </pc:cxnChg>
        <pc:cxnChg chg="mod">
          <ac:chgData name="차영은(Chayeongeun)[yeongeun.cha]/사원/소형.개발.NFF.공정기술.검사기술팀" userId="2f536f77-0598-4e2f-b6a6-af15f8ad7966" providerId="ADAL" clId="{D7D8335A-7AA6-4A8D-B517-4EAB6C78797B}" dt="2025-12-03T00:19:51.705" v="427" actId="1076"/>
          <ac:cxnSpMkLst>
            <pc:docMk/>
            <pc:sldMk cId="3442893762" sldId="2147481942"/>
            <ac:cxnSpMk id="68" creationId="{9D49A094-6A9D-4097-B7FF-5AF1986BF99B}"/>
          </ac:cxnSpMkLst>
        </pc:cxnChg>
        <pc:cxnChg chg="mod">
          <ac:chgData name="차영은(Chayeongeun)[yeongeun.cha]/사원/소형.개발.NFF.공정기술.검사기술팀" userId="2f536f77-0598-4e2f-b6a6-af15f8ad7966" providerId="ADAL" clId="{D7D8335A-7AA6-4A8D-B517-4EAB6C78797B}" dt="2025-12-03T00:19:51.705" v="427" actId="1076"/>
          <ac:cxnSpMkLst>
            <pc:docMk/>
            <pc:sldMk cId="3442893762" sldId="2147481942"/>
            <ac:cxnSpMk id="70" creationId="{AE428407-E940-4DED-BC61-2815512BB935}"/>
          </ac:cxnSpMkLst>
        </pc:cxnChg>
        <pc:cxnChg chg="mod">
          <ac:chgData name="차영은(Chayeongeun)[yeongeun.cha]/사원/소형.개발.NFF.공정기술.검사기술팀" userId="2f536f77-0598-4e2f-b6a6-af15f8ad7966" providerId="ADAL" clId="{D7D8335A-7AA6-4A8D-B517-4EAB6C78797B}" dt="2025-12-03T00:19:51.705" v="427" actId="1076"/>
          <ac:cxnSpMkLst>
            <pc:docMk/>
            <pc:sldMk cId="3442893762" sldId="2147481942"/>
            <ac:cxnSpMk id="73" creationId="{3E97F8B6-9ECA-4D32-9973-86ACA5F2D0B9}"/>
          </ac:cxnSpMkLst>
        </pc:cxnChg>
        <pc:cxnChg chg="mod">
          <ac:chgData name="차영은(Chayeongeun)[yeongeun.cha]/사원/소형.개발.NFF.공정기술.검사기술팀" userId="2f536f77-0598-4e2f-b6a6-af15f8ad7966" providerId="ADAL" clId="{D7D8335A-7AA6-4A8D-B517-4EAB6C78797B}" dt="2025-12-03T00:19:51.705" v="427" actId="1076"/>
          <ac:cxnSpMkLst>
            <pc:docMk/>
            <pc:sldMk cId="3442893762" sldId="2147481942"/>
            <ac:cxnSpMk id="74" creationId="{211944E8-CD35-42FD-A752-E76C0BDC3DB5}"/>
          </ac:cxnSpMkLst>
        </pc:cxnChg>
        <pc:cxnChg chg="mod">
          <ac:chgData name="차영은(Chayeongeun)[yeongeun.cha]/사원/소형.개발.NFF.공정기술.검사기술팀" userId="2f536f77-0598-4e2f-b6a6-af15f8ad7966" providerId="ADAL" clId="{D7D8335A-7AA6-4A8D-B517-4EAB6C78797B}" dt="2025-12-03T00:19:51.705" v="427" actId="1076"/>
          <ac:cxnSpMkLst>
            <pc:docMk/>
            <pc:sldMk cId="3442893762" sldId="2147481942"/>
            <ac:cxnSpMk id="75" creationId="{87369E7D-0A42-4E2C-80AB-106F8A3EC311}"/>
          </ac:cxnSpMkLst>
        </pc:cxnChg>
        <pc:cxnChg chg="mod">
          <ac:chgData name="차영은(Chayeongeun)[yeongeun.cha]/사원/소형.개발.NFF.공정기술.검사기술팀" userId="2f536f77-0598-4e2f-b6a6-af15f8ad7966" providerId="ADAL" clId="{D7D8335A-7AA6-4A8D-B517-4EAB6C78797B}" dt="2025-12-03T00:19:51.705" v="427" actId="1076"/>
          <ac:cxnSpMkLst>
            <pc:docMk/>
            <pc:sldMk cId="3442893762" sldId="2147481942"/>
            <ac:cxnSpMk id="76" creationId="{D753E66E-B1CE-4D5F-86FE-FDB8D8609C43}"/>
          </ac:cxnSpMkLst>
        </pc:cxnChg>
      </pc:sldChg>
      <pc:sldChg chg="modSp">
        <pc:chgData name="차영은(Chayeongeun)[yeongeun.cha]/사원/소형.개발.NFF.공정기술.검사기술팀" userId="2f536f77-0598-4e2f-b6a6-af15f8ad7966" providerId="ADAL" clId="{D7D8335A-7AA6-4A8D-B517-4EAB6C78797B}" dt="2025-12-03T00:30:11.401" v="733" actId="20577"/>
        <pc:sldMkLst>
          <pc:docMk/>
          <pc:sldMk cId="525786264" sldId="2147483624"/>
        </pc:sldMkLst>
        <pc:spChg chg="mod">
          <ac:chgData name="차영은(Chayeongeun)[yeongeun.cha]/사원/소형.개발.NFF.공정기술.검사기술팀" userId="2f536f77-0598-4e2f-b6a6-af15f8ad7966" providerId="ADAL" clId="{D7D8335A-7AA6-4A8D-B517-4EAB6C78797B}" dt="2025-12-03T00:30:11.401" v="733" actId="20577"/>
          <ac:spMkLst>
            <pc:docMk/>
            <pc:sldMk cId="525786264" sldId="2147483624"/>
            <ac:spMk id="4" creationId="{CEBB0812-F196-46E5-A546-53F25D17E7E5}"/>
          </ac:spMkLst>
        </pc:spChg>
      </pc:sldChg>
    </pc:docChg>
  </pc:docChgLst>
  <pc:docChgLst>
    <pc:chgData name="박세용(SEYONG PARK)[seyong89]/책임/제조DX.자동보정.RSND자동보정팀" userId="9a53a9cf-4d05-4e8b-b6f4-51c057f191bb" providerId="ADAL" clId="{8A7BE7FD-6C48-4ECC-9C56-1EEDF7406EE0}"/>
    <pc:docChg chg="undo custSel addSld modSld">
      <pc:chgData name="박세용(SEYONG PARK)[seyong89]/책임/제조DX.자동보정.RSND자동보정팀" userId="9a53a9cf-4d05-4e8b-b6f4-51c057f191bb" providerId="ADAL" clId="{8A7BE7FD-6C48-4ECC-9C56-1EEDF7406EE0}" dt="2025-11-26T04:19:31.661" v="1987" actId="20577"/>
      <pc:docMkLst>
        <pc:docMk/>
      </pc:docMkLst>
      <pc:sldChg chg="modSp mod">
        <pc:chgData name="박세용(SEYONG PARK)[seyong89]/책임/제조DX.자동보정.RSND자동보정팀" userId="9a53a9cf-4d05-4e8b-b6f4-51c057f191bb" providerId="ADAL" clId="{8A7BE7FD-6C48-4ECC-9C56-1EEDF7406EE0}" dt="2025-11-25T06:15:31.919" v="1279" actId="207"/>
        <pc:sldMkLst>
          <pc:docMk/>
          <pc:sldMk cId="796425396" sldId="280"/>
        </pc:sldMkLst>
        <pc:spChg chg="mod">
          <ac:chgData name="박세용(SEYONG PARK)[seyong89]/책임/제조DX.자동보정.RSND자동보정팀" userId="9a53a9cf-4d05-4e8b-b6f4-51c057f191bb" providerId="ADAL" clId="{8A7BE7FD-6C48-4ECC-9C56-1EEDF7406EE0}" dt="2025-11-25T06:15:31.919" v="1279" actId="207"/>
          <ac:spMkLst>
            <pc:docMk/>
            <pc:sldMk cId="796425396" sldId="280"/>
            <ac:spMk id="18" creationId="{3BBB4B0D-7B81-43F6-9A05-343C5774335F}"/>
          </ac:spMkLst>
        </pc:spChg>
      </pc:sldChg>
      <pc:sldChg chg="addSp delSp modSp add mod">
        <pc:chgData name="박세용(SEYONG PARK)[seyong89]/책임/제조DX.자동보정.RSND자동보정팀" userId="9a53a9cf-4d05-4e8b-b6f4-51c057f191bb" providerId="ADAL" clId="{8A7BE7FD-6C48-4ECC-9C56-1EEDF7406EE0}" dt="2025-11-26T04:19:31.661" v="1987" actId="20577"/>
        <pc:sldMkLst>
          <pc:docMk/>
          <pc:sldMk cId="3212163405" sldId="314"/>
        </pc:sldMkLst>
        <pc:spChg chg="add mod">
          <ac:chgData name="박세용(SEYONG PARK)[seyong89]/책임/제조DX.자동보정.RSND자동보정팀" userId="9a53a9cf-4d05-4e8b-b6f4-51c057f191bb" providerId="ADAL" clId="{8A7BE7FD-6C48-4ECC-9C56-1EEDF7406EE0}" dt="2025-11-26T04:09:28.361" v="1443" actId="1035"/>
          <ac:spMkLst>
            <pc:docMk/>
            <pc:sldMk cId="3212163405" sldId="314"/>
            <ac:spMk id="2" creationId="{2859101C-3284-CDD5-7C26-2FE23D902A81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09:28.361" v="1443" actId="1035"/>
          <ac:spMkLst>
            <pc:docMk/>
            <pc:sldMk cId="3212163405" sldId="314"/>
            <ac:spMk id="4" creationId="{0AE020FA-B892-5419-B001-568EED28C245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09:28.361" v="1443" actId="1035"/>
          <ac:spMkLst>
            <pc:docMk/>
            <pc:sldMk cId="3212163405" sldId="314"/>
            <ac:spMk id="5" creationId="{2CAC905C-3006-FE77-679A-8951BD0503CD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09:28.361" v="1443" actId="1035"/>
          <ac:spMkLst>
            <pc:docMk/>
            <pc:sldMk cId="3212163405" sldId="314"/>
            <ac:spMk id="9" creationId="{301D59EA-D676-23B7-8241-536E8F633D96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09:28.361" v="1443" actId="1035"/>
          <ac:spMkLst>
            <pc:docMk/>
            <pc:sldMk cId="3212163405" sldId="314"/>
            <ac:spMk id="11" creationId="{20282A85-42F3-5E00-392E-37D28885167D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09:28.361" v="1443" actId="1035"/>
          <ac:spMkLst>
            <pc:docMk/>
            <pc:sldMk cId="3212163405" sldId="314"/>
            <ac:spMk id="14" creationId="{FFD7CA61-7B40-36AA-A6BF-A85DA8BBDCC5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0:45.634" v="1460" actId="20577"/>
          <ac:spMkLst>
            <pc:docMk/>
            <pc:sldMk cId="3212163405" sldId="314"/>
            <ac:spMk id="19" creationId="{35081374-5E14-BB84-4EC0-6EAB4D1CDD0D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0:47.989" v="1461" actId="20577"/>
          <ac:spMkLst>
            <pc:docMk/>
            <pc:sldMk cId="3212163405" sldId="314"/>
            <ac:spMk id="20" creationId="{C8C7C2B9-30B0-A124-D0FF-1B471DC3E342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0:53.380" v="1463" actId="20577"/>
          <ac:spMkLst>
            <pc:docMk/>
            <pc:sldMk cId="3212163405" sldId="314"/>
            <ac:spMk id="21" creationId="{507CB6AF-1C37-12D6-5AA1-7D185A634F3D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0:59.163" v="1465" actId="20577"/>
          <ac:spMkLst>
            <pc:docMk/>
            <pc:sldMk cId="3212163405" sldId="314"/>
            <ac:spMk id="22" creationId="{D58194B8-84EF-0353-A23F-FE499570DA19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0:50.924" v="1462" actId="20577"/>
          <ac:spMkLst>
            <pc:docMk/>
            <pc:sldMk cId="3212163405" sldId="314"/>
            <ac:spMk id="23" creationId="{EE11913B-4CAE-C882-EB77-A982021E0240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0:55.592" v="1464" actId="20577"/>
          <ac:spMkLst>
            <pc:docMk/>
            <pc:sldMk cId="3212163405" sldId="314"/>
            <ac:spMk id="24" creationId="{D7025E90-5581-1A48-2E0E-F6836EA7A50A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0:41.842" v="1459" actId="1038"/>
          <ac:spMkLst>
            <pc:docMk/>
            <pc:sldMk cId="3212163405" sldId="314"/>
            <ac:spMk id="26" creationId="{4F87399E-DFAF-583F-E915-2669DC2DA157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3:59.529" v="1913" actId="1036"/>
          <ac:spMkLst>
            <pc:docMk/>
            <pc:sldMk cId="3212163405" sldId="314"/>
            <ac:spMk id="29" creationId="{9A1BB0AA-B1E7-F8E8-4C6C-070DAED900A6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3:59.529" v="1913" actId="1036"/>
          <ac:spMkLst>
            <pc:docMk/>
            <pc:sldMk cId="3212163405" sldId="314"/>
            <ac:spMk id="31" creationId="{DA49E82F-D9A7-DE25-34BC-5B013B20599E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3:59.529" v="1913" actId="1036"/>
          <ac:spMkLst>
            <pc:docMk/>
            <pc:sldMk cId="3212163405" sldId="314"/>
            <ac:spMk id="32" creationId="{DA26C665-FD15-B6F8-BBD9-A42702564B5F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3:59.529" v="1913" actId="1036"/>
          <ac:spMkLst>
            <pc:docMk/>
            <pc:sldMk cId="3212163405" sldId="314"/>
            <ac:spMk id="33" creationId="{D13CD773-BE3E-136A-8196-6B212DAF0CFA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3:59.529" v="1913" actId="1036"/>
          <ac:spMkLst>
            <pc:docMk/>
            <pc:sldMk cId="3212163405" sldId="314"/>
            <ac:spMk id="34" creationId="{21B7EB61-1BB8-FDD1-0E20-F3200B5BE21D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3:59.529" v="1913" actId="1036"/>
          <ac:spMkLst>
            <pc:docMk/>
            <pc:sldMk cId="3212163405" sldId="314"/>
            <ac:spMk id="35" creationId="{AA3ED988-E9FE-A2E4-31E3-C584FD117441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4:29.898" v="1925" actId="1076"/>
          <ac:spMkLst>
            <pc:docMk/>
            <pc:sldMk cId="3212163405" sldId="314"/>
            <ac:spMk id="36" creationId="{3600816C-A083-A939-EF48-C3B757F77F14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4:38.876" v="1927" actId="20577"/>
          <ac:spMkLst>
            <pc:docMk/>
            <pc:sldMk cId="3212163405" sldId="314"/>
            <ac:spMk id="37" creationId="{B6FA097F-2FCB-CC04-02C7-1C6EEC5D300A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4:44.844" v="1929" actId="20577"/>
          <ac:spMkLst>
            <pc:docMk/>
            <pc:sldMk cId="3212163405" sldId="314"/>
            <ac:spMk id="38" creationId="{4A8FC524-E853-C09E-D063-29BB83BB8F56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4:48.989" v="1931" actId="20577"/>
          <ac:spMkLst>
            <pc:docMk/>
            <pc:sldMk cId="3212163405" sldId="314"/>
            <ac:spMk id="40" creationId="{BC174710-0736-FBB2-F721-D57079D4F492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5:01.038" v="1932" actId="571"/>
          <ac:spMkLst>
            <pc:docMk/>
            <pc:sldMk cId="3212163405" sldId="314"/>
            <ac:spMk id="41" creationId="{51F17C88-098B-71F3-444E-30BDC39EF1D4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5:01.038" v="1932" actId="571"/>
          <ac:spMkLst>
            <pc:docMk/>
            <pc:sldMk cId="3212163405" sldId="314"/>
            <ac:spMk id="42" creationId="{53D26405-F101-8DA5-903A-4E9FE521DE5B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5:01.038" v="1932" actId="571"/>
          <ac:spMkLst>
            <pc:docMk/>
            <pc:sldMk cId="3212163405" sldId="314"/>
            <ac:spMk id="43" creationId="{D4EF442B-62CF-33A9-77E9-80B586006CB7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5:01.038" v="1932" actId="571"/>
          <ac:spMkLst>
            <pc:docMk/>
            <pc:sldMk cId="3212163405" sldId="314"/>
            <ac:spMk id="44" creationId="{E8308DCF-99E9-80CE-5F33-89A93E120CCB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5:04.721" v="1933" actId="571"/>
          <ac:spMkLst>
            <pc:docMk/>
            <pc:sldMk cId="3212163405" sldId="314"/>
            <ac:spMk id="45" creationId="{34DFC331-3899-13A1-7DD4-46AC27C4A748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5:04.721" v="1933" actId="571"/>
          <ac:spMkLst>
            <pc:docMk/>
            <pc:sldMk cId="3212163405" sldId="314"/>
            <ac:spMk id="46" creationId="{31AC691B-5BB2-227F-1F0E-0AC280B3D135}"/>
          </ac:spMkLst>
        </pc:spChg>
        <pc:spChg chg="add mod">
          <ac:chgData name="박세용(SEYONG PARK)[seyong89]/책임/제조DX.자동보정.RSND자동보정팀" userId="9a53a9cf-4d05-4e8b-b6f4-51c057f191bb" providerId="ADAL" clId="{8A7BE7FD-6C48-4ECC-9C56-1EEDF7406EE0}" dt="2025-11-26T04:15:04.721" v="1933" actId="571"/>
          <ac:spMkLst>
            <pc:docMk/>
            <pc:sldMk cId="3212163405" sldId="314"/>
            <ac:spMk id="47" creationId="{FB160883-8A31-FB8B-F472-FF5C64F28E96}"/>
          </ac:spMkLst>
        </pc:spChg>
        <pc:graphicFrameChg chg="mod modGraphic">
          <ac:chgData name="박세용(SEYONG PARK)[seyong89]/책임/제조DX.자동보정.RSND자동보정팀" userId="9a53a9cf-4d05-4e8b-b6f4-51c057f191bb" providerId="ADAL" clId="{8A7BE7FD-6C48-4ECC-9C56-1EEDF7406EE0}" dt="2025-11-26T04:19:31.661" v="1987" actId="20577"/>
          <ac:graphicFrameMkLst>
            <pc:docMk/>
            <pc:sldMk cId="3212163405" sldId="314"/>
            <ac:graphicFrameMk id="16" creationId="{EB242356-A299-46C3-9D06-5B35325220C3}"/>
          </ac:graphicFrameMkLst>
        </pc:graphicFrameChg>
        <pc:picChg chg="mod modCrop">
          <ac:chgData name="박세용(SEYONG PARK)[seyong89]/책임/제조DX.자동보정.RSND자동보정팀" userId="9a53a9cf-4d05-4e8b-b6f4-51c057f191bb" providerId="ADAL" clId="{8A7BE7FD-6C48-4ECC-9C56-1EEDF7406EE0}" dt="2025-11-26T04:09:28.361" v="1443" actId="1035"/>
          <ac:picMkLst>
            <pc:docMk/>
            <pc:sldMk cId="3212163405" sldId="314"/>
            <ac:picMk id="12" creationId="{C738A29C-E14B-4F4F-999F-862994C5C8B1}"/>
          </ac:picMkLst>
        </pc:picChg>
        <pc:picChg chg="add mod modCrop">
          <ac:chgData name="박세용(SEYONG PARK)[seyong89]/책임/제조DX.자동보정.RSND자동보정팀" userId="9a53a9cf-4d05-4e8b-b6f4-51c057f191bb" providerId="ADAL" clId="{8A7BE7FD-6C48-4ECC-9C56-1EEDF7406EE0}" dt="2025-11-26T04:10:02.534" v="1445" actId="732"/>
          <ac:picMkLst>
            <pc:docMk/>
            <pc:sldMk cId="3212163405" sldId="314"/>
            <ac:picMk id="15" creationId="{722E7DDD-7DE3-2933-859A-6AE176D03520}"/>
          </ac:picMkLst>
        </pc:picChg>
        <pc:picChg chg="add mod modCrop">
          <ac:chgData name="박세용(SEYONG PARK)[seyong89]/책임/제조DX.자동보정.RSND자동보정팀" userId="9a53a9cf-4d05-4e8b-b6f4-51c057f191bb" providerId="ADAL" clId="{8A7BE7FD-6C48-4ECC-9C56-1EEDF7406EE0}" dt="2025-11-26T04:13:59.529" v="1913" actId="1036"/>
          <ac:picMkLst>
            <pc:docMk/>
            <pc:sldMk cId="3212163405" sldId="314"/>
            <ac:picMk id="28" creationId="{DC2384A3-DB3D-F017-86A5-03BBF3819776}"/>
          </ac:picMkLst>
        </pc:picChg>
      </pc:sldChg>
      <pc:sldChg chg="modSp mod">
        <pc:chgData name="박세용(SEYONG PARK)[seyong89]/책임/제조DX.자동보정.RSND자동보정팀" userId="9a53a9cf-4d05-4e8b-b6f4-51c057f191bb" providerId="ADAL" clId="{8A7BE7FD-6C48-4ECC-9C56-1EEDF7406EE0}" dt="2025-11-25T06:06:15.574" v="440" actId="20577"/>
        <pc:sldMkLst>
          <pc:docMk/>
          <pc:sldMk cId="2253287276" sldId="2147482042"/>
        </pc:sldMkLst>
        <pc:spChg chg="mod">
          <ac:chgData name="박세용(SEYONG PARK)[seyong89]/책임/제조DX.자동보정.RSND자동보정팀" userId="9a53a9cf-4d05-4e8b-b6f4-51c057f191bb" providerId="ADAL" clId="{8A7BE7FD-6C48-4ECC-9C56-1EEDF7406EE0}" dt="2025-11-25T06:02:09.825" v="2" actId="20577"/>
          <ac:spMkLst>
            <pc:docMk/>
            <pc:sldMk cId="2253287276" sldId="2147482042"/>
            <ac:spMk id="14" creationId="{728330FB-2942-4211-9DA7-42F39BB3C8B5}"/>
          </ac:spMkLst>
        </pc:spChg>
        <pc:graphicFrameChg chg="mod modGraphic">
          <ac:chgData name="박세용(SEYONG PARK)[seyong89]/책임/제조DX.자동보정.RSND자동보정팀" userId="9a53a9cf-4d05-4e8b-b6f4-51c057f191bb" providerId="ADAL" clId="{8A7BE7FD-6C48-4ECC-9C56-1EEDF7406EE0}" dt="2025-11-25T06:06:15.574" v="440" actId="20577"/>
          <ac:graphicFrameMkLst>
            <pc:docMk/>
            <pc:sldMk cId="2253287276" sldId="2147482042"/>
            <ac:graphicFrameMk id="12" creationId="{7B364C26-8D6A-49BB-AD20-5191801966F9}"/>
          </ac:graphicFrameMkLst>
        </pc:graphicFrameChg>
      </pc:sldChg>
      <pc:sldChg chg="modSp mod">
        <pc:chgData name="박세용(SEYONG PARK)[seyong89]/책임/제조DX.자동보정.RSND자동보정팀" userId="9a53a9cf-4d05-4e8b-b6f4-51c057f191bb" providerId="ADAL" clId="{8A7BE7FD-6C48-4ECC-9C56-1EEDF7406EE0}" dt="2025-11-26T04:06:28.053" v="1285" actId="1076"/>
        <pc:sldMkLst>
          <pc:docMk/>
          <pc:sldMk cId="1129839810" sldId="2147483547"/>
        </pc:sldMkLst>
        <pc:spChg chg="mod">
          <ac:chgData name="박세용(SEYONG PARK)[seyong89]/책임/제조DX.자동보정.RSND자동보정팀" userId="9a53a9cf-4d05-4e8b-b6f4-51c057f191bb" providerId="ADAL" clId="{8A7BE7FD-6C48-4ECC-9C56-1EEDF7406EE0}" dt="2025-11-25T06:06:54.844" v="443" actId="20577"/>
          <ac:spMkLst>
            <pc:docMk/>
            <pc:sldMk cId="1129839810" sldId="2147483547"/>
            <ac:spMk id="13" creationId="{17889248-F115-4AA2-BAEB-FB8BEFDFF7E4}"/>
          </ac:spMkLst>
        </pc:spChg>
      </pc:sldChg>
      <pc:sldChg chg="modSp mod">
        <pc:chgData name="박세용(SEYONG PARK)[seyong89]/책임/제조DX.자동보정.RSND자동보정팀" userId="9a53a9cf-4d05-4e8b-b6f4-51c057f191bb" providerId="ADAL" clId="{8A7BE7FD-6C48-4ECC-9C56-1EEDF7406EE0}" dt="2025-11-25T06:14:24.523" v="1101"/>
        <pc:sldMkLst>
          <pc:docMk/>
          <pc:sldMk cId="525786264" sldId="2147483624"/>
        </pc:sldMkLst>
        <pc:spChg chg="mod">
          <ac:chgData name="박세용(SEYONG PARK)[seyong89]/책임/제조DX.자동보정.RSND자동보정팀" userId="9a53a9cf-4d05-4e8b-b6f4-51c057f191bb" providerId="ADAL" clId="{8A7BE7FD-6C48-4ECC-9C56-1EEDF7406EE0}" dt="2025-11-25T06:14:24.523" v="1101"/>
          <ac:spMkLst>
            <pc:docMk/>
            <pc:sldMk cId="525786264" sldId="2147483624"/>
            <ac:spMk id="21" creationId="{B00712CB-B099-86DB-9D6F-E91A2DDF6AB5}"/>
          </ac:spMkLst>
        </pc:spChg>
      </pc:sldChg>
      <pc:sldChg chg="modSp mod">
        <pc:chgData name="박세용(SEYONG PARK)[seyong89]/책임/제조DX.자동보정.RSND자동보정팀" userId="9a53a9cf-4d05-4e8b-b6f4-51c057f191bb" providerId="ADAL" clId="{8A7BE7FD-6C48-4ECC-9C56-1EEDF7406EE0}" dt="2025-11-25T06:10:26.568" v="854" actId="20577"/>
        <pc:sldMkLst>
          <pc:docMk/>
          <pc:sldMk cId="3800057163" sldId="2147483625"/>
        </pc:sldMkLst>
        <pc:spChg chg="mod">
          <ac:chgData name="박세용(SEYONG PARK)[seyong89]/책임/제조DX.자동보정.RSND자동보정팀" userId="9a53a9cf-4d05-4e8b-b6f4-51c057f191bb" providerId="ADAL" clId="{8A7BE7FD-6C48-4ECC-9C56-1EEDF7406EE0}" dt="2025-11-25T06:10:26.568" v="854" actId="20577"/>
          <ac:spMkLst>
            <pc:docMk/>
            <pc:sldMk cId="3800057163" sldId="2147483625"/>
            <ac:spMk id="33" creationId="{708B1D54-9D52-42CB-82CB-E5D69946BACE}"/>
          </ac:spMkLst>
        </pc:spChg>
        <pc:graphicFrameChg chg="mod modGraphic">
          <ac:chgData name="박세용(SEYONG PARK)[seyong89]/책임/제조DX.자동보정.RSND자동보정팀" userId="9a53a9cf-4d05-4e8b-b6f4-51c057f191bb" providerId="ADAL" clId="{8A7BE7FD-6C48-4ECC-9C56-1EEDF7406EE0}" dt="2025-11-25T06:10:08.189" v="850" actId="20577"/>
          <ac:graphicFrameMkLst>
            <pc:docMk/>
            <pc:sldMk cId="3800057163" sldId="2147483625"/>
            <ac:graphicFrameMk id="16" creationId="{EB242356-A299-46C3-9D06-5B35325220C3}"/>
          </ac:graphicFrameMkLst>
        </pc:graphicFrameChg>
      </pc:sldChg>
    </pc:docChg>
  </pc:docChgLst>
  <pc:docChgLst>
    <pc:chgData name="김기백(GIBAEK KIM)[gibaek.kim]/팀장/제조DX.자동보정.자동보정선행개발팀" userId="55e45d38-c472-4a38-804c-486c2f4c45c8" providerId="ADAL" clId="{696B02CE-32A4-4989-A249-85C91102B34A}"/>
    <pc:docChg chg="custSel modSld">
      <pc:chgData name="김기백(GIBAEK KIM)[gibaek.kim]/팀장/제조DX.자동보정.자동보정선행개발팀" userId="55e45d38-c472-4a38-804c-486c2f4c45c8" providerId="ADAL" clId="{696B02CE-32A4-4989-A249-85C91102B34A}" dt="2025-11-27T08:00:04.292" v="241" actId="478"/>
      <pc:docMkLst>
        <pc:docMk/>
      </pc:docMkLst>
    </pc:docChg>
  </pc:docChgLst>
  <pc:docChgLst>
    <pc:chgData name="김형준(HYUNGJUN KIM)[hkim810]/책임/제조DX.자동보정.MC자동보정팀" userId="76eaafad-027b-42f8-8d92-ede6d1a17ed2" providerId="ADAL" clId="{EA0F4E99-7D84-43F7-80C1-C34D333D4788}"/>
    <pc:docChg chg="undo custSel modSld">
      <pc:chgData name="김형준(HYUNGJUN KIM)[hkim810]/책임/제조DX.자동보정.MC자동보정팀" userId="76eaafad-027b-42f8-8d92-ede6d1a17ed2" providerId="ADAL" clId="{EA0F4E99-7D84-43F7-80C1-C34D333D4788}" dt="2025-12-04T00:04:06.651" v="3794" actId="20577"/>
      <pc:docMkLst>
        <pc:docMk/>
      </pc:docMkLst>
      <pc:sldChg chg="addSp delSp modSp mod">
        <pc:chgData name="김형준(HYUNGJUN KIM)[hkim810]/책임/제조DX.자동보정.MC자동보정팀" userId="76eaafad-027b-42f8-8d92-ede6d1a17ed2" providerId="ADAL" clId="{EA0F4E99-7D84-43F7-80C1-C34D333D4788}" dt="2025-12-03T23:54:23.550" v="3330" actId="207"/>
        <pc:sldMkLst>
          <pc:docMk/>
          <pc:sldMk cId="528501483" sldId="264"/>
        </pc:sldMkLst>
        <pc:spChg chg="mod">
          <ac:chgData name="김형준(HYUNGJUN KIM)[hkim810]/책임/제조DX.자동보정.MC자동보정팀" userId="76eaafad-027b-42f8-8d92-ede6d1a17ed2" providerId="ADAL" clId="{EA0F4E99-7D84-43F7-80C1-C34D333D4788}" dt="2025-12-03T23:40:07.007" v="2853" actId="1035"/>
          <ac:spMkLst>
            <pc:docMk/>
            <pc:sldMk cId="528501483" sldId="264"/>
            <ac:spMk id="2" creationId="{E8F06963-68B2-D37B-EC7B-3994ACC6BD2A}"/>
          </ac:spMkLst>
        </pc:spChg>
        <pc:spChg chg="add del mod">
          <ac:chgData name="김형준(HYUNGJUN KIM)[hkim810]/책임/제조DX.자동보정.MC자동보정팀" userId="76eaafad-027b-42f8-8d92-ede6d1a17ed2" providerId="ADAL" clId="{EA0F4E99-7D84-43F7-80C1-C34D333D4788}" dt="2025-12-03T23:39:02.235" v="2838" actId="1035"/>
          <ac:spMkLst>
            <pc:docMk/>
            <pc:sldMk cId="528501483" sldId="264"/>
            <ac:spMk id="8" creationId="{9A1AFDD3-0124-4AF4-173A-8D36DE226272}"/>
          </ac:spMkLst>
        </pc:spChg>
        <pc:spChg chg="mod">
          <ac:chgData name="김형준(HYUNGJUN KIM)[hkim810]/책임/제조DX.자동보정.MC자동보정팀" userId="76eaafad-027b-42f8-8d92-ede6d1a17ed2" providerId="ADAL" clId="{EA0F4E99-7D84-43F7-80C1-C34D333D4788}" dt="2025-12-03T23:52:31.740" v="3328" actId="1035"/>
          <ac:spMkLst>
            <pc:docMk/>
            <pc:sldMk cId="528501483" sldId="264"/>
            <ac:spMk id="10" creationId="{622256A6-C7CD-F573-B117-F304392ACE9E}"/>
          </ac:spMkLst>
        </pc:spChg>
        <pc:spChg chg="mod">
          <ac:chgData name="김형준(HYUNGJUN KIM)[hkim810]/책임/제조DX.자동보정.MC자동보정팀" userId="76eaafad-027b-42f8-8d92-ede6d1a17ed2" providerId="ADAL" clId="{EA0F4E99-7D84-43F7-80C1-C34D333D4788}" dt="2025-12-03T23:54:23.550" v="3330" actId="207"/>
          <ac:spMkLst>
            <pc:docMk/>
            <pc:sldMk cId="528501483" sldId="264"/>
            <ac:spMk id="12" creationId="{6F1B67F7-3FCA-8C3B-A398-028735996A77}"/>
          </ac:spMkLst>
        </pc:spChg>
        <pc:spChg chg="mod">
          <ac:chgData name="김형준(HYUNGJUN KIM)[hkim810]/책임/제조DX.자동보정.MC자동보정팀" userId="76eaafad-027b-42f8-8d92-ede6d1a17ed2" providerId="ADAL" clId="{EA0F4E99-7D84-43F7-80C1-C34D333D4788}" dt="2025-12-03T23:33:29.999" v="2606" actId="6549"/>
          <ac:spMkLst>
            <pc:docMk/>
            <pc:sldMk cId="528501483" sldId="264"/>
            <ac:spMk id="15" creationId="{E0E42231-D299-2E3B-F2DE-55FFD43F80C3}"/>
          </ac:spMkLst>
        </pc:spChg>
        <pc:graphicFrameChg chg="mod modGraphic">
          <ac:chgData name="김형준(HYUNGJUN KIM)[hkim810]/책임/제조DX.자동보정.MC자동보정팀" userId="76eaafad-027b-42f8-8d92-ede6d1a17ed2" providerId="ADAL" clId="{EA0F4E99-7D84-43F7-80C1-C34D333D4788}" dt="2025-12-03T23:40:00.171" v="2845" actId="1035"/>
          <ac:graphicFrameMkLst>
            <pc:docMk/>
            <pc:sldMk cId="528501483" sldId="264"/>
            <ac:graphicFrameMk id="3" creationId="{860E7189-B0CA-D078-C309-42442B78B578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EA0F4E99-7D84-43F7-80C1-C34D333D4788}" dt="2025-12-04T00:04:06.651" v="3794" actId="20577"/>
        <pc:sldMkLst>
          <pc:docMk/>
          <pc:sldMk cId="2852005536" sldId="288"/>
        </pc:sldMkLst>
        <pc:spChg chg="mod">
          <ac:chgData name="김형준(HYUNGJUN KIM)[hkim810]/책임/제조DX.자동보정.MC자동보정팀" userId="76eaafad-027b-42f8-8d92-ede6d1a17ed2" providerId="ADAL" clId="{EA0F4E99-7D84-43F7-80C1-C34D333D4788}" dt="2025-12-04T00:04:06.651" v="3794" actId="20577"/>
          <ac:spMkLst>
            <pc:docMk/>
            <pc:sldMk cId="2852005536" sldId="288"/>
            <ac:spMk id="7" creationId="{B6C8A63D-202F-740A-3CCC-6B105B14BB0F}"/>
          </ac:spMkLst>
        </pc:spChg>
        <pc:graphicFrameChg chg="mod modGraphic">
          <ac:chgData name="김형준(HYUNGJUN KIM)[hkim810]/책임/제조DX.자동보정.MC자동보정팀" userId="76eaafad-027b-42f8-8d92-ede6d1a17ed2" providerId="ADAL" clId="{EA0F4E99-7D84-43F7-80C1-C34D333D4788}" dt="2025-12-03T23:35:37.785" v="2782" actId="20577"/>
          <ac:graphicFrameMkLst>
            <pc:docMk/>
            <pc:sldMk cId="2852005536" sldId="288"/>
            <ac:graphicFrameMk id="14" creationId="{F7BF916D-8A9E-4800-92E6-357BE08183D6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EA0F4E99-7D84-43F7-80C1-C34D333D4788}" dt="2025-12-04T00:03:03.888" v="3770" actId="20577"/>
        <pc:sldMkLst>
          <pc:docMk/>
          <pc:sldMk cId="1796342565" sldId="309"/>
        </pc:sldMkLst>
        <pc:spChg chg="mod">
          <ac:chgData name="김형준(HYUNGJUN KIM)[hkim810]/책임/제조DX.자동보정.MC자동보정팀" userId="76eaafad-027b-42f8-8d92-ede6d1a17ed2" providerId="ADAL" clId="{EA0F4E99-7D84-43F7-80C1-C34D333D4788}" dt="2025-12-04T00:02:55.820" v="3766" actId="20577"/>
          <ac:spMkLst>
            <pc:docMk/>
            <pc:sldMk cId="1796342565" sldId="309"/>
            <ac:spMk id="11" creationId="{2D088EAA-3718-862B-1538-BD4F903A7334}"/>
          </ac:spMkLst>
        </pc:spChg>
        <pc:graphicFrameChg chg="modGraphic">
          <ac:chgData name="김형준(HYUNGJUN KIM)[hkim810]/책임/제조DX.자동보정.MC자동보정팀" userId="76eaafad-027b-42f8-8d92-ede6d1a17ed2" providerId="ADAL" clId="{EA0F4E99-7D84-43F7-80C1-C34D333D4788}" dt="2025-12-04T00:03:00.758" v="3768" actId="20577"/>
          <ac:graphicFrameMkLst>
            <pc:docMk/>
            <pc:sldMk cId="1796342565" sldId="309"/>
            <ac:graphicFrameMk id="4" creationId="{EB5481E2-6FB4-4FB7-EF5D-7D9B040C6E64}"/>
          </ac:graphicFrameMkLst>
        </pc:graphicFrameChg>
        <pc:graphicFrameChg chg="modGraphic">
          <ac:chgData name="김형준(HYUNGJUN KIM)[hkim810]/책임/제조DX.자동보정.MC자동보정팀" userId="76eaafad-027b-42f8-8d92-ede6d1a17ed2" providerId="ADAL" clId="{EA0F4E99-7D84-43F7-80C1-C34D333D4788}" dt="2025-12-04T00:03:03.888" v="3770" actId="20577"/>
          <ac:graphicFrameMkLst>
            <pc:docMk/>
            <pc:sldMk cId="1796342565" sldId="309"/>
            <ac:graphicFrameMk id="5" creationId="{2369CE85-B89B-6E4A-6281-356F875EAE52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EA0F4E99-7D84-43F7-80C1-C34D333D4788}" dt="2025-12-04T00:03:18.086" v="3780" actId="20577"/>
        <pc:sldMkLst>
          <pc:docMk/>
          <pc:sldMk cId="2881803193" sldId="313"/>
        </pc:sldMkLst>
        <pc:spChg chg="mod">
          <ac:chgData name="김형준(HYUNGJUN KIM)[hkim810]/책임/제조DX.자동보정.MC자동보정팀" userId="76eaafad-027b-42f8-8d92-ede6d1a17ed2" providerId="ADAL" clId="{EA0F4E99-7D84-43F7-80C1-C34D333D4788}" dt="2025-12-04T00:03:11.100" v="3776" actId="20577"/>
          <ac:spMkLst>
            <pc:docMk/>
            <pc:sldMk cId="2881803193" sldId="313"/>
            <ac:spMk id="8" creationId="{07A09189-3112-656C-AD07-D2D881F7CDA1}"/>
          </ac:spMkLst>
        </pc:spChg>
        <pc:graphicFrameChg chg="modGraphic">
          <ac:chgData name="김형준(HYUNGJUN KIM)[hkim810]/책임/제조DX.자동보정.MC자동보정팀" userId="76eaafad-027b-42f8-8d92-ede6d1a17ed2" providerId="ADAL" clId="{EA0F4E99-7D84-43F7-80C1-C34D333D4788}" dt="2025-12-04T00:03:14.808" v="3778" actId="20577"/>
          <ac:graphicFrameMkLst>
            <pc:docMk/>
            <pc:sldMk cId="2881803193" sldId="313"/>
            <ac:graphicFrameMk id="4" creationId="{EB5481E2-6FB4-4FB7-EF5D-7D9B040C6E64}"/>
          </ac:graphicFrameMkLst>
        </pc:graphicFrameChg>
        <pc:graphicFrameChg chg="modGraphic">
          <ac:chgData name="김형준(HYUNGJUN KIM)[hkim810]/책임/제조DX.자동보정.MC자동보정팀" userId="76eaafad-027b-42f8-8d92-ede6d1a17ed2" providerId="ADAL" clId="{EA0F4E99-7D84-43F7-80C1-C34D333D4788}" dt="2025-12-04T00:03:18.086" v="3780" actId="20577"/>
          <ac:graphicFrameMkLst>
            <pc:docMk/>
            <pc:sldMk cId="2881803193" sldId="313"/>
            <ac:graphicFrameMk id="5" creationId="{2369CE85-B89B-6E4A-6281-356F875EAE52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EA0F4E99-7D84-43F7-80C1-C34D333D4788}" dt="2025-12-04T00:04:02.736" v="3792" actId="20577"/>
        <pc:sldMkLst>
          <pc:docMk/>
          <pc:sldMk cId="3308190164" sldId="2147482025"/>
        </pc:sldMkLst>
        <pc:spChg chg="mod">
          <ac:chgData name="김형준(HYUNGJUN KIM)[hkim810]/책임/제조DX.자동보정.MC자동보정팀" userId="76eaafad-027b-42f8-8d92-ede6d1a17ed2" providerId="ADAL" clId="{EA0F4E99-7D84-43F7-80C1-C34D333D4788}" dt="2025-12-04T00:04:02.736" v="3792" actId="20577"/>
          <ac:spMkLst>
            <pc:docMk/>
            <pc:sldMk cId="3308190164" sldId="2147482025"/>
            <ac:spMk id="9" creationId="{B5840AC6-D288-4190-89A9-88F0476A4F12}"/>
          </ac:spMkLst>
        </pc:spChg>
        <pc:spChg chg="mod">
          <ac:chgData name="김형준(HYUNGJUN KIM)[hkim810]/책임/제조DX.자동보정.MC자동보정팀" userId="76eaafad-027b-42f8-8d92-ede6d1a17ed2" providerId="ADAL" clId="{EA0F4E99-7D84-43F7-80C1-C34D333D4788}" dt="2025-12-03T23:36:10.034" v="2799" actId="1035"/>
          <ac:spMkLst>
            <pc:docMk/>
            <pc:sldMk cId="3308190164" sldId="2147482025"/>
            <ac:spMk id="63" creationId="{DE5DB638-D70C-4A92-BB65-9E5BE03C1568}"/>
          </ac:spMkLst>
        </pc:spChg>
        <pc:graphicFrameChg chg="modGraphic">
          <ac:chgData name="김형준(HYUNGJUN KIM)[hkim810]/책임/제조DX.자동보정.MC자동보정팀" userId="76eaafad-027b-42f8-8d92-ede6d1a17ed2" providerId="ADAL" clId="{EA0F4E99-7D84-43F7-80C1-C34D333D4788}" dt="2025-12-03T23:34:50.925" v="2728" actId="20577"/>
          <ac:graphicFrameMkLst>
            <pc:docMk/>
            <pc:sldMk cId="3308190164" sldId="2147482025"/>
            <ac:graphicFrameMk id="3" creationId="{3E86696F-E35A-4B06-9B46-63A4A6A986C1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EA0F4E99-7D84-43F7-80C1-C34D333D4788}" dt="2025-12-03T23:36:03.451" v="2789" actId="207"/>
          <ac:graphicFrameMkLst>
            <pc:docMk/>
            <pc:sldMk cId="3308190164" sldId="2147482025"/>
            <ac:graphicFrameMk id="14" creationId="{F7BF916D-8A9E-4800-92E6-357BE08183D6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EA0F4E99-7D84-43F7-80C1-C34D333D4788}" dt="2025-12-04T00:03:24.868" v="3782" actId="20577"/>
        <pc:sldMkLst>
          <pc:docMk/>
          <pc:sldMk cId="2498954843" sldId="2147482027"/>
        </pc:sldMkLst>
        <pc:spChg chg="mod">
          <ac:chgData name="김형준(HYUNGJUN KIM)[hkim810]/책임/제조DX.자동보정.MC자동보정팀" userId="76eaafad-027b-42f8-8d92-ede6d1a17ed2" providerId="ADAL" clId="{EA0F4E99-7D84-43F7-80C1-C34D333D4788}" dt="2025-12-04T00:03:24.868" v="3782" actId="20577"/>
          <ac:spMkLst>
            <pc:docMk/>
            <pc:sldMk cId="2498954843" sldId="2147482027"/>
            <ac:spMk id="92" creationId="{13CDFC16-554A-49B6-A4D8-2A9DFE65EFC7}"/>
          </ac:spMkLst>
        </pc:spChg>
        <pc:graphicFrameChg chg="modGraphic">
          <ac:chgData name="김형준(HYUNGJUN KIM)[hkim810]/책임/제조DX.자동보정.MC자동보정팀" userId="76eaafad-027b-42f8-8d92-ede6d1a17ed2" providerId="ADAL" clId="{EA0F4E99-7D84-43F7-80C1-C34D333D4788}" dt="2025-12-04T00:00:59.987" v="3719" actId="20577"/>
          <ac:graphicFrameMkLst>
            <pc:docMk/>
            <pc:sldMk cId="2498954843" sldId="2147482027"/>
            <ac:graphicFrameMk id="63" creationId="{70AA915B-889A-4A75-A7AD-D2F8B7F2A37E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EA0F4E99-7D84-43F7-80C1-C34D333D4788}" dt="2025-12-04T00:01:12.046" v="3740" actId="20577"/>
          <ac:graphicFrameMkLst>
            <pc:docMk/>
            <pc:sldMk cId="2498954843" sldId="2147482027"/>
            <ac:graphicFrameMk id="65" creationId="{91A76A10-8A60-4643-B690-6F503385D026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EA0F4E99-7D84-43F7-80C1-C34D333D4788}" dt="2025-12-04T00:03:29.799" v="3784" actId="20577"/>
        <pc:sldMkLst>
          <pc:docMk/>
          <pc:sldMk cId="2889583951" sldId="2147482028"/>
        </pc:sldMkLst>
        <pc:spChg chg="mod">
          <ac:chgData name="김형준(HYUNGJUN KIM)[hkim810]/책임/제조DX.자동보정.MC자동보정팀" userId="76eaafad-027b-42f8-8d92-ede6d1a17ed2" providerId="ADAL" clId="{EA0F4E99-7D84-43F7-80C1-C34D333D4788}" dt="2025-12-04T00:03:29.799" v="3784" actId="20577"/>
          <ac:spMkLst>
            <pc:docMk/>
            <pc:sldMk cId="2889583951" sldId="2147482028"/>
            <ac:spMk id="19" creationId="{A1BE8DD3-E58F-491D-859F-D6362136CD78}"/>
          </ac:spMkLst>
        </pc:spChg>
        <pc:graphicFrameChg chg="modGraphic">
          <ac:chgData name="김형준(HYUNGJUN KIM)[hkim810]/책임/제조DX.자동보정.MC자동보정팀" userId="76eaafad-027b-42f8-8d92-ede6d1a17ed2" providerId="ADAL" clId="{EA0F4E99-7D84-43F7-80C1-C34D333D4788}" dt="2025-12-04T00:01:45.297" v="3750" actId="20577"/>
          <ac:graphicFrameMkLst>
            <pc:docMk/>
            <pc:sldMk cId="2889583951" sldId="2147482028"/>
            <ac:graphicFrameMk id="9" creationId="{46C0305A-7583-4C36-B6FB-7599E8598DC9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EA0F4E99-7D84-43F7-80C1-C34D333D4788}" dt="2025-12-04T00:02:00.660" v="3752" actId="207"/>
          <ac:graphicFrameMkLst>
            <pc:docMk/>
            <pc:sldMk cId="2889583951" sldId="2147482028"/>
            <ac:graphicFrameMk id="13" creationId="{464CFD32-F0C1-4BC8-83E7-D88F486D8DB2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EA0F4E99-7D84-43F7-80C1-C34D333D4788}" dt="2025-12-04T00:03:44.535" v="3788" actId="20577"/>
        <pc:sldMkLst>
          <pc:docMk/>
          <pc:sldMk cId="2625735704" sldId="2147483628"/>
        </pc:sldMkLst>
        <pc:spChg chg="mod">
          <ac:chgData name="김형준(HYUNGJUN KIM)[hkim810]/책임/제조DX.자동보정.MC자동보정팀" userId="76eaafad-027b-42f8-8d92-ede6d1a17ed2" providerId="ADAL" clId="{EA0F4E99-7D84-43F7-80C1-C34D333D4788}" dt="2025-12-04T00:03:44.535" v="3788" actId="20577"/>
          <ac:spMkLst>
            <pc:docMk/>
            <pc:sldMk cId="2625735704" sldId="2147483628"/>
            <ac:spMk id="9" creationId="{B5840AC6-D288-4190-89A9-88F0476A4F12}"/>
          </ac:spMkLst>
        </pc:spChg>
        <pc:spChg chg="mod">
          <ac:chgData name="김형준(HYUNGJUN KIM)[hkim810]/책임/제조DX.자동보정.MC자동보정팀" userId="76eaafad-027b-42f8-8d92-ede6d1a17ed2" providerId="ADAL" clId="{EA0F4E99-7D84-43F7-80C1-C34D333D4788}" dt="2025-12-03T23:59:01.734" v="3665"/>
          <ac:spMkLst>
            <pc:docMk/>
            <pc:sldMk cId="2625735704" sldId="2147483628"/>
            <ac:spMk id="11" creationId="{F5547F6A-8C51-4508-A7B9-4F3ED31795CE}"/>
          </ac:spMkLst>
        </pc:spChg>
        <pc:graphicFrameChg chg="modGraphic">
          <ac:chgData name="김형준(HYUNGJUN KIM)[hkim810]/책임/제조DX.자동보정.MC자동보정팀" userId="76eaafad-027b-42f8-8d92-ede6d1a17ed2" providerId="ADAL" clId="{EA0F4E99-7D84-43F7-80C1-C34D333D4788}" dt="2025-12-03T23:58:05.913" v="3625" actId="20577"/>
          <ac:graphicFrameMkLst>
            <pc:docMk/>
            <pc:sldMk cId="2625735704" sldId="2147483628"/>
            <ac:graphicFrameMk id="3" creationId="{3E86696F-E35A-4B06-9B46-63A4A6A986C1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EA0F4E99-7D84-43F7-80C1-C34D333D4788}" dt="2025-12-03T23:58:08.935" v="3627" actId="20577"/>
          <ac:graphicFrameMkLst>
            <pc:docMk/>
            <pc:sldMk cId="2625735704" sldId="2147483628"/>
            <ac:graphicFrameMk id="14" creationId="{F7BF916D-8A9E-4800-92E6-357BE08183D6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EA0F4E99-7D84-43F7-80C1-C34D333D4788}" dt="2025-12-04T00:03:39.806" v="3786" actId="20577"/>
        <pc:sldMkLst>
          <pc:docMk/>
          <pc:sldMk cId="1514616925" sldId="2147483629"/>
        </pc:sldMkLst>
        <pc:spChg chg="mod">
          <ac:chgData name="김형준(HYUNGJUN KIM)[hkim810]/책임/제조DX.자동보정.MC자동보정팀" userId="76eaafad-027b-42f8-8d92-ede6d1a17ed2" providerId="ADAL" clId="{EA0F4E99-7D84-43F7-80C1-C34D333D4788}" dt="2025-12-03T23:59:05.756" v="3666"/>
          <ac:spMkLst>
            <pc:docMk/>
            <pc:sldMk cId="1514616925" sldId="2147483629"/>
            <ac:spMk id="11" creationId="{F5547F6A-8C51-4508-A7B9-4F3ED31795CE}"/>
          </ac:spMkLst>
        </pc:spChg>
        <pc:spChg chg="mod">
          <ac:chgData name="김형준(HYUNGJUN KIM)[hkim810]/책임/제조DX.자동보정.MC자동보정팀" userId="76eaafad-027b-42f8-8d92-ede6d1a17ed2" providerId="ADAL" clId="{EA0F4E99-7D84-43F7-80C1-C34D333D4788}" dt="2025-12-04T00:03:39.806" v="3786" actId="20577"/>
          <ac:spMkLst>
            <pc:docMk/>
            <pc:sldMk cId="1514616925" sldId="2147483629"/>
            <ac:spMk id="68" creationId="{0791A128-377F-47F2-AB21-67B038F94CE2}"/>
          </ac:spMkLst>
        </pc:spChg>
        <pc:graphicFrameChg chg="modGraphic">
          <ac:chgData name="김형준(HYUNGJUN KIM)[hkim810]/책임/제조DX.자동보정.MC자동보정팀" userId="76eaafad-027b-42f8-8d92-ede6d1a17ed2" providerId="ADAL" clId="{EA0F4E99-7D84-43F7-80C1-C34D333D4788}" dt="2025-12-03T23:58:13.553" v="3629" actId="20577"/>
          <ac:graphicFrameMkLst>
            <pc:docMk/>
            <pc:sldMk cId="1514616925" sldId="2147483629"/>
            <ac:graphicFrameMk id="3" creationId="{3E86696F-E35A-4B06-9B46-63A4A6A986C1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EA0F4E99-7D84-43F7-80C1-C34D333D4788}" dt="2025-12-03T23:58:17.168" v="3631" actId="20577"/>
          <ac:graphicFrameMkLst>
            <pc:docMk/>
            <pc:sldMk cId="1514616925" sldId="2147483629"/>
            <ac:graphicFrameMk id="14" creationId="{F7BF916D-8A9E-4800-92E6-357BE08183D6}"/>
          </ac:graphicFrameMkLst>
        </pc:graphicFrameChg>
      </pc:sldChg>
      <pc:sldChg chg="addSp modSp mod">
        <pc:chgData name="김형준(HYUNGJUN KIM)[hkim810]/책임/제조DX.자동보정.MC자동보정팀" userId="76eaafad-027b-42f8-8d92-ede6d1a17ed2" providerId="ADAL" clId="{EA0F4E99-7D84-43F7-80C1-C34D333D4788}" dt="2025-12-03T23:57:17.931" v="3617" actId="207"/>
        <pc:sldMkLst>
          <pc:docMk/>
          <pc:sldMk cId="3761653059" sldId="2147483638"/>
        </pc:sldMkLst>
        <pc:spChg chg="mod">
          <ac:chgData name="김형준(HYUNGJUN KIM)[hkim810]/책임/제조DX.자동보정.MC자동보정팀" userId="76eaafad-027b-42f8-8d92-ede6d1a17ed2" providerId="ADAL" clId="{EA0F4E99-7D84-43F7-80C1-C34D333D4788}" dt="2025-12-03T23:57:17.931" v="3617" actId="207"/>
          <ac:spMkLst>
            <pc:docMk/>
            <pc:sldMk cId="3761653059" sldId="2147483638"/>
            <ac:spMk id="11" creationId="{4873BAB2-CAE4-46B9-DA6D-9ED57EE24099}"/>
          </ac:spMkLst>
        </pc:spChg>
        <pc:spChg chg="mod">
          <ac:chgData name="김형준(HYUNGJUN KIM)[hkim810]/책임/제조DX.자동보정.MC자동보정팀" userId="76eaafad-027b-42f8-8d92-ede6d1a17ed2" providerId="ADAL" clId="{EA0F4E99-7D84-43F7-80C1-C34D333D4788}" dt="2025-12-03T23:05:41.071" v="786" actId="1036"/>
          <ac:spMkLst>
            <pc:docMk/>
            <pc:sldMk cId="3761653059" sldId="2147483638"/>
            <ac:spMk id="23" creationId="{51EDA293-8423-D041-1D15-24DC9ACC3978}"/>
          </ac:spMkLst>
        </pc:spChg>
        <pc:spChg chg="mod">
          <ac:chgData name="김형준(HYUNGJUN KIM)[hkim810]/책임/제조DX.자동보정.MC자동보정팀" userId="76eaafad-027b-42f8-8d92-ede6d1a17ed2" providerId="ADAL" clId="{EA0F4E99-7D84-43F7-80C1-C34D333D4788}" dt="2025-12-03T23:05:42.766" v="789" actId="1036"/>
          <ac:spMkLst>
            <pc:docMk/>
            <pc:sldMk cId="3761653059" sldId="2147483638"/>
            <ac:spMk id="24" creationId="{68298820-7D85-A6ED-9D53-48660883B2D3}"/>
          </ac:spMkLst>
        </pc:spChg>
        <pc:spChg chg="mod">
          <ac:chgData name="김형준(HYUNGJUN KIM)[hkim810]/책임/제조DX.자동보정.MC자동보정팀" userId="76eaafad-027b-42f8-8d92-ede6d1a17ed2" providerId="ADAL" clId="{EA0F4E99-7D84-43F7-80C1-C34D333D4788}" dt="2025-12-03T23:05:43.051" v="790" actId="1036"/>
          <ac:spMkLst>
            <pc:docMk/>
            <pc:sldMk cId="3761653059" sldId="2147483638"/>
            <ac:spMk id="28" creationId="{564B3419-9323-12DE-9223-F5F9F478B06A}"/>
          </ac:spMkLst>
        </pc:spChg>
        <pc:graphicFrameChg chg="mod">
          <ac:chgData name="김형준(HYUNGJUN KIM)[hkim810]/책임/제조DX.자동보정.MC자동보정팀" userId="76eaafad-027b-42f8-8d92-ede6d1a17ed2" providerId="ADAL" clId="{EA0F4E99-7D84-43F7-80C1-C34D333D4788}" dt="2025-12-03T23:05:42.766" v="789" actId="1036"/>
          <ac:graphicFrameMkLst>
            <pc:docMk/>
            <pc:sldMk cId="3761653059" sldId="2147483638"/>
            <ac:graphicFrameMk id="4" creationId="{95D35C58-72CE-660C-B0F2-CE81666D96CD}"/>
          </ac:graphicFrameMkLst>
        </pc:graphicFrameChg>
        <pc:graphicFrameChg chg="mod">
          <ac:chgData name="김형준(HYUNGJUN KIM)[hkim810]/책임/제조DX.자동보정.MC자동보정팀" userId="76eaafad-027b-42f8-8d92-ede6d1a17ed2" providerId="ADAL" clId="{EA0F4E99-7D84-43F7-80C1-C34D333D4788}" dt="2025-12-03T23:05:41.071" v="786" actId="1036"/>
          <ac:graphicFrameMkLst>
            <pc:docMk/>
            <pc:sldMk cId="3761653059" sldId="2147483638"/>
            <ac:graphicFrameMk id="9" creationId="{5A451E7A-4063-AB55-0D50-BD61655E7BA7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EA0F4E99-7D84-43F7-80C1-C34D333D4788}" dt="2025-12-04T00:03:49.238" v="3790" actId="20577"/>
        <pc:sldMkLst>
          <pc:docMk/>
          <pc:sldMk cId="1194096424" sldId="2147483640"/>
        </pc:sldMkLst>
        <pc:spChg chg="mod">
          <ac:chgData name="김형준(HYUNGJUN KIM)[hkim810]/책임/제조DX.자동보정.MC자동보정팀" userId="76eaafad-027b-42f8-8d92-ede6d1a17ed2" providerId="ADAL" clId="{EA0F4E99-7D84-43F7-80C1-C34D333D4788}" dt="2025-12-04T00:03:49.238" v="3790" actId="20577"/>
          <ac:spMkLst>
            <pc:docMk/>
            <pc:sldMk cId="1194096424" sldId="2147483640"/>
            <ac:spMk id="8" creationId="{762E3F0D-300B-4D34-A940-DB28B406F838}"/>
          </ac:spMkLst>
        </pc:spChg>
        <pc:spChg chg="mod">
          <ac:chgData name="김형준(HYUNGJUN KIM)[hkim810]/책임/제조DX.자동보정.MC자동보정팀" userId="76eaafad-027b-42f8-8d92-ede6d1a17ed2" providerId="ADAL" clId="{EA0F4E99-7D84-43F7-80C1-C34D333D4788}" dt="2025-12-03T23:58:47.500" v="3664" actId="20577"/>
          <ac:spMkLst>
            <pc:docMk/>
            <pc:sldMk cId="1194096424" sldId="2147483640"/>
            <ac:spMk id="11" creationId="{F5547F6A-8C51-4508-A7B9-4F3ED31795CE}"/>
          </ac:spMkLst>
        </pc:spChg>
        <pc:graphicFrameChg chg="modGraphic">
          <ac:chgData name="김형준(HYUNGJUN KIM)[hkim810]/책임/제조DX.자동보정.MC자동보정팀" userId="76eaafad-027b-42f8-8d92-ede6d1a17ed2" providerId="ADAL" clId="{EA0F4E99-7D84-43F7-80C1-C34D333D4788}" dt="2025-12-03T23:58:22.680" v="3633" actId="20577"/>
          <ac:graphicFrameMkLst>
            <pc:docMk/>
            <pc:sldMk cId="1194096424" sldId="2147483640"/>
            <ac:graphicFrameMk id="3" creationId="{3E86696F-E35A-4B06-9B46-63A4A6A986C1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EA0F4E99-7D84-43F7-80C1-C34D333D4788}" dt="2025-12-04T00:00:02.614" v="3690" actId="20577"/>
          <ac:graphicFrameMkLst>
            <pc:docMk/>
            <pc:sldMk cId="1194096424" sldId="2147483640"/>
            <ac:graphicFrameMk id="14" creationId="{F7BF916D-8A9E-4800-92E6-357BE08183D6}"/>
          </ac:graphicFrameMkLst>
        </pc:graphicFrameChg>
      </pc:sldChg>
    </pc:docChg>
  </pc:docChgLst>
  <pc:docChgLst>
    <pc:chgData name="심은찬(EUNCHAN SIM)[sec1021]/선임/제조DX.자동보정.조립자동보정팀" userId="S::sec1021@lgensol.com::9090956e-ab5b-49d1-9c87-2078b7755aae" providerId="AD" clId="Web-{CAFDAA9D-9FA9-2E34-5FDF-4485FD5B6BB0}"/>
    <pc:docChg chg="modSld">
      <pc:chgData name="심은찬(EUNCHAN SIM)[sec1021]/선임/제조DX.자동보정.조립자동보정팀" userId="S::sec1021@lgensol.com::9090956e-ab5b-49d1-9c87-2078b7755aae" providerId="AD" clId="Web-{CAFDAA9D-9FA9-2E34-5FDF-4485FD5B6BB0}" dt="2025-12-10T05:59:28.105" v="910" actId="20577"/>
      <pc:docMkLst>
        <pc:docMk/>
      </pc:docMkLst>
      <pc:sldChg chg="modSp">
        <pc:chgData name="심은찬(EUNCHAN SIM)[sec1021]/선임/제조DX.자동보정.조립자동보정팀" userId="S::sec1021@lgensol.com::9090956e-ab5b-49d1-9c87-2078b7755aae" providerId="AD" clId="Web-{CAFDAA9D-9FA9-2E34-5FDF-4485FD5B6BB0}" dt="2025-12-10T05:59:18.573" v="907" actId="20577"/>
        <pc:sldMkLst>
          <pc:docMk/>
          <pc:sldMk cId="1197446796" sldId="256"/>
        </pc:sldMkLst>
        <pc:spChg chg="mod">
          <ac:chgData name="심은찬(EUNCHAN SIM)[sec1021]/선임/제조DX.자동보정.조립자동보정팀" userId="S::sec1021@lgensol.com::9090956e-ab5b-49d1-9c87-2078b7755aae" providerId="AD" clId="Web-{CAFDAA9D-9FA9-2E34-5FDF-4485FD5B6BB0}" dt="2025-12-10T05:58:26.770" v="901" actId="20577"/>
          <ac:spMkLst>
            <pc:docMk/>
            <pc:sldMk cId="1197446796" sldId="256"/>
            <ac:spMk id="6" creationId="{B3BB1961-3F71-0018-CA2B-9894ED0A96D8}"/>
          </ac:spMkLst>
        </pc:spChg>
        <pc:spChg chg="mod">
          <ac:chgData name="심은찬(EUNCHAN SIM)[sec1021]/선임/제조DX.자동보정.조립자동보정팀" userId="S::sec1021@lgensol.com::9090956e-ab5b-49d1-9c87-2078b7755aae" providerId="AD" clId="Web-{CAFDAA9D-9FA9-2E34-5FDF-4485FD5B6BB0}" dt="2025-12-10T05:59:18.573" v="907" actId="20577"/>
          <ac:spMkLst>
            <pc:docMk/>
            <pc:sldMk cId="1197446796" sldId="256"/>
            <ac:spMk id="21" creationId="{7F0A9077-BAE3-8EBB-C0B8-456E6C6202F9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CAFDAA9D-9FA9-2E34-5FDF-4485FD5B6BB0}" dt="2025-12-10T05:58:09.814" v="900"/>
          <ac:graphicFrameMkLst>
            <pc:docMk/>
            <pc:sldMk cId="1197446796" sldId="256"/>
            <ac:graphicFrameMk id="5" creationId="{03A8162C-C521-077A-0120-8EB01DA19A52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CAFDAA9D-9FA9-2E34-5FDF-4485FD5B6BB0}" dt="2025-12-10T05:42:09.941" v="888"/>
          <ac:graphicFrameMkLst>
            <pc:docMk/>
            <pc:sldMk cId="1197446796" sldId="256"/>
            <ac:graphicFrameMk id="9" creationId="{459FC5F3-1FD5-01E7-B1BA-B39813120590}"/>
          </ac:graphicFrameMkLst>
        </pc:graphicFrameChg>
      </pc:sldChg>
      <pc:sldChg chg="modSp">
        <pc:chgData name="심은찬(EUNCHAN SIM)[sec1021]/선임/제조DX.자동보정.조립자동보정팀" userId="S::sec1021@lgensol.com::9090956e-ab5b-49d1-9c87-2078b7755aae" providerId="AD" clId="Web-{CAFDAA9D-9FA9-2E34-5FDF-4485FD5B6BB0}" dt="2025-12-10T05:59:28.105" v="910" actId="20577"/>
        <pc:sldMkLst>
          <pc:docMk/>
          <pc:sldMk cId="3005009049" sldId="284"/>
        </pc:sldMkLst>
        <pc:spChg chg="mod">
          <ac:chgData name="심은찬(EUNCHAN SIM)[sec1021]/선임/제조DX.자동보정.조립자동보정팀" userId="S::sec1021@lgensol.com::9090956e-ab5b-49d1-9c87-2078b7755aae" providerId="AD" clId="Web-{CAFDAA9D-9FA9-2E34-5FDF-4485FD5B6BB0}" dt="2025-12-10T05:40:40.043" v="876" actId="20577"/>
          <ac:spMkLst>
            <pc:docMk/>
            <pc:sldMk cId="3005009049" sldId="284"/>
            <ac:spMk id="6" creationId="{B3BB1961-3F71-0018-CA2B-9894ED0A96D8}"/>
          </ac:spMkLst>
        </pc:spChg>
        <pc:spChg chg="mod">
          <ac:chgData name="심은찬(EUNCHAN SIM)[sec1021]/선임/제조DX.자동보정.조립자동보정팀" userId="S::sec1021@lgensol.com::9090956e-ab5b-49d1-9c87-2078b7755aae" providerId="AD" clId="Web-{CAFDAA9D-9FA9-2E34-5FDF-4485FD5B6BB0}" dt="2025-12-10T05:59:28.105" v="910" actId="20577"/>
          <ac:spMkLst>
            <pc:docMk/>
            <pc:sldMk cId="3005009049" sldId="284"/>
            <ac:spMk id="21" creationId="{7F0A9077-BAE3-8EBB-C0B8-456E6C6202F9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CAFDAA9D-9FA9-2E34-5FDF-4485FD5B6BB0}" dt="2025-12-10T05:41:12.968" v="886"/>
          <ac:graphicFrameMkLst>
            <pc:docMk/>
            <pc:sldMk cId="3005009049" sldId="284"/>
            <ac:graphicFrameMk id="5" creationId="{03A8162C-C521-077A-0120-8EB01DA19A52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CAFDAA9D-9FA9-2E34-5FDF-4485FD5B6BB0}" dt="2025-12-10T05:40:29.542" v="870"/>
          <ac:graphicFrameMkLst>
            <pc:docMk/>
            <pc:sldMk cId="3005009049" sldId="284"/>
            <ac:graphicFrameMk id="9" creationId="{459FC5F3-1FD5-01E7-B1BA-B39813120590}"/>
          </ac:graphicFrameMkLst>
        </pc:graphicFrameChg>
      </pc:sldChg>
      <pc:sldChg chg="addSp delSp modSp">
        <pc:chgData name="심은찬(EUNCHAN SIM)[sec1021]/선임/제조DX.자동보정.조립자동보정팀" userId="S::sec1021@lgensol.com::9090956e-ab5b-49d1-9c87-2078b7755aae" providerId="AD" clId="Web-{CAFDAA9D-9FA9-2E34-5FDF-4485FD5B6BB0}" dt="2025-12-10T05:59:04.774" v="904" actId="14100"/>
        <pc:sldMkLst>
          <pc:docMk/>
          <pc:sldMk cId="2657806170" sldId="318"/>
        </pc:sldMkLst>
        <pc:spChg chg="mod">
          <ac:chgData name="심은찬(EUNCHAN SIM)[sec1021]/선임/제조DX.자동보정.조립자동보정팀" userId="S::sec1021@lgensol.com::9090956e-ab5b-49d1-9c87-2078b7755aae" providerId="AD" clId="Web-{CAFDAA9D-9FA9-2E34-5FDF-4485FD5B6BB0}" dt="2025-12-10T05:09:55.308" v="549" actId="1076"/>
          <ac:spMkLst>
            <pc:docMk/>
            <pc:sldMk cId="2657806170" sldId="318"/>
            <ac:spMk id="2" creationId="{AD09F4E2-C0DD-0D13-D57E-D14289964941}"/>
          </ac:spMkLst>
        </pc:spChg>
        <pc:spChg chg="mod">
          <ac:chgData name="심은찬(EUNCHAN SIM)[sec1021]/선임/제조DX.자동보정.조립자동보정팀" userId="S::sec1021@lgensol.com::9090956e-ab5b-49d1-9c87-2078b7755aae" providerId="AD" clId="Web-{CAFDAA9D-9FA9-2E34-5FDF-4485FD5B6BB0}" dt="2025-12-10T05:58:50.398" v="902" actId="1076"/>
          <ac:spMkLst>
            <pc:docMk/>
            <pc:sldMk cId="2657806170" sldId="318"/>
            <ac:spMk id="4" creationId="{F3E8B27A-BB9B-FAD1-94CE-83603C8B7D0C}"/>
          </ac:spMkLst>
        </pc:spChg>
        <pc:spChg chg="mod">
          <ac:chgData name="심은찬(EUNCHAN SIM)[sec1021]/선임/제조DX.자동보정.조립자동보정팀" userId="S::sec1021@lgensol.com::9090956e-ab5b-49d1-9c87-2078b7755aae" providerId="AD" clId="Web-{CAFDAA9D-9FA9-2E34-5FDF-4485FD5B6BB0}" dt="2025-12-10T05:35:09.149" v="738" actId="20577"/>
          <ac:spMkLst>
            <pc:docMk/>
            <pc:sldMk cId="2657806170" sldId="318"/>
            <ac:spMk id="6" creationId="{B3BB1961-3F71-0018-CA2B-9894ED0A96D8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CAFDAA9D-9FA9-2E34-5FDF-4485FD5B6BB0}" dt="2025-12-10T05:34:48.757" v="732"/>
          <ac:graphicFrameMkLst>
            <pc:docMk/>
            <pc:sldMk cId="2657806170" sldId="318"/>
            <ac:graphicFrameMk id="5" creationId="{03A8162C-C521-077A-0120-8EB01DA19A52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CAFDAA9D-9FA9-2E34-5FDF-4485FD5B6BB0}" dt="2025-12-10T05:37:34.876" v="868"/>
          <ac:graphicFrameMkLst>
            <pc:docMk/>
            <pc:sldMk cId="2657806170" sldId="318"/>
            <ac:graphicFrameMk id="9" creationId="{459FC5F3-1FD5-01E7-B1BA-B39813120590}"/>
          </ac:graphicFrameMkLst>
        </pc:graphicFrameChg>
        <pc:picChg chg="mod">
          <ac:chgData name="심은찬(EUNCHAN SIM)[sec1021]/선임/제조DX.자동보정.조립자동보정팀" userId="S::sec1021@lgensol.com::9090956e-ab5b-49d1-9c87-2078b7755aae" providerId="AD" clId="Web-{CAFDAA9D-9FA9-2E34-5FDF-4485FD5B6BB0}" dt="2025-12-10T05:29:50.638" v="667" actId="14100"/>
          <ac:picMkLst>
            <pc:docMk/>
            <pc:sldMk cId="2657806170" sldId="318"/>
            <ac:picMk id="136" creationId="{339653D8-F68B-946C-AE64-6E14AB3F1944}"/>
          </ac:picMkLst>
        </pc:picChg>
      </pc:sldChg>
    </pc:docChg>
  </pc:docChgLst>
  <pc:docChgLst>
    <pc:chgData name="염지혜(JIHYE YEOM)[jhyeom7]/선임/제조DX.자동보정.자동보정선행개발팀" userId="cc0fc4dc-177a-4640-8408-e6637d07b47f" providerId="ADAL" clId="{33215637-6E6A-4D31-8A40-16F66F4E7409}"/>
    <pc:docChg chg="custSel modSld">
      <pc:chgData name="염지혜(JIHYE YEOM)[jhyeom7]/선임/제조DX.자동보정.자동보정선행개발팀" userId="cc0fc4dc-177a-4640-8408-e6637d07b47f" providerId="ADAL" clId="{33215637-6E6A-4D31-8A40-16F66F4E7409}" dt="2025-11-19T00:47:05.677" v="301"/>
      <pc:docMkLst>
        <pc:docMk/>
      </pc:docMkLst>
      <pc:sldChg chg="modSp mod">
        <pc:chgData name="염지혜(JIHYE YEOM)[jhyeom7]/선임/제조DX.자동보정.자동보정선행개발팀" userId="cc0fc4dc-177a-4640-8408-e6637d07b47f" providerId="ADAL" clId="{33215637-6E6A-4D31-8A40-16F66F4E7409}" dt="2025-11-19T00:42:38.961" v="76" actId="207"/>
        <pc:sldMkLst>
          <pc:docMk/>
          <pc:sldMk cId="625010072" sldId="267"/>
        </pc:sldMkLst>
        <pc:spChg chg="mod">
          <ac:chgData name="염지혜(JIHYE YEOM)[jhyeom7]/선임/제조DX.자동보정.자동보정선행개발팀" userId="cc0fc4dc-177a-4640-8408-e6637d07b47f" providerId="ADAL" clId="{33215637-6E6A-4D31-8A40-16F66F4E7409}" dt="2025-11-19T00:42:01.607" v="7" actId="20577"/>
          <ac:spMkLst>
            <pc:docMk/>
            <pc:sldMk cId="625010072" sldId="267"/>
            <ac:spMk id="2" creationId="{C63ED2EF-B7C6-FCC0-EB31-59AE6051BC74}"/>
          </ac:spMkLst>
        </pc:spChg>
        <pc:graphicFrameChg chg="modGraphic">
          <ac:chgData name="염지혜(JIHYE YEOM)[jhyeom7]/선임/제조DX.자동보정.자동보정선행개발팀" userId="cc0fc4dc-177a-4640-8408-e6637d07b47f" providerId="ADAL" clId="{33215637-6E6A-4D31-8A40-16F66F4E7409}" dt="2025-11-19T00:42:17.439" v="11" actId="20577"/>
          <ac:graphicFrameMkLst>
            <pc:docMk/>
            <pc:sldMk cId="625010072" sldId="267"/>
            <ac:graphicFrameMk id="3" creationId="{3E86696F-E35A-4B06-9B46-63A4A6A986C1}"/>
          </ac:graphicFrameMkLst>
        </pc:graphicFrameChg>
        <pc:graphicFrameChg chg="mod modGraphic">
          <ac:chgData name="염지혜(JIHYE YEOM)[jhyeom7]/선임/제조DX.자동보정.자동보정선행개발팀" userId="cc0fc4dc-177a-4640-8408-e6637d07b47f" providerId="ADAL" clId="{33215637-6E6A-4D31-8A40-16F66F4E7409}" dt="2025-11-19T00:42:38.961" v="76" actId="207"/>
          <ac:graphicFrameMkLst>
            <pc:docMk/>
            <pc:sldMk cId="625010072" sldId="267"/>
            <ac:graphicFrameMk id="18" creationId="{4BA4557C-646C-4589-AAD3-2CDCBCEA5E39}"/>
          </ac:graphicFrameMkLst>
        </pc:graphicFrameChg>
      </pc:sldChg>
      <pc:sldChg chg="modSp mod">
        <pc:chgData name="염지혜(JIHYE YEOM)[jhyeom7]/선임/제조DX.자동보정.자동보정선행개발팀" userId="cc0fc4dc-177a-4640-8408-e6637d07b47f" providerId="ADAL" clId="{33215637-6E6A-4D31-8A40-16F66F4E7409}" dt="2025-11-19T00:43:43.125" v="293" actId="20577"/>
        <pc:sldMkLst>
          <pc:docMk/>
          <pc:sldMk cId="3159414920" sldId="2147483590"/>
        </pc:sldMkLst>
        <pc:spChg chg="mod">
          <ac:chgData name="염지혜(JIHYE YEOM)[jhyeom7]/선임/제조DX.자동보정.자동보정선행개발팀" userId="cc0fc4dc-177a-4640-8408-e6637d07b47f" providerId="ADAL" clId="{33215637-6E6A-4D31-8A40-16F66F4E7409}" dt="2025-11-19T00:38:24.518" v="1" actId="20577"/>
          <ac:spMkLst>
            <pc:docMk/>
            <pc:sldMk cId="3159414920" sldId="2147483590"/>
            <ac:spMk id="19" creationId="{60528C01-D584-4123-83FB-43C0A95AE421}"/>
          </ac:spMkLst>
        </pc:spChg>
        <pc:graphicFrameChg chg="modGraphic">
          <ac:chgData name="염지혜(JIHYE YEOM)[jhyeom7]/선임/제조DX.자동보정.자동보정선행개발팀" userId="cc0fc4dc-177a-4640-8408-e6637d07b47f" providerId="ADAL" clId="{33215637-6E6A-4D31-8A40-16F66F4E7409}" dt="2025-11-19T00:41:48.062" v="5" actId="20577"/>
          <ac:graphicFrameMkLst>
            <pc:docMk/>
            <pc:sldMk cId="3159414920" sldId="2147483590"/>
            <ac:graphicFrameMk id="3" creationId="{3E86696F-E35A-4B06-9B46-63A4A6A986C1}"/>
          </ac:graphicFrameMkLst>
        </pc:graphicFrameChg>
        <pc:graphicFrameChg chg="mod modGraphic">
          <ac:chgData name="염지혜(JIHYE YEOM)[jhyeom7]/선임/제조DX.자동보정.자동보정선행개발팀" userId="cc0fc4dc-177a-4640-8408-e6637d07b47f" providerId="ADAL" clId="{33215637-6E6A-4D31-8A40-16F66F4E7409}" dt="2025-11-19T00:43:43.125" v="293" actId="20577"/>
          <ac:graphicFrameMkLst>
            <pc:docMk/>
            <pc:sldMk cId="3159414920" sldId="2147483590"/>
            <ac:graphicFrameMk id="18" creationId="{4BA4557C-646C-4589-AAD3-2CDCBCEA5E39}"/>
          </ac:graphicFrameMkLst>
        </pc:graphicFrameChg>
      </pc:sldChg>
    </pc:docChg>
  </pc:docChgLst>
  <pc:docChgLst>
    <pc:chgData name="박연탁(YEONTARK PARK)[parkyt]/책임/제조DX.자동보정.자동보정선행개발팀" userId="S::parkyt@lgensol.com::ed32861b-bebc-4d6e-be9d-42a82b4a008b" providerId="AD" clId="Web-{72650734-6C86-3049-E691-D66D09DD5BF2}"/>
    <pc:docChg chg="modSld">
      <pc:chgData name="박연탁(YEONTARK PARK)[parkyt]/책임/제조DX.자동보정.자동보정선행개발팀" userId="S::parkyt@lgensol.com::ed32861b-bebc-4d6e-be9d-42a82b4a008b" providerId="AD" clId="Web-{72650734-6C86-3049-E691-D66D09DD5BF2}" dt="2025-12-10T12:27:56.281" v="1"/>
      <pc:docMkLst>
        <pc:docMk/>
      </pc:docMkLst>
    </pc:docChg>
  </pc:docChgLst>
  <pc:docChgLst>
    <pc:chgData name="백승민(SEUNGMIN PAIK)[smpaik]/사원/제조DX.자동보정.RSND자동보정팀" userId="S::smpaik@lgensol.com::7c886758-2f96-4461-bc5a-14fabaf6b696" providerId="AD" clId="Web-{08AD9E8A-83A5-CC8F-D556-B8A036AA2F2E}"/>
    <pc:docChg chg="modSld">
      <pc:chgData name="백승민(SEUNGMIN PAIK)[smpaik]/사원/제조DX.자동보정.RSND자동보정팀" userId="S::smpaik@lgensol.com::7c886758-2f96-4461-bc5a-14fabaf6b696" providerId="AD" clId="Web-{08AD9E8A-83A5-CC8F-D556-B8A036AA2F2E}" dt="2025-12-09T04:10:21.337" v="286" actId="20577"/>
      <pc:docMkLst>
        <pc:docMk/>
      </pc:docMkLst>
      <pc:sldChg chg="modSp">
        <pc:chgData name="백승민(SEUNGMIN PAIK)[smpaik]/사원/제조DX.자동보정.RSND자동보정팀" userId="S::smpaik@lgensol.com::7c886758-2f96-4461-bc5a-14fabaf6b696" providerId="AD" clId="Web-{08AD9E8A-83A5-CC8F-D556-B8A036AA2F2E}" dt="2025-12-09T04:10:21.337" v="286" actId="20577"/>
        <pc:sldMkLst>
          <pc:docMk/>
          <pc:sldMk cId="912516758" sldId="270"/>
        </pc:sldMkLst>
        <pc:spChg chg="mod">
          <ac:chgData name="백승민(SEUNGMIN PAIK)[smpaik]/사원/제조DX.자동보정.RSND자동보정팀" userId="S::smpaik@lgensol.com::7c886758-2f96-4461-bc5a-14fabaf6b696" providerId="AD" clId="Web-{08AD9E8A-83A5-CC8F-D556-B8A036AA2F2E}" dt="2025-12-09T04:10:21.337" v="286" actId="20577"/>
          <ac:spMkLst>
            <pc:docMk/>
            <pc:sldMk cId="912516758" sldId="270"/>
            <ac:spMk id="12" creationId="{DDE3AB36-1174-4356-24FA-101E4E598C36}"/>
          </ac:spMkLst>
        </pc:spChg>
        <pc:graphicFrameChg chg="mod modGraphic">
          <ac:chgData name="백승민(SEUNGMIN PAIK)[smpaik]/사원/제조DX.자동보정.RSND자동보정팀" userId="S::smpaik@lgensol.com::7c886758-2f96-4461-bc5a-14fabaf6b696" providerId="AD" clId="Web-{08AD9E8A-83A5-CC8F-D556-B8A036AA2F2E}" dt="2025-12-09T04:09:58.381" v="270"/>
          <ac:graphicFrameMkLst>
            <pc:docMk/>
            <pc:sldMk cId="912516758" sldId="270"/>
            <ac:graphicFrameMk id="10" creationId="{480421C8-E427-CECF-A675-6665D99969B0}"/>
          </ac:graphicFrameMkLst>
        </pc:graphicFrameChg>
      </pc:sldChg>
      <pc:sldChg chg="modSp">
        <pc:chgData name="백승민(SEUNGMIN PAIK)[smpaik]/사원/제조DX.자동보정.RSND자동보정팀" userId="S::smpaik@lgensol.com::7c886758-2f96-4461-bc5a-14fabaf6b696" providerId="AD" clId="Web-{08AD9E8A-83A5-CC8F-D556-B8A036AA2F2E}" dt="2025-12-09T04:05:01.613" v="42"/>
        <pc:sldMkLst>
          <pc:docMk/>
          <pc:sldMk cId="805204089" sldId="299"/>
        </pc:sldMkLst>
        <pc:graphicFrameChg chg="mod modGraphic">
          <ac:chgData name="백승민(SEUNGMIN PAIK)[smpaik]/사원/제조DX.자동보정.RSND자동보정팀" userId="S::smpaik@lgensol.com::7c886758-2f96-4461-bc5a-14fabaf6b696" providerId="AD" clId="Web-{08AD9E8A-83A5-CC8F-D556-B8A036AA2F2E}" dt="2025-12-09T04:05:01.613" v="42"/>
          <ac:graphicFrameMkLst>
            <pc:docMk/>
            <pc:sldMk cId="805204089" sldId="299"/>
            <ac:graphicFrameMk id="32" creationId="{C75B2E3A-6367-47F5-9C2E-36D1B1E1DCAE}"/>
          </ac:graphicFrameMkLst>
        </pc:graphicFrameChg>
      </pc:sldChg>
      <pc:sldChg chg="modSp">
        <pc:chgData name="백승민(SEUNGMIN PAIK)[smpaik]/사원/제조DX.자동보정.RSND자동보정팀" userId="S::smpaik@lgensol.com::7c886758-2f96-4461-bc5a-14fabaf6b696" providerId="AD" clId="Web-{08AD9E8A-83A5-CC8F-D556-B8A036AA2F2E}" dt="2025-12-09T04:09:23.594" v="268"/>
        <pc:sldMkLst>
          <pc:docMk/>
          <pc:sldMk cId="3227093882" sldId="300"/>
        </pc:sldMkLst>
        <pc:graphicFrameChg chg="mod modGraphic">
          <ac:chgData name="백승민(SEUNGMIN PAIK)[smpaik]/사원/제조DX.자동보정.RSND자동보정팀" userId="S::smpaik@lgensol.com::7c886758-2f96-4461-bc5a-14fabaf6b696" providerId="AD" clId="Web-{08AD9E8A-83A5-CC8F-D556-B8A036AA2F2E}" dt="2025-12-09T04:09:23.594" v="268"/>
          <ac:graphicFrameMkLst>
            <pc:docMk/>
            <pc:sldMk cId="3227093882" sldId="300"/>
            <ac:graphicFrameMk id="32" creationId="{C75B2E3A-6367-47F5-9C2E-36D1B1E1DCAE}"/>
          </ac:graphicFrameMkLst>
        </pc:graphicFrameChg>
      </pc:sldChg>
      <pc:sldChg chg="modSp">
        <pc:chgData name="백승민(SEUNGMIN PAIK)[smpaik]/사원/제조DX.자동보정.RSND자동보정팀" userId="S::smpaik@lgensol.com::7c886758-2f96-4461-bc5a-14fabaf6b696" providerId="AD" clId="Web-{08AD9E8A-83A5-CC8F-D556-B8A036AA2F2E}" dt="2025-12-09T04:03:13.657" v="22" actId="20577"/>
        <pc:sldMkLst>
          <pc:docMk/>
          <pc:sldMk cId="3866888399" sldId="2147481941"/>
        </pc:sldMkLst>
        <pc:spChg chg="mod">
          <ac:chgData name="백승민(SEUNGMIN PAIK)[smpaik]/사원/제조DX.자동보정.RSND자동보정팀" userId="S::smpaik@lgensol.com::7c886758-2f96-4461-bc5a-14fabaf6b696" providerId="AD" clId="Web-{08AD9E8A-83A5-CC8F-D556-B8A036AA2F2E}" dt="2025-12-09T04:03:13.657" v="22" actId="20577"/>
          <ac:spMkLst>
            <pc:docMk/>
            <pc:sldMk cId="3866888399" sldId="2147481941"/>
            <ac:spMk id="11" creationId="{18D58147-C796-4AE1-879D-22F55FC5C84F}"/>
          </ac:spMkLst>
        </pc:spChg>
        <pc:graphicFrameChg chg="mod modGraphic">
          <ac:chgData name="백승민(SEUNGMIN PAIK)[smpaik]/사원/제조DX.자동보정.RSND자동보정팀" userId="S::smpaik@lgensol.com::7c886758-2f96-4461-bc5a-14fabaf6b696" providerId="AD" clId="Web-{08AD9E8A-83A5-CC8F-D556-B8A036AA2F2E}" dt="2025-12-09T04:03:07.172" v="20"/>
          <ac:graphicFrameMkLst>
            <pc:docMk/>
            <pc:sldMk cId="3866888399" sldId="2147481941"/>
            <ac:graphicFrameMk id="10" creationId="{598D13AD-B139-4710-A651-D91F86EA2D2E}"/>
          </ac:graphicFrameMkLst>
        </pc:graphicFrameChg>
      </pc:sldChg>
      <pc:sldChg chg="modSp">
        <pc:chgData name="백승민(SEUNGMIN PAIK)[smpaik]/사원/제조DX.자동보정.RSND자동보정팀" userId="S::smpaik@lgensol.com::7c886758-2f96-4461-bc5a-14fabaf6b696" providerId="AD" clId="Web-{08AD9E8A-83A5-CC8F-D556-B8A036AA2F2E}" dt="2025-12-09T04:04:32.628" v="40" actId="20577"/>
        <pc:sldMkLst>
          <pc:docMk/>
          <pc:sldMk cId="1568104921" sldId="2147483634"/>
        </pc:sldMkLst>
        <pc:spChg chg="mod">
          <ac:chgData name="백승민(SEUNGMIN PAIK)[smpaik]/사원/제조DX.자동보정.RSND자동보정팀" userId="S::smpaik@lgensol.com::7c886758-2f96-4461-bc5a-14fabaf6b696" providerId="AD" clId="Web-{08AD9E8A-83A5-CC8F-D556-B8A036AA2F2E}" dt="2025-12-09T04:04:32.628" v="40" actId="20577"/>
          <ac:spMkLst>
            <pc:docMk/>
            <pc:sldMk cId="1568104921" sldId="2147483634"/>
            <ac:spMk id="5" creationId="{058D9290-B6FE-4188-A628-169045B30DE8}"/>
          </ac:spMkLst>
        </pc:spChg>
        <pc:graphicFrameChg chg="mod modGraphic">
          <ac:chgData name="백승민(SEUNGMIN PAIK)[smpaik]/사원/제조DX.자동보정.RSND자동보정팀" userId="S::smpaik@lgensol.com::7c886758-2f96-4461-bc5a-14fabaf6b696" providerId="AD" clId="Web-{08AD9E8A-83A5-CC8F-D556-B8A036AA2F2E}" dt="2025-12-09T04:04:15.753" v="34"/>
          <ac:graphicFrameMkLst>
            <pc:docMk/>
            <pc:sldMk cId="1568104921" sldId="2147483634"/>
            <ac:graphicFrameMk id="2" creationId="{14126919-6681-402B-B8DC-D9D2730CDB15}"/>
          </ac:graphicFrameMkLst>
        </pc:graphicFrameChg>
      </pc:sldChg>
    </pc:docChg>
  </pc:docChgLst>
  <pc:docChgLst>
    <pc:chgData name="강호종(HOJONG KANG)[hojong.kang]/책임/제조DX.자동보정.MC자동보정팀" userId="bc22bbe6-6c82-4228-8cf3-ea75f80faae5" providerId="ADAL" clId="{D266F1DC-297F-4C81-B573-641E89A0A904}"/>
    <pc:docChg chg="custSel modSld">
      <pc:chgData name="강호종(HOJONG KANG)[hojong.kang]/책임/제조DX.자동보정.MC자동보정팀" userId="bc22bbe6-6c82-4228-8cf3-ea75f80faae5" providerId="ADAL" clId="{D266F1DC-297F-4C81-B573-641E89A0A904}" dt="2025-12-03T04:38:49.429" v="208" actId="20577"/>
      <pc:docMkLst>
        <pc:docMk/>
      </pc:docMkLst>
      <pc:sldChg chg="modSp mod">
        <pc:chgData name="강호종(HOJONG KANG)[hojong.kang]/책임/제조DX.자동보정.MC자동보정팀" userId="bc22bbe6-6c82-4228-8cf3-ea75f80faae5" providerId="ADAL" clId="{D266F1DC-297F-4C81-B573-641E89A0A904}" dt="2025-12-03T04:38:14.322" v="199" actId="20577"/>
        <pc:sldMkLst>
          <pc:docMk/>
          <pc:sldMk cId="1850138686" sldId="293"/>
        </pc:sldMkLst>
        <pc:spChg chg="mod">
          <ac:chgData name="강호종(HOJONG KANG)[hojong.kang]/책임/제조DX.자동보정.MC자동보정팀" userId="bc22bbe6-6c82-4228-8cf3-ea75f80faae5" providerId="ADAL" clId="{D266F1DC-297F-4C81-B573-641E89A0A904}" dt="2025-12-03T01:19:37.210" v="142" actId="20577"/>
          <ac:spMkLst>
            <pc:docMk/>
            <pc:sldMk cId="1850138686" sldId="293"/>
            <ac:spMk id="11" creationId="{8E301477-ABAE-CFF9-133C-51FA55CFD032}"/>
          </ac:spMkLst>
        </pc:spChg>
        <pc:graphicFrameChg chg="mod modGraphic">
          <ac:chgData name="강호종(HOJONG KANG)[hojong.kang]/책임/제조DX.자동보정.MC자동보정팀" userId="bc22bbe6-6c82-4228-8cf3-ea75f80faae5" providerId="ADAL" clId="{D266F1DC-297F-4C81-B573-641E89A0A904}" dt="2025-12-03T04:38:14.322" v="199" actId="20577"/>
          <ac:graphicFrameMkLst>
            <pc:docMk/>
            <pc:sldMk cId="1850138686" sldId="293"/>
            <ac:graphicFrameMk id="13" creationId="{E5B29A97-F916-9601-F2AB-B7A9070B6CA9}"/>
          </ac:graphicFrameMkLst>
        </pc:graphicFrameChg>
      </pc:sldChg>
      <pc:sldChg chg="modSp mod">
        <pc:chgData name="강호종(HOJONG KANG)[hojong.kang]/책임/제조DX.자동보정.MC자동보정팀" userId="bc22bbe6-6c82-4228-8cf3-ea75f80faae5" providerId="ADAL" clId="{D266F1DC-297F-4C81-B573-641E89A0A904}" dt="2025-12-03T04:38:49.429" v="208" actId="20577"/>
        <pc:sldMkLst>
          <pc:docMk/>
          <pc:sldMk cId="3761653059" sldId="2147483638"/>
        </pc:sldMkLst>
        <pc:spChg chg="mod">
          <ac:chgData name="강호종(HOJONG KANG)[hojong.kang]/책임/제조DX.자동보정.MC자동보정팀" userId="bc22bbe6-6c82-4228-8cf3-ea75f80faae5" providerId="ADAL" clId="{D266F1DC-297F-4C81-B573-641E89A0A904}" dt="2025-12-03T04:38:49.429" v="208" actId="20577"/>
          <ac:spMkLst>
            <pc:docMk/>
            <pc:sldMk cId="3761653059" sldId="2147483638"/>
            <ac:spMk id="28" creationId="{564B3419-9323-12DE-9223-F5F9F478B06A}"/>
          </ac:spMkLst>
        </pc:spChg>
      </pc:sldChg>
    </pc:docChg>
  </pc:docChgLst>
  <pc:docChgLst>
    <pc:chgData name="나영준(YOUNGJUN NA)[youngjun_na]/책임/제조DX.자동보정.MC자동보정팀" userId="S::youngjun_na@lgensol.com::0c590520-1e60-4e57-b0d6-012f89cef193" providerId="AD" clId="Web-{1CAAD843-3DB3-8849-D201-6579270075D3}"/>
    <pc:docChg chg="modSld">
      <pc:chgData name="나영준(YOUNGJUN NA)[youngjun_na]/책임/제조DX.자동보정.MC자동보정팀" userId="S::youngjun_na@lgensol.com::0c590520-1e60-4e57-b0d6-012f89cef193" providerId="AD" clId="Web-{1CAAD843-3DB3-8849-D201-6579270075D3}" dt="2025-11-19T02:30:40.880" v="695"/>
      <pc:docMkLst>
        <pc:docMk/>
      </pc:docMkLst>
    </pc:docChg>
  </pc:docChgLst>
  <pc:docChgLst>
    <pc:chgData name="김형준(HYUNGJUN KIM)[hkim810]/책임/제조DX.자동보정.MC자동보정팀" userId="S::hkim810@lgensol.com::76eaafad-027b-42f8-8d92-ede6d1a17ed2" providerId="AD" clId="Web-{E42D5CB9-CE65-2931-8F0F-9600C91E7906}"/>
    <pc:docChg chg="modSld">
      <pc:chgData name="김형준(HYUNGJUN KIM)[hkim810]/책임/제조DX.자동보정.MC자동보정팀" userId="S::hkim810@lgensol.com::76eaafad-027b-42f8-8d92-ede6d1a17ed2" providerId="AD" clId="Web-{E42D5CB9-CE65-2931-8F0F-9600C91E7906}" dt="2025-12-16T19:53:12.850" v="7" actId="20577"/>
      <pc:docMkLst>
        <pc:docMk/>
      </pc:docMkLst>
      <pc:sldChg chg="modSp">
        <pc:chgData name="김형준(HYUNGJUN KIM)[hkim810]/책임/제조DX.자동보정.MC자동보정팀" userId="S::hkim810@lgensol.com::76eaafad-027b-42f8-8d92-ede6d1a17ed2" providerId="AD" clId="Web-{E42D5CB9-CE65-2931-8F0F-9600C91E7906}" dt="2025-12-16T19:53:12.850" v="7" actId="20577"/>
        <pc:sldMkLst>
          <pc:docMk/>
          <pc:sldMk cId="3308190164" sldId="2147482025"/>
        </pc:sldMkLst>
        <pc:spChg chg="mod">
          <ac:chgData name="김형준(HYUNGJUN KIM)[hkim810]/책임/제조DX.자동보정.MC자동보정팀" userId="S::hkim810@lgensol.com::76eaafad-027b-42f8-8d92-ede6d1a17ed2" providerId="AD" clId="Web-{E42D5CB9-CE65-2931-8F0F-9600C91E7906}" dt="2025-12-16T19:53:12.850" v="7" actId="20577"/>
          <ac:spMkLst>
            <pc:docMk/>
            <pc:sldMk cId="3308190164" sldId="2147482025"/>
            <ac:spMk id="9" creationId="{B5840AC6-D288-4190-89A9-88F0476A4F12}"/>
          </ac:spMkLst>
        </pc:spChg>
      </pc:sldChg>
    </pc:docChg>
  </pc:docChgLst>
  <pc:docChgLst>
    <pc:chgData name="김형준(HYUNGJUN KIM)[hkim810]/책임/제조DX.자동보정.MC자동보정팀" userId="76eaafad-027b-42f8-8d92-ede6d1a17ed2" providerId="ADAL" clId="{50D74BD4-5D56-45C5-8E5D-95CB291FD871}"/>
    <pc:docChg chg="undo custSel modSld">
      <pc:chgData name="김형준(HYUNGJUN KIM)[hkim810]/책임/제조DX.자동보정.MC자동보정팀" userId="76eaafad-027b-42f8-8d92-ede6d1a17ed2" providerId="ADAL" clId="{50D74BD4-5D56-45C5-8E5D-95CB291FD871}" dt="2025-11-26T05:13:52.227" v="1347"/>
      <pc:docMkLst>
        <pc:docMk/>
      </pc:docMkLst>
      <pc:sldChg chg="modSp mod">
        <pc:chgData name="김형준(HYUNGJUN KIM)[hkim810]/책임/제조DX.자동보정.MC자동보정팀" userId="76eaafad-027b-42f8-8d92-ede6d1a17ed2" providerId="ADAL" clId="{50D74BD4-5D56-45C5-8E5D-95CB291FD871}" dt="2025-11-26T05:13:52.227" v="1347"/>
        <pc:sldMkLst>
          <pc:docMk/>
          <pc:sldMk cId="528501483" sldId="264"/>
        </pc:sldMkLst>
        <pc:spChg chg="mod">
          <ac:chgData name="김형준(HYUNGJUN KIM)[hkim810]/책임/제조DX.자동보정.MC자동보정팀" userId="76eaafad-027b-42f8-8d92-ede6d1a17ed2" providerId="ADAL" clId="{50D74BD4-5D56-45C5-8E5D-95CB291FD871}" dt="2025-11-26T04:41:13.545" v="940" actId="1035"/>
          <ac:spMkLst>
            <pc:docMk/>
            <pc:sldMk cId="528501483" sldId="264"/>
            <ac:spMk id="2" creationId="{E8F06963-68B2-D37B-EC7B-3994ACC6BD2A}"/>
          </ac:spMkLst>
        </pc:spChg>
        <pc:spChg chg="mod">
          <ac:chgData name="김형준(HYUNGJUN KIM)[hkim810]/책임/제조DX.자동보정.MC자동보정팀" userId="76eaafad-027b-42f8-8d92-ede6d1a17ed2" providerId="ADAL" clId="{50D74BD4-5D56-45C5-8E5D-95CB291FD871}" dt="2025-11-26T04:44:03.288" v="1063" actId="1035"/>
          <ac:spMkLst>
            <pc:docMk/>
            <pc:sldMk cId="528501483" sldId="264"/>
            <ac:spMk id="8" creationId="{9A1AFDD3-0124-4AF4-173A-8D36DE226272}"/>
          </ac:spMkLst>
        </pc:spChg>
        <pc:spChg chg="mod">
          <ac:chgData name="김형준(HYUNGJUN KIM)[hkim810]/책임/제조DX.자동보정.MC자동보정팀" userId="76eaafad-027b-42f8-8d92-ede6d1a17ed2" providerId="ADAL" clId="{50D74BD4-5D56-45C5-8E5D-95CB291FD871}" dt="2025-11-26T05:13:52.227" v="1347"/>
          <ac:spMkLst>
            <pc:docMk/>
            <pc:sldMk cId="528501483" sldId="264"/>
            <ac:spMk id="10" creationId="{622256A6-C7CD-F573-B117-F304392ACE9E}"/>
          </ac:spMkLst>
        </pc:spChg>
        <pc:spChg chg="mod">
          <ac:chgData name="김형준(HYUNGJUN KIM)[hkim810]/책임/제조DX.자동보정.MC자동보정팀" userId="76eaafad-027b-42f8-8d92-ede6d1a17ed2" providerId="ADAL" clId="{50D74BD4-5D56-45C5-8E5D-95CB291FD871}" dt="2025-11-26T04:41:13.545" v="940" actId="1035"/>
          <ac:spMkLst>
            <pc:docMk/>
            <pc:sldMk cId="528501483" sldId="264"/>
            <ac:spMk id="12" creationId="{6F1B67F7-3FCA-8C3B-A398-028735996A77}"/>
          </ac:spMkLst>
        </pc:spChg>
        <pc:spChg chg="mod">
          <ac:chgData name="김형준(HYUNGJUN KIM)[hkim810]/책임/제조DX.자동보정.MC자동보정팀" userId="76eaafad-027b-42f8-8d92-ede6d1a17ed2" providerId="ADAL" clId="{50D74BD4-5D56-45C5-8E5D-95CB291FD871}" dt="2025-11-26T04:46:13.470" v="1124" actId="20577"/>
          <ac:spMkLst>
            <pc:docMk/>
            <pc:sldMk cId="528501483" sldId="264"/>
            <ac:spMk id="15" creationId="{E0E42231-D299-2E3B-F2DE-55FFD43F80C3}"/>
          </ac:spMkLst>
        </pc:spChg>
        <pc:graphicFrameChg chg="mod modGraphic">
          <ac:chgData name="김형준(HYUNGJUN KIM)[hkim810]/책임/제조DX.자동보정.MC자동보정팀" userId="76eaafad-027b-42f8-8d92-ede6d1a17ed2" providerId="ADAL" clId="{50D74BD4-5D56-45C5-8E5D-95CB291FD871}" dt="2025-11-26T04:41:06" v="922" actId="14100"/>
          <ac:graphicFrameMkLst>
            <pc:docMk/>
            <pc:sldMk cId="528501483" sldId="264"/>
            <ac:graphicFrameMk id="3" creationId="{860E7189-B0CA-D078-C309-42442B78B578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50D74BD4-5D56-45C5-8E5D-95CB291FD871}" dt="2025-11-26T05:04:52.567" v="1159" actId="6549"/>
        <pc:sldMkLst>
          <pc:docMk/>
          <pc:sldMk cId="2852005536" sldId="288"/>
        </pc:sldMkLst>
        <pc:spChg chg="mod">
          <ac:chgData name="김형준(HYUNGJUN KIM)[hkim810]/책임/제조DX.자동보정.MC자동보정팀" userId="76eaafad-027b-42f8-8d92-ede6d1a17ed2" providerId="ADAL" clId="{50D74BD4-5D56-45C5-8E5D-95CB291FD871}" dt="2025-11-26T05:04:01.681" v="1137" actId="20577"/>
          <ac:spMkLst>
            <pc:docMk/>
            <pc:sldMk cId="2852005536" sldId="288"/>
            <ac:spMk id="7" creationId="{B6C8A63D-202F-740A-3CCC-6B105B14BB0F}"/>
          </ac:spMkLst>
        </pc:spChg>
        <pc:graphicFrameChg chg="modGraphic">
          <ac:chgData name="김형준(HYUNGJUN KIM)[hkim810]/책임/제조DX.자동보정.MC자동보정팀" userId="76eaafad-027b-42f8-8d92-ede6d1a17ed2" providerId="ADAL" clId="{50D74BD4-5D56-45C5-8E5D-95CB291FD871}" dt="2025-11-26T04:53:21.942" v="1128" actId="20577"/>
          <ac:graphicFrameMkLst>
            <pc:docMk/>
            <pc:sldMk cId="2852005536" sldId="288"/>
            <ac:graphicFrameMk id="3" creationId="{3E86696F-E35A-4B06-9B46-63A4A6A986C1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50D74BD4-5D56-45C5-8E5D-95CB291FD871}" dt="2025-11-26T05:04:52.567" v="1159" actId="6549"/>
          <ac:graphicFrameMkLst>
            <pc:docMk/>
            <pc:sldMk cId="2852005536" sldId="288"/>
            <ac:graphicFrameMk id="14" creationId="{F7BF916D-8A9E-4800-92E6-357BE08183D6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50D74BD4-5D56-45C5-8E5D-95CB291FD871}" dt="2025-11-26T05:04:18.410" v="1141" actId="20577"/>
        <pc:sldMkLst>
          <pc:docMk/>
          <pc:sldMk cId="3308190164" sldId="2147482025"/>
        </pc:sldMkLst>
        <pc:spChg chg="mod">
          <ac:chgData name="김형준(HYUNGJUN KIM)[hkim810]/책임/제조DX.자동보정.MC자동보정팀" userId="76eaafad-027b-42f8-8d92-ede6d1a17ed2" providerId="ADAL" clId="{50D74BD4-5D56-45C5-8E5D-95CB291FD871}" dt="2025-11-26T04:52:46.694" v="1126" actId="20577"/>
          <ac:spMkLst>
            <pc:docMk/>
            <pc:sldMk cId="3308190164" sldId="2147482025"/>
            <ac:spMk id="9" creationId="{B5840AC6-D288-4190-89A9-88F0476A4F12}"/>
          </ac:spMkLst>
        </pc:spChg>
        <pc:graphicFrameChg chg="modGraphic">
          <ac:chgData name="김형준(HYUNGJUN KIM)[hkim810]/책임/제조DX.자동보정.MC자동보정팀" userId="76eaafad-027b-42f8-8d92-ede6d1a17ed2" providerId="ADAL" clId="{50D74BD4-5D56-45C5-8E5D-95CB291FD871}" dt="2025-11-26T04:53:48.807" v="1133" actId="20577"/>
          <ac:graphicFrameMkLst>
            <pc:docMk/>
            <pc:sldMk cId="3308190164" sldId="2147482025"/>
            <ac:graphicFrameMk id="3" creationId="{3E86696F-E35A-4B06-9B46-63A4A6A986C1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50D74BD4-5D56-45C5-8E5D-95CB291FD871}" dt="2025-11-26T05:04:18.410" v="1141" actId="20577"/>
          <ac:graphicFrameMkLst>
            <pc:docMk/>
            <pc:sldMk cId="3308190164" sldId="2147482025"/>
            <ac:graphicFrameMk id="14" creationId="{F7BF916D-8A9E-4800-92E6-357BE08183D6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50D74BD4-5D56-45C5-8E5D-95CB291FD871}" dt="2025-11-26T05:06:53.602" v="1238" actId="20577"/>
        <pc:sldMkLst>
          <pc:docMk/>
          <pc:sldMk cId="2498954843" sldId="2147482027"/>
        </pc:sldMkLst>
        <pc:spChg chg="mod">
          <ac:chgData name="김형준(HYUNGJUN KIM)[hkim810]/책임/제조DX.자동보정.MC자동보정팀" userId="76eaafad-027b-42f8-8d92-ede6d1a17ed2" providerId="ADAL" clId="{50D74BD4-5D56-45C5-8E5D-95CB291FD871}" dt="2025-11-26T05:06:53.602" v="1238" actId="20577"/>
          <ac:spMkLst>
            <pc:docMk/>
            <pc:sldMk cId="2498954843" sldId="2147482027"/>
            <ac:spMk id="92" creationId="{13CDFC16-554A-49B6-A4D8-2A9DFE65EFC7}"/>
          </ac:spMkLst>
        </pc:spChg>
        <pc:graphicFrameChg chg="modGraphic">
          <ac:chgData name="김형준(HYUNGJUN KIM)[hkim810]/책임/제조DX.자동보정.MC자동보정팀" userId="76eaafad-027b-42f8-8d92-ede6d1a17ed2" providerId="ADAL" clId="{50D74BD4-5D56-45C5-8E5D-95CB291FD871}" dt="2025-11-26T05:06:16.473" v="1226" actId="20577"/>
          <ac:graphicFrameMkLst>
            <pc:docMk/>
            <pc:sldMk cId="2498954843" sldId="2147482027"/>
            <ac:graphicFrameMk id="63" creationId="{70AA915B-889A-4A75-A7AD-D2F8B7F2A37E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50D74BD4-5D56-45C5-8E5D-95CB291FD871}" dt="2025-11-26T05:06:24.183" v="1230" actId="113"/>
          <ac:graphicFrameMkLst>
            <pc:docMk/>
            <pc:sldMk cId="2498954843" sldId="2147482027"/>
            <ac:graphicFrameMk id="65" creationId="{91A76A10-8A60-4643-B690-6F503385D026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50D74BD4-5D56-45C5-8E5D-95CB291FD871}" dt="2025-11-26T05:06:47.552" v="1236" actId="20577"/>
        <pc:sldMkLst>
          <pc:docMk/>
          <pc:sldMk cId="2889583951" sldId="2147482028"/>
        </pc:sldMkLst>
        <pc:spChg chg="mod">
          <ac:chgData name="김형준(HYUNGJUN KIM)[hkim810]/책임/제조DX.자동보정.MC자동보정팀" userId="76eaafad-027b-42f8-8d92-ede6d1a17ed2" providerId="ADAL" clId="{50D74BD4-5D56-45C5-8E5D-95CB291FD871}" dt="2025-11-26T05:06:47.552" v="1236" actId="20577"/>
          <ac:spMkLst>
            <pc:docMk/>
            <pc:sldMk cId="2889583951" sldId="2147482028"/>
            <ac:spMk id="19" creationId="{A1BE8DD3-E58F-491D-859F-D6362136CD78}"/>
          </ac:spMkLst>
        </pc:spChg>
        <pc:graphicFrameChg chg="modGraphic">
          <ac:chgData name="김형준(HYUNGJUN KIM)[hkim810]/책임/제조DX.자동보정.MC자동보정팀" userId="76eaafad-027b-42f8-8d92-ede6d1a17ed2" providerId="ADAL" clId="{50D74BD4-5D56-45C5-8E5D-95CB291FD871}" dt="2025-11-26T05:06:42.799" v="1234" actId="20577"/>
          <ac:graphicFrameMkLst>
            <pc:docMk/>
            <pc:sldMk cId="2889583951" sldId="2147482028"/>
            <ac:graphicFrameMk id="9" creationId="{46C0305A-7583-4C36-B6FB-7599E8598DC9}"/>
          </ac:graphicFrameMkLst>
        </pc:graphicFrameChg>
        <pc:graphicFrameChg chg="mod modGraphic">
          <ac:chgData name="김형준(HYUNGJUN KIM)[hkim810]/책임/제조DX.자동보정.MC자동보정팀" userId="76eaafad-027b-42f8-8d92-ede6d1a17ed2" providerId="ADAL" clId="{50D74BD4-5D56-45C5-8E5D-95CB291FD871}" dt="2025-11-26T05:06:38.683" v="1233" actId="20577"/>
          <ac:graphicFrameMkLst>
            <pc:docMk/>
            <pc:sldMk cId="2889583951" sldId="2147482028"/>
            <ac:graphicFrameMk id="13" creationId="{464CFD32-F0C1-4BC8-83E7-D88F486D8DB2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50D74BD4-5D56-45C5-8E5D-95CB291FD871}" dt="2025-11-26T04:45:54.387" v="1123" actId="6549"/>
        <pc:sldMkLst>
          <pc:docMk/>
          <pc:sldMk cId="3761653059" sldId="2147483638"/>
        </pc:sldMkLst>
        <pc:spChg chg="mod">
          <ac:chgData name="김형준(HYUNGJUN KIM)[hkim810]/책임/제조DX.자동보정.MC자동보정팀" userId="76eaafad-027b-42f8-8d92-ede6d1a17ed2" providerId="ADAL" clId="{50D74BD4-5D56-45C5-8E5D-95CB291FD871}" dt="2025-11-26T04:45:54.387" v="1123" actId="6549"/>
          <ac:spMkLst>
            <pc:docMk/>
            <pc:sldMk cId="3761653059" sldId="2147483638"/>
            <ac:spMk id="11" creationId="{4873BAB2-CAE4-46B9-DA6D-9ED57EE24099}"/>
          </ac:spMkLst>
        </pc:spChg>
        <pc:spChg chg="mod">
          <ac:chgData name="김형준(HYUNGJUN KIM)[hkim810]/책임/제조DX.자동보정.MC자동보정팀" userId="76eaafad-027b-42f8-8d92-ede6d1a17ed2" providerId="ADAL" clId="{50D74BD4-5D56-45C5-8E5D-95CB291FD871}" dt="2025-11-26T04:45:09.932" v="1092" actId="1036"/>
          <ac:spMkLst>
            <pc:docMk/>
            <pc:sldMk cId="3761653059" sldId="2147483638"/>
            <ac:spMk id="23" creationId="{51EDA293-8423-D041-1D15-24DC9ACC3978}"/>
          </ac:spMkLst>
        </pc:spChg>
        <pc:spChg chg="mod">
          <ac:chgData name="김형준(HYUNGJUN KIM)[hkim810]/책임/제조DX.자동보정.MC자동보정팀" userId="76eaafad-027b-42f8-8d92-ede6d1a17ed2" providerId="ADAL" clId="{50D74BD4-5D56-45C5-8E5D-95CB291FD871}" dt="2025-11-26T04:45:09.932" v="1092" actId="1036"/>
          <ac:spMkLst>
            <pc:docMk/>
            <pc:sldMk cId="3761653059" sldId="2147483638"/>
            <ac:spMk id="24" creationId="{68298820-7D85-A6ED-9D53-48660883B2D3}"/>
          </ac:spMkLst>
        </pc:spChg>
        <pc:spChg chg="mod">
          <ac:chgData name="김형준(HYUNGJUN KIM)[hkim810]/책임/제조DX.자동보정.MC자동보정팀" userId="76eaafad-027b-42f8-8d92-ede6d1a17ed2" providerId="ADAL" clId="{50D74BD4-5D56-45C5-8E5D-95CB291FD871}" dt="2025-11-26T04:45:09.932" v="1092" actId="1036"/>
          <ac:spMkLst>
            <pc:docMk/>
            <pc:sldMk cId="3761653059" sldId="2147483638"/>
            <ac:spMk id="28" creationId="{564B3419-9323-12DE-9223-F5F9F478B06A}"/>
          </ac:spMkLst>
        </pc:spChg>
        <pc:graphicFrameChg chg="mod">
          <ac:chgData name="김형준(HYUNGJUN KIM)[hkim810]/책임/제조DX.자동보정.MC자동보정팀" userId="76eaafad-027b-42f8-8d92-ede6d1a17ed2" providerId="ADAL" clId="{50D74BD4-5D56-45C5-8E5D-95CB291FD871}" dt="2025-11-26T04:45:09.932" v="1092" actId="1036"/>
          <ac:graphicFrameMkLst>
            <pc:docMk/>
            <pc:sldMk cId="3761653059" sldId="2147483638"/>
            <ac:graphicFrameMk id="4" creationId="{95D35C58-72CE-660C-B0F2-CE81666D96CD}"/>
          </ac:graphicFrameMkLst>
        </pc:graphicFrameChg>
        <pc:graphicFrameChg chg="mod">
          <ac:chgData name="김형준(HYUNGJUN KIM)[hkim810]/책임/제조DX.자동보정.MC자동보정팀" userId="76eaafad-027b-42f8-8d92-ede6d1a17ed2" providerId="ADAL" clId="{50D74BD4-5D56-45C5-8E5D-95CB291FD871}" dt="2025-11-26T04:45:09.932" v="1092" actId="1036"/>
          <ac:graphicFrameMkLst>
            <pc:docMk/>
            <pc:sldMk cId="3761653059" sldId="2147483638"/>
            <ac:graphicFrameMk id="9" creationId="{5A451E7A-4063-AB55-0D50-BD61655E7BA7}"/>
          </ac:graphicFrameMkLst>
        </pc:graphicFrameChg>
      </pc:sldChg>
      <pc:sldChg chg="modSp mod">
        <pc:chgData name="김형준(HYUNGJUN KIM)[hkim810]/책임/제조DX.자동보정.MC자동보정팀" userId="76eaafad-027b-42f8-8d92-ede6d1a17ed2" providerId="ADAL" clId="{50D74BD4-5D56-45C5-8E5D-95CB291FD871}" dt="2025-11-26T05:12:36.863" v="1334" actId="20577"/>
        <pc:sldMkLst>
          <pc:docMk/>
          <pc:sldMk cId="1194096424" sldId="2147483640"/>
        </pc:sldMkLst>
        <pc:graphicFrameChg chg="mod modGraphic">
          <ac:chgData name="김형준(HYUNGJUN KIM)[hkim810]/책임/제조DX.자동보정.MC자동보정팀" userId="76eaafad-027b-42f8-8d92-ede6d1a17ed2" providerId="ADAL" clId="{50D74BD4-5D56-45C5-8E5D-95CB291FD871}" dt="2025-11-26T05:12:36.863" v="1334" actId="20577"/>
          <ac:graphicFrameMkLst>
            <pc:docMk/>
            <pc:sldMk cId="1194096424" sldId="2147483640"/>
            <ac:graphicFrameMk id="14" creationId="{F7BF916D-8A9E-4800-92E6-357BE08183D6}"/>
          </ac:graphicFrameMkLst>
        </pc:graphicFrameChg>
      </pc:sldChg>
    </pc:docChg>
  </pc:docChgLst>
  <pc:docChgLst>
    <pc:chgData name="정대영(DAEYEONG JUNG)[shinecas]/책임/제조DX.자동보정.RSND자동보정팀" userId="S::shinecas@lgensol.com::d0d3060e-f064-4c8a-b029-66e60df73558" providerId="AD" clId="Web-{3826E221-F2CC-A8EA-0C0C-3497F2B40055}"/>
    <pc:docChg chg="modSld">
      <pc:chgData name="정대영(DAEYEONG JUNG)[shinecas]/책임/제조DX.자동보정.RSND자동보정팀" userId="S::shinecas@lgensol.com::d0d3060e-f064-4c8a-b029-66e60df73558" providerId="AD" clId="Web-{3826E221-F2CC-A8EA-0C0C-3497F2B40055}" dt="2025-11-26T02:09:31.623" v="12" actId="20577"/>
      <pc:docMkLst>
        <pc:docMk/>
      </pc:docMkLst>
    </pc:docChg>
  </pc:docChgLst>
  <pc:docChgLst>
    <pc:chgData name="박연탁(YEONTARK PARK)[parkyt]/책임/제조DX.자동보정.자동보정선행개발팀" userId="S::parkyt@lgensol.com::ed32861b-bebc-4d6e-be9d-42a82b4a008b" providerId="AD" clId="Web-{7F842EDF-BA47-C75E-729B-BDA0A9A780DE}"/>
    <pc:docChg chg="modSld">
      <pc:chgData name="박연탁(YEONTARK PARK)[parkyt]/책임/제조DX.자동보정.자동보정선행개발팀" userId="S::parkyt@lgensol.com::ed32861b-bebc-4d6e-be9d-42a82b4a008b" providerId="AD" clId="Web-{7F842EDF-BA47-C75E-729B-BDA0A9A780DE}" dt="2025-12-10T09:36:35.362" v="48" actId="1076"/>
      <pc:docMkLst>
        <pc:docMk/>
      </pc:docMkLst>
      <pc:sldChg chg="addSp modSp">
        <pc:chgData name="박연탁(YEONTARK PARK)[parkyt]/책임/제조DX.자동보정.자동보정선행개발팀" userId="S::parkyt@lgensol.com::ed32861b-bebc-4d6e-be9d-42a82b4a008b" providerId="AD" clId="Web-{7F842EDF-BA47-C75E-729B-BDA0A9A780DE}" dt="2025-12-10T09:35:26.923" v="47" actId="1076"/>
        <pc:sldMkLst>
          <pc:docMk/>
          <pc:sldMk cId="1260814657" sldId="2147481905"/>
        </pc:sldMkLst>
        <pc:graphicFrameChg chg="mod modGraphic">
          <ac:chgData name="박연탁(YEONTARK PARK)[parkyt]/책임/제조DX.자동보정.자동보정선행개발팀" userId="S::parkyt@lgensol.com::ed32861b-bebc-4d6e-be9d-42a82b4a008b" providerId="AD" clId="Web-{7F842EDF-BA47-C75E-729B-BDA0A9A780DE}" dt="2025-12-10T09:32:40.090" v="37"/>
          <ac:graphicFrameMkLst>
            <pc:docMk/>
            <pc:sldMk cId="1260814657" sldId="2147481905"/>
            <ac:graphicFrameMk id="13" creationId="{7FC8BFA7-9C72-4368-BAA5-09BA3B1A2B9F}"/>
          </ac:graphicFrameMkLst>
        </pc:graphicFrameChg>
        <pc:picChg chg="add mod">
          <ac:chgData name="박연탁(YEONTARK PARK)[parkyt]/책임/제조DX.자동보정.자동보정선행개발팀" userId="S::parkyt@lgensol.com::ed32861b-bebc-4d6e-be9d-42a82b4a008b" providerId="AD" clId="Web-{7F842EDF-BA47-C75E-729B-BDA0A9A780DE}" dt="2025-12-10T09:34:38.891" v="42" actId="14100"/>
          <ac:picMkLst>
            <pc:docMk/>
            <pc:sldMk cId="1260814657" sldId="2147481905"/>
            <ac:picMk id="2" creationId="{57462378-C2F8-D802-3699-9AA53A4EF70B}"/>
          </ac:picMkLst>
        </pc:picChg>
        <pc:picChg chg="mod">
          <ac:chgData name="박연탁(YEONTARK PARK)[parkyt]/책임/제조DX.자동보정.자동보정선행개발팀" userId="S::parkyt@lgensol.com::ed32861b-bebc-4d6e-be9d-42a82b4a008b" providerId="AD" clId="Web-{7F842EDF-BA47-C75E-729B-BDA0A9A780DE}" dt="2025-12-10T09:34:16.906" v="38" actId="1076"/>
          <ac:picMkLst>
            <pc:docMk/>
            <pc:sldMk cId="1260814657" sldId="2147481905"/>
            <ac:picMk id="4" creationId="{00949EAD-96C6-BCAE-560D-A9F3FB14275D}"/>
          </ac:picMkLst>
        </pc:picChg>
        <pc:picChg chg="add mod">
          <ac:chgData name="박연탁(YEONTARK PARK)[parkyt]/책임/제조DX.자동보정.자동보정선행개발팀" userId="S::parkyt@lgensol.com::ed32861b-bebc-4d6e-be9d-42a82b4a008b" providerId="AD" clId="Web-{7F842EDF-BA47-C75E-729B-BDA0A9A780DE}" dt="2025-12-10T09:35:26.923" v="47" actId="1076"/>
          <ac:picMkLst>
            <pc:docMk/>
            <pc:sldMk cId="1260814657" sldId="2147481905"/>
            <ac:picMk id="6" creationId="{CBF09025-9C5F-CEBA-9E49-9433C10101CA}"/>
          </ac:picMkLst>
        </pc:picChg>
      </pc:sldChg>
      <pc:sldChg chg="modSp">
        <pc:chgData name="박연탁(YEONTARK PARK)[parkyt]/책임/제조DX.자동보정.자동보정선행개발팀" userId="S::parkyt@lgensol.com::ed32861b-bebc-4d6e-be9d-42a82b4a008b" providerId="AD" clId="Web-{7F842EDF-BA47-C75E-729B-BDA0A9A780DE}" dt="2025-12-10T09:36:35.362" v="48" actId="1076"/>
        <pc:sldMkLst>
          <pc:docMk/>
          <pc:sldMk cId="3535331620" sldId="2147483550"/>
        </pc:sldMkLst>
        <pc:spChg chg="mod">
          <ac:chgData name="박연탁(YEONTARK PARK)[parkyt]/책임/제조DX.자동보정.자동보정선행개발팀" userId="S::parkyt@lgensol.com::ed32861b-bebc-4d6e-be9d-42a82b4a008b" providerId="AD" clId="Web-{7F842EDF-BA47-C75E-729B-BDA0A9A780DE}" dt="2025-12-10T09:36:35.362" v="48" actId="1076"/>
          <ac:spMkLst>
            <pc:docMk/>
            <pc:sldMk cId="3535331620" sldId="2147483550"/>
            <ac:spMk id="27" creationId="{7276C125-95AD-491F-8DBC-EA6486253F55}"/>
          </ac:spMkLst>
        </pc:spChg>
      </pc:sldChg>
    </pc:docChg>
  </pc:docChgLst>
  <pc:docChgLst>
    <pc:chgData name="심은찬(EUNCHAN SIM)[sec1021]/선임/제조DX.자동보정.조립자동보정팀" userId="S::sec1021@lgensol.com::9090956e-ab5b-49d1-9c87-2078b7755aae" providerId="AD" clId="Web-{10BAF019-D0B1-D79B-6ADC-CBDD709A7E7B}"/>
    <pc:docChg chg="modSld">
      <pc:chgData name="심은찬(EUNCHAN SIM)[sec1021]/선임/제조DX.자동보정.조립자동보정팀" userId="S::sec1021@lgensol.com::9090956e-ab5b-49d1-9c87-2078b7755aae" providerId="AD" clId="Web-{10BAF019-D0B1-D79B-6ADC-CBDD709A7E7B}" dt="2025-12-03T08:45:18.453" v="545" actId="20577"/>
      <pc:docMkLst>
        <pc:docMk/>
      </pc:docMkLst>
      <pc:sldChg chg="modSp">
        <pc:chgData name="심은찬(EUNCHAN SIM)[sec1021]/선임/제조DX.자동보정.조립자동보정팀" userId="S::sec1021@lgensol.com::9090956e-ab5b-49d1-9c87-2078b7755aae" providerId="AD" clId="Web-{10BAF019-D0B1-D79B-6ADC-CBDD709A7E7B}" dt="2025-12-03T06:29:50.960" v="246" actId="20577"/>
        <pc:sldMkLst>
          <pc:docMk/>
          <pc:sldMk cId="1197446796" sldId="256"/>
        </pc:sldMkLst>
        <pc:spChg chg="mod">
          <ac:chgData name="심은찬(EUNCHAN SIM)[sec1021]/선임/제조DX.자동보정.조립자동보정팀" userId="S::sec1021@lgensol.com::9090956e-ab5b-49d1-9c87-2078b7755aae" providerId="AD" clId="Web-{10BAF019-D0B1-D79B-6ADC-CBDD709A7E7B}" dt="2025-12-03T06:29:50.960" v="246" actId="20577"/>
          <ac:spMkLst>
            <pc:docMk/>
            <pc:sldMk cId="1197446796" sldId="256"/>
            <ac:spMk id="6" creationId="{B3BB1961-3F71-0018-CA2B-9894ED0A96D8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10BAF019-D0B1-D79B-6ADC-CBDD709A7E7B}" dt="2025-12-03T06:29:40.990" v="239"/>
          <ac:graphicFrameMkLst>
            <pc:docMk/>
            <pc:sldMk cId="1197446796" sldId="256"/>
            <ac:graphicFrameMk id="5" creationId="{03A8162C-C521-077A-0120-8EB01DA19A52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10BAF019-D0B1-D79B-6ADC-CBDD709A7E7B}" dt="2025-12-03T06:29:32.677" v="235"/>
          <ac:graphicFrameMkLst>
            <pc:docMk/>
            <pc:sldMk cId="1197446796" sldId="256"/>
            <ac:graphicFrameMk id="9" creationId="{459FC5F3-1FD5-01E7-B1BA-B39813120590}"/>
          </ac:graphicFrameMkLst>
        </pc:graphicFrameChg>
      </pc:sldChg>
      <pc:sldChg chg="modSp">
        <pc:chgData name="심은찬(EUNCHAN SIM)[sec1021]/선임/제조DX.자동보정.조립자동보정팀" userId="S::sec1021@lgensol.com::9090956e-ab5b-49d1-9c87-2078b7755aae" providerId="AD" clId="Web-{10BAF019-D0B1-D79B-6ADC-CBDD709A7E7B}" dt="2025-12-03T06:28:19.797" v="233"/>
        <pc:sldMkLst>
          <pc:docMk/>
          <pc:sldMk cId="3005009049" sldId="284"/>
        </pc:sldMkLst>
        <pc:spChg chg="mod">
          <ac:chgData name="심은찬(EUNCHAN SIM)[sec1021]/선임/제조DX.자동보정.조립자동보정팀" userId="S::sec1021@lgensol.com::9090956e-ab5b-49d1-9c87-2078b7755aae" providerId="AD" clId="Web-{10BAF019-D0B1-D79B-6ADC-CBDD709A7E7B}" dt="2025-12-03T06:20:32.149" v="193" actId="20577"/>
          <ac:spMkLst>
            <pc:docMk/>
            <pc:sldMk cId="3005009049" sldId="284"/>
            <ac:spMk id="6" creationId="{B3BB1961-3F71-0018-CA2B-9894ED0A96D8}"/>
          </ac:spMkLst>
        </pc:spChg>
        <pc:spChg chg="mod">
          <ac:chgData name="심은찬(EUNCHAN SIM)[sec1021]/선임/제조DX.자동보정.조립자동보정팀" userId="S::sec1021@lgensol.com::9090956e-ab5b-49d1-9c87-2078b7755aae" providerId="AD" clId="Web-{10BAF019-D0B1-D79B-6ADC-CBDD709A7E7B}" dt="2025-12-03T04:00:06.406" v="102" actId="20577"/>
          <ac:spMkLst>
            <pc:docMk/>
            <pc:sldMk cId="3005009049" sldId="284"/>
            <ac:spMk id="49" creationId="{CC817144-4750-4FDF-8673-2296F1304CDD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10BAF019-D0B1-D79B-6ADC-CBDD709A7E7B}" dt="2025-12-03T04:01:47.239" v="124"/>
          <ac:graphicFrameMkLst>
            <pc:docMk/>
            <pc:sldMk cId="3005009049" sldId="284"/>
            <ac:graphicFrameMk id="5" creationId="{03A8162C-C521-077A-0120-8EB01DA19A52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10BAF019-D0B1-D79B-6ADC-CBDD709A7E7B}" dt="2025-12-03T06:28:19.797" v="233"/>
          <ac:graphicFrameMkLst>
            <pc:docMk/>
            <pc:sldMk cId="3005009049" sldId="284"/>
            <ac:graphicFrameMk id="9" creationId="{459FC5F3-1FD5-01E7-B1BA-B39813120590}"/>
          </ac:graphicFrameMkLst>
        </pc:graphicFrameChg>
      </pc:sldChg>
      <pc:sldChg chg="modSp">
        <pc:chgData name="심은찬(EUNCHAN SIM)[sec1021]/선임/제조DX.자동보정.조립자동보정팀" userId="S::sec1021@lgensol.com::9090956e-ab5b-49d1-9c87-2078b7755aae" providerId="AD" clId="Web-{10BAF019-D0B1-D79B-6ADC-CBDD709A7E7B}" dt="2025-12-03T08:45:18.453" v="545" actId="20577"/>
        <pc:sldMkLst>
          <pc:docMk/>
          <pc:sldMk cId="2657806170" sldId="318"/>
        </pc:sldMkLst>
        <pc:spChg chg="mod">
          <ac:chgData name="심은찬(EUNCHAN SIM)[sec1021]/선임/제조DX.자동보정.조립자동보정팀" userId="S::sec1021@lgensol.com::9090956e-ab5b-49d1-9c87-2078b7755aae" providerId="AD" clId="Web-{10BAF019-D0B1-D79B-6ADC-CBDD709A7E7B}" dt="2025-12-03T08:43:42.809" v="544" actId="20577"/>
          <ac:spMkLst>
            <pc:docMk/>
            <pc:sldMk cId="2657806170" sldId="318"/>
            <ac:spMk id="2" creationId="{AD09F4E2-C0DD-0D13-D57E-D14289964941}"/>
          </ac:spMkLst>
        </pc:spChg>
        <pc:spChg chg="mod">
          <ac:chgData name="심은찬(EUNCHAN SIM)[sec1021]/선임/제조DX.자동보정.조립자동보정팀" userId="S::sec1021@lgensol.com::9090956e-ab5b-49d1-9c87-2078b7755aae" providerId="AD" clId="Web-{10BAF019-D0B1-D79B-6ADC-CBDD709A7E7B}" dt="2025-12-03T08:45:18.453" v="545" actId="20577"/>
          <ac:spMkLst>
            <pc:docMk/>
            <pc:sldMk cId="2657806170" sldId="318"/>
            <ac:spMk id="4" creationId="{F3E8B27A-BB9B-FAD1-94CE-83603C8B7D0C}"/>
          </ac:spMkLst>
        </pc:spChg>
        <pc:spChg chg="mod">
          <ac:chgData name="심은찬(EUNCHAN SIM)[sec1021]/선임/제조DX.자동보정.조립자동보정팀" userId="S::sec1021@lgensol.com::9090956e-ab5b-49d1-9c87-2078b7755aae" providerId="AD" clId="Web-{10BAF019-D0B1-D79B-6ADC-CBDD709A7E7B}" dt="2025-12-03T06:32:25.999" v="255" actId="20577"/>
          <ac:spMkLst>
            <pc:docMk/>
            <pc:sldMk cId="2657806170" sldId="318"/>
            <ac:spMk id="6" creationId="{B3BB1961-3F71-0018-CA2B-9894ED0A96D8}"/>
          </ac:spMkLst>
        </pc:spChg>
        <pc:graphicFrameChg chg="mod modGraphic">
          <ac:chgData name="심은찬(EUNCHAN SIM)[sec1021]/선임/제조DX.자동보정.조립자동보정팀" userId="S::sec1021@lgensol.com::9090956e-ab5b-49d1-9c87-2078b7755aae" providerId="AD" clId="Web-{10BAF019-D0B1-D79B-6ADC-CBDD709A7E7B}" dt="2025-12-03T06:32:11.076" v="252"/>
          <ac:graphicFrameMkLst>
            <pc:docMk/>
            <pc:sldMk cId="2657806170" sldId="318"/>
            <ac:graphicFrameMk id="5" creationId="{03A8162C-C521-077A-0120-8EB01DA19A52}"/>
          </ac:graphicFrameMkLst>
        </pc:graphicFrameChg>
        <pc:graphicFrameChg chg="mod modGraphic">
          <ac:chgData name="심은찬(EUNCHAN SIM)[sec1021]/선임/제조DX.자동보정.조립자동보정팀" userId="S::sec1021@lgensol.com::9090956e-ab5b-49d1-9c87-2078b7755aae" providerId="AD" clId="Web-{10BAF019-D0B1-D79B-6ADC-CBDD709A7E7B}" dt="2025-12-03T08:39:21.652" v="495"/>
          <ac:graphicFrameMkLst>
            <pc:docMk/>
            <pc:sldMk cId="2657806170" sldId="318"/>
            <ac:graphicFrameMk id="9" creationId="{459FC5F3-1FD5-01E7-B1BA-B39813120590}"/>
          </ac:graphicFrameMkLst>
        </pc:graphicFrameChg>
        <pc:picChg chg="mod">
          <ac:chgData name="심은찬(EUNCHAN SIM)[sec1021]/선임/제조DX.자동보정.조립자동보정팀" userId="S::sec1021@lgensol.com::9090956e-ab5b-49d1-9c87-2078b7755aae" providerId="AD" clId="Web-{10BAF019-D0B1-D79B-6ADC-CBDD709A7E7B}" dt="2025-12-03T08:42:32.103" v="539" actId="1076"/>
          <ac:picMkLst>
            <pc:docMk/>
            <pc:sldMk cId="2657806170" sldId="318"/>
            <ac:picMk id="136" creationId="{339653D8-F68B-946C-AE64-6E14AB3F1944}"/>
          </ac:picMkLst>
        </pc:picChg>
      </pc:sldChg>
    </pc:docChg>
  </pc:docChgLst>
  <pc:docChgLst>
    <pc:chgData name="최문석(MOON SEOK CHOI)[mschoi19]/책임/제조DX.자동보정.자동보정선행개발팀" userId="b461c574-904d-49dd-b4c4-a0a522fe5e7c" providerId="ADAL" clId="{7362D500-C405-4758-A438-3ECA13307E3F}"/>
    <pc:docChg chg="custSel modSld">
      <pc:chgData name="최문석(MOON SEOK CHOI)[mschoi19]/책임/제조DX.자동보정.자동보정선행개발팀" userId="b461c574-904d-49dd-b4c4-a0a522fe5e7c" providerId="ADAL" clId="{7362D500-C405-4758-A438-3ECA13307E3F}" dt="2025-11-19T07:58:38.342" v="924" actId="20577"/>
      <pc:docMkLst>
        <pc:docMk/>
      </pc:docMkLst>
      <pc:sldChg chg="modSp mod">
        <pc:chgData name="최문석(MOON SEOK CHOI)[mschoi19]/책임/제조DX.자동보정.자동보정선행개발팀" userId="b461c574-904d-49dd-b4c4-a0a522fe5e7c" providerId="ADAL" clId="{7362D500-C405-4758-A438-3ECA13307E3F}" dt="2025-11-19T04:43:10.487" v="912"/>
        <pc:sldMkLst>
          <pc:docMk/>
          <pc:sldMk cId="2246734517" sldId="261"/>
        </pc:sldMkLst>
        <pc:graphicFrameChg chg="mod modGraphic">
          <ac:chgData name="최문석(MOON SEOK CHOI)[mschoi19]/책임/제조DX.자동보정.자동보정선행개발팀" userId="b461c574-904d-49dd-b4c4-a0a522fe5e7c" providerId="ADAL" clId="{7362D500-C405-4758-A438-3ECA13307E3F}" dt="2025-11-19T04:43:10.487" v="912"/>
          <ac:graphicFrameMkLst>
            <pc:docMk/>
            <pc:sldMk cId="2246734517" sldId="261"/>
            <ac:graphicFrameMk id="3" creationId="{1B538319-E744-914C-0D08-26296EEC9C81}"/>
          </ac:graphicFrameMkLst>
        </pc:graphicFrameChg>
        <pc:graphicFrameChg chg="mod">
          <ac:chgData name="최문석(MOON SEOK CHOI)[mschoi19]/책임/제조DX.자동보정.자동보정선행개발팀" userId="b461c574-904d-49dd-b4c4-a0a522fe5e7c" providerId="ADAL" clId="{7362D500-C405-4758-A438-3ECA13307E3F}" dt="2025-11-19T04:40:50.714" v="893"/>
          <ac:graphicFrameMkLst>
            <pc:docMk/>
            <pc:sldMk cId="2246734517" sldId="261"/>
            <ac:graphicFrameMk id="32" creationId="{C75B2E3A-6367-47F5-9C2E-36D1B1E1DCAE}"/>
          </ac:graphicFrameMkLst>
        </pc:graphicFrameChg>
      </pc:sldChg>
      <pc:sldChg chg="addSp delSp modSp mod">
        <pc:chgData name="최문석(MOON SEOK CHOI)[mschoi19]/책임/제조DX.자동보정.자동보정선행개발팀" userId="b461c574-904d-49dd-b4c4-a0a522fe5e7c" providerId="ADAL" clId="{7362D500-C405-4758-A438-3ECA13307E3F}" dt="2025-11-19T07:58:38.342" v="924" actId="20577"/>
        <pc:sldMkLst>
          <pc:docMk/>
          <pc:sldMk cId="3244941362" sldId="303"/>
        </pc:sldMkLst>
        <pc:spChg chg="mod">
          <ac:chgData name="최문석(MOON SEOK CHOI)[mschoi19]/책임/제조DX.자동보정.자동보정선행개발팀" userId="b461c574-904d-49dd-b4c4-a0a522fe5e7c" providerId="ADAL" clId="{7362D500-C405-4758-A438-3ECA13307E3F}" dt="2025-11-19T04:35:32.370" v="483" actId="1036"/>
          <ac:spMkLst>
            <pc:docMk/>
            <pc:sldMk cId="3244941362" sldId="303"/>
            <ac:spMk id="5" creationId="{B6F83912-3085-AB41-04B8-C5E34F62266F}"/>
          </ac:spMkLst>
        </pc:spChg>
        <pc:spChg chg="mod">
          <ac:chgData name="최문석(MOON SEOK CHOI)[mschoi19]/책임/제조DX.자동보정.자동보정선행개발팀" userId="b461c574-904d-49dd-b4c4-a0a522fe5e7c" providerId="ADAL" clId="{7362D500-C405-4758-A438-3ECA13307E3F}" dt="2025-11-19T04:25:15.389" v="63" actId="1035"/>
          <ac:spMkLst>
            <pc:docMk/>
            <pc:sldMk cId="3244941362" sldId="303"/>
            <ac:spMk id="6" creationId="{B170A9D1-32D2-94C8-DCCB-CB207FA1D2A0}"/>
          </ac:spMkLst>
        </pc:spChg>
        <pc:spChg chg="mod">
          <ac:chgData name="최문석(MOON SEOK CHOI)[mschoi19]/책임/제조DX.자동보정.자동보정선행개발팀" userId="b461c574-904d-49dd-b4c4-a0a522fe5e7c" providerId="ADAL" clId="{7362D500-C405-4758-A438-3ECA13307E3F}" dt="2025-11-19T04:35:20.373" v="477" actId="1076"/>
          <ac:spMkLst>
            <pc:docMk/>
            <pc:sldMk cId="3244941362" sldId="303"/>
            <ac:spMk id="11" creationId="{EE7132A9-712E-2BB2-5DFD-695AEF07A3A1}"/>
          </ac:spMkLst>
        </pc:spChg>
        <pc:spChg chg="mod">
          <ac:chgData name="최문석(MOON SEOK CHOI)[mschoi19]/책임/제조DX.자동보정.자동보정선행개발팀" userId="b461c574-904d-49dd-b4c4-a0a522fe5e7c" providerId="ADAL" clId="{7362D500-C405-4758-A438-3ECA13307E3F}" dt="2025-11-19T04:35:20.373" v="477" actId="1076"/>
          <ac:spMkLst>
            <pc:docMk/>
            <pc:sldMk cId="3244941362" sldId="303"/>
            <ac:spMk id="12" creationId="{7D6124B1-E71B-0586-AB0C-0F0144C1F4E4}"/>
          </ac:spMkLst>
        </pc:spChg>
        <pc:spChg chg="mod">
          <ac:chgData name="최문석(MOON SEOK CHOI)[mschoi19]/책임/제조DX.자동보정.자동보정선행개발팀" userId="b461c574-904d-49dd-b4c4-a0a522fe5e7c" providerId="ADAL" clId="{7362D500-C405-4758-A438-3ECA13307E3F}" dt="2025-11-19T04:35:20.373" v="477" actId="1076"/>
          <ac:spMkLst>
            <pc:docMk/>
            <pc:sldMk cId="3244941362" sldId="303"/>
            <ac:spMk id="13" creationId="{2121AC30-2BFB-8D8E-029A-81C4228C0BC3}"/>
          </ac:spMkLst>
        </pc:spChg>
        <pc:spChg chg="mod">
          <ac:chgData name="최문석(MOON SEOK CHOI)[mschoi19]/책임/제조DX.자동보정.자동보정선행개발팀" userId="b461c574-904d-49dd-b4c4-a0a522fe5e7c" providerId="ADAL" clId="{7362D500-C405-4758-A438-3ECA13307E3F}" dt="2025-11-19T04:35:20.373" v="477" actId="1076"/>
          <ac:spMkLst>
            <pc:docMk/>
            <pc:sldMk cId="3244941362" sldId="303"/>
            <ac:spMk id="15" creationId="{163224A0-909A-A2DA-8B15-6A53A88D60B0}"/>
          </ac:spMkLst>
        </pc:spChg>
        <pc:spChg chg="mod">
          <ac:chgData name="최문석(MOON SEOK CHOI)[mschoi19]/책임/제조DX.자동보정.자동보정선행개발팀" userId="b461c574-904d-49dd-b4c4-a0a522fe5e7c" providerId="ADAL" clId="{7362D500-C405-4758-A438-3ECA13307E3F}" dt="2025-11-19T04:35:20.373" v="477" actId="1076"/>
          <ac:spMkLst>
            <pc:docMk/>
            <pc:sldMk cId="3244941362" sldId="303"/>
            <ac:spMk id="16" creationId="{7789B420-908B-CD70-CD50-A1E929EB677B}"/>
          </ac:spMkLst>
        </pc:spChg>
        <pc:spChg chg="mod">
          <ac:chgData name="최문석(MOON SEOK CHOI)[mschoi19]/책임/제조DX.자동보정.자동보정선행개발팀" userId="b461c574-904d-49dd-b4c4-a0a522fe5e7c" providerId="ADAL" clId="{7362D500-C405-4758-A438-3ECA13307E3F}" dt="2025-11-19T04:35:20.373" v="477" actId="1076"/>
          <ac:spMkLst>
            <pc:docMk/>
            <pc:sldMk cId="3244941362" sldId="303"/>
            <ac:spMk id="18" creationId="{23A61826-DB7B-6303-A935-F9B14AB0AD64}"/>
          </ac:spMkLst>
        </pc:spChg>
        <pc:spChg chg="mod">
          <ac:chgData name="최문석(MOON SEOK CHOI)[mschoi19]/책임/제조DX.자동보정.자동보정선행개발팀" userId="b461c574-904d-49dd-b4c4-a0a522fe5e7c" providerId="ADAL" clId="{7362D500-C405-4758-A438-3ECA13307E3F}" dt="2025-11-19T04:35:20.373" v="477" actId="1076"/>
          <ac:spMkLst>
            <pc:docMk/>
            <pc:sldMk cId="3244941362" sldId="303"/>
            <ac:spMk id="25" creationId="{52DA5975-BF4E-4A52-9FB3-1C46B92DBA39}"/>
          </ac:spMkLst>
        </pc:spChg>
        <pc:spChg chg="mod">
          <ac:chgData name="최문석(MOON SEOK CHOI)[mschoi19]/책임/제조DX.자동보정.자동보정선행개발팀" userId="b461c574-904d-49dd-b4c4-a0a522fe5e7c" providerId="ADAL" clId="{7362D500-C405-4758-A438-3ECA13307E3F}" dt="2025-11-19T04:35:20.373" v="477" actId="1076"/>
          <ac:spMkLst>
            <pc:docMk/>
            <pc:sldMk cId="3244941362" sldId="303"/>
            <ac:spMk id="27" creationId="{71599904-7567-AA47-CC5D-AFAA6029806E}"/>
          </ac:spMkLst>
        </pc:spChg>
        <pc:spChg chg="mod">
          <ac:chgData name="최문석(MOON SEOK CHOI)[mschoi19]/책임/제조DX.자동보정.자동보정선행개발팀" userId="b461c574-904d-49dd-b4c4-a0a522fe5e7c" providerId="ADAL" clId="{7362D500-C405-4758-A438-3ECA13307E3F}" dt="2025-11-19T04:35:20.373" v="477" actId="1076"/>
          <ac:spMkLst>
            <pc:docMk/>
            <pc:sldMk cId="3244941362" sldId="303"/>
            <ac:spMk id="28" creationId="{6D3C9AFC-2816-7B5C-0D05-437A51822B81}"/>
          </ac:spMkLst>
        </pc:spChg>
        <pc:spChg chg="mod">
          <ac:chgData name="최문석(MOON SEOK CHOI)[mschoi19]/책임/제조DX.자동보정.자동보정선행개발팀" userId="b461c574-904d-49dd-b4c4-a0a522fe5e7c" providerId="ADAL" clId="{7362D500-C405-4758-A438-3ECA13307E3F}" dt="2025-11-19T04:35:20.373" v="477" actId="1076"/>
          <ac:spMkLst>
            <pc:docMk/>
            <pc:sldMk cId="3244941362" sldId="303"/>
            <ac:spMk id="31" creationId="{B9C8B502-41E5-4303-9FDF-FAA5242A8E1E}"/>
          </ac:spMkLst>
        </pc:spChg>
        <pc:spChg chg="mod">
          <ac:chgData name="최문석(MOON SEOK CHOI)[mschoi19]/책임/제조DX.자동보정.자동보정선행개발팀" userId="b461c574-904d-49dd-b4c4-a0a522fe5e7c" providerId="ADAL" clId="{7362D500-C405-4758-A438-3ECA13307E3F}" dt="2025-11-19T04:35:15.847" v="476" actId="1076"/>
          <ac:spMkLst>
            <pc:docMk/>
            <pc:sldMk cId="3244941362" sldId="303"/>
            <ac:spMk id="38" creationId="{088CF335-7124-F019-E5D6-84CF8A398AE5}"/>
          </ac:spMkLst>
        </pc:spChg>
        <pc:graphicFrameChg chg="modGraphic">
          <ac:chgData name="최문석(MOON SEOK CHOI)[mschoi19]/책임/제조DX.자동보정.자동보정선행개발팀" userId="b461c574-904d-49dd-b4c4-a0a522fe5e7c" providerId="ADAL" clId="{7362D500-C405-4758-A438-3ECA13307E3F}" dt="2025-11-19T04:23:15.580" v="1" actId="20577"/>
          <ac:graphicFrameMkLst>
            <pc:docMk/>
            <pc:sldMk cId="3244941362" sldId="303"/>
            <ac:graphicFrameMk id="3" creationId="{1B538319-E744-914C-0D08-26296EEC9C81}"/>
          </ac:graphicFrameMkLst>
        </pc:graphicFrameChg>
        <pc:graphicFrameChg chg="mod modGraphic">
          <ac:chgData name="최문석(MOON SEOK CHOI)[mschoi19]/책임/제조DX.자동보정.자동보정선행개발팀" userId="b461c574-904d-49dd-b4c4-a0a522fe5e7c" providerId="ADAL" clId="{7362D500-C405-4758-A438-3ECA13307E3F}" dt="2025-11-19T07:58:38.342" v="924" actId="20577"/>
          <ac:graphicFrameMkLst>
            <pc:docMk/>
            <pc:sldMk cId="3244941362" sldId="303"/>
            <ac:graphicFrameMk id="32" creationId="{C75B2E3A-6367-47F5-9C2E-36D1B1E1DCAE}"/>
          </ac:graphicFrameMkLst>
        </pc:graphicFrameChg>
        <pc:cxnChg chg="mod">
          <ac:chgData name="최문석(MOON SEOK CHOI)[mschoi19]/책임/제조DX.자동보정.자동보정선행개발팀" userId="b461c574-904d-49dd-b4c4-a0a522fe5e7c" providerId="ADAL" clId="{7362D500-C405-4758-A438-3ECA13307E3F}" dt="2025-11-19T04:35:20.373" v="477" actId="1076"/>
          <ac:cxnSpMkLst>
            <pc:docMk/>
            <pc:sldMk cId="3244941362" sldId="303"/>
            <ac:cxnSpMk id="9" creationId="{D81838C5-FC61-7AFE-9C21-D2B6CB410F1D}"/>
          </ac:cxnSpMkLst>
        </pc:cxnChg>
        <pc:cxnChg chg="mod">
          <ac:chgData name="최문석(MOON SEOK CHOI)[mschoi19]/책임/제조DX.자동보정.자동보정선행개발팀" userId="b461c574-904d-49dd-b4c4-a0a522fe5e7c" providerId="ADAL" clId="{7362D500-C405-4758-A438-3ECA13307E3F}" dt="2025-11-19T04:35:20.373" v="477" actId="1076"/>
          <ac:cxnSpMkLst>
            <pc:docMk/>
            <pc:sldMk cId="3244941362" sldId="303"/>
            <ac:cxnSpMk id="10" creationId="{B41437AD-8D9D-7CAE-69D9-59346AEE53B2}"/>
          </ac:cxnSpMkLst>
        </pc:cxnChg>
        <pc:cxnChg chg="mod">
          <ac:chgData name="최문석(MOON SEOK CHOI)[mschoi19]/책임/제조DX.자동보정.자동보정선행개발팀" userId="b461c574-904d-49dd-b4c4-a0a522fe5e7c" providerId="ADAL" clId="{7362D500-C405-4758-A438-3ECA13307E3F}" dt="2025-11-19T04:35:20.373" v="477" actId="1076"/>
          <ac:cxnSpMkLst>
            <pc:docMk/>
            <pc:sldMk cId="3244941362" sldId="303"/>
            <ac:cxnSpMk id="14" creationId="{3470D215-32F9-E076-5752-DDD54CEB19B1}"/>
          </ac:cxnSpMkLst>
        </pc:cxnChg>
        <pc:cxnChg chg="mod">
          <ac:chgData name="최문석(MOON SEOK CHOI)[mschoi19]/책임/제조DX.자동보정.자동보정선행개발팀" userId="b461c574-904d-49dd-b4c4-a0a522fe5e7c" providerId="ADAL" clId="{7362D500-C405-4758-A438-3ECA13307E3F}" dt="2025-11-19T04:35:20.373" v="477" actId="1076"/>
          <ac:cxnSpMkLst>
            <pc:docMk/>
            <pc:sldMk cId="3244941362" sldId="303"/>
            <ac:cxnSpMk id="26" creationId="{E4F27D9E-0508-E442-B48D-417CC0534DF4}"/>
          </ac:cxnSpMkLst>
        </pc:cxnChg>
        <pc:cxnChg chg="mod">
          <ac:chgData name="최문석(MOON SEOK CHOI)[mschoi19]/책임/제조DX.자동보정.자동보정선행개발팀" userId="b461c574-904d-49dd-b4c4-a0a522fe5e7c" providerId="ADAL" clId="{7362D500-C405-4758-A438-3ECA13307E3F}" dt="2025-11-19T04:35:20.373" v="477" actId="1076"/>
          <ac:cxnSpMkLst>
            <pc:docMk/>
            <pc:sldMk cId="3244941362" sldId="303"/>
            <ac:cxnSpMk id="29" creationId="{4FA4E3F4-E2C8-461A-AE1C-679BF8B420A6}"/>
          </ac:cxnSpMkLst>
        </pc:cxnChg>
      </pc:sldChg>
    </pc:docChg>
  </pc:docChgLst>
  <pc:docChgLst>
    <pc:chgData name="신재우(JAEWOO SHIN)[jaewoo.s]/선임/제조DX.자동보정.자동보정선행개발팀" userId="e0840e83-c9b5-4a8f-92d7-5eca1a37c5af" providerId="ADAL" clId="{D912A799-13CF-44DE-B789-E110C993E8FE}"/>
    <pc:docChg chg="undo custSel modSld">
      <pc:chgData name="신재우(JAEWOO SHIN)[jaewoo.s]/선임/제조DX.자동보정.자동보정선행개발팀" userId="e0840e83-c9b5-4a8f-92d7-5eca1a37c5af" providerId="ADAL" clId="{D912A799-13CF-44DE-B789-E110C993E8FE}" dt="2025-12-10T06:16:11.302" v="467" actId="20577"/>
      <pc:docMkLst>
        <pc:docMk/>
      </pc:docMkLst>
      <pc:sldChg chg="modSp mod">
        <pc:chgData name="신재우(JAEWOO SHIN)[jaewoo.s]/선임/제조DX.자동보정.자동보정선행개발팀" userId="e0840e83-c9b5-4a8f-92d7-5eca1a37c5af" providerId="ADAL" clId="{D912A799-13CF-44DE-B789-E110C993E8FE}" dt="2025-12-10T06:16:11.302" v="467" actId="20577"/>
        <pc:sldMkLst>
          <pc:docMk/>
          <pc:sldMk cId="892003337" sldId="2147482011"/>
        </pc:sldMkLst>
        <pc:spChg chg="mod">
          <ac:chgData name="신재우(JAEWOO SHIN)[jaewoo.s]/선임/제조DX.자동보정.자동보정선행개발팀" userId="e0840e83-c9b5-4a8f-92d7-5eca1a37c5af" providerId="ADAL" clId="{D912A799-13CF-44DE-B789-E110C993E8FE}" dt="2025-12-10T00:06:40.579" v="7" actId="20577"/>
          <ac:spMkLst>
            <pc:docMk/>
            <pc:sldMk cId="892003337" sldId="2147482011"/>
            <ac:spMk id="35" creationId="{51EF3097-C672-499A-AD2F-8D4030151E6B}"/>
          </ac:spMkLst>
        </pc:spChg>
        <pc:graphicFrameChg chg="mod modGraphic">
          <ac:chgData name="신재우(JAEWOO SHIN)[jaewoo.s]/선임/제조DX.자동보정.자동보정선행개발팀" userId="e0840e83-c9b5-4a8f-92d7-5eca1a37c5af" providerId="ADAL" clId="{D912A799-13CF-44DE-B789-E110C993E8FE}" dt="2025-12-10T06:16:11.302" v="467" actId="20577"/>
          <ac:graphicFrameMkLst>
            <pc:docMk/>
            <pc:sldMk cId="892003337" sldId="2147482011"/>
            <ac:graphicFrameMk id="3" creationId="{3E86696F-E35A-4B06-9B46-63A4A6A986C1}"/>
          </ac:graphicFrameMkLst>
        </pc:graphicFrameChg>
      </pc:sldChg>
      <pc:sldChg chg="modSp mod">
        <pc:chgData name="신재우(JAEWOO SHIN)[jaewoo.s]/선임/제조DX.자동보정.자동보정선행개발팀" userId="e0840e83-c9b5-4a8f-92d7-5eca1a37c5af" providerId="ADAL" clId="{D912A799-13CF-44DE-B789-E110C993E8FE}" dt="2025-12-10T00:16:20.271" v="446" actId="20577"/>
        <pc:sldMkLst>
          <pc:docMk/>
          <pc:sldMk cId="722830885" sldId="2147483567"/>
        </pc:sldMkLst>
      </pc:sldChg>
    </pc:docChg>
  </pc:docChgLst>
  <pc:docChgLst>
    <pc:chgData name="성연욱(YEONUK SEONG)[ynk_seong]/책임/제조DX.자동보정.조립자동보정팀" userId="e35e28c9-df85-49eb-a4f7-8264f1c4e040" providerId="ADAL" clId="{7CF835AE-06EF-4BA6-BCE9-8A041C24A4C5}"/>
    <pc:docChg chg="undo custSel modSld">
      <pc:chgData name="성연욱(YEONUK SEONG)[ynk_seong]/책임/제조DX.자동보정.조립자동보정팀" userId="e35e28c9-df85-49eb-a4f7-8264f1c4e040" providerId="ADAL" clId="{7CF835AE-06EF-4BA6-BCE9-8A041C24A4C5}" dt="2025-12-03T09:28:37.436" v="1565" actId="207"/>
      <pc:docMkLst>
        <pc:docMk/>
      </pc:docMkLst>
      <pc:sldChg chg="addSp delSp modSp">
        <pc:chgData name="성연욱(YEONUK SEONG)[ynk_seong]/책임/제조DX.자동보정.조립자동보정팀" userId="e35e28c9-df85-49eb-a4f7-8264f1c4e040" providerId="ADAL" clId="{7CF835AE-06EF-4BA6-BCE9-8A041C24A4C5}" dt="2025-12-03T09:28:37.436" v="1565" actId="207"/>
        <pc:sldMkLst>
          <pc:docMk/>
          <pc:sldMk cId="3390719611" sldId="283"/>
        </pc:sldMkLst>
        <pc:spChg chg="add mod">
          <ac:chgData name="성연욱(YEONUK SEONG)[ynk_seong]/책임/제조DX.자동보정.조립자동보정팀" userId="e35e28c9-df85-49eb-a4f7-8264f1c4e040" providerId="ADAL" clId="{7CF835AE-06EF-4BA6-BCE9-8A041C24A4C5}" dt="2025-12-03T09:26:48.653" v="1421" actId="1076"/>
          <ac:spMkLst>
            <pc:docMk/>
            <pc:sldMk cId="3390719611" sldId="283"/>
            <ac:spMk id="2" creationId="{32361D05-4A8E-4899-93D8-1203F4844B11}"/>
          </ac:spMkLst>
        </pc:spChg>
        <pc:spChg chg="mod">
          <ac:chgData name="성연욱(YEONUK SEONG)[ynk_seong]/책임/제조DX.자동보정.조립자동보정팀" userId="e35e28c9-df85-49eb-a4f7-8264f1c4e040" providerId="ADAL" clId="{7CF835AE-06EF-4BA6-BCE9-8A041C24A4C5}" dt="2025-12-03T01:09:58.380" v="93" actId="20577"/>
          <ac:spMkLst>
            <pc:docMk/>
            <pc:sldMk cId="3390719611" sldId="283"/>
            <ac:spMk id="11" creationId="{039DCAA6-8194-72DD-79B6-20151011D799}"/>
          </ac:spMkLst>
        </pc:spChg>
        <pc:spChg chg="mod">
          <ac:chgData name="성연욱(YEONUK SEONG)[ynk_seong]/책임/제조DX.자동보정.조립자동보정팀" userId="e35e28c9-df85-49eb-a4f7-8264f1c4e040" providerId="ADAL" clId="{7CF835AE-06EF-4BA6-BCE9-8A041C24A4C5}" dt="2025-12-03T06:09:44.461" v="1223" actId="1076"/>
          <ac:spMkLst>
            <pc:docMk/>
            <pc:sldMk cId="3390719611" sldId="283"/>
            <ac:spMk id="48" creationId="{B37AAD3B-3C8E-4C45-AAC1-1E342DFF1167}"/>
          </ac:spMkLst>
        </pc:spChg>
        <pc:spChg chg="mod">
          <ac:chgData name="성연욱(YEONUK SEONG)[ynk_seong]/책임/제조DX.자동보정.조립자동보정팀" userId="e35e28c9-df85-49eb-a4f7-8264f1c4e040" providerId="ADAL" clId="{7CF835AE-06EF-4BA6-BCE9-8A041C24A4C5}" dt="2025-12-03T06:09:44.461" v="1223" actId="1076"/>
          <ac:spMkLst>
            <pc:docMk/>
            <pc:sldMk cId="3390719611" sldId="283"/>
            <ac:spMk id="49" creationId="{BB302125-F526-476C-BF9D-29E967E4FDDC}"/>
          </ac:spMkLst>
        </pc:spChg>
        <pc:spChg chg="add mod">
          <ac:chgData name="성연욱(YEONUK SEONG)[ynk_seong]/책임/제조DX.자동보정.조립자동보정팀" userId="e35e28c9-df85-49eb-a4f7-8264f1c4e040" providerId="ADAL" clId="{7CF835AE-06EF-4BA6-BCE9-8A041C24A4C5}" dt="2025-12-03T06:10:10.221" v="1246" actId="1076"/>
          <ac:spMkLst>
            <pc:docMk/>
            <pc:sldMk cId="3390719611" sldId="283"/>
            <ac:spMk id="53" creationId="{A7E4D464-7304-4EB9-B318-5D9694F06655}"/>
          </ac:spMkLst>
        </pc:spChg>
        <pc:graphicFrameChg chg="modGraphic">
          <ac:chgData name="성연욱(YEONUK SEONG)[ynk_seong]/책임/제조DX.자동보정.조립자동보정팀" userId="e35e28c9-df85-49eb-a4f7-8264f1c4e040" providerId="ADAL" clId="{7CF835AE-06EF-4BA6-BCE9-8A041C24A4C5}" dt="2025-12-03T01:09:54.786" v="90" actId="20577"/>
          <ac:graphicFrameMkLst>
            <pc:docMk/>
            <pc:sldMk cId="3390719611" sldId="283"/>
            <ac:graphicFrameMk id="3" creationId="{CCB8AE76-AB5D-CEAA-BCF7-5B514F34E44A}"/>
          </ac:graphicFrameMkLst>
        </pc:graphicFrameChg>
        <pc:graphicFrameChg chg="mod modGraphic">
          <ac:chgData name="성연욱(YEONUK SEONG)[ynk_seong]/책임/제조DX.자동보정.조립자동보정팀" userId="e35e28c9-df85-49eb-a4f7-8264f1c4e040" providerId="ADAL" clId="{7CF835AE-06EF-4BA6-BCE9-8A041C24A4C5}" dt="2025-12-03T09:28:37.436" v="1565" actId="207"/>
          <ac:graphicFrameMkLst>
            <pc:docMk/>
            <pc:sldMk cId="3390719611" sldId="283"/>
            <ac:graphicFrameMk id="9" creationId="{6E3DE1AF-98C0-1DAE-A5F1-AF6F8C5E0456}"/>
          </ac:graphicFrameMkLst>
        </pc:graphicFrameChg>
        <pc:graphicFrameChg chg="add mod modGraphic">
          <ac:chgData name="성연욱(YEONUK SEONG)[ynk_seong]/책임/제조DX.자동보정.조립자동보정팀" userId="e35e28c9-df85-49eb-a4f7-8264f1c4e040" providerId="ADAL" clId="{7CF835AE-06EF-4BA6-BCE9-8A041C24A4C5}" dt="2025-12-03T09:26:43.857" v="1420" actId="1036"/>
          <ac:graphicFrameMkLst>
            <pc:docMk/>
            <pc:sldMk cId="3390719611" sldId="283"/>
            <ac:graphicFrameMk id="37" creationId="{D935E034-E881-4304-AF09-65EB3DF6A001}"/>
          </ac:graphicFrameMkLst>
        </pc:graphicFrameChg>
      </pc:sldChg>
      <pc:sldChg chg="modSp">
        <pc:chgData name="성연욱(YEONUK SEONG)[ynk_seong]/책임/제조DX.자동보정.조립자동보정팀" userId="e35e28c9-df85-49eb-a4f7-8264f1c4e040" providerId="ADAL" clId="{7CF835AE-06EF-4BA6-BCE9-8A041C24A4C5}" dt="2025-12-03T04:07:50.492" v="209" actId="207"/>
        <pc:sldMkLst>
          <pc:docMk/>
          <pc:sldMk cId="2197512071" sldId="2147481880"/>
        </pc:sldMkLst>
        <pc:spChg chg="mod">
          <ac:chgData name="성연욱(YEONUK SEONG)[ynk_seong]/책임/제조DX.자동보정.조립자동보정팀" userId="e35e28c9-df85-49eb-a4f7-8264f1c4e040" providerId="ADAL" clId="{7CF835AE-06EF-4BA6-BCE9-8A041C24A4C5}" dt="2025-12-03T00:49:34.384" v="32"/>
          <ac:spMkLst>
            <pc:docMk/>
            <pc:sldMk cId="2197512071" sldId="2147481880"/>
            <ac:spMk id="4" creationId="{178883BF-37DD-26E8-D2BD-63F77F9C6355}"/>
          </ac:spMkLst>
        </pc:spChg>
        <pc:spChg chg="mod">
          <ac:chgData name="성연욱(YEONUK SEONG)[ynk_seong]/책임/제조DX.자동보정.조립자동보정팀" userId="e35e28c9-df85-49eb-a4f7-8264f1c4e040" providerId="ADAL" clId="{7CF835AE-06EF-4BA6-BCE9-8A041C24A4C5}" dt="2025-12-03T04:07:22.548" v="206" actId="1076"/>
          <ac:spMkLst>
            <pc:docMk/>
            <pc:sldMk cId="2197512071" sldId="2147481880"/>
            <ac:spMk id="22" creationId="{B9DE3FAA-6979-48A7-8D73-201FBFA8D91F}"/>
          </ac:spMkLst>
        </pc:spChg>
        <pc:spChg chg="mod">
          <ac:chgData name="성연욱(YEONUK SEONG)[ynk_seong]/책임/제조DX.자동보정.조립자동보정팀" userId="e35e28c9-df85-49eb-a4f7-8264f1c4e040" providerId="ADAL" clId="{7CF835AE-06EF-4BA6-BCE9-8A041C24A4C5}" dt="2025-12-03T00:49:43.099" v="37" actId="20577"/>
          <ac:spMkLst>
            <pc:docMk/>
            <pc:sldMk cId="2197512071" sldId="2147481880"/>
            <ac:spMk id="42" creationId="{51BF0D86-1DF9-4CDD-9ADF-D9D78254A144}"/>
          </ac:spMkLst>
        </pc:spChg>
        <pc:graphicFrameChg chg="mod modGraphic">
          <ac:chgData name="성연욱(YEONUK SEONG)[ynk_seong]/책임/제조DX.자동보정.조립자동보정팀" userId="e35e28c9-df85-49eb-a4f7-8264f1c4e040" providerId="ADAL" clId="{7CF835AE-06EF-4BA6-BCE9-8A041C24A4C5}" dt="2025-12-03T04:07:50.492" v="209" actId="207"/>
          <ac:graphicFrameMkLst>
            <pc:docMk/>
            <pc:sldMk cId="2197512071" sldId="2147481880"/>
            <ac:graphicFrameMk id="7" creationId="{4F64C6C7-96A2-4F2A-9A7E-7FEF8ED76143}"/>
          </ac:graphicFrameMkLst>
        </pc:graphicFrameChg>
      </pc:sldChg>
    </pc:docChg>
  </pc:docChgLst>
  <pc:docChgLst>
    <pc:chgData name="나영준(YOUNGJUN NA)[youngjun_na]/책임/제조DX.자동보정.MC자동보정팀" userId="S::youngjun_na@lgensol.com::0c590520-1e60-4e57-b0d6-012f89cef193" providerId="AD" clId="Web-{8FF3FF3E-A73B-2DAE-89DC-EF35B49355E6}"/>
    <pc:docChg chg="modSld">
      <pc:chgData name="나영준(YOUNGJUN NA)[youngjun_na]/책임/제조DX.자동보정.MC자동보정팀" userId="S::youngjun_na@lgensol.com::0c590520-1e60-4e57-b0d6-012f89cef193" providerId="AD" clId="Web-{8FF3FF3E-A73B-2DAE-89DC-EF35B49355E6}" dt="2025-11-25T08:21:12.513" v="546"/>
      <pc:docMkLst>
        <pc:docMk/>
      </pc:docMkLst>
      <pc:sldChg chg="modSp">
        <pc:chgData name="나영준(YOUNGJUN NA)[youngjun_na]/책임/제조DX.자동보정.MC자동보정팀" userId="S::youngjun_na@lgensol.com::0c590520-1e60-4e57-b0d6-012f89cef193" providerId="AD" clId="Web-{8FF3FF3E-A73B-2DAE-89DC-EF35B49355E6}" dt="2025-11-25T08:21:12.513" v="546"/>
        <pc:sldMkLst>
          <pc:docMk/>
          <pc:sldMk cId="696343298" sldId="286"/>
        </pc:sldMkLst>
        <pc:spChg chg="mod">
          <ac:chgData name="나영준(YOUNGJUN NA)[youngjun_na]/책임/제조DX.자동보정.MC자동보정팀" userId="S::youngjun_na@lgensol.com::0c590520-1e60-4e57-b0d6-012f89cef193" providerId="AD" clId="Web-{8FF3FF3E-A73B-2DAE-89DC-EF35B49355E6}" dt="2025-11-25T07:46:59.666" v="3" actId="20577"/>
          <ac:spMkLst>
            <pc:docMk/>
            <pc:sldMk cId="696343298" sldId="286"/>
            <ac:spMk id="11" creationId="{36D2EDBC-19CB-76E2-70E6-E193D6608BEF}"/>
          </ac:spMkLst>
        </pc:spChg>
        <pc:graphicFrameChg chg="mod modGraphic">
          <ac:chgData name="나영준(YOUNGJUN NA)[youngjun_na]/책임/제조DX.자동보정.MC자동보정팀" userId="S::youngjun_na@lgensol.com::0c590520-1e60-4e57-b0d6-012f89cef193" providerId="AD" clId="Web-{8FF3FF3E-A73B-2DAE-89DC-EF35B49355E6}" dt="2025-11-25T08:21:12.513" v="546"/>
          <ac:graphicFrameMkLst>
            <pc:docMk/>
            <pc:sldMk cId="696343298" sldId="286"/>
            <ac:graphicFrameMk id="3" creationId="{288888B8-029A-57B9-F6A4-85C447027341}"/>
          </ac:graphicFrameMkLst>
        </pc:graphicFrameChg>
        <pc:graphicFrameChg chg="mod modGraphic">
          <ac:chgData name="나영준(YOUNGJUN NA)[youngjun_na]/책임/제조DX.자동보정.MC자동보정팀" userId="S::youngjun_na@lgensol.com::0c590520-1e60-4e57-b0d6-012f89cef193" providerId="AD" clId="Web-{8FF3FF3E-A73B-2DAE-89DC-EF35B49355E6}" dt="2025-11-25T08:07:02.058" v="222"/>
          <ac:graphicFrameMkLst>
            <pc:docMk/>
            <pc:sldMk cId="696343298" sldId="286"/>
            <ac:graphicFrameMk id="9" creationId="{6638603E-0C75-FCA7-3CCB-2D5FD4CE05ED}"/>
          </ac:graphicFrameMkLst>
        </pc:graphicFrameChg>
      </pc:sldChg>
    </pc:docChg>
  </pc:docChgLst>
  <pc:docChgLst>
    <pc:chgData name="안다현(DAHYUN AHN)[dahyun.ahn]/사원/제조DX.자동보정.조립자동보정팀" userId="S::dahyun.ahn@lgensol.com::7637ba88-3042-4a41-bc1d-63ce7574c848" providerId="AD" clId="Web-{D9E20FE3-1337-0E7F-6F4B-5510715E7EA9}"/>
    <pc:docChg chg="modSld">
      <pc:chgData name="안다현(DAHYUN AHN)[dahyun.ahn]/사원/제조DX.자동보정.조립자동보정팀" userId="S::dahyun.ahn@lgensol.com::7637ba88-3042-4a41-bc1d-63ce7574c848" providerId="AD" clId="Web-{D9E20FE3-1337-0E7F-6F4B-5510715E7EA9}" dt="2025-12-10T04:16:06.971" v="103" actId="1076"/>
      <pc:docMkLst>
        <pc:docMk/>
      </pc:docMkLst>
    </pc:docChg>
  </pc:docChgLst>
  <pc:docChgLst>
    <pc:chgData name="함경호(KYUNG HO HAM)[kyungho.ham]/책임/제조DX.자동보정.MC자동보정팀" userId="2a5cfc74-1b1b-4414-b1fd-cb38d5c4422f" providerId="ADAL" clId="{6C616786-CD08-4BF2-B53F-8256DE076317}"/>
    <pc:docChg chg="undo custSel modSld sldOrd">
      <pc:chgData name="함경호(KYUNG HO HAM)[kyungho.ham]/책임/제조DX.자동보정.MC자동보정팀" userId="2a5cfc74-1b1b-4414-b1fd-cb38d5c4422f" providerId="ADAL" clId="{6C616786-CD08-4BF2-B53F-8256DE076317}" dt="2025-12-10T07:34:12.068" v="755" actId="14100"/>
      <pc:docMkLst>
        <pc:docMk/>
      </pc:docMkLst>
      <pc:sldChg chg="modSp mod">
        <pc:chgData name="함경호(KYUNG HO HAM)[kyungho.ham]/책임/제조DX.자동보정.MC자동보정팀" userId="2a5cfc74-1b1b-4414-b1fd-cb38d5c4422f" providerId="ADAL" clId="{6C616786-CD08-4BF2-B53F-8256DE076317}" dt="2025-12-10T07:34:12.068" v="755" actId="14100"/>
        <pc:sldMkLst>
          <pc:docMk/>
          <pc:sldMk cId="2130930852" sldId="273"/>
        </pc:sldMkLst>
        <pc:spChg chg="mod">
          <ac:chgData name="함경호(KYUNG HO HAM)[kyungho.ham]/책임/제조DX.자동보정.MC자동보정팀" userId="2a5cfc74-1b1b-4414-b1fd-cb38d5c4422f" providerId="ADAL" clId="{6C616786-CD08-4BF2-B53F-8256DE076317}" dt="2025-12-10T07:07:29.214" v="136" actId="20577"/>
          <ac:spMkLst>
            <pc:docMk/>
            <pc:sldMk cId="2130930852" sldId="273"/>
            <ac:spMk id="8" creationId="{07A09189-3112-656C-AD07-D2D881F7CDA1}"/>
          </ac:spMkLst>
        </pc:spChg>
        <pc:spChg chg="mod">
          <ac:chgData name="함경호(KYUNG HO HAM)[kyungho.ham]/책임/제조DX.자동보정.MC자동보정팀" userId="2a5cfc74-1b1b-4414-b1fd-cb38d5c4422f" providerId="ADAL" clId="{6C616786-CD08-4BF2-B53F-8256DE076317}" dt="2025-12-10T07:08:12.047" v="146" actId="1076"/>
          <ac:spMkLst>
            <pc:docMk/>
            <pc:sldMk cId="2130930852" sldId="273"/>
            <ac:spMk id="19" creationId="{E927EE96-AE6D-9326-BF30-4550B7B43FEA}"/>
          </ac:spMkLst>
        </pc:spChg>
        <pc:graphicFrameChg chg="modGraphic">
          <ac:chgData name="함경호(KYUNG HO HAM)[kyungho.ham]/책임/제조DX.자동보정.MC자동보정팀" userId="2a5cfc74-1b1b-4414-b1fd-cb38d5c4422f" providerId="ADAL" clId="{6C616786-CD08-4BF2-B53F-8256DE076317}" dt="2025-12-10T07:07:58.717" v="145" actId="20577"/>
          <ac:graphicFrameMkLst>
            <pc:docMk/>
            <pc:sldMk cId="2130930852" sldId="273"/>
            <ac:graphicFrameMk id="4" creationId="{EB5481E2-6FB4-4FB7-EF5D-7D9B040C6E64}"/>
          </ac:graphicFrameMkLst>
        </pc:graphicFrameChg>
        <pc:graphicFrameChg chg="mod modGraphic">
          <ac:chgData name="함경호(KYUNG HO HAM)[kyungho.ham]/책임/제조DX.자동보정.MC자동보정팀" userId="2a5cfc74-1b1b-4414-b1fd-cb38d5c4422f" providerId="ADAL" clId="{6C616786-CD08-4BF2-B53F-8256DE076317}" dt="2025-12-10T07:34:12.068" v="755" actId="14100"/>
          <ac:graphicFrameMkLst>
            <pc:docMk/>
            <pc:sldMk cId="2130930852" sldId="273"/>
            <ac:graphicFrameMk id="5" creationId="{2369CE85-B89B-6E4A-6281-356F875EAE52}"/>
          </ac:graphicFrameMkLst>
        </pc:graphicFrameChg>
        <pc:graphicFrameChg chg="mod modGraphic">
          <ac:chgData name="함경호(KYUNG HO HAM)[kyungho.ham]/책임/제조DX.자동보정.MC자동보정팀" userId="2a5cfc74-1b1b-4414-b1fd-cb38d5c4422f" providerId="ADAL" clId="{6C616786-CD08-4BF2-B53F-8256DE076317}" dt="2025-12-10T07:09:25.096" v="359" actId="207"/>
          <ac:graphicFrameMkLst>
            <pc:docMk/>
            <pc:sldMk cId="2130930852" sldId="273"/>
            <ac:graphicFrameMk id="32" creationId="{CA3FBD93-2B86-2670-F775-0A09164A9385}"/>
          </ac:graphicFrameMkLst>
        </pc:graphicFrameChg>
      </pc:sldChg>
      <pc:sldChg chg="modSp mod">
        <pc:chgData name="함경호(KYUNG HO HAM)[kyungho.ham]/책임/제조DX.자동보정.MC자동보정팀" userId="2a5cfc74-1b1b-4414-b1fd-cb38d5c4422f" providerId="ADAL" clId="{6C616786-CD08-4BF2-B53F-8256DE076317}" dt="2025-12-10T07:04:48.850" v="129" actId="20577"/>
        <pc:sldMkLst>
          <pc:docMk/>
          <pc:sldMk cId="538742533" sldId="2147482032"/>
        </pc:sldMkLst>
        <pc:spChg chg="mod">
          <ac:chgData name="함경호(KYUNG HO HAM)[kyungho.ham]/책임/제조DX.자동보정.MC자동보정팀" userId="2a5cfc74-1b1b-4414-b1fd-cb38d5c4422f" providerId="ADAL" clId="{6C616786-CD08-4BF2-B53F-8256DE076317}" dt="2025-12-09T09:18:12.223" v="64" actId="1038"/>
          <ac:spMkLst>
            <pc:docMk/>
            <pc:sldMk cId="538742533" sldId="2147482032"/>
            <ac:spMk id="28" creationId="{E8148AA5-41FC-2936-D3AA-BE853F5659F8}"/>
          </ac:spMkLst>
        </pc:spChg>
        <pc:spChg chg="mod">
          <ac:chgData name="함경호(KYUNG HO HAM)[kyungho.ham]/책임/제조DX.자동보정.MC자동보정팀" userId="2a5cfc74-1b1b-4414-b1fd-cb38d5c4422f" providerId="ADAL" clId="{6C616786-CD08-4BF2-B53F-8256DE076317}" dt="2025-12-10T07:04:48.850" v="129" actId="20577"/>
          <ac:spMkLst>
            <pc:docMk/>
            <pc:sldMk cId="538742533" sldId="2147482032"/>
            <ac:spMk id="39" creationId="{8765733F-73A2-81BD-BC8C-3BE9F9D5F6AE}"/>
          </ac:spMkLst>
        </pc:spChg>
        <pc:graphicFrameChg chg="modGraphic">
          <ac:chgData name="함경호(KYUNG HO HAM)[kyungho.ham]/책임/제조DX.자동보정.MC자동보정팀" userId="2a5cfc74-1b1b-4414-b1fd-cb38d5c4422f" providerId="ADAL" clId="{6C616786-CD08-4BF2-B53F-8256DE076317}" dt="2025-12-09T09:21:47.611" v="80" actId="20577"/>
          <ac:graphicFrameMkLst>
            <pc:docMk/>
            <pc:sldMk cId="538742533" sldId="2147482032"/>
            <ac:graphicFrameMk id="2" creationId="{EDD7634A-5B1A-0AA9-D4B2-0C9DB54DC62D}"/>
          </ac:graphicFrameMkLst>
        </pc:graphicFrameChg>
        <pc:graphicFrameChg chg="modGraphic">
          <ac:chgData name="함경호(KYUNG HO HAM)[kyungho.ham]/책임/제조DX.자동보정.MC자동보정팀" userId="2a5cfc74-1b1b-4414-b1fd-cb38d5c4422f" providerId="ADAL" clId="{6C616786-CD08-4BF2-B53F-8256DE076317}" dt="2025-12-09T09:21:42.918" v="76" actId="20577"/>
          <ac:graphicFrameMkLst>
            <pc:docMk/>
            <pc:sldMk cId="538742533" sldId="2147482032"/>
            <ac:graphicFrameMk id="7" creationId="{F7A6BBF7-8871-322E-E6B8-FB752E7001C2}"/>
          </ac:graphicFrameMkLst>
        </pc:graphicFrameChg>
        <pc:cxnChg chg="mod">
          <ac:chgData name="함경호(KYUNG HO HAM)[kyungho.ham]/책임/제조DX.자동보정.MC자동보정팀" userId="2a5cfc74-1b1b-4414-b1fd-cb38d5c4422f" providerId="ADAL" clId="{6C616786-CD08-4BF2-B53F-8256DE076317}" dt="2025-12-09T09:18:12.223" v="64" actId="1038"/>
          <ac:cxnSpMkLst>
            <pc:docMk/>
            <pc:sldMk cId="538742533" sldId="2147482032"/>
            <ac:cxnSpMk id="36" creationId="{E1DA1375-6BA4-12DE-5169-8E2DD862B58E}"/>
          </ac:cxnSpMkLst>
        </pc:cxnChg>
      </pc:sldChg>
      <pc:sldChg chg="modSp mod">
        <pc:chgData name="함경호(KYUNG HO HAM)[kyungho.ham]/책임/제조DX.자동보정.MC자동보정팀" userId="2a5cfc74-1b1b-4414-b1fd-cb38d5c4422f" providerId="ADAL" clId="{6C616786-CD08-4BF2-B53F-8256DE076317}" dt="2025-12-10T07:04:59.786" v="130" actId="20577"/>
        <pc:sldMkLst>
          <pc:docMk/>
          <pc:sldMk cId="2934317814" sldId="2147483612"/>
        </pc:sldMkLst>
        <pc:spChg chg="mod">
          <ac:chgData name="함경호(KYUNG HO HAM)[kyungho.ham]/책임/제조DX.자동보정.MC자동보정팀" userId="2a5cfc74-1b1b-4414-b1fd-cb38d5c4422f" providerId="ADAL" clId="{6C616786-CD08-4BF2-B53F-8256DE076317}" dt="2025-12-10T07:04:59.786" v="130" actId="20577"/>
          <ac:spMkLst>
            <pc:docMk/>
            <pc:sldMk cId="2934317814" sldId="2147483612"/>
            <ac:spMk id="37" creationId="{F06A6308-D199-E0C9-63F4-0C9EB0AE3FB7}"/>
          </ac:spMkLst>
        </pc:spChg>
        <pc:graphicFrameChg chg="modGraphic">
          <ac:chgData name="함경호(KYUNG HO HAM)[kyungho.ham]/책임/제조DX.자동보정.MC자동보정팀" userId="2a5cfc74-1b1b-4414-b1fd-cb38d5c4422f" providerId="ADAL" clId="{6C616786-CD08-4BF2-B53F-8256DE076317}" dt="2025-12-09T09:20:43.485" v="72" actId="20577"/>
          <ac:graphicFrameMkLst>
            <pc:docMk/>
            <pc:sldMk cId="2934317814" sldId="2147483612"/>
            <ac:graphicFrameMk id="7" creationId="{874F4904-490C-92A6-9694-09DC8FF3045A}"/>
          </ac:graphicFrameMkLst>
        </pc:graphicFrameChg>
        <pc:graphicFrameChg chg="mod modGraphic">
          <ac:chgData name="함경호(KYUNG HO HAM)[kyungho.ham]/책임/제조DX.자동보정.MC자동보정팀" userId="2a5cfc74-1b1b-4414-b1fd-cb38d5c4422f" providerId="ADAL" clId="{6C616786-CD08-4BF2-B53F-8256DE076317}" dt="2025-12-09T09:22:45.396" v="112" actId="20577"/>
          <ac:graphicFrameMkLst>
            <pc:docMk/>
            <pc:sldMk cId="2934317814" sldId="2147483612"/>
            <ac:graphicFrameMk id="10" creationId="{BEDE071C-F35F-E4A4-7A2B-D5E251FB36C4}"/>
          </ac:graphicFrameMkLst>
        </pc:graphicFrameChg>
      </pc:sldChg>
      <pc:sldChg chg="modSp mod ord">
        <pc:chgData name="함경호(KYUNG HO HAM)[kyungho.ham]/책임/제조DX.자동보정.MC자동보정팀" userId="2a5cfc74-1b1b-4414-b1fd-cb38d5c4422f" providerId="ADAL" clId="{6C616786-CD08-4BF2-B53F-8256DE076317}" dt="2025-12-10T07:33:00.090" v="559" actId="207"/>
        <pc:sldMkLst>
          <pc:docMk/>
          <pc:sldMk cId="3761653059" sldId="2147483638"/>
        </pc:sldMkLst>
        <pc:spChg chg="mod">
          <ac:chgData name="함경호(KYUNG HO HAM)[kyungho.ham]/책임/제조DX.자동보정.MC자동보정팀" userId="2a5cfc74-1b1b-4414-b1fd-cb38d5c4422f" providerId="ADAL" clId="{6C616786-CD08-4BF2-B53F-8256DE076317}" dt="2025-12-10T07:33:00.090" v="559" actId="207"/>
          <ac:spMkLst>
            <pc:docMk/>
            <pc:sldMk cId="3761653059" sldId="2147483638"/>
            <ac:spMk id="24" creationId="{68298820-7D85-A6ED-9D53-48660883B2D3}"/>
          </ac:spMkLst>
        </pc:spChg>
      </pc:sldChg>
    </pc:docChg>
  </pc:docChgLst>
  <pc:docChgLst>
    <pc:chgData name="나영준(YOUNGJUN NA)[youngjun_na]/책임/제조DX.자동보정.MC자동보정팀" userId="S::youngjun_na@lgensol.com::0c590520-1e60-4e57-b0d6-012f89cef193" providerId="AD" clId="Web-{329DE9CE-38C8-EF95-F77A-9D8443A944A4}"/>
    <pc:docChg chg="modSld">
      <pc:chgData name="나영준(YOUNGJUN NA)[youngjun_na]/책임/제조DX.자동보정.MC자동보정팀" userId="S::youngjun_na@lgensol.com::0c590520-1e60-4e57-b0d6-012f89cef193" providerId="AD" clId="Web-{329DE9CE-38C8-EF95-F77A-9D8443A944A4}" dt="2025-12-03T07:18:36.324" v="154" actId="20577"/>
      <pc:docMkLst>
        <pc:docMk/>
      </pc:docMkLst>
      <pc:sldChg chg="modSp">
        <pc:chgData name="나영준(YOUNGJUN NA)[youngjun_na]/책임/제조DX.자동보정.MC자동보정팀" userId="S::youngjun_na@lgensol.com::0c590520-1e60-4e57-b0d6-012f89cef193" providerId="AD" clId="Web-{329DE9CE-38C8-EF95-F77A-9D8443A944A4}" dt="2025-12-03T07:15:36.419" v="81"/>
        <pc:sldMkLst>
          <pc:docMk/>
          <pc:sldMk cId="696343298" sldId="286"/>
        </pc:sldMkLst>
        <pc:graphicFrameChg chg="mod modGraphic">
          <ac:chgData name="나영준(YOUNGJUN NA)[youngjun_na]/책임/제조DX.자동보정.MC자동보정팀" userId="S::youngjun_na@lgensol.com::0c590520-1e60-4e57-b0d6-012f89cef193" providerId="AD" clId="Web-{329DE9CE-38C8-EF95-F77A-9D8443A944A4}" dt="2025-12-03T07:15:36.419" v="81"/>
          <ac:graphicFrameMkLst>
            <pc:docMk/>
            <pc:sldMk cId="696343298" sldId="286"/>
            <ac:graphicFrameMk id="3" creationId="{288888B8-029A-57B9-F6A4-85C447027341}"/>
          </ac:graphicFrameMkLst>
        </pc:graphicFrameChg>
      </pc:sldChg>
    </pc:docChg>
  </pc:docChgLst>
  <pc:docChgLst>
    <pc:chgData name="이제희(JEHEE LEE)[jhlee5841]/책임/제조DX.자동보정.자동보정선행개발팀" userId="31773b35-80f3-44f0-bad0-f4c04c1e8eae" providerId="ADAL" clId="{2B1ACC26-6FBD-4BB1-9AED-494D7E2FDD10}"/>
    <pc:docChg chg="undo custSel modSld">
      <pc:chgData name="이제희(JEHEE LEE)[jhlee5841]/책임/제조DX.자동보정.자동보정선행개발팀" userId="31773b35-80f3-44f0-bad0-f4c04c1e8eae" providerId="ADAL" clId="{2B1ACC26-6FBD-4BB1-9AED-494D7E2FDD10}" dt="2025-12-03T05:05:28.966" v="2598" actId="207"/>
      <pc:docMkLst>
        <pc:docMk/>
      </pc:docMkLst>
      <pc:sldChg chg="delSp mod">
        <pc:chgData name="이제희(JEHEE LEE)[jhlee5841]/책임/제조DX.자동보정.자동보정선행개발팀" userId="31773b35-80f3-44f0-bad0-f4c04c1e8eae" providerId="ADAL" clId="{2B1ACC26-6FBD-4BB1-9AED-494D7E2FDD10}" dt="2025-12-03T04:10:52.452" v="134" actId="478"/>
        <pc:sldMkLst>
          <pc:docMk/>
          <pc:sldMk cId="892003337" sldId="2147482011"/>
        </pc:sldMkLst>
      </pc:sldChg>
      <pc:sldChg chg="modSp mod">
        <pc:chgData name="이제희(JEHEE LEE)[jhlee5841]/책임/제조DX.자동보정.자동보정선행개발팀" userId="31773b35-80f3-44f0-bad0-f4c04c1e8eae" providerId="ADAL" clId="{2B1ACC26-6FBD-4BB1-9AED-494D7E2FDD10}" dt="2025-12-03T04:45:48.997" v="1810" actId="207"/>
        <pc:sldMkLst>
          <pc:docMk/>
          <pc:sldMk cId="722830885" sldId="2147483567"/>
        </pc:sldMkLst>
      </pc:sldChg>
      <pc:sldChg chg="modSp mod">
        <pc:chgData name="이제희(JEHEE LEE)[jhlee5841]/책임/제조DX.자동보정.자동보정선행개발팀" userId="31773b35-80f3-44f0-bad0-f4c04c1e8eae" providerId="ADAL" clId="{2B1ACC26-6FBD-4BB1-9AED-494D7E2FDD10}" dt="2025-12-03T05:05:28.966" v="2598" actId="207"/>
        <pc:sldMkLst>
          <pc:docMk/>
          <pc:sldMk cId="2078861670" sldId="2147483568"/>
        </pc:sldMkLst>
      </pc:sldChg>
    </pc:docChg>
  </pc:docChgLst>
  <pc:docChgLst>
    <pc:chgData name="박준오(JUNO PARK)[jopark]/책임/제조DX.자동보정.조립자동보정팀" userId="b07c4842-d582-4cfa-bd05-8310818ebb5c" providerId="ADAL" clId="{3702E1EB-53F6-409F-A5E2-7A4AC922B55B}"/>
    <pc:docChg chg="undo custSel modSld">
      <pc:chgData name="박준오(JUNO PARK)[jopark]/책임/제조DX.자동보정.조립자동보정팀" userId="b07c4842-d582-4cfa-bd05-8310818ebb5c" providerId="ADAL" clId="{3702E1EB-53F6-409F-A5E2-7A4AC922B55B}" dt="2025-11-26T04:06:03.388" v="2966" actId="20577"/>
      <pc:docMkLst>
        <pc:docMk/>
      </pc:docMkLst>
      <pc:sldChg chg="delSp modSp mod">
        <pc:chgData name="박준오(JUNO PARK)[jopark]/책임/제조DX.자동보정.조립자동보정팀" userId="b07c4842-d582-4cfa-bd05-8310818ebb5c" providerId="ADAL" clId="{3702E1EB-53F6-409F-A5E2-7A4AC922B55B}" dt="2025-11-26T00:53:04.590" v="1966" actId="20577"/>
        <pc:sldMkLst>
          <pc:docMk/>
          <pc:sldMk cId="3806794940" sldId="2147481896"/>
        </pc:sldMkLst>
        <pc:spChg chg="mod">
          <ac:chgData name="박준오(JUNO PARK)[jopark]/책임/제조DX.자동보정.조립자동보정팀" userId="b07c4842-d582-4cfa-bd05-8310818ebb5c" providerId="ADAL" clId="{3702E1EB-53F6-409F-A5E2-7A4AC922B55B}" dt="2025-11-26T00:18:23.173" v="7" actId="20577"/>
          <ac:spMkLst>
            <pc:docMk/>
            <pc:sldMk cId="3806794940" sldId="2147481896"/>
            <ac:spMk id="39" creationId="{35A19147-95B2-445E-9EA9-7C629BED958D}"/>
          </ac:spMkLst>
        </pc:spChg>
        <pc:graphicFrameChg chg="modGraphic">
          <ac:chgData name="박준오(JUNO PARK)[jopark]/책임/제조DX.자동보정.조립자동보정팀" userId="b07c4842-d582-4cfa-bd05-8310818ebb5c" providerId="ADAL" clId="{3702E1EB-53F6-409F-A5E2-7A4AC922B55B}" dt="2025-11-26T00:18:19.029" v="3" actId="20577"/>
          <ac:graphicFrameMkLst>
            <pc:docMk/>
            <pc:sldMk cId="3806794940" sldId="2147481896"/>
            <ac:graphicFrameMk id="20" creationId="{2DA94209-4BE0-4B68-B69F-D3BFF8EDF90F}"/>
          </ac:graphicFrameMkLst>
        </pc:graphicFrameChg>
        <pc:graphicFrameChg chg="mod modGraphic">
          <ac:chgData name="박준오(JUNO PARK)[jopark]/책임/제조DX.자동보정.조립자동보정팀" userId="b07c4842-d582-4cfa-bd05-8310818ebb5c" providerId="ADAL" clId="{3702E1EB-53F6-409F-A5E2-7A4AC922B55B}" dt="2025-11-26T00:53:04.590" v="1966" actId="20577"/>
          <ac:graphicFrameMkLst>
            <pc:docMk/>
            <pc:sldMk cId="3806794940" sldId="2147481896"/>
            <ac:graphicFrameMk id="24" creationId="{EE25D773-57A8-4A35-B7A5-664A556DA172}"/>
          </ac:graphicFrameMkLst>
        </pc:graphicFrameChg>
      </pc:sldChg>
      <pc:sldChg chg="addSp modSp mod">
        <pc:chgData name="박준오(JUNO PARK)[jopark]/책임/제조DX.자동보정.조립자동보정팀" userId="b07c4842-d582-4cfa-bd05-8310818ebb5c" providerId="ADAL" clId="{3702E1EB-53F6-409F-A5E2-7A4AC922B55B}" dt="2025-11-26T04:06:03.388" v="2966" actId="20577"/>
        <pc:sldMkLst>
          <pc:docMk/>
          <pc:sldMk cId="603145438" sldId="2147483614"/>
        </pc:sldMkLst>
        <pc:spChg chg="add mod">
          <ac:chgData name="박준오(JUNO PARK)[jopark]/책임/제조DX.자동보정.조립자동보정팀" userId="b07c4842-d582-4cfa-bd05-8310818ebb5c" providerId="ADAL" clId="{3702E1EB-53F6-409F-A5E2-7A4AC922B55B}" dt="2025-11-26T02:35:01.090" v="2364" actId="1076"/>
          <ac:spMkLst>
            <pc:docMk/>
            <pc:sldMk cId="603145438" sldId="2147483614"/>
            <ac:spMk id="4" creationId="{A1863258-BE44-0206-B903-93D7185CCFF7}"/>
          </ac:spMkLst>
        </pc:spChg>
        <pc:spChg chg="mod">
          <ac:chgData name="박준오(JUNO PARK)[jopark]/책임/제조DX.자동보정.조립자동보정팀" userId="b07c4842-d582-4cfa-bd05-8310818ebb5c" providerId="ADAL" clId="{3702E1EB-53F6-409F-A5E2-7A4AC922B55B}" dt="2025-11-26T00:57:00.976" v="1974" actId="20577"/>
          <ac:spMkLst>
            <pc:docMk/>
            <pc:sldMk cId="603145438" sldId="2147483614"/>
            <ac:spMk id="17" creationId="{E59C6D43-9A9B-4BC4-B37D-D1783B5F5CE3}"/>
          </ac:spMkLst>
        </pc:spChg>
        <pc:graphicFrameChg chg="mod modGraphic">
          <ac:chgData name="박준오(JUNO PARK)[jopark]/책임/제조DX.자동보정.조립자동보정팀" userId="b07c4842-d582-4cfa-bd05-8310818ebb5c" providerId="ADAL" clId="{3702E1EB-53F6-409F-A5E2-7A4AC922B55B}" dt="2025-11-26T04:06:03.388" v="2966" actId="20577"/>
          <ac:graphicFrameMkLst>
            <pc:docMk/>
            <pc:sldMk cId="603145438" sldId="2147483614"/>
            <ac:graphicFrameMk id="15" creationId="{9BC22E7F-57EF-4204-8D6D-A0D86416CCF9}"/>
          </ac:graphicFrameMkLst>
        </pc:graphicFrameChg>
        <pc:picChg chg="add mod">
          <ac:chgData name="박준오(JUNO PARK)[jopark]/책임/제조DX.자동보정.조립자동보정팀" userId="b07c4842-d582-4cfa-bd05-8310818ebb5c" providerId="ADAL" clId="{3702E1EB-53F6-409F-A5E2-7A4AC922B55B}" dt="2025-11-26T02:33:35.837" v="2361" actId="14100"/>
          <ac:picMkLst>
            <pc:docMk/>
            <pc:sldMk cId="603145438" sldId="2147483614"/>
            <ac:picMk id="3" creationId="{02957AE8-AC86-A6D6-D4E2-6267B3E9D964}"/>
          </ac:picMkLst>
        </pc:picChg>
        <pc:picChg chg="add mod">
          <ac:chgData name="박준오(JUNO PARK)[jopark]/책임/제조DX.자동보정.조립자동보정팀" userId="b07c4842-d582-4cfa-bd05-8310818ebb5c" providerId="ADAL" clId="{3702E1EB-53F6-409F-A5E2-7A4AC922B55B}" dt="2025-11-26T02:35:49.814" v="2369" actId="14100"/>
          <ac:picMkLst>
            <pc:docMk/>
            <pc:sldMk cId="603145438" sldId="2147483614"/>
            <ac:picMk id="6" creationId="{BA58134F-E9BD-EADE-6145-6D2B530C0E5A}"/>
          </ac:picMkLst>
        </pc:picChg>
      </pc:sldChg>
    </pc:docChg>
  </pc:docChgLst>
  <pc:docChgLst>
    <pc:chgData name="박연탁(YEONTARK PARK)[parkyt]/책임/제조DX.자동보정.자동보정선행개발팀" userId="S::parkyt@lgensol.com::ed32861b-bebc-4d6e-be9d-42a82b4a008b" providerId="AD" clId="Web-{D443C5FA-4866-94F3-4189-EC23E19733D0}"/>
    <pc:docChg chg="modSld">
      <pc:chgData name="박연탁(YEONTARK PARK)[parkyt]/책임/제조DX.자동보정.자동보정선행개발팀" userId="S::parkyt@lgensol.com::ed32861b-bebc-4d6e-be9d-42a82b4a008b" providerId="AD" clId="Web-{D443C5FA-4866-94F3-4189-EC23E19733D0}" dt="2025-12-10T08:31:53.143" v="664"/>
      <pc:docMkLst>
        <pc:docMk/>
      </pc:docMkLst>
      <pc:sldChg chg="addSp delSp modSp">
        <pc:chgData name="박연탁(YEONTARK PARK)[parkyt]/책임/제조DX.자동보정.자동보정선행개발팀" userId="S::parkyt@lgensol.com::ed32861b-bebc-4d6e-be9d-42a82b4a008b" providerId="AD" clId="Web-{D443C5FA-4866-94F3-4189-EC23E19733D0}" dt="2025-12-10T08:31:53.143" v="664"/>
        <pc:sldMkLst>
          <pc:docMk/>
          <pc:sldMk cId="1260814657" sldId="2147481905"/>
        </pc:sldMkLst>
        <pc:spChg chg="mod">
          <ac:chgData name="박연탁(YEONTARK PARK)[parkyt]/책임/제조DX.자동보정.자동보정선행개발팀" userId="S::parkyt@lgensol.com::ed32861b-bebc-4d6e-be9d-42a82b4a008b" providerId="AD" clId="Web-{D443C5FA-4866-94F3-4189-EC23E19733D0}" dt="2025-12-10T08:24:38.495" v="646" actId="1076"/>
          <ac:spMkLst>
            <pc:docMk/>
            <pc:sldMk cId="1260814657" sldId="2147481905"/>
            <ac:spMk id="20" creationId="{56D42748-BD55-4F67-859A-F21A40F84A33}"/>
          </ac:spMkLst>
        </pc:spChg>
        <pc:graphicFrameChg chg="mod modGraphic">
          <ac:chgData name="박연탁(YEONTARK PARK)[parkyt]/책임/제조DX.자동보정.자동보정선행개발팀" userId="S::parkyt@lgensol.com::ed32861b-bebc-4d6e-be9d-42a82b4a008b" providerId="AD" clId="Web-{D443C5FA-4866-94F3-4189-EC23E19733D0}" dt="2025-12-10T08:31:53.143" v="664"/>
          <ac:graphicFrameMkLst>
            <pc:docMk/>
            <pc:sldMk cId="1260814657" sldId="2147481905"/>
            <ac:graphicFrameMk id="13" creationId="{7FC8BFA7-9C72-4368-BAA5-09BA3B1A2B9F}"/>
          </ac:graphicFrameMkLst>
        </pc:graphicFrameChg>
        <pc:picChg chg="add mod">
          <ac:chgData name="박연탁(YEONTARK PARK)[parkyt]/책임/제조DX.자동보정.자동보정선행개발팀" userId="S::parkyt@lgensol.com::ed32861b-bebc-4d6e-be9d-42a82b4a008b" providerId="AD" clId="Web-{D443C5FA-4866-94F3-4189-EC23E19733D0}" dt="2025-12-10T07:34:02.250" v="189" actId="1076"/>
          <ac:picMkLst>
            <pc:docMk/>
            <pc:sldMk cId="1260814657" sldId="2147481905"/>
            <ac:picMk id="4" creationId="{00949EAD-96C6-BCAE-560D-A9F3FB14275D}"/>
          </ac:picMkLst>
        </pc:picChg>
      </pc:sldChg>
    </pc:docChg>
  </pc:docChgLst>
  <pc:docChgLst>
    <pc:chgData name="안다현(DAHYUN AHN)[dahyun.ahn]/사원/제조DX.자동보정.조립자동보정팀" userId="S::dahyun.ahn@lgensol.com::7637ba88-3042-4a41-bc1d-63ce7574c848" providerId="AD" clId="Web-{E90CF589-5571-7761-4D27-9F462248BE3B}"/>
    <pc:docChg chg="modSld sldOrd">
      <pc:chgData name="안다현(DAHYUN AHN)[dahyun.ahn]/사원/제조DX.자동보정.조립자동보정팀" userId="S::dahyun.ahn@lgensol.com::7637ba88-3042-4a41-bc1d-63ce7574c848" providerId="AD" clId="Web-{E90CF589-5571-7761-4D27-9F462248BE3B}" dt="2025-12-03T04:43:32.756" v="420"/>
      <pc:docMkLst>
        <pc:docMk/>
      </pc:docMkLst>
      <pc:sldChg chg="modSp">
        <pc:chgData name="안다현(DAHYUN AHN)[dahyun.ahn]/사원/제조DX.자동보정.조립자동보정팀" userId="S::dahyun.ahn@lgensol.com::7637ba88-3042-4a41-bc1d-63ce7574c848" providerId="AD" clId="Web-{E90CF589-5571-7761-4D27-9F462248BE3B}" dt="2025-12-03T04:40:54.681" v="410"/>
        <pc:sldMkLst>
          <pc:docMk/>
          <pc:sldMk cId="3152614394" sldId="272"/>
        </pc:sldMkLst>
        <pc:spChg chg="mod">
          <ac:chgData name="안다현(DAHYUN AHN)[dahyun.ahn]/사원/제조DX.자동보정.조립자동보정팀" userId="S::dahyun.ahn@lgensol.com::7637ba88-3042-4a41-bc1d-63ce7574c848" providerId="AD" clId="Web-{E90CF589-5571-7761-4D27-9F462248BE3B}" dt="2025-12-03T04:16:29.514" v="14" actId="20577"/>
          <ac:spMkLst>
            <pc:docMk/>
            <pc:sldMk cId="3152614394" sldId="272"/>
            <ac:spMk id="6" creationId="{05773D21-E444-94AC-7BF3-D0B9E1BC9F91}"/>
          </ac:spMkLst>
        </pc:spChg>
        <pc:spChg chg="mod">
          <ac:chgData name="안다현(DAHYUN AHN)[dahyun.ahn]/사원/제조DX.자동보정.조립자동보정팀" userId="S::dahyun.ahn@lgensol.com::7637ba88-3042-4a41-bc1d-63ce7574c848" providerId="AD" clId="Web-{E90CF589-5571-7761-4D27-9F462248BE3B}" dt="2025-12-03T04:16:38.577" v="32" actId="20577"/>
          <ac:spMkLst>
            <pc:docMk/>
            <pc:sldMk cId="3152614394" sldId="272"/>
            <ac:spMk id="7" creationId="{3BFAC446-7254-682D-E9E2-3DADF9F525CB}"/>
          </ac:spMkLst>
        </pc:spChg>
        <pc:graphicFrameChg chg="mod">
          <ac:chgData name="안다현(DAHYUN AHN)[dahyun.ahn]/사원/제조DX.자동보정.조립자동보정팀" userId="S::dahyun.ahn@lgensol.com::7637ba88-3042-4a41-bc1d-63ce7574c848" providerId="AD" clId="Web-{E90CF589-5571-7761-4D27-9F462248BE3B}" dt="2025-12-03T04:17:29.877" v="62" actId="1076"/>
          <ac:graphicFrameMkLst>
            <pc:docMk/>
            <pc:sldMk cId="3152614394" sldId="272"/>
            <ac:graphicFrameMk id="4" creationId="{11F3F06C-01B8-9F29-51A4-281DF5DF36AB}"/>
          </ac:graphicFrameMkLst>
        </pc:graphicFrameChg>
        <pc:graphicFrameChg chg="mod modGraphic">
          <ac:chgData name="안다현(DAHYUN AHN)[dahyun.ahn]/사원/제조DX.자동보정.조립자동보정팀" userId="S::dahyun.ahn@lgensol.com::7637ba88-3042-4a41-bc1d-63ce7574c848" providerId="AD" clId="Web-{E90CF589-5571-7761-4D27-9F462248BE3B}" dt="2025-12-03T04:18:10.097" v="70"/>
          <ac:graphicFrameMkLst>
            <pc:docMk/>
            <pc:sldMk cId="3152614394" sldId="272"/>
            <ac:graphicFrameMk id="5" creationId="{121A634B-5A70-7493-F45C-36F3130C1F6D}"/>
          </ac:graphicFrameMkLst>
        </pc:graphicFrameChg>
        <pc:graphicFrameChg chg="mod modGraphic">
          <ac:chgData name="안다현(DAHYUN AHN)[dahyun.ahn]/사원/제조DX.자동보정.조립자동보정팀" userId="S::dahyun.ahn@lgensol.com::7637ba88-3042-4a41-bc1d-63ce7574c848" providerId="AD" clId="Web-{E90CF589-5571-7761-4D27-9F462248BE3B}" dt="2025-12-03T04:40:54.681" v="410"/>
          <ac:graphicFrameMkLst>
            <pc:docMk/>
            <pc:sldMk cId="3152614394" sldId="272"/>
            <ac:graphicFrameMk id="9" creationId="{F9E76470-5813-4108-9658-C9DA922B60EF}"/>
          </ac:graphicFrameMkLst>
        </pc:graphicFrameChg>
      </pc:sldChg>
      <pc:sldChg chg="addSp delSp modSp ord">
        <pc:chgData name="안다현(DAHYUN AHN)[dahyun.ahn]/사원/제조DX.자동보정.조립자동보정팀" userId="S::dahyun.ahn@lgensol.com::7637ba88-3042-4a41-bc1d-63ce7574c848" providerId="AD" clId="Web-{E90CF589-5571-7761-4D27-9F462248BE3B}" dt="2025-12-03T04:41:22.104" v="412"/>
        <pc:sldMkLst>
          <pc:docMk/>
          <pc:sldMk cId="980722720" sldId="287"/>
        </pc:sldMkLst>
        <pc:spChg chg="mod">
          <ac:chgData name="안다현(DAHYUN AHN)[dahyun.ahn]/사원/제조DX.자동보정.조립자동보정팀" userId="S::dahyun.ahn@lgensol.com::7637ba88-3042-4a41-bc1d-63ce7574c848" providerId="AD" clId="Web-{E90CF589-5571-7761-4D27-9F462248BE3B}" dt="2025-12-03T04:27:19.660" v="103" actId="20577"/>
          <ac:spMkLst>
            <pc:docMk/>
            <pc:sldMk cId="980722720" sldId="287"/>
            <ac:spMk id="6" creationId="{4E1E8773-DC85-D4E2-9228-C2B401218374}"/>
          </ac:spMkLst>
        </pc:spChg>
        <pc:spChg chg="add del mod">
          <ac:chgData name="안다현(DAHYUN AHN)[dahyun.ahn]/사원/제조DX.자동보정.조립자동보정팀" userId="S::dahyun.ahn@lgensol.com::7637ba88-3042-4a41-bc1d-63ce7574c848" providerId="AD" clId="Web-{E90CF589-5571-7761-4D27-9F462248BE3B}" dt="2025-12-03T04:27:42.835" v="120" actId="20577"/>
          <ac:spMkLst>
            <pc:docMk/>
            <pc:sldMk cId="980722720" sldId="287"/>
            <ac:spMk id="7" creationId="{428B54C7-C8FE-DCC1-1E5F-3CB28493B2BF}"/>
          </ac:spMkLst>
        </pc:spChg>
        <pc:graphicFrameChg chg="mod modGraphic">
          <ac:chgData name="안다현(DAHYUN AHN)[dahyun.ahn]/사원/제조DX.자동보정.조립자동보정팀" userId="S::dahyun.ahn@lgensol.com::7637ba88-3042-4a41-bc1d-63ce7574c848" providerId="AD" clId="Web-{E90CF589-5571-7761-4D27-9F462248BE3B}" dt="2025-12-03T04:21:37.355" v="91"/>
          <ac:graphicFrameMkLst>
            <pc:docMk/>
            <pc:sldMk cId="980722720" sldId="287"/>
            <ac:graphicFrameMk id="5" creationId="{334963D2-7BB3-DB88-7CD8-853B51F8D5F2}"/>
          </ac:graphicFrameMkLst>
        </pc:graphicFrameChg>
        <pc:graphicFrameChg chg="mod modGraphic">
          <ac:chgData name="안다현(DAHYUN AHN)[dahyun.ahn]/사원/제조DX.자동보정.조립자동보정팀" userId="S::dahyun.ahn@lgensol.com::7637ba88-3042-4a41-bc1d-63ce7574c848" providerId="AD" clId="Web-{E90CF589-5571-7761-4D27-9F462248BE3B}" dt="2025-12-03T04:41:22.104" v="412"/>
          <ac:graphicFrameMkLst>
            <pc:docMk/>
            <pc:sldMk cId="980722720" sldId="287"/>
            <ac:graphicFrameMk id="9" creationId="{6418FABD-9FDF-D221-AA86-B60755751675}"/>
          </ac:graphicFrameMkLst>
        </pc:graphicFrameChg>
      </pc:sldChg>
      <pc:sldChg chg="modSp">
        <pc:chgData name="안다현(DAHYUN AHN)[dahyun.ahn]/사원/제조DX.자동보정.조립자동보정팀" userId="S::dahyun.ahn@lgensol.com::7637ba88-3042-4a41-bc1d-63ce7574c848" providerId="AD" clId="Web-{E90CF589-5571-7761-4D27-9F462248BE3B}" dt="2025-12-03T04:43:32.756" v="420"/>
        <pc:sldMkLst>
          <pc:docMk/>
          <pc:sldMk cId="2657643038" sldId="306"/>
        </pc:sldMkLst>
        <pc:graphicFrameChg chg="mod modGraphic">
          <ac:chgData name="안다현(DAHYUN AHN)[dahyun.ahn]/사원/제조DX.자동보정.조립자동보정팀" userId="S::dahyun.ahn@lgensol.com::7637ba88-3042-4a41-bc1d-63ce7574c848" providerId="AD" clId="Web-{E90CF589-5571-7761-4D27-9F462248BE3B}" dt="2025-12-03T04:43:32.756" v="420"/>
          <ac:graphicFrameMkLst>
            <pc:docMk/>
            <pc:sldMk cId="2657643038" sldId="306"/>
            <ac:graphicFrameMk id="5" creationId="{90FA0DD6-FD75-6357-BD16-BBD64CC6F177}"/>
          </ac:graphicFrameMkLst>
        </pc:graphicFrameChg>
        <pc:graphicFrameChg chg="mod modGraphic">
          <ac:chgData name="안다현(DAHYUN AHN)[dahyun.ahn]/사원/제조DX.자동보정.조립자동보정팀" userId="S::dahyun.ahn@lgensol.com::7637ba88-3042-4a41-bc1d-63ce7574c848" providerId="AD" clId="Web-{E90CF589-5571-7761-4D27-9F462248BE3B}" dt="2025-12-03T04:43:06.969" v="416"/>
          <ac:graphicFrameMkLst>
            <pc:docMk/>
            <pc:sldMk cId="2657643038" sldId="306"/>
            <ac:graphicFrameMk id="9" creationId="{8FDB63AD-0852-F4A6-4748-366EC5BD265C}"/>
          </ac:graphicFrameMkLst>
        </pc:graphicFrameChg>
      </pc:sldChg>
    </pc:docChg>
  </pc:docChgLst>
  <pc:docChgLst>
    <pc:chgData name="이기홍(GIHONG LEE)[gihong]/사원/제조DX.자동보정.조립자동보정팀" userId="7eb4d326-2995-407e-9ec7-bafd98231306" providerId="ADAL" clId="{0A1C30B6-7D8E-4D4B-B82D-489918477509}"/>
    <pc:docChg chg="undo custSel modSld">
      <pc:chgData name="이기홍(GIHONG LEE)[gihong]/사원/제조DX.자동보정.조립자동보정팀" userId="7eb4d326-2995-407e-9ec7-bafd98231306" providerId="ADAL" clId="{0A1C30B6-7D8E-4D4B-B82D-489918477509}" dt="2025-12-10T03:53:29.657" v="1612" actId="207"/>
      <pc:docMkLst>
        <pc:docMk/>
      </pc:docMkLst>
      <pc:sldChg chg="addSp delSp modSp mod">
        <pc:chgData name="이기홍(GIHONG LEE)[gihong]/사원/제조DX.자동보정.조립자동보정팀" userId="7eb4d326-2995-407e-9ec7-bafd98231306" providerId="ADAL" clId="{0A1C30B6-7D8E-4D4B-B82D-489918477509}" dt="2025-12-10T03:53:29.657" v="1612" actId="207"/>
        <pc:sldMkLst>
          <pc:docMk/>
          <pc:sldMk cId="3390719611" sldId="283"/>
        </pc:sldMkLst>
        <pc:spChg chg="add mod">
          <ac:chgData name="이기홍(GIHONG LEE)[gihong]/사원/제조DX.자동보정.조립자동보정팀" userId="7eb4d326-2995-407e-9ec7-bafd98231306" providerId="ADAL" clId="{0A1C30B6-7D8E-4D4B-B82D-489918477509}" dt="2025-12-10T02:16:57.159" v="435" actId="6549"/>
          <ac:spMkLst>
            <pc:docMk/>
            <pc:sldMk cId="3390719611" sldId="283"/>
            <ac:spMk id="6" creationId="{AA3107C4-48BE-96F4-24EB-38406FAAB25A}"/>
          </ac:spMkLst>
        </pc:spChg>
        <pc:spChg chg="mod">
          <ac:chgData name="이기홍(GIHONG LEE)[gihong]/사원/제조DX.자동보정.조립자동보정팀" userId="7eb4d326-2995-407e-9ec7-bafd98231306" providerId="ADAL" clId="{0A1C30B6-7D8E-4D4B-B82D-489918477509}" dt="2025-12-10T03:47:26.683" v="642" actId="20577"/>
          <ac:spMkLst>
            <pc:docMk/>
            <pc:sldMk cId="3390719611" sldId="283"/>
            <ac:spMk id="11" creationId="{039DCAA6-8194-72DD-79B6-20151011D799}"/>
          </ac:spMkLst>
        </pc:spChg>
        <pc:spChg chg="mod">
          <ac:chgData name="이기홍(GIHONG LEE)[gihong]/사원/제조DX.자동보정.조립자동보정팀" userId="7eb4d326-2995-407e-9ec7-bafd98231306" providerId="ADAL" clId="{0A1C30B6-7D8E-4D4B-B82D-489918477509}" dt="2025-12-10T02:15:49.624" v="281" actId="20577"/>
          <ac:spMkLst>
            <pc:docMk/>
            <pc:sldMk cId="3390719611" sldId="283"/>
            <ac:spMk id="53" creationId="{A7E4D464-7304-4EB9-B318-5D9694F06655}"/>
          </ac:spMkLst>
        </pc:spChg>
        <pc:spChg chg="mod">
          <ac:chgData name="이기홍(GIHONG LEE)[gihong]/사원/제조DX.자동보정.조립자동보정팀" userId="7eb4d326-2995-407e-9ec7-bafd98231306" providerId="ADAL" clId="{0A1C30B6-7D8E-4D4B-B82D-489918477509}" dt="2025-12-10T03:47:24.064" v="638" actId="20577"/>
          <ac:spMkLst>
            <pc:docMk/>
            <pc:sldMk cId="3390719611" sldId="283"/>
            <ac:spMk id="63" creationId="{D7D5B927-13B0-4931-ABE7-B6AA4E706B2D}"/>
          </ac:spMkLst>
        </pc:spChg>
        <pc:graphicFrameChg chg="modGraphic">
          <ac:chgData name="이기홍(GIHONG LEE)[gihong]/사원/제조DX.자동보정.조립자동보정팀" userId="7eb4d326-2995-407e-9ec7-bafd98231306" providerId="ADAL" clId="{0A1C30B6-7D8E-4D4B-B82D-489918477509}" dt="2025-12-10T03:47:32.813" v="646" actId="20577"/>
          <ac:graphicFrameMkLst>
            <pc:docMk/>
            <pc:sldMk cId="3390719611" sldId="283"/>
            <ac:graphicFrameMk id="3" creationId="{CCB8AE76-AB5D-CEAA-BCF7-5B514F34E44A}"/>
          </ac:graphicFrameMkLst>
        </pc:graphicFrameChg>
        <pc:graphicFrameChg chg="mod modGraphic">
          <ac:chgData name="이기홍(GIHONG LEE)[gihong]/사원/제조DX.자동보정.조립자동보정팀" userId="7eb4d326-2995-407e-9ec7-bafd98231306" providerId="ADAL" clId="{0A1C30B6-7D8E-4D4B-B82D-489918477509}" dt="2025-12-10T03:52:57.154" v="1601" actId="20577"/>
          <ac:graphicFrameMkLst>
            <pc:docMk/>
            <pc:sldMk cId="3390719611" sldId="283"/>
            <ac:graphicFrameMk id="9" creationId="{6E3DE1AF-98C0-1DAE-A5F1-AF6F8C5E0456}"/>
          </ac:graphicFrameMkLst>
        </pc:graphicFrameChg>
        <pc:graphicFrameChg chg="add mod">
          <ac:chgData name="이기홍(GIHONG LEE)[gihong]/사원/제조DX.자동보정.조립자동보정팀" userId="7eb4d326-2995-407e-9ec7-bafd98231306" providerId="ADAL" clId="{0A1C30B6-7D8E-4D4B-B82D-489918477509}" dt="2025-12-10T03:47:06.322" v="626" actId="1076"/>
          <ac:graphicFrameMkLst>
            <pc:docMk/>
            <pc:sldMk cId="3390719611" sldId="283"/>
            <ac:graphicFrameMk id="13" creationId="{A62A0279-D0A4-D28F-0DF8-F7F7FA3E1806}"/>
          </ac:graphicFrameMkLst>
        </pc:graphicFrameChg>
        <pc:graphicFrameChg chg="add del mod modGraphic">
          <ac:chgData name="이기홍(GIHONG LEE)[gihong]/사원/제조DX.자동보정.조립자동보정팀" userId="7eb4d326-2995-407e-9ec7-bafd98231306" providerId="ADAL" clId="{0A1C30B6-7D8E-4D4B-B82D-489918477509}" dt="2025-12-10T02:15:18.177" v="275" actId="14100"/>
          <ac:graphicFrameMkLst>
            <pc:docMk/>
            <pc:sldMk cId="3390719611" sldId="283"/>
            <ac:graphicFrameMk id="37" creationId="{D935E034-E881-4304-AF09-65EB3DF6A001}"/>
          </ac:graphicFrameMkLst>
        </pc:graphicFrameChg>
        <pc:graphicFrameChg chg="modGraphic">
          <ac:chgData name="이기홍(GIHONG LEE)[gihong]/사원/제조DX.자동보정.조립자동보정팀" userId="7eb4d326-2995-407e-9ec7-bafd98231306" providerId="ADAL" clId="{0A1C30B6-7D8E-4D4B-B82D-489918477509}" dt="2025-12-10T03:53:29.657" v="1612" actId="207"/>
          <ac:graphicFrameMkLst>
            <pc:docMk/>
            <pc:sldMk cId="3390719611" sldId="283"/>
            <ac:graphicFrameMk id="47" creationId="{BE2E67CF-94A8-4BDD-BE84-DEC3D2A34F6E}"/>
          </ac:graphicFrameMkLst>
        </pc:graphicFrameChg>
      </pc:sldChg>
    </pc:docChg>
  </pc:docChgLst>
  <pc:docChgLst>
    <pc:chgData name="박세용(SEYONG PARK)[seyong89]/책임/제조DX.자동보정.RSND자동보정팀" userId="9a53a9cf-4d05-4e8b-b6f4-51c057f191bb" providerId="ADAL" clId="{E349EBAC-4A60-4BA2-8F3B-C13883DC9C9D}"/>
    <pc:docChg chg="custSel addSld delSld modSld sldOrd modSection">
      <pc:chgData name="박세용(SEYONG PARK)[seyong89]/책임/제조DX.자동보정.RSND자동보정팀" userId="9a53a9cf-4d05-4e8b-b6f4-51c057f191bb" providerId="ADAL" clId="{E349EBAC-4A60-4BA2-8F3B-C13883DC9C9D}" dt="2025-11-19T07:50:33.678" v="4074"/>
      <pc:docMkLst>
        <pc:docMk/>
      </pc:docMkLst>
      <pc:sldChg chg="modSp mod ord">
        <pc:chgData name="박세용(SEYONG PARK)[seyong89]/책임/제조DX.자동보정.RSND자동보정팀" userId="9a53a9cf-4d05-4e8b-b6f4-51c057f191bb" providerId="ADAL" clId="{E349EBAC-4A60-4BA2-8F3B-C13883DC9C9D}" dt="2025-11-19T07:50:33.678" v="4074"/>
        <pc:sldMkLst>
          <pc:docMk/>
          <pc:sldMk cId="796425396" sldId="280"/>
        </pc:sldMkLst>
        <pc:spChg chg="mod">
          <ac:chgData name="박세용(SEYONG PARK)[seyong89]/책임/제조DX.자동보정.RSND자동보정팀" userId="9a53a9cf-4d05-4e8b-b6f4-51c057f191bb" providerId="ADAL" clId="{E349EBAC-4A60-4BA2-8F3B-C13883DC9C9D}" dt="2025-11-18T09:27:32.696" v="4067" actId="6549"/>
          <ac:spMkLst>
            <pc:docMk/>
            <pc:sldMk cId="796425396" sldId="280"/>
            <ac:spMk id="10" creationId="{6147300D-9DAE-4829-8783-4A59CE1CF601}"/>
          </ac:spMkLst>
        </pc:spChg>
        <pc:spChg chg="mod">
          <ac:chgData name="박세용(SEYONG PARK)[seyong89]/책임/제조DX.자동보정.RSND자동보정팀" userId="9a53a9cf-4d05-4e8b-b6f4-51c057f191bb" providerId="ADAL" clId="{E349EBAC-4A60-4BA2-8F3B-C13883DC9C9D}" dt="2025-11-18T09:26:38.747" v="4065" actId="207"/>
          <ac:spMkLst>
            <pc:docMk/>
            <pc:sldMk cId="796425396" sldId="280"/>
            <ac:spMk id="18" creationId="{3BBB4B0D-7B81-43F6-9A05-343C5774335F}"/>
          </ac:spMkLst>
        </pc:spChg>
      </pc:sldChg>
      <pc:sldChg chg="delSp modSp mod">
        <pc:chgData name="박세용(SEYONG PARK)[seyong89]/책임/제조DX.자동보정.RSND자동보정팀" userId="9a53a9cf-4d05-4e8b-b6f4-51c057f191bb" providerId="ADAL" clId="{E349EBAC-4A60-4BA2-8F3B-C13883DC9C9D}" dt="2025-11-18T09:21:42.866" v="3324" actId="207"/>
        <pc:sldMkLst>
          <pc:docMk/>
          <pc:sldMk cId="2926393564" sldId="285"/>
        </pc:sldMkLst>
        <pc:spChg chg="mod">
          <ac:chgData name="박세용(SEYONG PARK)[seyong89]/책임/제조DX.자동보정.RSND자동보정팀" userId="9a53a9cf-4d05-4e8b-b6f4-51c057f191bb" providerId="ADAL" clId="{E349EBAC-4A60-4BA2-8F3B-C13883DC9C9D}" dt="2025-11-18T09:09:37.899" v="1296" actId="20577"/>
          <ac:spMkLst>
            <pc:docMk/>
            <pc:sldMk cId="2926393564" sldId="285"/>
            <ac:spMk id="5" creationId="{8823653C-1E4C-2AB3-B2C7-17A96027CDF5}"/>
          </ac:spMkLst>
        </pc:spChg>
        <pc:spChg chg="mod">
          <ac:chgData name="박세용(SEYONG PARK)[seyong89]/책임/제조DX.자동보정.RSND자동보정팀" userId="9a53a9cf-4d05-4e8b-b6f4-51c057f191bb" providerId="ADAL" clId="{E349EBAC-4A60-4BA2-8F3B-C13883DC9C9D}" dt="2025-11-18T09:09:26.688" v="1278" actId="20577"/>
          <ac:spMkLst>
            <pc:docMk/>
            <pc:sldMk cId="2926393564" sldId="285"/>
            <ac:spMk id="6" creationId="{6F70A909-8057-285D-B891-D22D9E281AC5}"/>
          </ac:spMkLst>
        </pc:spChg>
        <pc:spChg chg="mod">
          <ac:chgData name="박세용(SEYONG PARK)[seyong89]/책임/제조DX.자동보정.RSND자동보정팀" userId="9a53a9cf-4d05-4e8b-b6f4-51c057f191bb" providerId="ADAL" clId="{E349EBAC-4A60-4BA2-8F3B-C13883DC9C9D}" dt="2025-11-18T09:12:39.720" v="1766"/>
          <ac:spMkLst>
            <pc:docMk/>
            <pc:sldMk cId="2926393564" sldId="285"/>
            <ac:spMk id="9" creationId="{216C8020-9958-8759-E98C-32B9DD2067BB}"/>
          </ac:spMkLst>
        </pc:spChg>
        <pc:graphicFrameChg chg="mod modGraphic">
          <ac:chgData name="박세용(SEYONG PARK)[seyong89]/책임/제조DX.자동보정.RSND자동보정팀" userId="9a53a9cf-4d05-4e8b-b6f4-51c057f191bb" providerId="ADAL" clId="{E349EBAC-4A60-4BA2-8F3B-C13883DC9C9D}" dt="2025-11-18T09:21:42.866" v="3324" actId="207"/>
          <ac:graphicFrameMkLst>
            <pc:docMk/>
            <pc:sldMk cId="2926393564" sldId="285"/>
            <ac:graphicFrameMk id="16" creationId="{721D71E9-3437-A6BF-DC12-E6C5B9BEBCB8}"/>
          </ac:graphicFrameMkLst>
        </pc:graphicFrameChg>
      </pc:sldChg>
      <pc:sldChg chg="modSp mod">
        <pc:chgData name="박세용(SEYONG PARK)[seyong89]/책임/제조DX.자동보정.RSND자동보정팀" userId="9a53a9cf-4d05-4e8b-b6f4-51c057f191bb" providerId="ADAL" clId="{E349EBAC-4A60-4BA2-8F3B-C13883DC9C9D}" dt="2025-11-18T08:56:01.820" v="548" actId="207"/>
        <pc:sldMkLst>
          <pc:docMk/>
          <pc:sldMk cId="2253287276" sldId="2147482042"/>
        </pc:sldMkLst>
        <pc:spChg chg="mod">
          <ac:chgData name="박세용(SEYONG PARK)[seyong89]/책임/제조DX.자동보정.RSND자동보정팀" userId="9a53a9cf-4d05-4e8b-b6f4-51c057f191bb" providerId="ADAL" clId="{E349EBAC-4A60-4BA2-8F3B-C13883DC9C9D}" dt="2025-11-18T07:44:11.571" v="2" actId="20577"/>
          <ac:spMkLst>
            <pc:docMk/>
            <pc:sldMk cId="2253287276" sldId="2147482042"/>
            <ac:spMk id="14" creationId="{728330FB-2942-4211-9DA7-42F39BB3C8B5}"/>
          </ac:spMkLst>
        </pc:spChg>
        <pc:graphicFrameChg chg="mod modGraphic">
          <ac:chgData name="박세용(SEYONG PARK)[seyong89]/책임/제조DX.자동보정.RSND자동보정팀" userId="9a53a9cf-4d05-4e8b-b6f4-51c057f191bb" providerId="ADAL" clId="{E349EBAC-4A60-4BA2-8F3B-C13883DC9C9D}" dt="2025-11-18T08:56:01.820" v="548" actId="207"/>
          <ac:graphicFrameMkLst>
            <pc:docMk/>
            <pc:sldMk cId="2253287276" sldId="2147482042"/>
            <ac:graphicFrameMk id="12" creationId="{7B364C26-8D6A-49BB-AD20-5191801966F9}"/>
          </ac:graphicFrameMkLst>
        </pc:graphicFrameChg>
      </pc:sldChg>
      <pc:sldChg chg="modSp mod">
        <pc:chgData name="박세용(SEYONG PARK)[seyong89]/책임/제조DX.자동보정.RSND자동보정팀" userId="9a53a9cf-4d05-4e8b-b6f4-51c057f191bb" providerId="ADAL" clId="{E349EBAC-4A60-4BA2-8F3B-C13883DC9C9D}" dt="2025-11-18T09:06:29.118" v="1088" actId="207"/>
        <pc:sldMkLst>
          <pc:docMk/>
          <pc:sldMk cId="1129839810" sldId="2147483547"/>
        </pc:sldMkLst>
        <pc:spChg chg="mod">
          <ac:chgData name="박세용(SEYONG PARK)[seyong89]/책임/제조DX.자동보정.RSND자동보정팀" userId="9a53a9cf-4d05-4e8b-b6f4-51c057f191bb" providerId="ADAL" clId="{E349EBAC-4A60-4BA2-8F3B-C13883DC9C9D}" dt="2025-11-18T09:02:14.959" v="549" actId="20577"/>
          <ac:spMkLst>
            <pc:docMk/>
            <pc:sldMk cId="1129839810" sldId="2147483547"/>
            <ac:spMk id="13" creationId="{17889248-F115-4AA2-BAEB-FB8BEFDFF7E4}"/>
          </ac:spMkLst>
        </pc:spChg>
      </pc:sldChg>
      <pc:sldChg chg="modSp mod ord">
        <pc:chgData name="박세용(SEYONG PARK)[seyong89]/책임/제조DX.자동보정.RSND자동보정팀" userId="9a53a9cf-4d05-4e8b-b6f4-51c057f191bb" providerId="ADAL" clId="{E349EBAC-4A60-4BA2-8F3B-C13883DC9C9D}" dt="2025-11-19T07:50:30.694" v="4072"/>
        <pc:sldMkLst>
          <pc:docMk/>
          <pc:sldMk cId="525786264" sldId="2147483624"/>
        </pc:sldMkLst>
        <pc:spChg chg="mod">
          <ac:chgData name="박세용(SEYONG PARK)[seyong89]/책임/제조DX.자동보정.RSND자동보정팀" userId="9a53a9cf-4d05-4e8b-b6f4-51c057f191bb" providerId="ADAL" clId="{E349EBAC-4A60-4BA2-8F3B-C13883DC9C9D}" dt="2025-11-19T07:49:13.381" v="4068" actId="20577"/>
          <ac:spMkLst>
            <pc:docMk/>
            <pc:sldMk cId="525786264" sldId="2147483624"/>
            <ac:spMk id="21" creationId="{B00712CB-B099-86DB-9D6F-E91A2DDF6AB5}"/>
          </ac:spMkLst>
        </pc:spChg>
      </pc:sldChg>
      <pc:sldChg chg="modSp mod">
        <pc:chgData name="박세용(SEYONG PARK)[seyong89]/책임/제조DX.자동보정.RSND자동보정팀" userId="9a53a9cf-4d05-4e8b-b6f4-51c057f191bb" providerId="ADAL" clId="{E349EBAC-4A60-4BA2-8F3B-C13883DC9C9D}" dt="2025-11-18T09:07:24.109" v="1214" actId="20577"/>
        <pc:sldMkLst>
          <pc:docMk/>
          <pc:sldMk cId="3800057163" sldId="2147483625"/>
        </pc:sldMkLst>
        <pc:graphicFrameChg chg="mod modGraphic">
          <ac:chgData name="박세용(SEYONG PARK)[seyong89]/책임/제조DX.자동보정.RSND자동보정팀" userId="9a53a9cf-4d05-4e8b-b6f4-51c057f191bb" providerId="ADAL" clId="{E349EBAC-4A60-4BA2-8F3B-C13883DC9C9D}" dt="2025-11-18T09:07:24.109" v="1214" actId="20577"/>
          <ac:graphicFrameMkLst>
            <pc:docMk/>
            <pc:sldMk cId="3800057163" sldId="2147483625"/>
            <ac:graphicFrameMk id="16" creationId="{EB242356-A299-46C3-9D06-5B35325220C3}"/>
          </ac:graphicFrameMkLst>
        </pc:graphicFrameChg>
      </pc:sldChg>
    </pc:docChg>
  </pc:docChgLst>
  <pc:docChgLst>
    <pc:chgData name="오두섭(DOOSEOB OH)[jack.oh]/선임/제조DX.자동보정.자동보정선행개발팀" userId="4f0a6e31-5f23-40ca-a7fe-97e6784d5889" providerId="ADAL" clId="{8C0FAC45-6ED2-464B-B4BE-03115F91571E}"/>
    <pc:docChg chg="undo custSel modSld">
      <pc:chgData name="오두섭(DOOSEOB OH)[jack.oh]/선임/제조DX.자동보정.자동보정선행개발팀" userId="4f0a6e31-5f23-40ca-a7fe-97e6784d5889" providerId="ADAL" clId="{8C0FAC45-6ED2-464B-B4BE-03115F91571E}" dt="2025-12-03T02:32:53.041" v="1680" actId="20577"/>
      <pc:docMkLst>
        <pc:docMk/>
      </pc:docMkLst>
      <pc:sldChg chg="addSp delSp modSp mod">
        <pc:chgData name="오두섭(DOOSEOB OH)[jack.oh]/선임/제조DX.자동보정.자동보정선행개발팀" userId="4f0a6e31-5f23-40ca-a7fe-97e6784d5889" providerId="ADAL" clId="{8C0FAC45-6ED2-464B-B4BE-03115F91571E}" dt="2025-12-03T02:32:53.041" v="1680" actId="20577"/>
        <pc:sldMkLst>
          <pc:docMk/>
          <pc:sldMk cId="2786048932" sldId="262"/>
        </pc:sldMkLst>
        <pc:spChg chg="mod">
          <ac:chgData name="오두섭(DOOSEOB OH)[jack.oh]/선임/제조DX.자동보정.자동보정선행개발팀" userId="4f0a6e31-5f23-40ca-a7fe-97e6784d5889" providerId="ADAL" clId="{8C0FAC45-6ED2-464B-B4BE-03115F91571E}" dt="2025-12-03T00:20:30.368" v="790" actId="20577"/>
          <ac:spMkLst>
            <pc:docMk/>
            <pc:sldMk cId="2786048932" sldId="262"/>
            <ac:spMk id="33" creationId="{28953EDA-490C-414A-829A-5166309284BE}"/>
          </ac:spMkLst>
        </pc:spChg>
        <pc:spChg chg="mod">
          <ac:chgData name="오두섭(DOOSEOB OH)[jack.oh]/선임/제조DX.자동보정.자동보정선행개발팀" userId="4f0a6e31-5f23-40ca-a7fe-97e6784d5889" providerId="ADAL" clId="{8C0FAC45-6ED2-464B-B4BE-03115F91571E}" dt="2025-12-03T02:32:03.462" v="1668" actId="1076"/>
          <ac:spMkLst>
            <pc:docMk/>
            <pc:sldMk cId="2786048932" sldId="262"/>
            <ac:spMk id="2054" creationId="{A7F424C6-E482-8660-9138-3CB02052551F}"/>
          </ac:spMkLst>
        </pc:spChg>
        <pc:graphicFrameChg chg="modGraphic">
          <ac:chgData name="오두섭(DOOSEOB OH)[jack.oh]/선임/제조DX.자동보정.자동보정선행개발팀" userId="4f0a6e31-5f23-40ca-a7fe-97e6784d5889" providerId="ADAL" clId="{8C0FAC45-6ED2-464B-B4BE-03115F91571E}" dt="2025-12-03T00:20:25.618" v="785" actId="20577"/>
          <ac:graphicFrameMkLst>
            <pc:docMk/>
            <pc:sldMk cId="2786048932" sldId="262"/>
            <ac:graphicFrameMk id="3" creationId="{1B538319-E744-914C-0D08-26296EEC9C81}"/>
          </ac:graphicFrameMkLst>
        </pc:graphicFrameChg>
        <pc:graphicFrameChg chg="modGraphic">
          <ac:chgData name="오두섭(DOOSEOB OH)[jack.oh]/선임/제조DX.자동보정.자동보정선행개발팀" userId="4f0a6e31-5f23-40ca-a7fe-97e6784d5889" providerId="ADAL" clId="{8C0FAC45-6ED2-464B-B4BE-03115F91571E}" dt="2025-12-03T02:31:52.538" v="1665" actId="404"/>
          <ac:graphicFrameMkLst>
            <pc:docMk/>
            <pc:sldMk cId="2786048932" sldId="262"/>
            <ac:graphicFrameMk id="26" creationId="{F50B34A1-BFF0-4AB5-9FEA-EF1677DED3EA}"/>
          </ac:graphicFrameMkLst>
        </pc:graphicFrameChg>
        <pc:graphicFrameChg chg="mod modGraphic">
          <ac:chgData name="오두섭(DOOSEOB OH)[jack.oh]/선임/제조DX.자동보정.자동보정선행개발팀" userId="4f0a6e31-5f23-40ca-a7fe-97e6784d5889" providerId="ADAL" clId="{8C0FAC45-6ED2-464B-B4BE-03115F91571E}" dt="2025-12-03T02:32:53.041" v="1680" actId="20577"/>
          <ac:graphicFrameMkLst>
            <pc:docMk/>
            <pc:sldMk cId="2786048932" sldId="262"/>
            <ac:graphicFrameMk id="32" creationId="{C75B2E3A-6367-47F5-9C2E-36D1B1E1DCAE}"/>
          </ac:graphicFrameMkLst>
        </pc:graphicFrameChg>
      </pc:sldChg>
      <pc:sldChg chg="addSp delSp modSp mod">
        <pc:chgData name="오두섭(DOOSEOB OH)[jack.oh]/선임/제조DX.자동보정.자동보정선행개발팀" userId="4f0a6e31-5f23-40ca-a7fe-97e6784d5889" providerId="ADAL" clId="{8C0FAC45-6ED2-464B-B4BE-03115F91571E}" dt="2025-12-03T02:30:20.737" v="1660"/>
        <pc:sldMkLst>
          <pc:docMk/>
          <pc:sldMk cId="1962659383" sldId="275"/>
        </pc:sldMkLst>
        <pc:spChg chg="mod">
          <ac:chgData name="오두섭(DOOSEOB OH)[jack.oh]/선임/제조DX.자동보정.자동보정선행개발팀" userId="4f0a6e31-5f23-40ca-a7fe-97e6784d5889" providerId="ADAL" clId="{8C0FAC45-6ED2-464B-B4BE-03115F91571E}" dt="2025-12-03T02:29:59.057" v="1649" actId="20577"/>
          <ac:spMkLst>
            <pc:docMk/>
            <pc:sldMk cId="1962659383" sldId="275"/>
            <ac:spMk id="33" creationId="{28953EDA-490C-414A-829A-5166309284BE}"/>
          </ac:spMkLst>
        </pc:spChg>
        <pc:graphicFrameChg chg="modGraphic">
          <ac:chgData name="오두섭(DOOSEOB OH)[jack.oh]/선임/제조DX.자동보정.자동보정선행개발팀" userId="4f0a6e31-5f23-40ca-a7fe-97e6784d5889" providerId="ADAL" clId="{8C0FAC45-6ED2-464B-B4BE-03115F91571E}" dt="2025-12-03T02:29:54.115" v="1644" actId="20577"/>
          <ac:graphicFrameMkLst>
            <pc:docMk/>
            <pc:sldMk cId="1962659383" sldId="275"/>
            <ac:graphicFrameMk id="3" creationId="{1B538319-E744-914C-0D08-26296EEC9C81}"/>
          </ac:graphicFrameMkLst>
        </pc:graphicFrameChg>
        <pc:graphicFrameChg chg="mod modGraphic">
          <ac:chgData name="오두섭(DOOSEOB OH)[jack.oh]/선임/제조DX.자동보정.자동보정선행개발팀" userId="4f0a6e31-5f23-40ca-a7fe-97e6784d5889" providerId="ADAL" clId="{8C0FAC45-6ED2-464B-B4BE-03115F91571E}" dt="2025-12-03T02:30:20.737" v="1660"/>
          <ac:graphicFrameMkLst>
            <pc:docMk/>
            <pc:sldMk cId="1962659383" sldId="275"/>
            <ac:graphicFrameMk id="32" creationId="{C75B2E3A-6367-47F5-9C2E-36D1B1E1DCAE}"/>
          </ac:graphicFrameMkLst>
        </pc:graphicFrameChg>
        <pc:picChg chg="add mod">
          <ac:chgData name="오두섭(DOOSEOB OH)[jack.oh]/선임/제조DX.자동보정.자동보정선행개발팀" userId="4f0a6e31-5f23-40ca-a7fe-97e6784d5889" providerId="ADAL" clId="{8C0FAC45-6ED2-464B-B4BE-03115F91571E}" dt="2025-12-03T02:25:53.826" v="1245" actId="1076"/>
          <ac:picMkLst>
            <pc:docMk/>
            <pc:sldMk cId="1962659383" sldId="275"/>
            <ac:picMk id="7" creationId="{98624D1B-5754-BCAA-88B2-243CBC736217}"/>
          </ac:picMkLst>
        </pc:picChg>
      </pc:sldChg>
      <pc:sldChg chg="modSp mod">
        <pc:chgData name="오두섭(DOOSEOB OH)[jack.oh]/선임/제조DX.자동보정.자동보정선행개발팀" userId="4f0a6e31-5f23-40ca-a7fe-97e6784d5889" providerId="ADAL" clId="{8C0FAC45-6ED2-464B-B4BE-03115F91571E}" dt="2025-12-03T00:21:35.216" v="799" actId="20577"/>
        <pc:sldMkLst>
          <pc:docMk/>
          <pc:sldMk cId="1926470574" sldId="281"/>
        </pc:sldMkLst>
        <pc:spChg chg="mod">
          <ac:chgData name="오두섭(DOOSEOB OH)[jack.oh]/선임/제조DX.자동보정.자동보정선행개발팀" userId="4f0a6e31-5f23-40ca-a7fe-97e6784d5889" providerId="ADAL" clId="{8C0FAC45-6ED2-464B-B4BE-03115F91571E}" dt="2025-12-03T00:21:35.216" v="799" actId="20577"/>
          <ac:spMkLst>
            <pc:docMk/>
            <pc:sldMk cId="1926470574" sldId="281"/>
            <ac:spMk id="33" creationId="{28953EDA-490C-414A-829A-5166309284BE}"/>
          </ac:spMkLst>
        </pc:spChg>
        <pc:graphicFrameChg chg="modGraphic">
          <ac:chgData name="오두섭(DOOSEOB OH)[jack.oh]/선임/제조DX.자동보정.자동보정선행개발팀" userId="4f0a6e31-5f23-40ca-a7fe-97e6784d5889" providerId="ADAL" clId="{8C0FAC45-6ED2-464B-B4BE-03115F91571E}" dt="2025-12-03T00:21:31.339" v="794" actId="20577"/>
          <ac:graphicFrameMkLst>
            <pc:docMk/>
            <pc:sldMk cId="1926470574" sldId="281"/>
            <ac:graphicFrameMk id="3" creationId="{1B538319-E744-914C-0D08-26296EEC9C81}"/>
          </ac:graphicFrameMkLst>
        </pc:graphicFrameChg>
        <pc:graphicFrameChg chg="modGraphic">
          <ac:chgData name="오두섭(DOOSEOB OH)[jack.oh]/선임/제조DX.자동보정.자동보정선행개발팀" userId="4f0a6e31-5f23-40ca-a7fe-97e6784d5889" providerId="ADAL" clId="{8C0FAC45-6ED2-464B-B4BE-03115F91571E}" dt="2025-12-03T00:21:26.974" v="792" actId="20577"/>
          <ac:graphicFrameMkLst>
            <pc:docMk/>
            <pc:sldMk cId="1926470574" sldId="281"/>
            <ac:graphicFrameMk id="32" creationId="{C75B2E3A-6367-47F5-9C2E-36D1B1E1DCAE}"/>
          </ac:graphicFrameMkLst>
        </pc:graphicFrameChg>
      </pc:sldChg>
    </pc:docChg>
  </pc:docChgLst>
  <pc:docChgLst>
    <pc:chgData name="엄광호(KWANGHO EUM)[eum_kh]/팀장/제조DX.자동보정.MC자동보정팀" userId="S::eum_kh@lgensol.com::0c104bed-bfc5-4d8d-93da-4ded022c412f" providerId="AD" clId="Web-{12E3C2E2-F277-B814-3856-250170F190DE}"/>
    <pc:docChg chg="modSld">
      <pc:chgData name="엄광호(KWANGHO EUM)[eum_kh]/팀장/제조DX.자동보정.MC자동보정팀" userId="S::eum_kh@lgensol.com::0c104bed-bfc5-4d8d-93da-4ded022c412f" providerId="AD" clId="Web-{12E3C2E2-F277-B814-3856-250170F190DE}" dt="2025-12-04T00:33:34.309" v="61" actId="20577"/>
      <pc:docMkLst>
        <pc:docMk/>
      </pc:docMkLst>
      <pc:sldChg chg="modSp">
        <pc:chgData name="엄광호(KWANGHO EUM)[eum_kh]/팀장/제조DX.자동보정.MC자동보정팀" userId="S::eum_kh@lgensol.com::0c104bed-bfc5-4d8d-93da-4ded022c412f" providerId="AD" clId="Web-{12E3C2E2-F277-B814-3856-250170F190DE}" dt="2025-12-04T00:33:34.309" v="61" actId="20577"/>
        <pc:sldMkLst>
          <pc:docMk/>
          <pc:sldMk cId="528501483" sldId="264"/>
        </pc:sldMkLst>
        <pc:spChg chg="mod">
          <ac:chgData name="엄광호(KWANGHO EUM)[eum_kh]/팀장/제조DX.자동보정.MC자동보정팀" userId="S::eum_kh@lgensol.com::0c104bed-bfc5-4d8d-93da-4ded022c412f" providerId="AD" clId="Web-{12E3C2E2-F277-B814-3856-250170F190DE}" dt="2025-12-04T00:33:34.309" v="61" actId="20577"/>
          <ac:spMkLst>
            <pc:docMk/>
            <pc:sldMk cId="528501483" sldId="264"/>
            <ac:spMk id="15" creationId="{E0E42231-D299-2E3B-F2DE-55FFD43F80C3}"/>
          </ac:spMkLst>
        </pc:spChg>
      </pc:sldChg>
    </pc:docChg>
  </pc:docChgLst>
  <pc:docChgLst>
    <pc:chgData name="박홍준(HONGJUN PARK)[bakongjun]/사원/제조DX.자동보정.RSND자동보정팀" userId="72d131f8-3bdb-4973-92c4-217bee4fcd53" providerId="ADAL" clId="{589D71EE-CE44-4A7B-9A70-C0535E27C73E}"/>
    <pc:docChg chg="undo custSel modSld">
      <pc:chgData name="박홍준(HONGJUN PARK)[bakongjun]/사원/제조DX.자동보정.RSND자동보정팀" userId="72d131f8-3bdb-4973-92c4-217bee4fcd53" providerId="ADAL" clId="{589D71EE-CE44-4A7B-9A70-C0535E27C73E}" dt="2025-11-25T08:33:43.281" v="1090" actId="20577"/>
      <pc:docMkLst>
        <pc:docMk/>
      </pc:docMkLst>
      <pc:sldChg chg="modSp">
        <pc:chgData name="박홍준(HONGJUN PARK)[bakongjun]/사원/제조DX.자동보정.RSND자동보정팀" userId="72d131f8-3bdb-4973-92c4-217bee4fcd53" providerId="ADAL" clId="{589D71EE-CE44-4A7B-9A70-C0535E27C73E}" dt="2025-11-25T08:33:43.281" v="1090" actId="20577"/>
        <pc:sldMkLst>
          <pc:docMk/>
          <pc:sldMk cId="3227093882" sldId="300"/>
        </pc:sldMkLst>
        <pc:graphicFrameChg chg="mod modGraphic">
          <ac:chgData name="박홍준(HONGJUN PARK)[bakongjun]/사원/제조DX.자동보정.RSND자동보정팀" userId="72d131f8-3bdb-4973-92c4-217bee4fcd53" providerId="ADAL" clId="{589D71EE-CE44-4A7B-9A70-C0535E27C73E}" dt="2025-11-25T08:33:43.281" v="1090" actId="20577"/>
          <ac:graphicFrameMkLst>
            <pc:docMk/>
            <pc:sldMk cId="3227093882" sldId="300"/>
            <ac:graphicFrameMk id="32" creationId="{C75B2E3A-6367-47F5-9C2E-36D1B1E1DCAE}"/>
          </ac:graphicFrameMkLst>
        </pc:graphicFrameChg>
      </pc:sldChg>
      <pc:sldChg chg="modSp">
        <pc:chgData name="박홍준(HONGJUN PARK)[bakongjun]/사원/제조DX.자동보정.RSND자동보정팀" userId="72d131f8-3bdb-4973-92c4-217bee4fcd53" providerId="ADAL" clId="{589D71EE-CE44-4A7B-9A70-C0535E27C73E}" dt="2025-11-25T08:26:48.236" v="53" actId="207"/>
        <pc:sldMkLst>
          <pc:docMk/>
          <pc:sldMk cId="2962861313" sldId="2147483647"/>
        </pc:sldMkLst>
        <pc:spChg chg="mod">
          <ac:chgData name="박홍준(HONGJUN PARK)[bakongjun]/사원/제조DX.자동보정.RSND자동보정팀" userId="72d131f8-3bdb-4973-92c4-217bee4fcd53" providerId="ADAL" clId="{589D71EE-CE44-4A7B-9A70-C0535E27C73E}" dt="2025-11-25T08:26:39.155" v="51" actId="20577"/>
          <ac:spMkLst>
            <pc:docMk/>
            <pc:sldMk cId="2962861313" sldId="2147483647"/>
            <ac:spMk id="5" creationId="{058D9290-B6FE-4188-A628-169045B30DE8}"/>
          </ac:spMkLst>
        </pc:spChg>
        <pc:graphicFrameChg chg="mod modGraphic">
          <ac:chgData name="박홍준(HONGJUN PARK)[bakongjun]/사원/제조DX.자동보정.RSND자동보정팀" userId="72d131f8-3bdb-4973-92c4-217bee4fcd53" providerId="ADAL" clId="{589D71EE-CE44-4A7B-9A70-C0535E27C73E}" dt="2025-11-25T08:26:48.236" v="53" actId="207"/>
          <ac:graphicFrameMkLst>
            <pc:docMk/>
            <pc:sldMk cId="2962861313" sldId="2147483647"/>
            <ac:graphicFrameMk id="2" creationId="{14126919-6681-402B-B8DC-D9D2730CDB15}"/>
          </ac:graphicFrameMkLst>
        </pc:graphicFrameChg>
      </pc:sldChg>
    </pc:docChg>
  </pc:docChgLst>
  <pc:docChgLst>
    <pc:chgData name="김태욱(TAEWOOK KIM)[twkiii]/사원/제조DX.자동보정.자동보정선행개발팀" userId="S::twkiii@lgensol.com::7550169e-81b5-4b23-9cda-68528cfbbc51" providerId="AD" clId="Web-{DF26F05E-3AE4-B885-E1CE-ED16AD090C45}"/>
    <pc:docChg chg="modSld">
      <pc:chgData name="김태욱(TAEWOOK KIM)[twkiii]/사원/제조DX.자동보정.자동보정선행개발팀" userId="S::twkiii@lgensol.com::7550169e-81b5-4b23-9cda-68528cfbbc51" providerId="AD" clId="Web-{DF26F05E-3AE4-B885-E1CE-ED16AD090C45}" dt="2025-12-16T00:50:18.355" v="247"/>
      <pc:docMkLst>
        <pc:docMk/>
      </pc:docMkLst>
      <pc:sldChg chg="modSp">
        <pc:chgData name="김태욱(TAEWOOK KIM)[twkiii]/사원/제조DX.자동보정.자동보정선행개발팀" userId="S::twkiii@lgensol.com::7550169e-81b5-4b23-9cda-68528cfbbc51" providerId="AD" clId="Web-{DF26F05E-3AE4-B885-E1CE-ED16AD090C45}" dt="2025-12-16T00:50:18.355" v="247"/>
        <pc:sldMkLst>
          <pc:docMk/>
          <pc:sldMk cId="2246734517" sldId="261"/>
        </pc:sldMkLst>
        <pc:spChg chg="mod">
          <ac:chgData name="김태욱(TAEWOOK KIM)[twkiii]/사원/제조DX.자동보정.자동보정선행개발팀" userId="S::twkiii@lgensol.com::7550169e-81b5-4b23-9cda-68528cfbbc51" providerId="AD" clId="Web-{DF26F05E-3AE4-B885-E1CE-ED16AD090C45}" dt="2025-12-16T00:50:13.120" v="243" actId="20577"/>
          <ac:spMkLst>
            <pc:docMk/>
            <pc:sldMk cId="2246734517" sldId="261"/>
            <ac:spMk id="18" creationId="{E37CB9DC-FEED-1974-46FE-306D820160B7}"/>
          </ac:spMkLst>
        </pc:spChg>
        <pc:graphicFrameChg chg="mod modGraphic">
          <ac:chgData name="김태욱(TAEWOOK KIM)[twkiii]/사원/제조DX.자동보정.자동보정선행개발팀" userId="S::twkiii@lgensol.com::7550169e-81b5-4b23-9cda-68528cfbbc51" providerId="AD" clId="Web-{DF26F05E-3AE4-B885-E1CE-ED16AD090C45}" dt="2025-12-16T00:50:18.355" v="247"/>
          <ac:graphicFrameMkLst>
            <pc:docMk/>
            <pc:sldMk cId="2246734517" sldId="261"/>
            <ac:graphicFrameMk id="32" creationId="{C75B2E3A-6367-47F5-9C2E-36D1B1E1DCAE}"/>
          </ac:graphicFrameMkLst>
        </pc:graphicFrameChg>
      </pc:sldChg>
    </pc:docChg>
  </pc:docChgLst>
  <pc:docChgLst>
    <pc:chgData name="강현웅(HYEONWOONG KANG)[khw330]/선임/제조DX.자동보정.조립자동보정팀" userId="2b3cec2e-b960-4340-96c3-4469e2643969" providerId="ADAL" clId="{28DFF8A3-C154-4EEF-95BD-C77E1A1FEFF7}"/>
    <pc:docChg chg="undo custSel delSld modSld sldOrd modMainMaster modSection">
      <pc:chgData name="강현웅(HYEONWOONG KANG)[khw330]/선임/제조DX.자동보정.조립자동보정팀" userId="2b3cec2e-b960-4340-96c3-4469e2643969" providerId="ADAL" clId="{28DFF8A3-C154-4EEF-95BD-C77E1A1FEFF7}" dt="2025-11-20T04:37:48.962" v="1346" actId="20577"/>
      <pc:docMkLst>
        <pc:docMk/>
      </pc:docMkLst>
      <pc:sldChg chg="modSp mod">
        <pc:chgData name="강현웅(HYEONWOONG KANG)[khw330]/선임/제조DX.자동보정.조립자동보정팀" userId="2b3cec2e-b960-4340-96c3-4469e2643969" providerId="ADAL" clId="{28DFF8A3-C154-4EEF-95BD-C77E1A1FEFF7}" dt="2025-11-20T04:21:51.187" v="1269" actId="20577"/>
        <pc:sldMkLst>
          <pc:docMk/>
          <pc:sldMk cId="2786048932" sldId="262"/>
        </pc:sldMkLst>
        <pc:spChg chg="mod">
          <ac:chgData name="강현웅(HYEONWOONG KANG)[khw330]/선임/제조DX.자동보정.조립자동보정팀" userId="2b3cec2e-b960-4340-96c3-4469e2643969" providerId="ADAL" clId="{28DFF8A3-C154-4EEF-95BD-C77E1A1FEFF7}" dt="2025-11-20T04:21:51.187" v="1269" actId="20577"/>
          <ac:spMkLst>
            <pc:docMk/>
            <pc:sldMk cId="2786048932" sldId="262"/>
            <ac:spMk id="33" creationId="{28953EDA-490C-414A-829A-5166309284BE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20T04:21:31.442" v="1265" actId="20577"/>
          <ac:graphicFrameMkLst>
            <pc:docMk/>
            <pc:sldMk cId="2786048932" sldId="262"/>
            <ac:graphicFrameMk id="3" creationId="{1B538319-E744-914C-0D08-26296EEC9C81}"/>
          </ac:graphicFrameMkLst>
        </pc:graphicFrameChg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20T04:21:33.206" v="1267" actId="20577"/>
          <ac:graphicFrameMkLst>
            <pc:docMk/>
            <pc:sldMk cId="2786048932" sldId="262"/>
            <ac:graphicFrameMk id="32" creationId="{C75B2E3A-6367-47F5-9C2E-36D1B1E1DCAE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28DFF8A3-C154-4EEF-95BD-C77E1A1FEFF7}" dt="2025-11-20T04:24:59.412" v="1289" actId="20577"/>
        <pc:sldMkLst>
          <pc:docMk/>
          <pc:sldMk cId="1214493206" sldId="278"/>
        </pc:sldMkLst>
        <pc:spChg chg="mod">
          <ac:chgData name="강현웅(HYEONWOONG KANG)[khw330]/선임/제조DX.자동보정.조립자동보정팀" userId="2b3cec2e-b960-4340-96c3-4469e2643969" providerId="ADAL" clId="{28DFF8A3-C154-4EEF-95BD-C77E1A1FEFF7}" dt="2025-11-20T04:24:59.412" v="1289" actId="20577"/>
          <ac:spMkLst>
            <pc:docMk/>
            <pc:sldMk cId="1214493206" sldId="278"/>
            <ac:spMk id="35" creationId="{F2A500E2-45F9-4EF0-BE92-179BF7553868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20T04:24:57.178" v="1287" actId="20577"/>
          <ac:graphicFrameMkLst>
            <pc:docMk/>
            <pc:sldMk cId="1214493206" sldId="278"/>
            <ac:graphicFrameMk id="2" creationId="{E8BA911D-85D8-47EA-B554-47FAA4B53801}"/>
          </ac:graphicFrameMkLst>
        </pc:graphicFrameChg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20T04:24:54.647" v="1285" actId="20577"/>
          <ac:graphicFrameMkLst>
            <pc:docMk/>
            <pc:sldMk cId="1214493206" sldId="278"/>
            <ac:graphicFrameMk id="5" creationId="{2B946E08-BA17-4FF0-BB32-A5E05CE9F77C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28DFF8A3-C154-4EEF-95BD-C77E1A1FEFF7}" dt="2025-11-18T02:22:15.122" v="822" actId="20577"/>
        <pc:sldMkLst>
          <pc:docMk/>
          <pc:sldMk cId="3110584877" sldId="282"/>
        </pc:sldMkLst>
        <pc:spChg chg="mod">
          <ac:chgData name="강현웅(HYEONWOONG KANG)[khw330]/선임/제조DX.자동보정.조립자동보정팀" userId="2b3cec2e-b960-4340-96c3-4469e2643969" providerId="ADAL" clId="{28DFF8A3-C154-4EEF-95BD-C77E1A1FEFF7}" dt="2025-11-18T00:40:17.368" v="262" actId="20577"/>
          <ac:spMkLst>
            <pc:docMk/>
            <pc:sldMk cId="3110584877" sldId="282"/>
            <ac:spMk id="6" creationId="{83CFA496-A814-27C3-3FB8-E454A7B5C13A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18T00:40:14.291" v="260" actId="20577"/>
          <ac:graphicFrameMkLst>
            <pc:docMk/>
            <pc:sldMk cId="3110584877" sldId="282"/>
            <ac:graphicFrameMk id="5" creationId="{90FA0DD6-FD75-6357-BD16-BBD64CC6F177}"/>
          </ac:graphicFrameMkLst>
        </pc:graphicFrameChg>
        <pc:graphicFrameChg chg="mod modGraphic">
          <ac:chgData name="강현웅(HYEONWOONG KANG)[khw330]/선임/제조DX.자동보정.조립자동보정팀" userId="2b3cec2e-b960-4340-96c3-4469e2643969" providerId="ADAL" clId="{28DFF8A3-C154-4EEF-95BD-C77E1A1FEFF7}" dt="2025-11-18T02:22:15.122" v="822" actId="20577"/>
          <ac:graphicFrameMkLst>
            <pc:docMk/>
            <pc:sldMk cId="3110584877" sldId="282"/>
            <ac:graphicFrameMk id="9" creationId="{8FDB63AD-0852-F4A6-4748-366EC5BD265C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28DFF8A3-C154-4EEF-95BD-C77E1A1FEFF7}" dt="2025-11-20T04:37:48.962" v="1346" actId="20577"/>
        <pc:sldMkLst>
          <pc:docMk/>
          <pc:sldMk cId="805204089" sldId="299"/>
        </pc:sldMkLst>
        <pc:spChg chg="mod">
          <ac:chgData name="강현웅(HYEONWOONG KANG)[khw330]/선임/제조DX.자동보정.조립자동보정팀" userId="2b3cec2e-b960-4340-96c3-4469e2643969" providerId="ADAL" clId="{28DFF8A3-C154-4EEF-95BD-C77E1A1FEFF7}" dt="2025-11-20T04:37:48.962" v="1346" actId="20577"/>
          <ac:spMkLst>
            <pc:docMk/>
            <pc:sldMk cId="805204089" sldId="299"/>
            <ac:spMk id="8" creationId="{1721071B-4082-221B-9C56-E02FFAF6E3A6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20T04:37:44.853" v="1342" actId="20577"/>
          <ac:graphicFrameMkLst>
            <pc:docMk/>
            <pc:sldMk cId="805204089" sldId="299"/>
            <ac:graphicFrameMk id="3" creationId="{1B538319-E744-914C-0D08-26296EEC9C81}"/>
          </ac:graphicFrameMkLst>
        </pc:graphicFrameChg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20T04:37:46.978" v="1344" actId="20577"/>
          <ac:graphicFrameMkLst>
            <pc:docMk/>
            <pc:sldMk cId="805204089" sldId="299"/>
            <ac:graphicFrameMk id="32" creationId="{C75B2E3A-6367-47F5-9C2E-36D1B1E1DCAE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28DFF8A3-C154-4EEF-95BD-C77E1A1FEFF7}" dt="2025-11-20T04:25:34.163" v="1300" actId="20577"/>
        <pc:sldMkLst>
          <pc:docMk/>
          <pc:sldMk cId="236506849" sldId="304"/>
        </pc:sldMkLst>
        <pc:spChg chg="mod">
          <ac:chgData name="강현웅(HYEONWOONG KANG)[khw330]/선임/제조DX.자동보정.조립자동보정팀" userId="2b3cec2e-b960-4340-96c3-4469e2643969" providerId="ADAL" clId="{28DFF8A3-C154-4EEF-95BD-C77E1A1FEFF7}" dt="2025-11-20T04:25:34.163" v="1300" actId="20577"/>
          <ac:spMkLst>
            <pc:docMk/>
            <pc:sldMk cId="236506849" sldId="304"/>
            <ac:spMk id="9" creationId="{1901E888-9DCF-0527-911B-3004622F7A47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28DFF8A3-C154-4EEF-95BD-C77E1A1FEFF7}" dt="2025-11-18T00:47:23.813" v="810" actId="20577"/>
        <pc:sldMkLst>
          <pc:docMk/>
          <pc:sldMk cId="2657643038" sldId="306"/>
        </pc:sldMkLst>
        <pc:spChg chg="mod">
          <ac:chgData name="강현웅(HYEONWOONG KANG)[khw330]/선임/제조DX.자동보정.조립자동보정팀" userId="2b3cec2e-b960-4340-96c3-4469e2643969" providerId="ADAL" clId="{28DFF8A3-C154-4EEF-95BD-C77E1A1FEFF7}" dt="2025-11-18T00:47:23.813" v="810" actId="20577"/>
          <ac:spMkLst>
            <pc:docMk/>
            <pc:sldMk cId="2657643038" sldId="306"/>
            <ac:spMk id="6" creationId="{83CFA496-A814-27C3-3FB8-E454A7B5C13A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18T00:47:18.503" v="806" actId="20577"/>
          <ac:graphicFrameMkLst>
            <pc:docMk/>
            <pc:sldMk cId="2657643038" sldId="306"/>
            <ac:graphicFrameMk id="5" creationId="{90FA0DD6-FD75-6357-BD16-BBD64CC6F177}"/>
          </ac:graphicFrameMkLst>
        </pc:graphicFrameChg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18T00:47:21.107" v="808" actId="20577"/>
          <ac:graphicFrameMkLst>
            <pc:docMk/>
            <pc:sldMk cId="2657643038" sldId="306"/>
            <ac:graphicFrameMk id="9" creationId="{8FDB63AD-0852-F4A6-4748-366EC5BD265C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28DFF8A3-C154-4EEF-95BD-C77E1A1FEFF7}" dt="2025-11-17T02:49:08.531" v="3" actId="20577"/>
        <pc:sldMkLst>
          <pc:docMk/>
          <pc:sldMk cId="2751367990" sldId="746"/>
        </pc:sldMkLst>
        <pc:spChg chg="mod">
          <ac:chgData name="강현웅(HYEONWOONG KANG)[khw330]/선임/제조DX.자동보정.조립자동보정팀" userId="2b3cec2e-b960-4340-96c3-4469e2643969" providerId="ADAL" clId="{28DFF8A3-C154-4EEF-95BD-C77E1A1FEFF7}" dt="2025-11-17T02:49:08.531" v="3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28DFF8A3-C154-4EEF-95BD-C77E1A1FEFF7}" dt="2025-11-20T04:25:59.460" v="1308" actId="20577"/>
        <pc:sldMkLst>
          <pc:docMk/>
          <pc:sldMk cId="3866888399" sldId="2147481941"/>
        </pc:sldMkLst>
        <pc:spChg chg="mod">
          <ac:chgData name="강현웅(HYEONWOONG KANG)[khw330]/선임/제조DX.자동보정.조립자동보정팀" userId="2b3cec2e-b960-4340-96c3-4469e2643969" providerId="ADAL" clId="{28DFF8A3-C154-4EEF-95BD-C77E1A1FEFF7}" dt="2025-11-20T04:25:59.460" v="1308" actId="20577"/>
          <ac:spMkLst>
            <pc:docMk/>
            <pc:sldMk cId="3866888399" sldId="2147481941"/>
            <ac:spMk id="11" creationId="{18D58147-C796-4AE1-879D-22F55FC5C84F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20T04:25:55.835" v="1306" actId="20577"/>
          <ac:graphicFrameMkLst>
            <pc:docMk/>
            <pc:sldMk cId="3866888399" sldId="2147481941"/>
            <ac:graphicFrameMk id="10" creationId="{598D13AD-B139-4710-A651-D91F86EA2D2E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28DFF8A3-C154-4EEF-95BD-C77E1A1FEFF7}" dt="2025-11-20T04:26:35.944" v="1310" actId="20577"/>
        <pc:sldMkLst>
          <pc:docMk/>
          <pc:sldMk cId="3442893762" sldId="2147481942"/>
        </pc:sldMkLst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20T04:26:35.944" v="1310" actId="20577"/>
          <ac:graphicFrameMkLst>
            <pc:docMk/>
            <pc:sldMk cId="3442893762" sldId="2147481942"/>
            <ac:graphicFrameMk id="60" creationId="{8E6A1745-E1D7-4E26-948B-BF2B71149CAF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28DFF8A3-C154-4EEF-95BD-C77E1A1FEFF7}" dt="2025-11-20T04:25:29.335" v="1296" actId="20577"/>
        <pc:sldMkLst>
          <pc:docMk/>
          <pc:sldMk cId="918514752" sldId="2147481962"/>
        </pc:sldMkLst>
        <pc:spChg chg="mod">
          <ac:chgData name="강현웅(HYEONWOONG KANG)[khw330]/선임/제조DX.자동보정.조립자동보정팀" userId="2b3cec2e-b960-4340-96c3-4469e2643969" providerId="ADAL" clId="{28DFF8A3-C154-4EEF-95BD-C77E1A1FEFF7}" dt="2025-11-20T04:25:29.335" v="1296" actId="20577"/>
          <ac:spMkLst>
            <pc:docMk/>
            <pc:sldMk cId="918514752" sldId="2147481962"/>
            <ac:spMk id="9" creationId="{048D4168-FF8D-47A1-9AD4-CC1266300A32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20T04:25:23.256" v="1294" actId="20577"/>
          <ac:graphicFrameMkLst>
            <pc:docMk/>
            <pc:sldMk cId="918514752" sldId="2147481962"/>
            <ac:graphicFrameMk id="12" creationId="{C7335BD5-3A55-44AE-BC93-06CEDE9FCA71}"/>
          </ac:graphicFrameMkLst>
        </pc:graphicFrameChg>
      </pc:sldChg>
      <pc:sldChg chg="ord">
        <pc:chgData name="강현웅(HYEONWOONG KANG)[khw330]/선임/제조DX.자동보정.조립자동보정팀" userId="2b3cec2e-b960-4340-96c3-4469e2643969" providerId="ADAL" clId="{28DFF8A3-C154-4EEF-95BD-C77E1A1FEFF7}" dt="2025-11-17T02:50:54.298" v="18"/>
        <pc:sldMkLst>
          <pc:docMk/>
          <pc:sldMk cId="892003337" sldId="2147482011"/>
        </pc:sldMkLst>
      </pc:sldChg>
      <pc:sldChg chg="modSp mod">
        <pc:chgData name="강현웅(HYEONWOONG KANG)[khw330]/선임/제조DX.자동보정.조립자동보정팀" userId="2b3cec2e-b960-4340-96c3-4469e2643969" providerId="ADAL" clId="{28DFF8A3-C154-4EEF-95BD-C77E1A1FEFF7}" dt="2025-11-20T04:23:39.584" v="1275" actId="20577"/>
        <pc:sldMkLst>
          <pc:docMk/>
          <pc:sldMk cId="3308190164" sldId="2147482025"/>
        </pc:sldMkLst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20T04:23:39.584" v="1275" actId="20577"/>
          <ac:graphicFrameMkLst>
            <pc:docMk/>
            <pc:sldMk cId="3308190164" sldId="2147482025"/>
            <ac:graphicFrameMk id="3" creationId="{3E86696F-E35A-4B06-9B46-63A4A6A986C1}"/>
          </ac:graphicFrameMkLst>
        </pc:graphicFrameChg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20T04:23:34.412" v="1273" actId="20577"/>
          <ac:graphicFrameMkLst>
            <pc:docMk/>
            <pc:sldMk cId="3308190164" sldId="2147482025"/>
            <ac:graphicFrameMk id="14" creationId="{F7BF916D-8A9E-4800-92E6-357BE08183D6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28DFF8A3-C154-4EEF-95BD-C77E1A1FEFF7}" dt="2025-11-20T04:24:21.085" v="1277" actId="20577"/>
        <pc:sldMkLst>
          <pc:docMk/>
          <pc:sldMk cId="2498954843" sldId="2147482027"/>
        </pc:sldMkLst>
        <pc:spChg chg="mod">
          <ac:chgData name="강현웅(HYEONWOONG KANG)[khw330]/선임/제조DX.자동보정.조립자동보정팀" userId="2b3cec2e-b960-4340-96c3-4469e2643969" providerId="ADAL" clId="{28DFF8A3-C154-4EEF-95BD-C77E1A1FEFF7}" dt="2025-11-20T04:24:21.085" v="1277" actId="20577"/>
          <ac:spMkLst>
            <pc:docMk/>
            <pc:sldMk cId="2498954843" sldId="2147482027"/>
            <ac:spMk id="92" creationId="{13CDFC16-554A-49B6-A4D8-2A9DFE65EFC7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28DFF8A3-C154-4EEF-95BD-C77E1A1FEFF7}" dt="2025-11-20T04:35:53.087" v="1340" actId="20577"/>
        <pc:sldMkLst>
          <pc:docMk/>
          <pc:sldMk cId="898987606" sldId="2147482031"/>
        </pc:sldMkLst>
        <pc:spChg chg="mod">
          <ac:chgData name="강현웅(HYEONWOONG KANG)[khw330]/선임/제조DX.자동보정.조립자동보정팀" userId="2b3cec2e-b960-4340-96c3-4469e2643969" providerId="ADAL" clId="{28DFF8A3-C154-4EEF-95BD-C77E1A1FEFF7}" dt="2025-11-20T04:35:53.087" v="1340" actId="20577"/>
          <ac:spMkLst>
            <pc:docMk/>
            <pc:sldMk cId="898987606" sldId="2147482031"/>
            <ac:spMk id="9" creationId="{B5840AC6-D288-4190-89A9-88F0476A4F12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20T04:35:50.165" v="1336" actId="20577"/>
          <ac:graphicFrameMkLst>
            <pc:docMk/>
            <pc:sldMk cId="898987606" sldId="2147482031"/>
            <ac:graphicFrameMk id="3" creationId="{3E86696F-E35A-4B06-9B46-63A4A6A986C1}"/>
          </ac:graphicFrameMkLst>
        </pc:graphicFrameChg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20T04:35:47.290" v="1334" actId="20577"/>
          <ac:graphicFrameMkLst>
            <pc:docMk/>
            <pc:sldMk cId="898987606" sldId="2147482031"/>
            <ac:graphicFrameMk id="17" creationId="{CBC900AD-236A-4693-9843-ADEE82E4D6A6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28DFF8A3-C154-4EEF-95BD-C77E1A1FEFF7}" dt="2025-11-20T04:23:13.333" v="1271" actId="20577"/>
        <pc:sldMkLst>
          <pc:docMk/>
          <pc:sldMk cId="603145438" sldId="2147483614"/>
        </pc:sldMkLst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20T04:23:13.333" v="1271" actId="20577"/>
          <ac:graphicFrameMkLst>
            <pc:docMk/>
            <pc:sldMk cId="603145438" sldId="2147483614"/>
            <ac:graphicFrameMk id="15" creationId="{9BC22E7F-57EF-4204-8D6D-A0D86416CCF9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28DFF8A3-C154-4EEF-95BD-C77E1A1FEFF7}" dt="2025-11-20T04:26:46.995" v="1316" actId="20577"/>
        <pc:sldMkLst>
          <pc:docMk/>
          <pc:sldMk cId="3800057163" sldId="2147483625"/>
        </pc:sldMkLst>
        <pc:spChg chg="mod">
          <ac:chgData name="강현웅(HYEONWOONG KANG)[khw330]/선임/제조DX.자동보정.조립자동보정팀" userId="2b3cec2e-b960-4340-96c3-4469e2643969" providerId="ADAL" clId="{28DFF8A3-C154-4EEF-95BD-C77E1A1FEFF7}" dt="2025-11-20T04:26:46.995" v="1316" actId="20577"/>
          <ac:spMkLst>
            <pc:docMk/>
            <pc:sldMk cId="3800057163" sldId="2147483625"/>
            <ac:spMk id="33" creationId="{708B1D54-9D52-42CB-82CB-E5D69946BACE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20T04:26:40.710" v="1312" actId="20577"/>
          <ac:graphicFrameMkLst>
            <pc:docMk/>
            <pc:sldMk cId="3800057163" sldId="2147483625"/>
            <ac:graphicFrameMk id="16" creationId="{EB242356-A299-46C3-9D06-5B35325220C3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28DFF8A3-C154-4EEF-95BD-C77E1A1FEFF7}" dt="2025-11-20T04:24:49.885" v="1283" actId="20577"/>
        <pc:sldMkLst>
          <pc:docMk/>
          <pc:sldMk cId="3258683450" sldId="2147483632"/>
        </pc:sldMkLst>
        <pc:spChg chg="mod">
          <ac:chgData name="강현웅(HYEONWOONG KANG)[khw330]/선임/제조DX.자동보정.조립자동보정팀" userId="2b3cec2e-b960-4340-96c3-4469e2643969" providerId="ADAL" clId="{28DFF8A3-C154-4EEF-95BD-C77E1A1FEFF7}" dt="2025-11-20T04:24:49.885" v="1283" actId="20577"/>
          <ac:spMkLst>
            <pc:docMk/>
            <pc:sldMk cId="3258683450" sldId="2147483632"/>
            <ac:spMk id="101" creationId="{2C927A5A-A5D0-497F-9202-FAB2CFBDF040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20T04:24:45.503" v="1279" actId="20577"/>
          <ac:graphicFrameMkLst>
            <pc:docMk/>
            <pc:sldMk cId="3258683450" sldId="2147483632"/>
            <ac:graphicFrameMk id="2" creationId="{164B66A6-B007-4B5C-A1F4-548A51A5E1BF}"/>
          </ac:graphicFrameMkLst>
        </pc:graphicFrameChg>
        <pc:graphicFrameChg chg="modGraphic">
          <ac:chgData name="강현웅(HYEONWOONG KANG)[khw330]/선임/제조DX.자동보정.조립자동보정팀" userId="2b3cec2e-b960-4340-96c3-4469e2643969" providerId="ADAL" clId="{28DFF8A3-C154-4EEF-95BD-C77E1A1FEFF7}" dt="2025-11-20T04:24:47.534" v="1281" actId="20577"/>
          <ac:graphicFrameMkLst>
            <pc:docMk/>
            <pc:sldMk cId="3258683450" sldId="2147483632"/>
            <ac:graphicFrameMk id="5" creationId="{D08B48E6-6817-43A1-8A06-22896A7CC56B}"/>
          </ac:graphicFrameMkLst>
        </pc:graphicFrameChg>
      </pc:sldChg>
      <pc:sldMasterChg chg="modSp mod">
        <pc:chgData name="강현웅(HYEONWOONG KANG)[khw330]/선임/제조DX.자동보정.조립자동보정팀" userId="2b3cec2e-b960-4340-96c3-4469e2643969" providerId="ADAL" clId="{28DFF8A3-C154-4EEF-95BD-C77E1A1FEFF7}" dt="2025-11-20T04:27:23.757" v="1318" actId="20577"/>
        <pc:sldMasterMkLst>
          <pc:docMk/>
          <pc:sldMasterMk cId="2856474258" sldId="2147483926"/>
        </pc:sldMasterMkLst>
        <pc:spChg chg="mod">
          <ac:chgData name="강현웅(HYEONWOONG KANG)[khw330]/선임/제조DX.자동보정.조립자동보정팀" userId="2b3cec2e-b960-4340-96c3-4469e2643969" providerId="ADAL" clId="{28DFF8A3-C154-4EEF-95BD-C77E1A1FEFF7}" dt="2025-11-20T04:27:23.757" v="1318" actId="20577"/>
          <ac:spMkLst>
            <pc:docMk/>
            <pc:sldMasterMk cId="2856474258" sldId="2147483926"/>
            <ac:spMk id="3" creationId="{00000000-0000-0000-0000-000000000000}"/>
          </ac:spMkLst>
        </pc:spChg>
      </pc:sldMasterChg>
    </pc:docChg>
  </pc:docChgLst>
  <pc:docChgLst>
    <pc:chgData name="임형찬(HYEONG CHAN LIM)[ils0201]/선임/제조DX.자동보정.조립자동보정팀" userId="a5fc29a0-7bf6-4271-9ae5-792bccdcacb0" providerId="ADAL" clId="{36FF2EF7-A79B-411A-852E-F12E974482F5}"/>
    <pc:docChg chg="custSel modSld sldOrd modSection">
      <pc:chgData name="임형찬(HYEONG CHAN LIM)[ils0201]/선임/제조DX.자동보정.조립자동보정팀" userId="a5fc29a0-7bf6-4271-9ae5-792bccdcacb0" providerId="ADAL" clId="{36FF2EF7-A79B-411A-852E-F12E974482F5}" dt="2025-12-17T07:05:40.734" v="303" actId="207"/>
      <pc:docMkLst>
        <pc:docMk/>
      </pc:docMkLst>
      <pc:sldChg chg="modSp mod">
        <pc:chgData name="임형찬(HYEONG CHAN LIM)[ils0201]/선임/제조DX.자동보정.조립자동보정팀" userId="a5fc29a0-7bf6-4271-9ae5-792bccdcacb0" providerId="ADAL" clId="{36FF2EF7-A79B-411A-852E-F12E974482F5}" dt="2025-12-17T07:02:57.356" v="105" actId="20577"/>
        <pc:sldMkLst>
          <pc:docMk/>
          <pc:sldMk cId="2967565303" sldId="294"/>
        </pc:sldMkLst>
        <pc:graphicFrameChg chg="mod modGraphic">
          <ac:chgData name="임형찬(HYEONG CHAN LIM)[ils0201]/선임/제조DX.자동보정.조립자동보정팀" userId="a5fc29a0-7bf6-4271-9ae5-792bccdcacb0" providerId="ADAL" clId="{36FF2EF7-A79B-411A-852E-F12E974482F5}" dt="2025-12-17T07:02:57.356" v="105" actId="20577"/>
          <ac:graphicFrameMkLst>
            <pc:docMk/>
            <pc:sldMk cId="2967565303" sldId="294"/>
            <ac:graphicFrameMk id="12" creationId="{E4591B7C-FD24-4C94-B784-24331C2373E4}"/>
          </ac:graphicFrameMkLst>
        </pc:graphicFrameChg>
      </pc:sldChg>
      <pc:sldChg chg="modSp mod">
        <pc:chgData name="임형찬(HYEONG CHAN LIM)[ils0201]/선임/제조DX.자동보정.조립자동보정팀" userId="a5fc29a0-7bf6-4271-9ae5-792bccdcacb0" providerId="ADAL" clId="{36FF2EF7-A79B-411A-852E-F12E974482F5}" dt="2025-12-17T07:03:26.810" v="108" actId="20577"/>
        <pc:sldMkLst>
          <pc:docMk/>
          <pc:sldMk cId="1790242576" sldId="296"/>
        </pc:sldMkLst>
        <pc:graphicFrameChg chg="mod modGraphic">
          <ac:chgData name="임형찬(HYEONG CHAN LIM)[ils0201]/선임/제조DX.자동보정.조립자동보정팀" userId="a5fc29a0-7bf6-4271-9ae5-792bccdcacb0" providerId="ADAL" clId="{36FF2EF7-A79B-411A-852E-F12E974482F5}" dt="2025-12-17T07:03:26.810" v="108" actId="20577"/>
          <ac:graphicFrameMkLst>
            <pc:docMk/>
            <pc:sldMk cId="1790242576" sldId="296"/>
            <ac:graphicFrameMk id="12" creationId="{E4591B7C-FD24-4C94-B784-24331C2373E4}"/>
          </ac:graphicFrameMkLst>
        </pc:graphicFrameChg>
      </pc:sldChg>
      <pc:sldChg chg="modSp mod">
        <pc:chgData name="임형찬(HYEONG CHAN LIM)[ils0201]/선임/제조DX.자동보정.조립자동보정팀" userId="a5fc29a0-7bf6-4271-9ae5-792bccdcacb0" providerId="ADAL" clId="{36FF2EF7-A79B-411A-852E-F12E974482F5}" dt="2025-12-17T07:03:31.394" v="113" actId="20577"/>
        <pc:sldMkLst>
          <pc:docMk/>
          <pc:sldMk cId="627465572" sldId="298"/>
        </pc:sldMkLst>
        <pc:graphicFrameChg chg="mod modGraphic">
          <ac:chgData name="임형찬(HYEONG CHAN LIM)[ils0201]/선임/제조DX.자동보정.조립자동보정팀" userId="a5fc29a0-7bf6-4271-9ae5-792bccdcacb0" providerId="ADAL" clId="{36FF2EF7-A79B-411A-852E-F12E974482F5}" dt="2025-12-17T07:03:31.394" v="113" actId="20577"/>
          <ac:graphicFrameMkLst>
            <pc:docMk/>
            <pc:sldMk cId="627465572" sldId="298"/>
            <ac:graphicFrameMk id="12" creationId="{E4591B7C-FD24-4C94-B784-24331C2373E4}"/>
          </ac:graphicFrameMkLst>
        </pc:graphicFrameChg>
      </pc:sldChg>
      <pc:sldChg chg="ord">
        <pc:chgData name="임형찬(HYEONG CHAN LIM)[ils0201]/선임/제조DX.자동보정.조립자동보정팀" userId="a5fc29a0-7bf6-4271-9ae5-792bccdcacb0" providerId="ADAL" clId="{36FF2EF7-A79B-411A-852E-F12E974482F5}" dt="2025-12-16T09:44:29.656" v="7"/>
        <pc:sldMkLst>
          <pc:docMk/>
          <pc:sldMk cId="1166024108" sldId="319"/>
        </pc:sldMkLst>
      </pc:sldChg>
      <pc:sldChg chg="addSp delSp modSp mod ord modShow">
        <pc:chgData name="임형찬(HYEONG CHAN LIM)[ils0201]/선임/제조DX.자동보정.조립자동보정팀" userId="a5fc29a0-7bf6-4271-9ae5-792bccdcacb0" providerId="ADAL" clId="{36FF2EF7-A79B-411A-852E-F12E974482F5}" dt="2025-12-17T07:05:40.734" v="303" actId="207"/>
        <pc:sldMkLst>
          <pc:docMk/>
          <pc:sldMk cId="3023140332" sldId="2147481924"/>
        </pc:sldMkLst>
        <pc:spChg chg="add mod">
          <ac:chgData name="임형찬(HYEONG CHAN LIM)[ils0201]/선임/제조DX.자동보정.조립자동보정팀" userId="a5fc29a0-7bf6-4271-9ae5-792bccdcacb0" providerId="ADAL" clId="{36FF2EF7-A79B-411A-852E-F12E974482F5}" dt="2025-12-16T09:44:59.559" v="13"/>
          <ac:spMkLst>
            <pc:docMk/>
            <pc:sldMk cId="3023140332" sldId="2147481924"/>
            <ac:spMk id="2" creationId="{6DFF3721-9310-505A-60DB-8F7BD2759A5A}"/>
          </ac:spMkLst>
        </pc:spChg>
        <pc:spChg chg="mod">
          <ac:chgData name="임형찬(HYEONG CHAN LIM)[ils0201]/선임/제조DX.자동보정.조립자동보정팀" userId="a5fc29a0-7bf6-4271-9ae5-792bccdcacb0" providerId="ADAL" clId="{36FF2EF7-A79B-411A-852E-F12E974482F5}" dt="2025-12-17T07:05:40.734" v="303" actId="207"/>
          <ac:spMkLst>
            <pc:docMk/>
            <pc:sldMk cId="3023140332" sldId="2147481924"/>
            <ac:spMk id="3" creationId="{9CC07B4E-52E2-4D4E-A9DA-BE8410807F3D}"/>
          </ac:spMkLst>
        </pc:spChg>
        <pc:spChg chg="add mod">
          <ac:chgData name="임형찬(HYEONG CHAN LIM)[ils0201]/선임/제조DX.자동보정.조립자동보정팀" userId="a5fc29a0-7bf6-4271-9ae5-792bccdcacb0" providerId="ADAL" clId="{36FF2EF7-A79B-411A-852E-F12E974482F5}" dt="2025-12-16T09:44:59.559" v="13"/>
          <ac:spMkLst>
            <pc:docMk/>
            <pc:sldMk cId="3023140332" sldId="2147481924"/>
            <ac:spMk id="4" creationId="{1B6CDDA9-C389-F454-FBE6-50077BF2DEBA}"/>
          </ac:spMkLst>
        </pc:spChg>
        <pc:spChg chg="mod">
          <ac:chgData name="임형찬(HYEONG CHAN LIM)[ils0201]/선임/제조DX.자동보정.조립자동보정팀" userId="a5fc29a0-7bf6-4271-9ae5-792bccdcacb0" providerId="ADAL" clId="{36FF2EF7-A79B-411A-852E-F12E974482F5}" dt="2025-12-17T07:04:40.320" v="142" actId="1036"/>
          <ac:spMkLst>
            <pc:docMk/>
            <pc:sldMk cId="3023140332" sldId="2147481924"/>
            <ac:spMk id="11" creationId="{F58AE2B6-5E31-E991-58A3-37DF6572B9F0}"/>
          </ac:spMkLst>
        </pc:spChg>
        <pc:spChg chg="mod">
          <ac:chgData name="임형찬(HYEONG CHAN LIM)[ils0201]/선임/제조DX.자동보정.조립자동보정팀" userId="a5fc29a0-7bf6-4271-9ae5-792bccdcacb0" providerId="ADAL" clId="{36FF2EF7-A79B-411A-852E-F12E974482F5}" dt="2025-12-17T07:04:40.320" v="142" actId="1036"/>
          <ac:spMkLst>
            <pc:docMk/>
            <pc:sldMk cId="3023140332" sldId="2147481924"/>
            <ac:spMk id="13" creationId="{F8A03920-D32C-A0E3-0510-0EBEBB4F0E1A}"/>
          </ac:spMkLst>
        </pc:spChg>
        <pc:spChg chg="mod">
          <ac:chgData name="임형찬(HYEONG CHAN LIM)[ils0201]/선임/제조DX.자동보정.조립자동보정팀" userId="a5fc29a0-7bf6-4271-9ae5-792bccdcacb0" providerId="ADAL" clId="{36FF2EF7-A79B-411A-852E-F12E974482F5}" dt="2025-12-17T07:04:40.320" v="142" actId="1036"/>
          <ac:spMkLst>
            <pc:docMk/>
            <pc:sldMk cId="3023140332" sldId="2147481924"/>
            <ac:spMk id="15" creationId="{17B74965-60EB-D9C6-526C-F617CA9C7B0D}"/>
          </ac:spMkLst>
        </pc:spChg>
        <pc:spChg chg="mod">
          <ac:chgData name="임형찬(HYEONG CHAN LIM)[ils0201]/선임/제조DX.자동보정.조립자동보정팀" userId="a5fc29a0-7bf6-4271-9ae5-792bccdcacb0" providerId="ADAL" clId="{36FF2EF7-A79B-411A-852E-F12E974482F5}" dt="2025-12-17T07:04:40.320" v="142" actId="1036"/>
          <ac:spMkLst>
            <pc:docMk/>
            <pc:sldMk cId="3023140332" sldId="2147481924"/>
            <ac:spMk id="17" creationId="{BD33EC67-8D80-76B6-6FD3-652A7FE168B8}"/>
          </ac:spMkLst>
        </pc:spChg>
        <pc:spChg chg="mod">
          <ac:chgData name="임형찬(HYEONG CHAN LIM)[ils0201]/선임/제조DX.자동보정.조립자동보정팀" userId="a5fc29a0-7bf6-4271-9ae5-792bccdcacb0" providerId="ADAL" clId="{36FF2EF7-A79B-411A-852E-F12E974482F5}" dt="2025-12-17T07:04:40.320" v="142" actId="1036"/>
          <ac:spMkLst>
            <pc:docMk/>
            <pc:sldMk cId="3023140332" sldId="2147481924"/>
            <ac:spMk id="19" creationId="{3309D152-6D6B-BA29-AAA3-5282A01B665C}"/>
          </ac:spMkLst>
        </pc:spChg>
        <pc:spChg chg="del mod">
          <ac:chgData name="임형찬(HYEONG CHAN LIM)[ils0201]/선임/제조DX.자동보정.조립자동보정팀" userId="a5fc29a0-7bf6-4271-9ae5-792bccdcacb0" providerId="ADAL" clId="{36FF2EF7-A79B-411A-852E-F12E974482F5}" dt="2025-12-16T09:44:59.034" v="12" actId="478"/>
          <ac:spMkLst>
            <pc:docMk/>
            <pc:sldMk cId="3023140332" sldId="2147481924"/>
            <ac:spMk id="20" creationId="{4D624FED-7016-411F-B716-6B26AD4A3BC3}"/>
          </ac:spMkLst>
        </pc:spChg>
        <pc:spChg chg="mod">
          <ac:chgData name="임형찬(HYEONG CHAN LIM)[ils0201]/선임/제조DX.자동보정.조립자동보정팀" userId="a5fc29a0-7bf6-4271-9ae5-792bccdcacb0" providerId="ADAL" clId="{36FF2EF7-A79B-411A-852E-F12E974482F5}" dt="2025-12-17T07:04:40.320" v="142" actId="1036"/>
          <ac:spMkLst>
            <pc:docMk/>
            <pc:sldMk cId="3023140332" sldId="2147481924"/>
            <ac:spMk id="21" creationId="{5D4931B5-545A-22F7-AFB9-8047017CB981}"/>
          </ac:spMkLst>
        </pc:spChg>
        <pc:spChg chg="mod">
          <ac:chgData name="임형찬(HYEONG CHAN LIM)[ils0201]/선임/제조DX.자동보정.조립자동보정팀" userId="a5fc29a0-7bf6-4271-9ae5-792bccdcacb0" providerId="ADAL" clId="{36FF2EF7-A79B-411A-852E-F12E974482F5}" dt="2025-12-17T07:04:48.324" v="159" actId="1038"/>
          <ac:spMkLst>
            <pc:docMk/>
            <pc:sldMk cId="3023140332" sldId="2147481924"/>
            <ac:spMk id="22" creationId="{B9DE3FAA-6979-48A7-8D73-201FBFA8D91F}"/>
          </ac:spMkLst>
        </pc:spChg>
        <pc:spChg chg="del">
          <ac:chgData name="임형찬(HYEONG CHAN LIM)[ils0201]/선임/제조DX.자동보정.조립자동보정팀" userId="a5fc29a0-7bf6-4271-9ae5-792bccdcacb0" providerId="ADAL" clId="{36FF2EF7-A79B-411A-852E-F12E974482F5}" dt="2025-12-16T09:44:59.034" v="12" actId="478"/>
          <ac:spMkLst>
            <pc:docMk/>
            <pc:sldMk cId="3023140332" sldId="2147481924"/>
            <ac:spMk id="23" creationId="{7545E864-9134-4E23-8CBE-837806A7C236}"/>
          </ac:spMkLst>
        </pc:spChg>
        <pc:spChg chg="mod">
          <ac:chgData name="임형찬(HYEONG CHAN LIM)[ils0201]/선임/제조DX.자동보정.조립자동보정팀" userId="a5fc29a0-7bf6-4271-9ae5-792bccdcacb0" providerId="ADAL" clId="{36FF2EF7-A79B-411A-852E-F12E974482F5}" dt="2025-12-17T07:04:40.320" v="142" actId="1036"/>
          <ac:spMkLst>
            <pc:docMk/>
            <pc:sldMk cId="3023140332" sldId="2147481924"/>
            <ac:spMk id="24" creationId="{25F87FAB-E613-D56D-0598-0C5D86AC9E99}"/>
          </ac:spMkLst>
        </pc:spChg>
        <pc:spChg chg="mod">
          <ac:chgData name="임형찬(HYEONG CHAN LIM)[ils0201]/선임/제조DX.자동보정.조립자동보정팀" userId="a5fc29a0-7bf6-4271-9ae5-792bccdcacb0" providerId="ADAL" clId="{36FF2EF7-A79B-411A-852E-F12E974482F5}" dt="2025-12-17T07:04:15.071" v="117" actId="207"/>
          <ac:spMkLst>
            <pc:docMk/>
            <pc:sldMk cId="3023140332" sldId="2147481924"/>
            <ac:spMk id="25" creationId="{A6ACE88A-A1AB-461F-AEE3-1464873574DC}"/>
          </ac:spMkLst>
        </pc:spChg>
        <pc:spChg chg="mod">
          <ac:chgData name="임형찬(HYEONG CHAN LIM)[ils0201]/선임/제조DX.자동보정.조립자동보정팀" userId="a5fc29a0-7bf6-4271-9ae5-792bccdcacb0" providerId="ADAL" clId="{36FF2EF7-A79B-411A-852E-F12E974482F5}" dt="2025-12-17T07:04:40.320" v="142" actId="1036"/>
          <ac:spMkLst>
            <pc:docMk/>
            <pc:sldMk cId="3023140332" sldId="2147481924"/>
            <ac:spMk id="26" creationId="{1EDFB151-0508-EDFB-2672-AF5B777ECE9E}"/>
          </ac:spMkLst>
        </pc:spChg>
        <pc:spChg chg="mod">
          <ac:chgData name="임형찬(HYEONG CHAN LIM)[ils0201]/선임/제조DX.자동보정.조립자동보정팀" userId="a5fc29a0-7bf6-4271-9ae5-792bccdcacb0" providerId="ADAL" clId="{36FF2EF7-A79B-411A-852E-F12E974482F5}" dt="2025-12-17T07:04:40.320" v="142" actId="1036"/>
          <ac:spMkLst>
            <pc:docMk/>
            <pc:sldMk cId="3023140332" sldId="2147481924"/>
            <ac:spMk id="28" creationId="{D9C1DCBD-1708-090C-460C-BA1D6913A10A}"/>
          </ac:spMkLst>
        </pc:spChg>
        <pc:spChg chg="mod">
          <ac:chgData name="임형찬(HYEONG CHAN LIM)[ils0201]/선임/제조DX.자동보정.조립자동보정팀" userId="a5fc29a0-7bf6-4271-9ae5-792bccdcacb0" providerId="ADAL" clId="{36FF2EF7-A79B-411A-852E-F12E974482F5}" dt="2025-12-17T07:04:40.320" v="142" actId="1036"/>
          <ac:spMkLst>
            <pc:docMk/>
            <pc:sldMk cId="3023140332" sldId="2147481924"/>
            <ac:spMk id="30" creationId="{A7EFF1B3-5E12-1232-C18B-9E52D45BE0B7}"/>
          </ac:spMkLst>
        </pc:spChg>
        <pc:graphicFrameChg chg="mod">
          <ac:chgData name="임형찬(HYEONG CHAN LIM)[ils0201]/선임/제조DX.자동보정.조립자동보정팀" userId="a5fc29a0-7bf6-4271-9ae5-792bccdcacb0" providerId="ADAL" clId="{36FF2EF7-A79B-411A-852E-F12E974482F5}" dt="2025-12-17T07:04:40.320" v="142" actId="1036"/>
          <ac:graphicFrameMkLst>
            <pc:docMk/>
            <pc:sldMk cId="3023140332" sldId="2147481924"/>
            <ac:graphicFrameMk id="7" creationId="{4F64C6C7-96A2-4F2A-9A7E-7FEF8ED76143}"/>
          </ac:graphicFrameMkLst>
        </pc:graphicFrameChg>
      </pc:sldChg>
      <pc:sldChg chg="addSp delSp modSp mod ord modShow">
        <pc:chgData name="임형찬(HYEONG CHAN LIM)[ils0201]/선임/제조DX.자동보정.조립자동보정팀" userId="a5fc29a0-7bf6-4271-9ae5-792bccdcacb0" providerId="ADAL" clId="{36FF2EF7-A79B-411A-852E-F12E974482F5}" dt="2025-12-17T07:04:57.987" v="183" actId="1037"/>
        <pc:sldMkLst>
          <pc:docMk/>
          <pc:sldMk cId="177098289" sldId="2147481996"/>
        </pc:sldMkLst>
        <pc:spChg chg="del">
          <ac:chgData name="임형찬(HYEONG CHAN LIM)[ils0201]/선임/제조DX.자동보정.조립자동보정팀" userId="a5fc29a0-7bf6-4271-9ae5-792bccdcacb0" providerId="ADAL" clId="{36FF2EF7-A79B-411A-852E-F12E974482F5}" dt="2025-12-16T09:45:02.755" v="14" actId="478"/>
          <ac:spMkLst>
            <pc:docMk/>
            <pc:sldMk cId="177098289" sldId="2147481996"/>
            <ac:spMk id="2" creationId="{4BC5104A-80BF-E474-F21A-B2B2939F9382}"/>
          </ac:spMkLst>
        </pc:spChg>
        <pc:spChg chg="del">
          <ac:chgData name="임형찬(HYEONG CHAN LIM)[ils0201]/선임/제조DX.자동보정.조립자동보정팀" userId="a5fc29a0-7bf6-4271-9ae5-792bccdcacb0" providerId="ADAL" clId="{36FF2EF7-A79B-411A-852E-F12E974482F5}" dt="2025-12-16T09:45:02.755" v="14" actId="478"/>
          <ac:spMkLst>
            <pc:docMk/>
            <pc:sldMk cId="177098289" sldId="2147481996"/>
            <ac:spMk id="3" creationId="{CA68DF9D-3E74-16BF-BD3F-EDAC6BF16784}"/>
          </ac:spMkLst>
        </pc:spChg>
        <pc:spChg chg="add mod">
          <ac:chgData name="임형찬(HYEONG CHAN LIM)[ils0201]/선임/제조DX.자동보정.조립자동보정팀" userId="a5fc29a0-7bf6-4271-9ae5-792bccdcacb0" providerId="ADAL" clId="{36FF2EF7-A79B-411A-852E-F12E974482F5}" dt="2025-12-16T09:45:03.083" v="15"/>
          <ac:spMkLst>
            <pc:docMk/>
            <pc:sldMk cId="177098289" sldId="2147481996"/>
            <ac:spMk id="4" creationId="{55AEA1D5-D265-3348-2BDF-FC3F0B13B537}"/>
          </ac:spMkLst>
        </pc:spChg>
        <pc:spChg chg="add mod">
          <ac:chgData name="임형찬(HYEONG CHAN LIM)[ils0201]/선임/제조DX.자동보정.조립자동보정팀" userId="a5fc29a0-7bf6-4271-9ae5-792bccdcacb0" providerId="ADAL" clId="{36FF2EF7-A79B-411A-852E-F12E974482F5}" dt="2025-12-16T09:45:03.083" v="15"/>
          <ac:spMkLst>
            <pc:docMk/>
            <pc:sldMk cId="177098289" sldId="2147481996"/>
            <ac:spMk id="5" creationId="{4B3931D2-C2E1-887C-CB75-F908AE4F236D}"/>
          </ac:spMkLst>
        </pc:spChg>
        <pc:spChg chg="mod">
          <ac:chgData name="임형찬(HYEONG CHAN LIM)[ils0201]/선임/제조DX.자동보정.조립자동보정팀" userId="a5fc29a0-7bf6-4271-9ae5-792bccdcacb0" providerId="ADAL" clId="{36FF2EF7-A79B-411A-852E-F12E974482F5}" dt="2025-12-17T07:04:57.987" v="183" actId="1037"/>
          <ac:spMkLst>
            <pc:docMk/>
            <pc:sldMk cId="177098289" sldId="2147481996"/>
            <ac:spMk id="31" creationId="{3DF60854-F604-4042-822E-D814888CB298}"/>
          </ac:spMkLst>
        </pc:spChg>
        <pc:spChg chg="mod">
          <ac:chgData name="임형찬(HYEONG CHAN LIM)[ils0201]/선임/제조DX.자동보정.조립자동보정팀" userId="a5fc29a0-7bf6-4271-9ae5-792bccdcacb0" providerId="ADAL" clId="{36FF2EF7-A79B-411A-852E-F12E974482F5}" dt="2025-12-17T07:04:11.131" v="116" actId="113"/>
          <ac:spMkLst>
            <pc:docMk/>
            <pc:sldMk cId="177098289" sldId="2147481996"/>
            <ac:spMk id="45" creationId="{CE63F292-B2EE-4FCA-F201-82C9D71BB8F8}"/>
          </ac:spMkLst>
        </pc:spChg>
      </pc:sldChg>
    </pc:docChg>
  </pc:docChgLst>
  <pc:docChgLst>
    <pc:chgData name="임성현(SUNGHYEUN LIM)[limsh0]/선임/제조DX.자동보정.MC자동보정팀" userId="S::limsh0@lgensol.com::98668b4a-da00-402d-a6a4-d7a97d064261" providerId="AD" clId="Web-{97B6D5B7-CC51-314B-CA43-0C7AAA5CB3D8}"/>
    <pc:docChg chg="modSld">
      <pc:chgData name="임성현(SUNGHYEUN LIM)[limsh0]/선임/제조DX.자동보정.MC자동보정팀" userId="S::limsh0@lgensol.com::98668b4a-da00-402d-a6a4-d7a97d064261" providerId="AD" clId="Web-{97B6D5B7-CC51-314B-CA43-0C7AAA5CB3D8}" dt="2025-12-03T04:34:37.515" v="527"/>
      <pc:docMkLst>
        <pc:docMk/>
      </pc:docMkLst>
      <pc:sldChg chg="addSp delSp modSp">
        <pc:chgData name="임성현(SUNGHYEUN LIM)[limsh0]/선임/제조DX.자동보정.MC자동보정팀" userId="S::limsh0@lgensol.com::98668b4a-da00-402d-a6a4-d7a97d064261" providerId="AD" clId="Web-{97B6D5B7-CC51-314B-CA43-0C7AAA5CB3D8}" dt="2025-12-03T04:34:37.515" v="527"/>
        <pc:sldMkLst>
          <pc:docMk/>
          <pc:sldMk cId="696343298" sldId="286"/>
        </pc:sldMkLst>
        <pc:spChg chg="add del mod">
          <ac:chgData name="임성현(SUNGHYEUN LIM)[limsh0]/선임/제조DX.자동보정.MC자동보정팀" userId="S::limsh0@lgensol.com::98668b4a-da00-402d-a6a4-d7a97d064261" providerId="AD" clId="Web-{97B6D5B7-CC51-314B-CA43-0C7AAA5CB3D8}" dt="2025-12-03T04:27:25.505" v="347" actId="20577"/>
          <ac:spMkLst>
            <pc:docMk/>
            <pc:sldMk cId="696343298" sldId="286"/>
            <ac:spMk id="11" creationId="{36D2EDBC-19CB-76E2-70E6-E193D6608BEF}"/>
          </ac:spMkLst>
        </pc:spChg>
        <pc:graphicFrameChg chg="mod modGraphic">
          <ac:chgData name="임성현(SUNGHYEUN LIM)[limsh0]/선임/제조DX.자동보정.MC자동보정팀" userId="S::limsh0@lgensol.com::98668b4a-da00-402d-a6a4-d7a97d064261" providerId="AD" clId="Web-{97B6D5B7-CC51-314B-CA43-0C7AAA5CB3D8}" dt="2025-12-03T04:34:37.515" v="527"/>
          <ac:graphicFrameMkLst>
            <pc:docMk/>
            <pc:sldMk cId="696343298" sldId="286"/>
            <ac:graphicFrameMk id="3" creationId="{288888B8-029A-57B9-F6A4-85C447027341}"/>
          </ac:graphicFrameMkLst>
        </pc:graphicFrameChg>
        <pc:graphicFrameChg chg="mod modGraphic">
          <ac:chgData name="임성현(SUNGHYEUN LIM)[limsh0]/선임/제조DX.자동보정.MC자동보정팀" userId="S::limsh0@lgensol.com::98668b4a-da00-402d-a6a4-d7a97d064261" providerId="AD" clId="Web-{97B6D5B7-CC51-314B-CA43-0C7AAA5CB3D8}" dt="2025-12-03T04:31:56.403" v="443"/>
          <ac:graphicFrameMkLst>
            <pc:docMk/>
            <pc:sldMk cId="696343298" sldId="286"/>
            <ac:graphicFrameMk id="9" creationId="{6638603E-0C75-FCA7-3CCB-2D5FD4CE05ED}"/>
          </ac:graphicFrameMkLst>
        </pc:graphicFrameChg>
      </pc:sldChg>
    </pc:docChg>
  </pc:docChgLst>
  <pc:docChgLst>
    <pc:chgData name="김치완(CHIWAN KIM)[kimchiwan04]/선임/제조DX.자동보정.RSND자동보정팀" userId="022829bc-3ea1-441b-b8a3-451705c4a94d" providerId="ADAL" clId="{4C518E6E-4CCA-4DC6-B507-7FDED8256574}"/>
    <pc:docChg chg="undo modSld">
      <pc:chgData name="김치완(CHIWAN KIM)[kimchiwan04]/선임/제조DX.자동보정.RSND자동보정팀" userId="022829bc-3ea1-441b-b8a3-451705c4a94d" providerId="ADAL" clId="{4C518E6E-4CCA-4DC6-B507-7FDED8256574}" dt="2025-11-26T00:31:07.353" v="968" actId="20577"/>
      <pc:docMkLst>
        <pc:docMk/>
      </pc:docMkLst>
      <pc:sldChg chg="modSp">
        <pc:chgData name="김치완(CHIWAN KIM)[kimchiwan04]/선임/제조DX.자동보정.RSND자동보정팀" userId="022829bc-3ea1-441b-b8a3-451705c4a94d" providerId="ADAL" clId="{4C518E6E-4CCA-4DC6-B507-7FDED8256574}" dt="2025-11-26T00:31:07.353" v="968" actId="20577"/>
        <pc:sldMkLst>
          <pc:docMk/>
          <pc:sldMk cId="796425396" sldId="280"/>
        </pc:sldMkLst>
        <pc:spChg chg="mod">
          <ac:chgData name="김치완(CHIWAN KIM)[kimchiwan04]/선임/제조DX.자동보정.RSND자동보정팀" userId="022829bc-3ea1-441b-b8a3-451705c4a94d" providerId="ADAL" clId="{4C518E6E-4CCA-4DC6-B507-7FDED8256574}" dt="2025-11-26T00:31:07.353" v="968" actId="20577"/>
          <ac:spMkLst>
            <pc:docMk/>
            <pc:sldMk cId="796425396" sldId="280"/>
            <ac:spMk id="8" creationId="{3FD84678-0133-40B2-9FFB-B2D70B8D548E}"/>
          </ac:spMkLst>
        </pc:spChg>
        <pc:spChg chg="mod">
          <ac:chgData name="김치완(CHIWAN KIM)[kimchiwan04]/선임/제조DX.자동보정.RSND자동보정팀" userId="022829bc-3ea1-441b-b8a3-451705c4a94d" providerId="ADAL" clId="{4C518E6E-4CCA-4DC6-B507-7FDED8256574}" dt="2025-11-25T08:42:21.384" v="157" actId="1036"/>
          <ac:spMkLst>
            <pc:docMk/>
            <pc:sldMk cId="796425396" sldId="280"/>
            <ac:spMk id="10" creationId="{6147300D-9DAE-4829-8783-4A59CE1CF601}"/>
          </ac:spMkLst>
        </pc:spChg>
        <pc:spChg chg="mod">
          <ac:chgData name="김치완(CHIWAN KIM)[kimchiwan04]/선임/제조DX.자동보정.RSND자동보정팀" userId="022829bc-3ea1-441b-b8a3-451705c4a94d" providerId="ADAL" clId="{4C518E6E-4CCA-4DC6-B507-7FDED8256574}" dt="2025-11-25T08:42:22.759" v="159" actId="1036"/>
          <ac:spMkLst>
            <pc:docMk/>
            <pc:sldMk cId="796425396" sldId="280"/>
            <ac:spMk id="14" creationId="{F81A53F2-FAE5-4B0C-B202-354D50155062}"/>
          </ac:spMkLst>
        </pc:spChg>
        <pc:spChg chg="mod">
          <ac:chgData name="김치완(CHIWAN KIM)[kimchiwan04]/선임/제조DX.자동보정.RSND자동보정팀" userId="022829bc-3ea1-441b-b8a3-451705c4a94d" providerId="ADAL" clId="{4C518E6E-4CCA-4DC6-B507-7FDED8256574}" dt="2025-11-25T08:47:07.214" v="356" actId="1035"/>
          <ac:spMkLst>
            <pc:docMk/>
            <pc:sldMk cId="796425396" sldId="280"/>
            <ac:spMk id="15" creationId="{7F248C4F-2F02-4800-9B82-07CF0DC2F951}"/>
          </ac:spMkLst>
        </pc:spChg>
        <pc:spChg chg="mod">
          <ac:chgData name="김치완(CHIWAN KIM)[kimchiwan04]/선임/제조DX.자동보정.RSND자동보정팀" userId="022829bc-3ea1-441b-b8a3-451705c4a94d" providerId="ADAL" clId="{4C518E6E-4CCA-4DC6-B507-7FDED8256574}" dt="2025-11-26T00:19:27.119" v="479" actId="1076"/>
          <ac:spMkLst>
            <pc:docMk/>
            <pc:sldMk cId="796425396" sldId="280"/>
            <ac:spMk id="18" creationId="{3BBB4B0D-7B81-43F6-9A05-343C5774335F}"/>
          </ac:spMkLst>
        </pc:spChg>
      </pc:sldChg>
      <pc:sldChg chg="modSp">
        <pc:chgData name="김치완(CHIWAN KIM)[kimchiwan04]/선임/제조DX.자동보정.RSND자동보정팀" userId="022829bc-3ea1-441b-b8a3-451705c4a94d" providerId="ADAL" clId="{4C518E6E-4CCA-4DC6-B507-7FDED8256574}" dt="2025-11-25T08:39:10.335" v="3"/>
        <pc:sldMkLst>
          <pc:docMk/>
          <pc:sldMk cId="918514752" sldId="2147481962"/>
        </pc:sldMkLst>
        <pc:graphicFrameChg chg="mod">
          <ac:chgData name="김치완(CHIWAN KIM)[kimchiwan04]/선임/제조DX.자동보정.RSND자동보정팀" userId="022829bc-3ea1-441b-b8a3-451705c4a94d" providerId="ADAL" clId="{4C518E6E-4CCA-4DC6-B507-7FDED8256574}" dt="2025-11-25T08:39:10.335" v="3"/>
          <ac:graphicFrameMkLst>
            <pc:docMk/>
            <pc:sldMk cId="918514752" sldId="2147481962"/>
            <ac:graphicFrameMk id="10" creationId="{FAAFF472-C9E8-4945-A7EA-0178D6BE4360}"/>
          </ac:graphicFrameMkLst>
        </pc:graphicFrameChg>
      </pc:sldChg>
    </pc:docChg>
  </pc:docChgLst>
  <pc:docChgLst>
    <pc:chgData name="임인섭(INSUP LIM)[insup_lim]/선임/제조DX.자동보정.조립자동보정팀" userId="46c23904-ff79-42c9-9e41-2f57972a901c" providerId="ADAL" clId="{EE596A43-891C-40AE-B67C-AFB3A694D0BD}"/>
    <pc:docChg chg="undo custSel modSld">
      <pc:chgData name="임인섭(INSUP LIM)[insup_lim]/선임/제조DX.자동보정.조립자동보정팀" userId="46c23904-ff79-42c9-9e41-2f57972a901c" providerId="ADAL" clId="{EE596A43-891C-40AE-B67C-AFB3A694D0BD}" dt="2025-11-19T05:19:09.048" v="1754" actId="20577"/>
      <pc:docMkLst>
        <pc:docMk/>
      </pc:docMkLst>
      <pc:sldChg chg="modSp mod">
        <pc:chgData name="임인섭(INSUP LIM)[insup_lim]/선임/제조DX.자동보정.조립자동보정팀" userId="46c23904-ff79-42c9-9e41-2f57972a901c" providerId="ADAL" clId="{EE596A43-891C-40AE-B67C-AFB3A694D0BD}" dt="2025-11-19T05:19:09.048" v="1754" actId="20577"/>
        <pc:sldMkLst>
          <pc:docMk/>
          <pc:sldMk cId="2772027129" sldId="260"/>
        </pc:sldMkLst>
        <pc:spChg chg="mod">
          <ac:chgData name="임인섭(INSUP LIM)[insup_lim]/선임/제조DX.자동보정.조립자동보정팀" userId="46c23904-ff79-42c9-9e41-2f57972a901c" providerId="ADAL" clId="{EE596A43-891C-40AE-B67C-AFB3A694D0BD}" dt="2025-11-19T05:19:00.684" v="1719" actId="1036"/>
          <ac:spMkLst>
            <pc:docMk/>
            <pc:sldMk cId="2772027129" sldId="260"/>
            <ac:spMk id="5" creationId="{1615D8B7-2F76-467E-B74D-9F119B978A4C}"/>
          </ac:spMkLst>
        </pc:spChg>
        <pc:spChg chg="mod">
          <ac:chgData name="임인섭(INSUP LIM)[insup_lim]/선임/제조DX.자동보정.조립자동보정팀" userId="46c23904-ff79-42c9-9e41-2f57972a901c" providerId="ADAL" clId="{EE596A43-891C-40AE-B67C-AFB3A694D0BD}" dt="2025-11-19T05:19:09.048" v="1754" actId="20577"/>
          <ac:spMkLst>
            <pc:docMk/>
            <pc:sldMk cId="2772027129" sldId="260"/>
            <ac:spMk id="13" creationId="{6F04AF11-50D5-49B6-A265-556E9598BDBE}"/>
          </ac:spMkLst>
        </pc:spChg>
        <pc:graphicFrameChg chg="mod">
          <ac:chgData name="임인섭(INSUP LIM)[insup_lim]/선임/제조DX.자동보정.조립자동보정팀" userId="46c23904-ff79-42c9-9e41-2f57972a901c" providerId="ADAL" clId="{EE596A43-891C-40AE-B67C-AFB3A694D0BD}" dt="2025-11-19T05:19:00.684" v="1719" actId="1036"/>
          <ac:graphicFrameMkLst>
            <pc:docMk/>
            <pc:sldMk cId="2772027129" sldId="260"/>
            <ac:graphicFrameMk id="6" creationId="{9F1ED0DE-DC80-49CF-A652-7525238A193D}"/>
          </ac:graphicFrameMkLst>
        </pc:graphicFrameChg>
      </pc:sldChg>
      <pc:sldChg chg="modSp mod">
        <pc:chgData name="임인섭(INSUP LIM)[insup_lim]/선임/제조DX.자동보정.조립자동보정팀" userId="46c23904-ff79-42c9-9e41-2f57972a901c" providerId="ADAL" clId="{EE596A43-891C-40AE-B67C-AFB3A694D0BD}" dt="2025-11-19T01:54:04.981" v="1414" actId="20577"/>
        <pc:sldMkLst>
          <pc:docMk/>
          <pc:sldMk cId="4091322217" sldId="265"/>
        </pc:sldMkLst>
        <pc:graphicFrameChg chg="mod modGraphic">
          <ac:chgData name="임인섭(INSUP LIM)[insup_lim]/선임/제조DX.자동보정.조립자동보정팀" userId="46c23904-ff79-42c9-9e41-2f57972a901c" providerId="ADAL" clId="{EE596A43-891C-40AE-B67C-AFB3A694D0BD}" dt="2025-11-19T01:54:04.981" v="1414" actId="20577"/>
          <ac:graphicFrameMkLst>
            <pc:docMk/>
            <pc:sldMk cId="4091322217" sldId="265"/>
            <ac:graphicFrameMk id="14" creationId="{F7BF916D-8A9E-4800-92E6-357BE08183D6}"/>
          </ac:graphicFrameMkLst>
        </pc:graphicFrameChg>
      </pc:sldChg>
    </pc:docChg>
  </pc:docChgLst>
  <pc:docChgLst>
    <pc:chgData name="강호종(HOJONG KANG)[hojong.kang]/책임/제조DX.자동보정.MC자동보정팀" userId="bc22bbe6-6c82-4228-8cf3-ea75f80faae5" providerId="ADAL" clId="{61BC17C2-4360-497B-BA38-66B283C3B1B0}"/>
    <pc:docChg chg="custSel modSld">
      <pc:chgData name="강호종(HOJONG KANG)[hojong.kang]/책임/제조DX.자동보정.MC자동보정팀" userId="bc22bbe6-6c82-4228-8cf3-ea75f80faae5" providerId="ADAL" clId="{61BC17C2-4360-497B-BA38-66B283C3B1B0}" dt="2025-11-24T23:54:32.394" v="213" actId="20577"/>
      <pc:docMkLst>
        <pc:docMk/>
      </pc:docMkLst>
      <pc:sldChg chg="modSp mod">
        <pc:chgData name="강호종(HOJONG KANG)[hojong.kang]/책임/제조DX.자동보정.MC자동보정팀" userId="bc22bbe6-6c82-4228-8cf3-ea75f80faae5" providerId="ADAL" clId="{61BC17C2-4360-497B-BA38-66B283C3B1B0}" dt="2025-11-24T23:54:32.394" v="213" actId="20577"/>
        <pc:sldMkLst>
          <pc:docMk/>
          <pc:sldMk cId="1850138686" sldId="293"/>
        </pc:sldMkLst>
        <pc:spChg chg="mod">
          <ac:chgData name="강호종(HOJONG KANG)[hojong.kang]/책임/제조DX.자동보정.MC자동보정팀" userId="bc22bbe6-6c82-4228-8cf3-ea75f80faae5" providerId="ADAL" clId="{61BC17C2-4360-497B-BA38-66B283C3B1B0}" dt="2025-11-24T23:46:30.527" v="138" actId="1035"/>
          <ac:spMkLst>
            <pc:docMk/>
            <pc:sldMk cId="1850138686" sldId="293"/>
            <ac:spMk id="3" creationId="{294AA242-A1EF-40B8-896B-EE626A736D67}"/>
          </ac:spMkLst>
        </pc:spChg>
        <pc:spChg chg="mod">
          <ac:chgData name="강호종(HOJONG KANG)[hojong.kang]/책임/제조DX.자동보정.MC자동보정팀" userId="bc22bbe6-6c82-4228-8cf3-ea75f80faae5" providerId="ADAL" clId="{61BC17C2-4360-497B-BA38-66B283C3B1B0}" dt="2025-11-24T23:38:25.020" v="4" actId="20577"/>
          <ac:spMkLst>
            <pc:docMk/>
            <pc:sldMk cId="1850138686" sldId="293"/>
            <ac:spMk id="11" creationId="{8E301477-ABAE-CFF9-133C-51FA55CFD032}"/>
          </ac:spMkLst>
        </pc:spChg>
        <pc:spChg chg="mod">
          <ac:chgData name="강호종(HOJONG KANG)[hojong.kang]/책임/제조DX.자동보정.MC자동보정팀" userId="bc22bbe6-6c82-4228-8cf3-ea75f80faae5" providerId="ADAL" clId="{61BC17C2-4360-497B-BA38-66B283C3B1B0}" dt="2025-11-24T23:44:13.613" v="11" actId="207"/>
          <ac:spMkLst>
            <pc:docMk/>
            <pc:sldMk cId="1850138686" sldId="293"/>
            <ac:spMk id="36" creationId="{33D8E758-06B6-4AAC-85D5-0B750EB62F3E}"/>
          </ac:spMkLst>
        </pc:spChg>
        <pc:spChg chg="mod">
          <ac:chgData name="강호종(HOJONG KANG)[hojong.kang]/책임/제조DX.자동보정.MC자동보정팀" userId="bc22bbe6-6c82-4228-8cf3-ea75f80faae5" providerId="ADAL" clId="{61BC17C2-4360-497B-BA38-66B283C3B1B0}" dt="2025-11-24T23:46:30.527" v="138" actId="1035"/>
          <ac:spMkLst>
            <pc:docMk/>
            <pc:sldMk cId="1850138686" sldId="293"/>
            <ac:spMk id="37" creationId="{C3611B04-A1E8-4B84-8FB1-051ED8B5501E}"/>
          </ac:spMkLst>
        </pc:spChg>
        <pc:spChg chg="mod">
          <ac:chgData name="강호종(HOJONG KANG)[hojong.kang]/책임/제조DX.자동보정.MC자동보정팀" userId="bc22bbe6-6c82-4228-8cf3-ea75f80faae5" providerId="ADAL" clId="{61BC17C2-4360-497B-BA38-66B283C3B1B0}" dt="2025-11-24T23:46:30.527" v="138" actId="1035"/>
          <ac:spMkLst>
            <pc:docMk/>
            <pc:sldMk cId="1850138686" sldId="293"/>
            <ac:spMk id="49" creationId="{4AF24A00-1B89-449A-AD46-AE6AB501DDEA}"/>
          </ac:spMkLst>
        </pc:spChg>
        <pc:spChg chg="mod">
          <ac:chgData name="강호종(HOJONG KANG)[hojong.kang]/책임/제조DX.자동보정.MC자동보정팀" userId="bc22bbe6-6c82-4228-8cf3-ea75f80faae5" providerId="ADAL" clId="{61BC17C2-4360-497B-BA38-66B283C3B1B0}" dt="2025-11-24T23:46:30.527" v="138" actId="1035"/>
          <ac:spMkLst>
            <pc:docMk/>
            <pc:sldMk cId="1850138686" sldId="293"/>
            <ac:spMk id="50" creationId="{995F986A-387F-4813-8E5B-390E9A0BF8BA}"/>
          </ac:spMkLst>
        </pc:spChg>
        <pc:spChg chg="mod">
          <ac:chgData name="강호종(HOJONG KANG)[hojong.kang]/책임/제조DX.자동보정.MC자동보정팀" userId="bc22bbe6-6c82-4228-8cf3-ea75f80faae5" providerId="ADAL" clId="{61BC17C2-4360-497B-BA38-66B283C3B1B0}" dt="2025-11-24T23:46:30.527" v="138" actId="1035"/>
          <ac:spMkLst>
            <pc:docMk/>
            <pc:sldMk cId="1850138686" sldId="293"/>
            <ac:spMk id="51" creationId="{197DC07F-CA92-483B-8553-6F7D35653187}"/>
          </ac:spMkLst>
        </pc:spChg>
        <pc:spChg chg="mod">
          <ac:chgData name="강호종(HOJONG KANG)[hojong.kang]/책임/제조DX.자동보정.MC자동보정팀" userId="bc22bbe6-6c82-4228-8cf3-ea75f80faae5" providerId="ADAL" clId="{61BC17C2-4360-497B-BA38-66B283C3B1B0}" dt="2025-11-24T23:46:30.527" v="138" actId="1035"/>
          <ac:spMkLst>
            <pc:docMk/>
            <pc:sldMk cId="1850138686" sldId="293"/>
            <ac:spMk id="52" creationId="{0BD1384E-3A4A-4E4A-B2B3-9F04339F5E2B}"/>
          </ac:spMkLst>
        </pc:spChg>
        <pc:spChg chg="mod">
          <ac:chgData name="강호종(HOJONG KANG)[hojong.kang]/책임/제조DX.자동보정.MC자동보정팀" userId="bc22bbe6-6c82-4228-8cf3-ea75f80faae5" providerId="ADAL" clId="{61BC17C2-4360-497B-BA38-66B283C3B1B0}" dt="2025-11-24T23:46:30.527" v="138" actId="1035"/>
          <ac:spMkLst>
            <pc:docMk/>
            <pc:sldMk cId="1850138686" sldId="293"/>
            <ac:spMk id="142" creationId="{183BA7AA-5DB8-43C9-A792-BA3056E4E5F2}"/>
          </ac:spMkLst>
        </pc:spChg>
        <pc:spChg chg="mod">
          <ac:chgData name="강호종(HOJONG KANG)[hojong.kang]/책임/제조DX.자동보정.MC자동보정팀" userId="bc22bbe6-6c82-4228-8cf3-ea75f80faae5" providerId="ADAL" clId="{61BC17C2-4360-497B-BA38-66B283C3B1B0}" dt="2025-11-24T23:46:30.527" v="138" actId="1035"/>
          <ac:spMkLst>
            <pc:docMk/>
            <pc:sldMk cId="1850138686" sldId="293"/>
            <ac:spMk id="143" creationId="{A27C130E-72D9-4263-BDAF-70754403FB45}"/>
          </ac:spMkLst>
        </pc:spChg>
        <pc:graphicFrameChg chg="mod modGraphic">
          <ac:chgData name="강호종(HOJONG KANG)[hojong.kang]/책임/제조DX.자동보정.MC자동보정팀" userId="bc22bbe6-6c82-4228-8cf3-ea75f80faae5" providerId="ADAL" clId="{61BC17C2-4360-497B-BA38-66B283C3B1B0}" dt="2025-11-24T23:54:32.394" v="213" actId="20577"/>
          <ac:graphicFrameMkLst>
            <pc:docMk/>
            <pc:sldMk cId="1850138686" sldId="293"/>
            <ac:graphicFrameMk id="13" creationId="{E5B29A97-F916-9601-F2AB-B7A9070B6CA9}"/>
          </ac:graphicFrameMkLst>
        </pc:graphicFrameChg>
        <pc:picChg chg="mod">
          <ac:chgData name="강호종(HOJONG KANG)[hojong.kang]/책임/제조DX.자동보정.MC자동보정팀" userId="bc22bbe6-6c82-4228-8cf3-ea75f80faae5" providerId="ADAL" clId="{61BC17C2-4360-497B-BA38-66B283C3B1B0}" dt="2025-11-24T23:46:30.527" v="138" actId="1035"/>
          <ac:picMkLst>
            <pc:docMk/>
            <pc:sldMk cId="1850138686" sldId="293"/>
            <ac:picMk id="2" creationId="{B8961BF9-8D45-4598-95D5-8D9AD9A959EF}"/>
          </ac:picMkLst>
        </pc:picChg>
      </pc:sldChg>
    </pc:docChg>
  </pc:docChgLst>
  <pc:docChgLst>
    <pc:chgData name="원종래(JONG LAE WON)[jlwon]/책임/제조DX.자동보정.조립자동보정팀" userId="b47432fc-6904-4550-9f81-749fde7e3ec4" providerId="ADAL" clId="{2F0A3FE4-F310-41E8-9C0C-0605E553C71F}"/>
    <pc:docChg chg="undo custSel modSld">
      <pc:chgData name="원종래(JONG LAE WON)[jlwon]/책임/제조DX.자동보정.조립자동보정팀" userId="b47432fc-6904-4550-9f81-749fde7e3ec4" providerId="ADAL" clId="{2F0A3FE4-F310-41E8-9C0C-0605E553C71F}" dt="2025-11-27T00:05:06.486" v="6521" actId="947"/>
      <pc:docMkLst>
        <pc:docMk/>
      </pc:docMkLst>
      <pc:sldChg chg="modSp mod">
        <pc:chgData name="원종래(JONG LAE WON)[jlwon]/책임/제조DX.자동보정.조립자동보정팀" userId="b47432fc-6904-4550-9f81-749fde7e3ec4" providerId="ADAL" clId="{2F0A3FE4-F310-41E8-9C0C-0605E553C71F}" dt="2025-11-26T02:07:17.470" v="3020" actId="6549"/>
        <pc:sldMkLst>
          <pc:docMk/>
          <pc:sldMk cId="1197446796" sldId="256"/>
        </pc:sldMkLst>
        <pc:graphicFrameChg chg="mod modGraphic">
          <ac:chgData name="원종래(JONG LAE WON)[jlwon]/책임/제조DX.자동보정.조립자동보정팀" userId="b47432fc-6904-4550-9f81-749fde7e3ec4" providerId="ADAL" clId="{2F0A3FE4-F310-41E8-9C0C-0605E553C71F}" dt="2025-11-26T02:07:17.470" v="3020" actId="6549"/>
          <ac:graphicFrameMkLst>
            <pc:docMk/>
            <pc:sldMk cId="1197446796" sldId="256"/>
            <ac:graphicFrameMk id="33" creationId="{0EBD5018-B5BC-42C0-83A8-B30ED54BB6DC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2F0A3FE4-F310-41E8-9C0C-0605E553C71F}" dt="2025-11-26T06:26:02.031" v="4948" actId="20577"/>
        <pc:sldMkLst>
          <pc:docMk/>
          <pc:sldMk cId="4091322217" sldId="265"/>
        </pc:sldMkLst>
        <pc:graphicFrameChg chg="mod modGraphic">
          <ac:chgData name="원종래(JONG LAE WON)[jlwon]/책임/제조DX.자동보정.조립자동보정팀" userId="b47432fc-6904-4550-9f81-749fde7e3ec4" providerId="ADAL" clId="{2F0A3FE4-F310-41E8-9C0C-0605E553C71F}" dt="2025-11-26T06:26:02.031" v="4948" actId="20577"/>
          <ac:graphicFrameMkLst>
            <pc:docMk/>
            <pc:sldMk cId="4091322217" sldId="265"/>
            <ac:graphicFrameMk id="14" creationId="{F7BF916D-8A9E-4800-92E6-357BE08183D6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2F0A3FE4-F310-41E8-9C0C-0605E553C71F}" dt="2025-11-26T02:26:30.463" v="3944" actId="6549"/>
        <pc:sldMkLst>
          <pc:docMk/>
          <pc:sldMk cId="2551372592" sldId="274"/>
        </pc:sldMkLst>
        <pc:graphicFrameChg chg="modGraphic">
          <ac:chgData name="원종래(JONG LAE WON)[jlwon]/책임/제조DX.자동보정.조립자동보정팀" userId="b47432fc-6904-4550-9f81-749fde7e3ec4" providerId="ADAL" clId="{2F0A3FE4-F310-41E8-9C0C-0605E553C71F}" dt="2025-11-26T02:26:30.463" v="3944" actId="6549"/>
          <ac:graphicFrameMkLst>
            <pc:docMk/>
            <pc:sldMk cId="2551372592" sldId="274"/>
            <ac:graphicFrameMk id="19" creationId="{AC0E64D7-C678-4BFA-BA23-CADEA743A611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2F0A3FE4-F310-41E8-9C0C-0605E553C71F}" dt="2025-11-26T04:52:01.358" v="4261" actId="20577"/>
        <pc:sldMkLst>
          <pc:docMk/>
          <pc:sldMk cId="3110584877" sldId="282"/>
        </pc:sldMkLst>
        <pc:graphicFrameChg chg="modGraphic">
          <ac:chgData name="원종래(JONG LAE WON)[jlwon]/책임/제조DX.자동보정.조립자동보정팀" userId="b47432fc-6904-4550-9f81-749fde7e3ec4" providerId="ADAL" clId="{2F0A3FE4-F310-41E8-9C0C-0605E553C71F}" dt="2025-11-26T04:52:01.358" v="4261" actId="20577"/>
          <ac:graphicFrameMkLst>
            <pc:docMk/>
            <pc:sldMk cId="3110584877" sldId="282"/>
            <ac:graphicFrameMk id="5" creationId="{90FA0DD6-FD75-6357-BD16-BBD64CC6F177}"/>
          </ac:graphicFrameMkLst>
        </pc:graphicFrameChg>
        <pc:graphicFrameChg chg="mod">
          <ac:chgData name="원종래(JONG LAE WON)[jlwon]/책임/제조DX.자동보정.조립자동보정팀" userId="b47432fc-6904-4550-9f81-749fde7e3ec4" providerId="ADAL" clId="{2F0A3FE4-F310-41E8-9C0C-0605E553C71F}" dt="2025-11-26T04:51:56.961" v="4259"/>
          <ac:graphicFrameMkLst>
            <pc:docMk/>
            <pc:sldMk cId="3110584877" sldId="282"/>
            <ac:graphicFrameMk id="9" creationId="{8FDB63AD-0852-F4A6-4748-366EC5BD265C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2F0A3FE4-F310-41E8-9C0C-0605E553C71F}" dt="2025-11-26T02:21:08.604" v="3935" actId="20577"/>
        <pc:sldMkLst>
          <pc:docMk/>
          <pc:sldMk cId="521974953" sldId="295"/>
        </pc:sldMkLst>
        <pc:spChg chg="mod">
          <ac:chgData name="원종래(JONG LAE WON)[jlwon]/책임/제조DX.자동보정.조립자동보정팀" userId="b47432fc-6904-4550-9f81-749fde7e3ec4" providerId="ADAL" clId="{2F0A3FE4-F310-41E8-9C0C-0605E553C71F}" dt="2025-11-26T02:21:08.604" v="3935" actId="20577"/>
          <ac:spMkLst>
            <pc:docMk/>
            <pc:sldMk cId="521974953" sldId="295"/>
            <ac:spMk id="72" creationId="{0F9C2609-C287-4193-B74B-8D946EB076C3}"/>
          </ac:spMkLst>
        </pc:spChg>
        <pc:graphicFrameChg chg="mod">
          <ac:chgData name="원종래(JONG LAE WON)[jlwon]/책임/제조DX.자동보정.조립자동보정팀" userId="b47432fc-6904-4550-9f81-749fde7e3ec4" providerId="ADAL" clId="{2F0A3FE4-F310-41E8-9C0C-0605E553C71F}" dt="2025-11-26T02:16:27.891" v="3703"/>
          <ac:graphicFrameMkLst>
            <pc:docMk/>
            <pc:sldMk cId="521974953" sldId="295"/>
            <ac:graphicFrameMk id="14" creationId="{F7BF916D-8A9E-4800-92E6-357BE08183D6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2F0A3FE4-F310-41E8-9C0C-0605E553C71F}" dt="2025-11-27T00:05:06.486" v="6521" actId="947"/>
        <pc:sldMkLst>
          <pc:docMk/>
          <pc:sldMk cId="2657643038" sldId="306"/>
        </pc:sldMkLst>
        <pc:graphicFrameChg chg="mod modGraphic">
          <ac:chgData name="원종래(JONG LAE WON)[jlwon]/책임/제조DX.자동보정.조립자동보정팀" userId="b47432fc-6904-4550-9f81-749fde7e3ec4" providerId="ADAL" clId="{2F0A3FE4-F310-41E8-9C0C-0605E553C71F}" dt="2025-11-27T00:02:58.341" v="6379" actId="20577"/>
          <ac:graphicFrameMkLst>
            <pc:docMk/>
            <pc:sldMk cId="2657643038" sldId="306"/>
            <ac:graphicFrameMk id="9" creationId="{8FDB63AD-0852-F4A6-4748-366EC5BD265C}"/>
          </ac:graphicFrameMkLst>
        </pc:graphicFrameChg>
        <pc:graphicFrameChg chg="mod modGraphic">
          <ac:chgData name="원종래(JONG LAE WON)[jlwon]/책임/제조DX.자동보정.조립자동보정팀" userId="b47432fc-6904-4550-9f81-749fde7e3ec4" providerId="ADAL" clId="{2F0A3FE4-F310-41E8-9C0C-0605E553C71F}" dt="2025-11-27T00:05:06.486" v="6521" actId="947"/>
          <ac:graphicFrameMkLst>
            <pc:docMk/>
            <pc:sldMk cId="2657643038" sldId="306"/>
            <ac:graphicFrameMk id="13" creationId="{86C7A262-6A1D-40D5-8264-083AFB86E700}"/>
          </ac:graphicFrameMkLst>
        </pc:graphicFrameChg>
      </pc:sldChg>
      <pc:sldChg chg="addSp delSp modSp mod">
        <pc:chgData name="원종래(JONG LAE WON)[jlwon]/책임/제조DX.자동보정.조립자동보정팀" userId="b47432fc-6904-4550-9f81-749fde7e3ec4" providerId="ADAL" clId="{2F0A3FE4-F310-41E8-9C0C-0605E553C71F}" dt="2025-11-26T07:17:52.740" v="6045" actId="1076"/>
        <pc:sldMkLst>
          <pc:docMk/>
          <pc:sldMk cId="2519093233" sldId="316"/>
        </pc:sldMkLst>
        <pc:spChg chg="mod">
          <ac:chgData name="원종래(JONG LAE WON)[jlwon]/책임/제조DX.자동보정.조립자동보정팀" userId="b47432fc-6904-4550-9f81-749fde7e3ec4" providerId="ADAL" clId="{2F0A3FE4-F310-41E8-9C0C-0605E553C71F}" dt="2025-11-26T06:30:27.543" v="5348" actId="1035"/>
          <ac:spMkLst>
            <pc:docMk/>
            <pc:sldMk cId="2519093233" sldId="316"/>
            <ac:spMk id="26" creationId="{410483A7-B15F-4419-A078-17739F07346E}"/>
          </ac:spMkLst>
        </pc:spChg>
        <pc:spChg chg="mod">
          <ac:chgData name="원종래(JONG LAE WON)[jlwon]/책임/제조DX.자동보정.조립자동보정팀" userId="b47432fc-6904-4550-9f81-749fde7e3ec4" providerId="ADAL" clId="{2F0A3FE4-F310-41E8-9C0C-0605E553C71F}" dt="2025-11-26T07:16:52.207" v="6030" actId="1036"/>
          <ac:spMkLst>
            <pc:docMk/>
            <pc:sldMk cId="2519093233" sldId="316"/>
            <ac:spMk id="27" creationId="{0E1B06F4-6F31-44E8-A911-7F1C355C1C3F}"/>
          </ac:spMkLst>
        </pc:spChg>
        <pc:spChg chg="mod">
          <ac:chgData name="원종래(JONG LAE WON)[jlwon]/책임/제조DX.자동보정.조립자동보정팀" userId="b47432fc-6904-4550-9f81-749fde7e3ec4" providerId="ADAL" clId="{2F0A3FE4-F310-41E8-9C0C-0605E553C71F}" dt="2025-11-26T05:05:45.458" v="4532" actId="1036"/>
          <ac:spMkLst>
            <pc:docMk/>
            <pc:sldMk cId="2519093233" sldId="316"/>
            <ac:spMk id="29" creationId="{1B42EC2D-3712-4E80-87C7-10252EF84E8A}"/>
          </ac:spMkLst>
        </pc:spChg>
        <pc:spChg chg="mod">
          <ac:chgData name="원종래(JONG LAE WON)[jlwon]/책임/제조DX.자동보정.조립자동보정팀" userId="b47432fc-6904-4550-9f81-749fde7e3ec4" providerId="ADAL" clId="{2F0A3FE4-F310-41E8-9C0C-0605E553C71F}" dt="2025-11-26T05:05:45.458" v="4532" actId="1036"/>
          <ac:spMkLst>
            <pc:docMk/>
            <pc:sldMk cId="2519093233" sldId="316"/>
            <ac:spMk id="30" creationId="{C0715F36-B943-4611-BD1F-023404209F31}"/>
          </ac:spMkLst>
        </pc:spChg>
        <pc:spChg chg="add mod">
          <ac:chgData name="원종래(JONG LAE WON)[jlwon]/책임/제조DX.자동보정.조립자동보정팀" userId="b47432fc-6904-4550-9f81-749fde7e3ec4" providerId="ADAL" clId="{2F0A3FE4-F310-41E8-9C0C-0605E553C71F}" dt="2025-11-26T06:30:35.855" v="5359" actId="1036"/>
          <ac:spMkLst>
            <pc:docMk/>
            <pc:sldMk cId="2519093233" sldId="316"/>
            <ac:spMk id="31" creationId="{355E5DDD-21C7-9E95-CAFF-934919FB0192}"/>
          </ac:spMkLst>
        </pc:spChg>
        <pc:spChg chg="mod">
          <ac:chgData name="원종래(JONG LAE WON)[jlwon]/책임/제조DX.자동보정.조립자동보정팀" userId="b47432fc-6904-4550-9f81-749fde7e3ec4" providerId="ADAL" clId="{2F0A3FE4-F310-41E8-9C0C-0605E553C71F}" dt="2025-11-26T06:30:31.260" v="5358" actId="1036"/>
          <ac:spMkLst>
            <pc:docMk/>
            <pc:sldMk cId="2519093233" sldId="316"/>
            <ac:spMk id="32" creationId="{E9C8ED1F-107B-EA1C-9A52-D304D1AA53A5}"/>
          </ac:spMkLst>
        </pc:spChg>
        <pc:spChg chg="mod">
          <ac:chgData name="원종래(JONG LAE WON)[jlwon]/책임/제조DX.자동보정.조립자동보정팀" userId="b47432fc-6904-4550-9f81-749fde7e3ec4" providerId="ADAL" clId="{2F0A3FE4-F310-41E8-9C0C-0605E553C71F}" dt="2025-11-26T06:30:31.260" v="5358" actId="1036"/>
          <ac:spMkLst>
            <pc:docMk/>
            <pc:sldMk cId="2519093233" sldId="316"/>
            <ac:spMk id="33" creationId="{0423247E-6122-74D1-4AD0-181BC96E5D66}"/>
          </ac:spMkLst>
        </pc:spChg>
        <pc:spChg chg="add mod">
          <ac:chgData name="원종래(JONG LAE WON)[jlwon]/책임/제조DX.자동보정.조립자동보정팀" userId="b47432fc-6904-4550-9f81-749fde7e3ec4" providerId="ADAL" clId="{2F0A3FE4-F310-41E8-9C0C-0605E553C71F}" dt="2025-11-26T06:39:36.814" v="5772" actId="1038"/>
          <ac:spMkLst>
            <pc:docMk/>
            <pc:sldMk cId="2519093233" sldId="316"/>
            <ac:spMk id="34" creationId="{A9D3B4E4-C37F-BC8D-4154-8E38BF94063B}"/>
          </ac:spMkLst>
        </pc:spChg>
        <pc:spChg chg="mod">
          <ac:chgData name="원종래(JONG LAE WON)[jlwon]/책임/제조DX.자동보정.조립자동보정팀" userId="b47432fc-6904-4550-9f81-749fde7e3ec4" providerId="ADAL" clId="{2F0A3FE4-F310-41E8-9C0C-0605E553C71F}" dt="2025-11-26T06:30:31.260" v="5358" actId="1036"/>
          <ac:spMkLst>
            <pc:docMk/>
            <pc:sldMk cId="2519093233" sldId="316"/>
            <ac:spMk id="82" creationId="{BEFBB73B-1709-3D32-7085-6D4F89E2D9D0}"/>
          </ac:spMkLst>
        </pc:spChg>
        <pc:grpChg chg="mod">
          <ac:chgData name="원종래(JONG LAE WON)[jlwon]/책임/제조DX.자동보정.조립자동보정팀" userId="b47432fc-6904-4550-9f81-749fde7e3ec4" providerId="ADAL" clId="{2F0A3FE4-F310-41E8-9C0C-0605E553C71F}" dt="2025-11-26T06:30:31.260" v="5358" actId="1036"/>
          <ac:grpSpMkLst>
            <pc:docMk/>
            <pc:sldMk cId="2519093233" sldId="316"/>
            <ac:grpSpMk id="2" creationId="{0C311903-23C2-17EF-A713-F286981BBF4D}"/>
          </ac:grpSpMkLst>
        </pc:grpChg>
        <pc:grpChg chg="mod">
          <ac:chgData name="원종래(JONG LAE WON)[jlwon]/책임/제조DX.자동보정.조립자동보정팀" userId="b47432fc-6904-4550-9f81-749fde7e3ec4" providerId="ADAL" clId="{2F0A3FE4-F310-41E8-9C0C-0605E553C71F}" dt="2025-11-26T06:30:31.260" v="5358" actId="1036"/>
          <ac:grpSpMkLst>
            <pc:docMk/>
            <pc:sldMk cId="2519093233" sldId="316"/>
            <ac:grpSpMk id="5" creationId="{6C2E61D5-C79A-A2E4-6B2D-58F41D8B2BEC}"/>
          </ac:grpSpMkLst>
        </pc:grpChg>
        <pc:grpChg chg="mod">
          <ac:chgData name="원종래(JONG LAE WON)[jlwon]/책임/제조DX.자동보정.조립자동보정팀" userId="b47432fc-6904-4550-9f81-749fde7e3ec4" providerId="ADAL" clId="{2F0A3FE4-F310-41E8-9C0C-0605E553C71F}" dt="2025-11-26T06:30:31.260" v="5358" actId="1036"/>
          <ac:grpSpMkLst>
            <pc:docMk/>
            <pc:sldMk cId="2519093233" sldId="316"/>
            <ac:grpSpMk id="9" creationId="{082AD0F1-5825-125F-585A-D3ACA66088D0}"/>
          </ac:grpSpMkLst>
        </pc:grpChg>
        <pc:grpChg chg="mod">
          <ac:chgData name="원종래(JONG LAE WON)[jlwon]/책임/제조DX.자동보정.조립자동보정팀" userId="b47432fc-6904-4550-9f81-749fde7e3ec4" providerId="ADAL" clId="{2F0A3FE4-F310-41E8-9C0C-0605E553C71F}" dt="2025-11-26T06:30:31.260" v="5358" actId="1036"/>
          <ac:grpSpMkLst>
            <pc:docMk/>
            <pc:sldMk cId="2519093233" sldId="316"/>
            <ac:grpSpMk id="69" creationId="{5F92BDD6-D87A-8D1B-58B2-6B658DC234D3}"/>
          </ac:grpSpMkLst>
        </pc:grpChg>
        <pc:graphicFrameChg chg="mod modGraphic">
          <ac:chgData name="원종래(JONG LAE WON)[jlwon]/책임/제조DX.자동보정.조립자동보정팀" userId="b47432fc-6904-4550-9f81-749fde7e3ec4" providerId="ADAL" clId="{2F0A3FE4-F310-41E8-9C0C-0605E553C71F}" dt="2025-11-26T07:16:42.572" v="6018" actId="20577"/>
          <ac:graphicFrameMkLst>
            <pc:docMk/>
            <pc:sldMk cId="2519093233" sldId="316"/>
            <ac:graphicFrameMk id="19" creationId="{AC0E64D7-C678-4BFA-BA23-CADEA743A611}"/>
          </ac:graphicFrameMkLst>
        </pc:graphicFrameChg>
        <pc:graphicFrameChg chg="mod modGraphic">
          <ac:chgData name="원종래(JONG LAE WON)[jlwon]/책임/제조DX.자동보정.조립자동보정팀" userId="b47432fc-6904-4550-9f81-749fde7e3ec4" providerId="ADAL" clId="{2F0A3FE4-F310-41E8-9C0C-0605E553C71F}" dt="2025-11-26T07:17:52.740" v="6045" actId="1076"/>
          <ac:graphicFrameMkLst>
            <pc:docMk/>
            <pc:sldMk cId="2519093233" sldId="316"/>
            <ac:graphicFrameMk id="23" creationId="{81C5A029-4EDA-7E87-5030-25C9E313E799}"/>
          </ac:graphicFrameMkLst>
        </pc:graphicFrameChg>
        <pc:graphicFrameChg chg="mod modGraphic">
          <ac:chgData name="원종래(JONG LAE WON)[jlwon]/책임/제조DX.자동보정.조립자동보정팀" userId="b47432fc-6904-4550-9f81-749fde7e3ec4" providerId="ADAL" clId="{2F0A3FE4-F310-41E8-9C0C-0605E553C71F}" dt="2025-11-26T05:06:38.773" v="4590" actId="20577"/>
          <ac:graphicFrameMkLst>
            <pc:docMk/>
            <pc:sldMk cId="2519093233" sldId="316"/>
            <ac:graphicFrameMk id="24" creationId="{4789FE95-2348-43AA-BA45-0F95C748F2C4}"/>
          </ac:graphicFrameMkLst>
        </pc:graphicFrameChg>
        <pc:picChg chg="mod">
          <ac:chgData name="원종래(JONG LAE WON)[jlwon]/책임/제조DX.자동보정.조립자동보정팀" userId="b47432fc-6904-4550-9f81-749fde7e3ec4" providerId="ADAL" clId="{2F0A3FE4-F310-41E8-9C0C-0605E553C71F}" dt="2025-11-26T06:30:31.260" v="5358" actId="1036"/>
          <ac:picMkLst>
            <pc:docMk/>
            <pc:sldMk cId="2519093233" sldId="316"/>
            <ac:picMk id="12" creationId="{672E1E25-8853-8F8F-DC51-C2AD47AC42F2}"/>
          </ac:picMkLst>
        </pc:picChg>
        <pc:cxnChg chg="mod">
          <ac:chgData name="원종래(JONG LAE WON)[jlwon]/책임/제조DX.자동보정.조립자동보정팀" userId="b47432fc-6904-4550-9f81-749fde7e3ec4" providerId="ADAL" clId="{2F0A3FE4-F310-41E8-9C0C-0605E553C71F}" dt="2025-11-26T06:30:31.260" v="5358" actId="1036"/>
          <ac:cxnSpMkLst>
            <pc:docMk/>
            <pc:sldMk cId="2519093233" sldId="316"/>
            <ac:cxnSpMk id="13" creationId="{97167827-14C0-B690-6BB5-3CC3081CCD9E}"/>
          </ac:cxnSpMkLst>
        </pc:cxnChg>
        <pc:cxnChg chg="mod">
          <ac:chgData name="원종래(JONG LAE WON)[jlwon]/책임/제조DX.자동보정.조립자동보정팀" userId="b47432fc-6904-4550-9f81-749fde7e3ec4" providerId="ADAL" clId="{2F0A3FE4-F310-41E8-9C0C-0605E553C71F}" dt="2025-11-26T06:30:31.260" v="5358" actId="1036"/>
          <ac:cxnSpMkLst>
            <pc:docMk/>
            <pc:sldMk cId="2519093233" sldId="316"/>
            <ac:cxnSpMk id="14" creationId="{E7962EB5-09D8-D139-868F-9229DBC78918}"/>
          </ac:cxnSpMkLst>
        </pc:cxnChg>
        <pc:cxnChg chg="mod">
          <ac:chgData name="원종래(JONG LAE WON)[jlwon]/책임/제조DX.자동보정.조립자동보정팀" userId="b47432fc-6904-4550-9f81-749fde7e3ec4" providerId="ADAL" clId="{2F0A3FE4-F310-41E8-9C0C-0605E553C71F}" dt="2025-11-26T06:30:31.260" v="5358" actId="1036"/>
          <ac:cxnSpMkLst>
            <pc:docMk/>
            <pc:sldMk cId="2519093233" sldId="316"/>
            <ac:cxnSpMk id="15" creationId="{D5288898-B266-B8D7-E075-69C32B1D80EC}"/>
          </ac:cxnSpMkLst>
        </pc:cxnChg>
        <pc:cxnChg chg="mod">
          <ac:chgData name="원종래(JONG LAE WON)[jlwon]/책임/제조DX.자동보정.조립자동보정팀" userId="b47432fc-6904-4550-9f81-749fde7e3ec4" providerId="ADAL" clId="{2F0A3FE4-F310-41E8-9C0C-0605E553C71F}" dt="2025-11-26T06:30:31.260" v="5358" actId="1036"/>
          <ac:cxnSpMkLst>
            <pc:docMk/>
            <pc:sldMk cId="2519093233" sldId="316"/>
            <ac:cxnSpMk id="20" creationId="{86B84B3D-FC62-214C-7FE7-1FF93D9DB240}"/>
          </ac:cxnSpMkLst>
        </pc:cxnChg>
        <pc:cxnChg chg="mod">
          <ac:chgData name="원종래(JONG LAE WON)[jlwon]/책임/제조DX.자동보정.조립자동보정팀" userId="b47432fc-6904-4550-9f81-749fde7e3ec4" providerId="ADAL" clId="{2F0A3FE4-F310-41E8-9C0C-0605E553C71F}" dt="2025-11-26T06:30:31.260" v="5358" actId="1036"/>
          <ac:cxnSpMkLst>
            <pc:docMk/>
            <pc:sldMk cId="2519093233" sldId="316"/>
            <ac:cxnSpMk id="21" creationId="{4032881E-096C-95E9-6F57-05CB4A7A4FE8}"/>
          </ac:cxnSpMkLst>
        </pc:cxnChg>
        <pc:cxnChg chg="mod">
          <ac:chgData name="원종래(JONG LAE WON)[jlwon]/책임/제조DX.자동보정.조립자동보정팀" userId="b47432fc-6904-4550-9f81-749fde7e3ec4" providerId="ADAL" clId="{2F0A3FE4-F310-41E8-9C0C-0605E553C71F}" dt="2025-11-26T06:30:31.260" v="5358" actId="1036"/>
          <ac:cxnSpMkLst>
            <pc:docMk/>
            <pc:sldMk cId="2519093233" sldId="316"/>
            <ac:cxnSpMk id="28" creationId="{DC2CE8D1-28E6-B1F1-C0C9-34DA456B22E2}"/>
          </ac:cxnSpMkLst>
        </pc:cxnChg>
      </pc:sldChg>
      <pc:sldChg chg="modSp mod">
        <pc:chgData name="원종래(JONG LAE WON)[jlwon]/책임/제조DX.자동보정.조립자동보정팀" userId="b47432fc-6904-4550-9f81-749fde7e3ec4" providerId="ADAL" clId="{2F0A3FE4-F310-41E8-9C0C-0605E553C71F}" dt="2025-11-26T23:52:56.525" v="6086" actId="1035"/>
        <pc:sldMkLst>
          <pc:docMk/>
          <pc:sldMk cId="2657806170" sldId="318"/>
        </pc:sldMkLst>
        <pc:graphicFrameChg chg="modGraphic">
          <ac:chgData name="원종래(JONG LAE WON)[jlwon]/책임/제조DX.자동보정.조립자동보정팀" userId="b47432fc-6904-4550-9f81-749fde7e3ec4" providerId="ADAL" clId="{2F0A3FE4-F310-41E8-9C0C-0605E553C71F}" dt="2025-11-26T23:45:30.741" v="6085" actId="20577"/>
          <ac:graphicFrameMkLst>
            <pc:docMk/>
            <pc:sldMk cId="2657806170" sldId="318"/>
            <ac:graphicFrameMk id="9" creationId="{459FC5F3-1FD5-01E7-B1BA-B39813120590}"/>
          </ac:graphicFrameMkLst>
        </pc:graphicFrameChg>
        <pc:picChg chg="mod">
          <ac:chgData name="원종래(JONG LAE WON)[jlwon]/책임/제조DX.자동보정.조립자동보정팀" userId="b47432fc-6904-4550-9f81-749fde7e3ec4" providerId="ADAL" clId="{2F0A3FE4-F310-41E8-9C0C-0605E553C71F}" dt="2025-11-26T23:52:56.525" v="6086" actId="1035"/>
          <ac:picMkLst>
            <pc:docMk/>
            <pc:sldMk cId="2657806170" sldId="318"/>
            <ac:picMk id="136" creationId="{339653D8-F68B-946C-AE64-6E14AB3F1944}"/>
          </ac:picMkLst>
        </pc:picChg>
      </pc:sldChg>
      <pc:sldChg chg="modSp mod">
        <pc:chgData name="원종래(JONG LAE WON)[jlwon]/책임/제조DX.자동보정.조립자동보정팀" userId="b47432fc-6904-4550-9f81-749fde7e3ec4" providerId="ADAL" clId="{2F0A3FE4-F310-41E8-9C0C-0605E553C71F}" dt="2025-11-26T23:43:34.011" v="6068" actId="20577"/>
        <pc:sldMkLst>
          <pc:docMk/>
          <pc:sldMk cId="3266697761" sldId="2278"/>
        </pc:sldMkLst>
        <pc:spChg chg="mod">
          <ac:chgData name="원종래(JONG LAE WON)[jlwon]/책임/제조DX.자동보정.조립자동보정팀" userId="b47432fc-6904-4550-9f81-749fde7e3ec4" providerId="ADAL" clId="{2F0A3FE4-F310-41E8-9C0C-0605E553C71F}" dt="2025-11-26T23:43:34.011" v="6068" actId="20577"/>
          <ac:spMkLst>
            <pc:docMk/>
            <pc:sldMk cId="3266697761" sldId="2278"/>
            <ac:spMk id="5" creationId="{9F5FF4B7-2926-4D73-A8B9-82803C7166FE}"/>
          </ac:spMkLst>
        </pc:spChg>
      </pc:sldChg>
      <pc:sldChg chg="modSp mod">
        <pc:chgData name="원종래(JONG LAE WON)[jlwon]/책임/제조DX.자동보정.조립자동보정팀" userId="b47432fc-6904-4550-9f81-749fde7e3ec4" providerId="ADAL" clId="{2F0A3FE4-F310-41E8-9C0C-0605E553C71F}" dt="2025-11-26T01:35:11.468" v="184" actId="20577"/>
        <pc:sldMkLst>
          <pc:docMk/>
          <pc:sldMk cId="624474230" sldId="2147481904"/>
        </pc:sldMkLst>
        <pc:spChg chg="mod">
          <ac:chgData name="원종래(JONG LAE WON)[jlwon]/책임/제조DX.자동보정.조립자동보정팀" userId="b47432fc-6904-4550-9f81-749fde7e3ec4" providerId="ADAL" clId="{2F0A3FE4-F310-41E8-9C0C-0605E553C71F}" dt="2025-11-26T01:35:11.468" v="184" actId="20577"/>
          <ac:spMkLst>
            <pc:docMk/>
            <pc:sldMk cId="624474230" sldId="2147481904"/>
            <ac:spMk id="6" creationId="{2CB0F2F2-CDBB-B3E6-AE09-A445462049EE}"/>
          </ac:spMkLst>
        </pc:spChg>
      </pc:sldChg>
      <pc:sldChg chg="delSp modSp mod">
        <pc:chgData name="원종래(JONG LAE WON)[jlwon]/책임/제조DX.자동보정.조립자동보정팀" userId="b47432fc-6904-4550-9f81-749fde7e3ec4" providerId="ADAL" clId="{2F0A3FE4-F310-41E8-9C0C-0605E553C71F}" dt="2025-11-26T01:47:24.395" v="1617" actId="20577"/>
        <pc:sldMkLst>
          <pc:docMk/>
          <pc:sldMk cId="1661639708" sldId="2147482034"/>
        </pc:sldMkLst>
        <pc:spChg chg="mod">
          <ac:chgData name="원종래(JONG LAE WON)[jlwon]/책임/제조DX.자동보정.조립자동보정팀" userId="b47432fc-6904-4550-9f81-749fde7e3ec4" providerId="ADAL" clId="{2F0A3FE4-F310-41E8-9C0C-0605E553C71F}" dt="2025-11-26T01:40:50.357" v="979" actId="20577"/>
          <ac:spMkLst>
            <pc:docMk/>
            <pc:sldMk cId="1661639708" sldId="2147482034"/>
            <ac:spMk id="17" creationId="{53BD2C0A-5A07-4ADD-8F3B-76031B186FF8}"/>
          </ac:spMkLst>
        </pc:spChg>
        <pc:spChg chg="mod">
          <ac:chgData name="원종래(JONG LAE WON)[jlwon]/책임/제조DX.자동보정.조립자동보정팀" userId="b47432fc-6904-4550-9f81-749fde7e3ec4" providerId="ADAL" clId="{2F0A3FE4-F310-41E8-9C0C-0605E553C71F}" dt="2025-11-26T01:40:54.542" v="980" actId="20577"/>
          <ac:spMkLst>
            <pc:docMk/>
            <pc:sldMk cId="1661639708" sldId="2147482034"/>
            <ac:spMk id="18" creationId="{6D6C2EA7-4159-44C0-9543-9C38DC624D5B}"/>
          </ac:spMkLst>
        </pc:spChg>
        <pc:graphicFrameChg chg="mod modGraphic">
          <ac:chgData name="원종래(JONG LAE WON)[jlwon]/책임/제조DX.자동보정.조립자동보정팀" userId="b47432fc-6904-4550-9f81-749fde7e3ec4" providerId="ADAL" clId="{2F0A3FE4-F310-41E8-9C0C-0605E553C71F}" dt="2025-11-26T01:47:24.395" v="1617" actId="20577"/>
          <ac:graphicFrameMkLst>
            <pc:docMk/>
            <pc:sldMk cId="1661639708" sldId="2147482034"/>
            <ac:graphicFrameMk id="13" creationId="{749EDA29-3892-4D6C-B422-D508526099A4}"/>
          </ac:graphicFrameMkLst>
        </pc:graphicFrameChg>
        <pc:graphicFrameChg chg="mod modGraphic">
          <ac:chgData name="원종래(JONG LAE WON)[jlwon]/책임/제조DX.자동보정.조립자동보정팀" userId="b47432fc-6904-4550-9f81-749fde7e3ec4" providerId="ADAL" clId="{2F0A3FE4-F310-41E8-9C0C-0605E553C71F}" dt="2025-11-26T01:43:06.918" v="1036"/>
          <ac:graphicFrameMkLst>
            <pc:docMk/>
            <pc:sldMk cId="1661639708" sldId="2147482034"/>
            <ac:graphicFrameMk id="19" creationId="{117B6D04-07FF-4063-9045-9D091CE452CE}"/>
          </ac:graphicFrameMkLst>
        </pc:graphicFrameChg>
      </pc:sldChg>
      <pc:sldChg chg="modSp mod">
        <pc:chgData name="원종래(JONG LAE WON)[jlwon]/책임/제조DX.자동보정.조립자동보정팀" userId="b47432fc-6904-4550-9f81-749fde7e3ec4" providerId="ADAL" clId="{2F0A3FE4-F310-41E8-9C0C-0605E553C71F}" dt="2025-11-26T02:16:11.907" v="3702" actId="20577"/>
        <pc:sldMkLst>
          <pc:docMk/>
          <pc:sldMk cId="3755998146" sldId="2147483565"/>
        </pc:sldMkLst>
        <pc:graphicFrameChg chg="mod modGraphic">
          <ac:chgData name="원종래(JONG LAE WON)[jlwon]/책임/제조DX.자동보정.조립자동보정팀" userId="b47432fc-6904-4550-9f81-749fde7e3ec4" providerId="ADAL" clId="{2F0A3FE4-F310-41E8-9C0C-0605E553C71F}" dt="2025-11-26T02:16:11.907" v="3702" actId="20577"/>
          <ac:graphicFrameMkLst>
            <pc:docMk/>
            <pc:sldMk cId="3755998146" sldId="2147483565"/>
            <ac:graphicFrameMk id="14" creationId="{F7BF916D-8A9E-4800-92E6-357BE08183D6}"/>
          </ac:graphicFrameMkLst>
        </pc:graphicFrameChg>
      </pc:sldChg>
    </pc:docChg>
  </pc:docChgLst>
  <pc:docChgLst>
    <pc:chgData name="강현웅(HYEONWOONG KANG)[khw330]/선임/제조DX.자동보정.조립자동보정팀" userId="2b3cec2e-b960-4340-96c3-4469e2643969" providerId="ADAL" clId="{BC5FB388-E6DC-43A7-9FC1-7B4EBD1D8DC8}"/>
    <pc:docChg chg="undo custSel addSld modSld modMainMaster">
      <pc:chgData name="강현웅(HYEONWOONG KANG)[khw330]/선임/제조DX.자동보정.조립자동보정팀" userId="2b3cec2e-b960-4340-96c3-4469e2643969" providerId="ADAL" clId="{BC5FB388-E6DC-43A7-9FC1-7B4EBD1D8DC8}" dt="2025-11-27T05:00:31.866" v="1829" actId="20577"/>
      <pc:docMkLst>
        <pc:docMk/>
      </pc:docMkLst>
      <pc:sldChg chg="modSp mod">
        <pc:chgData name="강현웅(HYEONWOONG KANG)[khw330]/선임/제조DX.자동보정.조립자동보정팀" userId="2b3cec2e-b960-4340-96c3-4469e2643969" providerId="ADAL" clId="{BC5FB388-E6DC-43A7-9FC1-7B4EBD1D8DC8}" dt="2025-11-27T04:44:55.172" v="1769" actId="400"/>
        <pc:sldMkLst>
          <pc:docMk/>
          <pc:sldMk cId="1197446796" sldId="256"/>
        </pc:sldMkLst>
        <pc:spChg chg="mod">
          <ac:chgData name="강현웅(HYEONWOONG KANG)[khw330]/선임/제조DX.자동보정.조립자동보정팀" userId="2b3cec2e-b960-4340-96c3-4469e2643969" providerId="ADAL" clId="{BC5FB388-E6DC-43A7-9FC1-7B4EBD1D8DC8}" dt="2025-11-26T01:39:40.511" v="29" actId="20577"/>
          <ac:spMkLst>
            <pc:docMk/>
            <pc:sldMk cId="1197446796" sldId="256"/>
            <ac:spMk id="6" creationId="{B3BB1961-3F71-0018-CA2B-9894ED0A96D8}"/>
          </ac:spMkLst>
        </pc:spChg>
        <pc:spChg chg="mod">
          <ac:chgData name="강현웅(HYEONWOONG KANG)[khw330]/선임/제조DX.자동보정.조립자동보정팀" userId="2b3cec2e-b960-4340-96c3-4469e2643969" providerId="ADAL" clId="{BC5FB388-E6DC-43A7-9FC1-7B4EBD1D8DC8}" dt="2025-11-26T06:18:44.611" v="1506" actId="14100"/>
          <ac:spMkLst>
            <pc:docMk/>
            <pc:sldMk cId="1197446796" sldId="256"/>
            <ac:spMk id="36" creationId="{8D1BA2F2-B5C1-4A41-A51D-07C00BF7AA75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6T05:34:14.581" v="1219" actId="20577"/>
          <ac:graphicFrameMkLst>
            <pc:docMk/>
            <pc:sldMk cId="1197446796" sldId="256"/>
            <ac:graphicFrameMk id="5" creationId="{03A8162C-C521-077A-0120-8EB01DA19A52}"/>
          </ac:graphicFrameMkLst>
        </pc:graphicFrameChg>
        <pc:graphicFrameChg chg="mod modGraphic">
          <ac:chgData name="강현웅(HYEONWOONG KANG)[khw330]/선임/제조DX.자동보정.조립자동보정팀" userId="2b3cec2e-b960-4340-96c3-4469e2643969" providerId="ADAL" clId="{BC5FB388-E6DC-43A7-9FC1-7B4EBD1D8DC8}" dt="2025-11-26T05:35:55.363" v="1246" actId="20577"/>
          <ac:graphicFrameMkLst>
            <pc:docMk/>
            <pc:sldMk cId="1197446796" sldId="256"/>
            <ac:graphicFrameMk id="9" creationId="{459FC5F3-1FD5-01E7-B1BA-B39813120590}"/>
          </ac:graphicFrameMkLst>
        </pc:graphicFrameChg>
        <pc:graphicFrameChg chg="mod modGraphic">
          <ac:chgData name="강현웅(HYEONWOONG KANG)[khw330]/선임/제조DX.자동보정.조립자동보정팀" userId="2b3cec2e-b960-4340-96c3-4469e2643969" providerId="ADAL" clId="{BC5FB388-E6DC-43A7-9FC1-7B4EBD1D8DC8}" dt="2025-11-27T04:44:55.172" v="1769" actId="400"/>
          <ac:graphicFrameMkLst>
            <pc:docMk/>
            <pc:sldMk cId="1197446796" sldId="256"/>
            <ac:graphicFrameMk id="33" creationId="{0EBD5018-B5BC-42C0-83A8-B30ED54BB6DC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4T07:49:31.923" v="14" actId="207"/>
        <pc:sldMkLst>
          <pc:docMk/>
          <pc:sldMk cId="528501483" sldId="264"/>
        </pc:sldMkLst>
        <pc:spChg chg="mod">
          <ac:chgData name="강현웅(HYEONWOONG KANG)[khw330]/선임/제조DX.자동보정.조립자동보정팀" userId="2b3cec2e-b960-4340-96c3-4469e2643969" providerId="ADAL" clId="{BC5FB388-E6DC-43A7-9FC1-7B4EBD1D8DC8}" dt="2025-11-24T07:49:28.064" v="12" actId="207"/>
          <ac:spMkLst>
            <pc:docMk/>
            <pc:sldMk cId="528501483" sldId="264"/>
            <ac:spMk id="2" creationId="{E8F06963-68B2-D37B-EC7B-3994ACC6BD2A}"/>
          </ac:spMkLst>
        </pc:spChg>
        <pc:spChg chg="mod">
          <ac:chgData name="강현웅(HYEONWOONG KANG)[khw330]/선임/제조DX.자동보정.조립자동보정팀" userId="2b3cec2e-b960-4340-96c3-4469e2643969" providerId="ADAL" clId="{BC5FB388-E6DC-43A7-9FC1-7B4EBD1D8DC8}" dt="2025-11-24T07:49:31.923" v="14" actId="207"/>
          <ac:spMkLst>
            <pc:docMk/>
            <pc:sldMk cId="528501483" sldId="264"/>
            <ac:spMk id="10" creationId="{622256A6-C7CD-F573-B117-F304392ACE9E}"/>
          </ac:spMkLst>
        </pc:spChg>
        <pc:spChg chg="mod">
          <ac:chgData name="강현웅(HYEONWOONG KANG)[khw330]/선임/제조DX.자동보정.조립자동보정팀" userId="2b3cec2e-b960-4340-96c3-4469e2643969" providerId="ADAL" clId="{BC5FB388-E6DC-43A7-9FC1-7B4EBD1D8DC8}" dt="2025-11-24T07:49:30.439" v="13" actId="207"/>
          <ac:spMkLst>
            <pc:docMk/>
            <pc:sldMk cId="528501483" sldId="264"/>
            <ac:spMk id="12" creationId="{6F1B67F7-3FCA-8C3B-A398-028735996A77}"/>
          </ac:spMkLst>
        </pc:spChg>
        <pc:spChg chg="mod">
          <ac:chgData name="강현웅(HYEONWOONG KANG)[khw330]/선임/제조DX.자동보정.조립자동보정팀" userId="2b3cec2e-b960-4340-96c3-4469e2643969" providerId="ADAL" clId="{BC5FB388-E6DC-43A7-9FC1-7B4EBD1D8DC8}" dt="2025-11-24T07:49:25.923" v="11" actId="207"/>
          <ac:spMkLst>
            <pc:docMk/>
            <pc:sldMk cId="528501483" sldId="264"/>
            <ac:spMk id="15" creationId="{E0E42231-D299-2E3B-F2DE-55FFD43F80C3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6T01:42:09.699" v="380" actId="20577"/>
        <pc:sldMkLst>
          <pc:docMk/>
          <pc:sldMk cId="3152614394" sldId="272"/>
        </pc:sldMkLst>
        <pc:spChg chg="mod">
          <ac:chgData name="강현웅(HYEONWOONG KANG)[khw330]/선임/제조DX.자동보정.조립자동보정팀" userId="2b3cec2e-b960-4340-96c3-4469e2643969" providerId="ADAL" clId="{BC5FB388-E6DC-43A7-9FC1-7B4EBD1D8DC8}" dt="2025-11-26T01:42:09.699" v="380" actId="20577"/>
          <ac:spMkLst>
            <pc:docMk/>
            <pc:sldMk cId="3152614394" sldId="272"/>
            <ac:spMk id="21" creationId="{674438B4-924E-0458-8259-7397A750543F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6T01:43:59.778" v="559" actId="20577"/>
        <pc:sldMkLst>
          <pc:docMk/>
          <pc:sldMk cId="1984979464" sldId="277"/>
        </pc:sldMkLst>
        <pc:spChg chg="mod">
          <ac:chgData name="강현웅(HYEONWOONG KANG)[khw330]/선임/제조DX.자동보정.조립자동보정팀" userId="2b3cec2e-b960-4340-96c3-4469e2643969" providerId="ADAL" clId="{BC5FB388-E6DC-43A7-9FC1-7B4EBD1D8DC8}" dt="2025-11-26T01:43:59.778" v="559" actId="20577"/>
          <ac:spMkLst>
            <pc:docMk/>
            <pc:sldMk cId="1984979464" sldId="277"/>
            <ac:spMk id="6" creationId="{83CFA496-A814-27C3-3FB8-E454A7B5C13A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6T01:42:26.637" v="389" actId="20577"/>
          <ac:graphicFrameMkLst>
            <pc:docMk/>
            <pc:sldMk cId="1984979464" sldId="277"/>
            <ac:graphicFrameMk id="5" creationId="{90FA0DD6-FD75-6357-BD16-BBD64CC6F177}"/>
          </ac:graphicFrameMkLst>
        </pc:graphicFrameChg>
        <pc:graphicFrameChg chg="mod modGraphic">
          <ac:chgData name="강현웅(HYEONWOONG KANG)[khw330]/선임/제조DX.자동보정.조립자동보정팀" userId="2b3cec2e-b960-4340-96c3-4469e2643969" providerId="ADAL" clId="{BC5FB388-E6DC-43A7-9FC1-7B4EBD1D8DC8}" dt="2025-11-26T01:43:36.731" v="550" actId="400"/>
          <ac:graphicFrameMkLst>
            <pc:docMk/>
            <pc:sldMk cId="1984979464" sldId="277"/>
            <ac:graphicFrameMk id="9" creationId="{8FDB63AD-0852-F4A6-4748-366EC5BD265C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7T04:58:51.315" v="1791" actId="20577"/>
        <pc:sldMkLst>
          <pc:docMk/>
          <pc:sldMk cId="1214493206" sldId="278"/>
        </pc:sldMkLst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48:56.048" v="1773" actId="20577"/>
          <ac:graphicFrameMkLst>
            <pc:docMk/>
            <pc:sldMk cId="1214493206" sldId="278"/>
            <ac:graphicFrameMk id="2" creationId="{E8BA911D-85D8-47EA-B554-47FAA4B53801}"/>
          </ac:graphicFrameMkLst>
        </pc:graphicFrameChg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58:51.315" v="1791" actId="20577"/>
          <ac:graphicFrameMkLst>
            <pc:docMk/>
            <pc:sldMk cId="1214493206" sldId="278"/>
            <ac:graphicFrameMk id="5" creationId="{2B946E08-BA17-4FF0-BB32-A5E05CE9F77C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6T01:43:55.309" v="555" actId="20577"/>
        <pc:sldMkLst>
          <pc:docMk/>
          <pc:sldMk cId="3110584877" sldId="282"/>
        </pc:sldMkLst>
        <pc:spChg chg="mod">
          <ac:chgData name="강현웅(HYEONWOONG KANG)[khw330]/선임/제조DX.자동보정.조립자동보정팀" userId="2b3cec2e-b960-4340-96c3-4469e2643969" providerId="ADAL" clId="{BC5FB388-E6DC-43A7-9FC1-7B4EBD1D8DC8}" dt="2025-11-26T01:43:55.309" v="555" actId="20577"/>
          <ac:spMkLst>
            <pc:docMk/>
            <pc:sldMk cId="3110584877" sldId="282"/>
            <ac:spMk id="6" creationId="{83CFA496-A814-27C3-3FB8-E454A7B5C13A}"/>
          </ac:spMkLst>
        </pc:spChg>
        <pc:graphicFrameChg chg="mod">
          <ac:chgData name="강현웅(HYEONWOONG KANG)[khw330]/선임/제조DX.자동보정.조립자동보정팀" userId="2b3cec2e-b960-4340-96c3-4469e2643969" providerId="ADAL" clId="{BC5FB388-E6DC-43A7-9FC1-7B4EBD1D8DC8}" dt="2025-11-26T01:43:47.934" v="551"/>
          <ac:graphicFrameMkLst>
            <pc:docMk/>
            <pc:sldMk cId="3110584877" sldId="282"/>
            <ac:graphicFrameMk id="9" creationId="{8FDB63AD-0852-F4A6-4748-366EC5BD265C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6T07:33:39.663" v="1515" actId="20577"/>
        <pc:sldMkLst>
          <pc:docMk/>
          <pc:sldMk cId="3005009049" sldId="284"/>
        </pc:sldMkLst>
        <pc:spChg chg="mod">
          <ac:chgData name="강현웅(HYEONWOONG KANG)[khw330]/선임/제조DX.자동보정.조립자동보정팀" userId="2b3cec2e-b960-4340-96c3-4469e2643969" providerId="ADAL" clId="{BC5FB388-E6DC-43A7-9FC1-7B4EBD1D8DC8}" dt="2025-11-26T05:37:02.208" v="1471" actId="20577"/>
          <ac:spMkLst>
            <pc:docMk/>
            <pc:sldMk cId="3005009049" sldId="284"/>
            <ac:spMk id="6" creationId="{B3BB1961-3F71-0018-CA2B-9894ED0A96D8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6T05:34:25.346" v="1223" actId="20577"/>
          <ac:graphicFrameMkLst>
            <pc:docMk/>
            <pc:sldMk cId="3005009049" sldId="284"/>
            <ac:graphicFrameMk id="5" creationId="{03A8162C-C521-077A-0120-8EB01DA19A52}"/>
          </ac:graphicFrameMkLst>
        </pc:graphicFrameChg>
        <pc:graphicFrameChg chg="mod modGraphic">
          <ac:chgData name="강현웅(HYEONWOONG KANG)[khw330]/선임/제조DX.자동보정.조립자동보정팀" userId="2b3cec2e-b960-4340-96c3-4469e2643969" providerId="ADAL" clId="{BC5FB388-E6DC-43A7-9FC1-7B4EBD1D8DC8}" dt="2025-11-26T07:33:39.663" v="1515" actId="20577"/>
          <ac:graphicFrameMkLst>
            <pc:docMk/>
            <pc:sldMk cId="3005009049" sldId="284"/>
            <ac:graphicFrameMk id="9" creationId="{459FC5F3-1FD5-01E7-B1BA-B39813120590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7T04:59:57.713" v="1827" actId="20577"/>
        <pc:sldMkLst>
          <pc:docMk/>
          <pc:sldMk cId="2926393564" sldId="285"/>
        </pc:sldMkLst>
        <pc:spChg chg="mod">
          <ac:chgData name="강현웅(HYEONWOONG KANG)[khw330]/선임/제조DX.자동보정.조립자동보정팀" userId="2b3cec2e-b960-4340-96c3-4469e2643969" providerId="ADAL" clId="{BC5FB388-E6DC-43A7-9FC1-7B4EBD1D8DC8}" dt="2025-11-27T04:59:57.713" v="1827" actId="20577"/>
          <ac:spMkLst>
            <pc:docMk/>
            <pc:sldMk cId="2926393564" sldId="285"/>
            <ac:spMk id="5" creationId="{8823653C-1E4C-2AB3-B2C7-17A96027CDF5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59:54.184" v="1823" actId="20577"/>
          <ac:graphicFrameMkLst>
            <pc:docMk/>
            <pc:sldMk cId="2926393564" sldId="285"/>
            <ac:graphicFrameMk id="16" creationId="{721D71E9-3437-A6BF-DC12-E6C5B9BEBCB8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6T01:42:16.574" v="387" actId="20577"/>
        <pc:sldMkLst>
          <pc:docMk/>
          <pc:sldMk cId="980722720" sldId="287"/>
        </pc:sldMkLst>
        <pc:spChg chg="mod">
          <ac:chgData name="강현웅(HYEONWOONG KANG)[khw330]/선임/제조DX.자동보정.조립자동보정팀" userId="2b3cec2e-b960-4340-96c3-4469e2643969" providerId="ADAL" clId="{BC5FB388-E6DC-43A7-9FC1-7B4EBD1D8DC8}" dt="2025-11-26T01:42:16.574" v="387" actId="20577"/>
          <ac:spMkLst>
            <pc:docMk/>
            <pc:sldMk cId="980722720" sldId="287"/>
            <ac:spMk id="21" creationId="{160D009B-4742-EC89-F1C7-5B26EBC0981B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7T04:57:44.446" v="1779" actId="20577"/>
        <pc:sldMkLst>
          <pc:docMk/>
          <pc:sldMk cId="3165105239" sldId="297"/>
        </pc:sldMkLst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57:44.446" v="1779" actId="20577"/>
          <ac:graphicFrameMkLst>
            <pc:docMk/>
            <pc:sldMk cId="3165105239" sldId="297"/>
            <ac:graphicFrameMk id="27" creationId="{B760C18F-738A-EA20-CD34-D766DF22298C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7T04:59:46.715" v="1819" actId="20577"/>
        <pc:sldMkLst>
          <pc:docMk/>
          <pc:sldMk cId="805204089" sldId="299"/>
        </pc:sldMkLst>
        <pc:spChg chg="mod">
          <ac:chgData name="강현웅(HYEONWOONG KANG)[khw330]/선임/제조DX.자동보정.조립자동보정팀" userId="2b3cec2e-b960-4340-96c3-4469e2643969" providerId="ADAL" clId="{BC5FB388-E6DC-43A7-9FC1-7B4EBD1D8DC8}" dt="2025-11-27T04:59:44.585" v="1817" actId="20577"/>
          <ac:spMkLst>
            <pc:docMk/>
            <pc:sldMk cId="805204089" sldId="299"/>
            <ac:spMk id="8" creationId="{1721071B-4082-221B-9C56-E02FFAF6E3A6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59:42.553" v="1813" actId="20577"/>
          <ac:graphicFrameMkLst>
            <pc:docMk/>
            <pc:sldMk cId="805204089" sldId="299"/>
            <ac:graphicFrameMk id="3" creationId="{1B538319-E744-914C-0D08-26296EEC9C81}"/>
          </ac:graphicFrameMkLst>
        </pc:graphicFrameChg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59:46.715" v="1819" actId="20577"/>
          <ac:graphicFrameMkLst>
            <pc:docMk/>
            <pc:sldMk cId="805204089" sldId="299"/>
            <ac:graphicFrameMk id="32" creationId="{C75B2E3A-6367-47F5-9C2E-36D1B1E1DCAE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6T05:27:18.747" v="916" actId="207"/>
        <pc:sldMkLst>
          <pc:docMk/>
          <pc:sldMk cId="2657643038" sldId="306"/>
        </pc:sldMkLst>
        <pc:spChg chg="mod">
          <ac:chgData name="강현웅(HYEONWOONG KANG)[khw330]/선임/제조DX.자동보정.조립자동보정팀" userId="2b3cec2e-b960-4340-96c3-4469e2643969" providerId="ADAL" clId="{BC5FB388-E6DC-43A7-9FC1-7B4EBD1D8DC8}" dt="2025-11-26T05:25:48.636" v="909" actId="20577"/>
          <ac:spMkLst>
            <pc:docMk/>
            <pc:sldMk cId="2657643038" sldId="306"/>
            <ac:spMk id="6" creationId="{83CFA496-A814-27C3-3FB8-E454A7B5C13A}"/>
          </ac:spMkLst>
        </pc:spChg>
        <pc:spChg chg="mod">
          <ac:chgData name="강현웅(HYEONWOONG KANG)[khw330]/선임/제조DX.자동보정.조립자동보정팀" userId="2b3cec2e-b960-4340-96c3-4469e2643969" providerId="ADAL" clId="{BC5FB388-E6DC-43A7-9FC1-7B4EBD1D8DC8}" dt="2025-11-26T05:21:13.551" v="837" actId="207"/>
          <ac:spMkLst>
            <pc:docMk/>
            <pc:sldMk cId="2657643038" sldId="306"/>
            <ac:spMk id="23" creationId="{242833FE-D115-4FA8-8A4D-6EAA8B9D37D9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6T05:27:08.387" v="913" actId="20577"/>
          <ac:graphicFrameMkLst>
            <pc:docMk/>
            <pc:sldMk cId="2657643038" sldId="306"/>
            <ac:graphicFrameMk id="5" creationId="{90FA0DD6-FD75-6357-BD16-BBD64CC6F177}"/>
          </ac:graphicFrameMkLst>
        </pc:graphicFrameChg>
        <pc:graphicFrameChg chg="mod modGraphic">
          <ac:chgData name="강현웅(HYEONWOONG KANG)[khw330]/선임/제조DX.자동보정.조립자동보정팀" userId="2b3cec2e-b960-4340-96c3-4469e2643969" providerId="ADAL" clId="{BC5FB388-E6DC-43A7-9FC1-7B4EBD1D8DC8}" dt="2025-11-26T05:27:18.747" v="916" actId="207"/>
          <ac:graphicFrameMkLst>
            <pc:docMk/>
            <pc:sldMk cId="2657643038" sldId="306"/>
            <ac:graphicFrameMk id="9" creationId="{8FDB63AD-0852-F4A6-4748-366EC5BD265C}"/>
          </ac:graphicFrameMkLst>
        </pc:graphicFrameChg>
        <pc:graphicFrameChg chg="mod modGraphic">
          <ac:chgData name="강현웅(HYEONWOONG KANG)[khw330]/선임/제조DX.자동보정.조립자동보정팀" userId="2b3cec2e-b960-4340-96c3-4469e2643969" providerId="ADAL" clId="{BC5FB388-E6DC-43A7-9FC1-7B4EBD1D8DC8}" dt="2025-11-26T05:26:59.902" v="911" actId="20577"/>
          <ac:graphicFrameMkLst>
            <pc:docMk/>
            <pc:sldMk cId="2657643038" sldId="306"/>
            <ac:graphicFrameMk id="13" creationId="{86C7A262-6A1D-40D5-8264-083AFB86E700}"/>
          </ac:graphicFrameMkLst>
        </pc:graphicFrameChg>
      </pc:sldChg>
      <pc:sldChg chg="addSp delSp modSp add mod">
        <pc:chgData name="강현웅(HYEONWOONG KANG)[khw330]/선임/제조DX.자동보정.조립자동보정팀" userId="2b3cec2e-b960-4340-96c3-4469e2643969" providerId="ADAL" clId="{BC5FB388-E6DC-43A7-9FC1-7B4EBD1D8DC8}" dt="2025-11-26T08:44:48.865" v="1763" actId="1076"/>
        <pc:sldMkLst>
          <pc:docMk/>
          <pc:sldMk cId="2657806170" sldId="318"/>
        </pc:sldMkLst>
        <pc:spChg chg="add mod">
          <ac:chgData name="강현웅(HYEONWOONG KANG)[khw330]/선임/제조DX.자동보정.조립자동보정팀" userId="2b3cec2e-b960-4340-96c3-4469e2643969" providerId="ADAL" clId="{BC5FB388-E6DC-43A7-9FC1-7B4EBD1D8DC8}" dt="2025-11-26T08:09:32.697" v="1521" actId="1076"/>
          <ac:spMkLst>
            <pc:docMk/>
            <pc:sldMk cId="2657806170" sldId="318"/>
            <ac:spMk id="2" creationId="{AD09F4E2-C0DD-0D13-D57E-D14289964941}"/>
          </ac:spMkLst>
        </pc:spChg>
        <pc:spChg chg="add mod">
          <ac:chgData name="강현웅(HYEONWOONG KANG)[khw330]/선임/제조DX.자동보정.조립자동보정팀" userId="2b3cec2e-b960-4340-96c3-4469e2643969" providerId="ADAL" clId="{BC5FB388-E6DC-43A7-9FC1-7B4EBD1D8DC8}" dt="2025-11-26T08:10:19.400" v="1554" actId="14100"/>
          <ac:spMkLst>
            <pc:docMk/>
            <pc:sldMk cId="2657806170" sldId="318"/>
            <ac:spMk id="4" creationId="{F3E8B27A-BB9B-FAD1-94CE-83603C8B7D0C}"/>
          </ac:spMkLst>
        </pc:spChg>
        <pc:spChg chg="mod">
          <ac:chgData name="강현웅(HYEONWOONG KANG)[khw330]/선임/제조DX.자동보정.조립자동보정팀" userId="2b3cec2e-b960-4340-96c3-4469e2643969" providerId="ADAL" clId="{BC5FB388-E6DC-43A7-9FC1-7B4EBD1D8DC8}" dt="2025-11-26T07:33:35.241" v="1514" actId="20577"/>
          <ac:spMkLst>
            <pc:docMk/>
            <pc:sldMk cId="2657806170" sldId="318"/>
            <ac:spMk id="21" creationId="{7F0A9077-BAE3-8EBB-C0B8-456E6C6202F9}"/>
          </ac:spMkLst>
        </pc:spChg>
        <pc:graphicFrameChg chg="mod modGraphic">
          <ac:chgData name="강현웅(HYEONWOONG KANG)[khw330]/선임/제조DX.자동보정.조립자동보정팀" userId="2b3cec2e-b960-4340-96c3-4469e2643969" providerId="ADAL" clId="{BC5FB388-E6DC-43A7-9FC1-7B4EBD1D8DC8}" dt="2025-11-26T08:11:35.636" v="1643"/>
          <ac:graphicFrameMkLst>
            <pc:docMk/>
            <pc:sldMk cId="2657806170" sldId="318"/>
            <ac:graphicFrameMk id="9" creationId="{459FC5F3-1FD5-01E7-B1BA-B39813120590}"/>
          </ac:graphicFrameMkLst>
        </pc:graphicFrameChg>
        <pc:picChg chg="add mod">
          <ac:chgData name="강현웅(HYEONWOONG KANG)[khw330]/선임/제조DX.자동보정.조립자동보정팀" userId="2b3cec2e-b960-4340-96c3-4469e2643969" providerId="ADAL" clId="{BC5FB388-E6DC-43A7-9FC1-7B4EBD1D8DC8}" dt="2025-11-26T08:44:18.453" v="1757" actId="14100"/>
          <ac:picMkLst>
            <pc:docMk/>
            <pc:sldMk cId="2657806170" sldId="318"/>
            <ac:picMk id="136" creationId="{339653D8-F68B-946C-AE64-6E14AB3F1944}"/>
          </ac:picMkLst>
        </pc:pic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4T07:48:37.169" v="1" actId="20577"/>
        <pc:sldMkLst>
          <pc:docMk/>
          <pc:sldMk cId="2751367990" sldId="746"/>
        </pc:sldMkLst>
        <pc:spChg chg="mod">
          <ac:chgData name="강현웅(HYEONWOONG KANG)[khw330]/선임/제조DX.자동보정.조립자동보정팀" userId="2b3cec2e-b960-4340-96c3-4469e2643969" providerId="ADAL" clId="{BC5FB388-E6DC-43A7-9FC1-7B4EBD1D8DC8}" dt="2025-11-24T07:48:37.169" v="1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4T07:49:17.157" v="10" actId="207"/>
        <pc:sldMkLst>
          <pc:docMk/>
          <pc:sldMk cId="3266697761" sldId="2278"/>
        </pc:sldMkLst>
        <pc:spChg chg="mod">
          <ac:chgData name="강현웅(HYEONWOONG KANG)[khw330]/선임/제조DX.자동보정.조립자동보정팀" userId="2b3cec2e-b960-4340-96c3-4469e2643969" providerId="ADAL" clId="{BC5FB388-E6DC-43A7-9FC1-7B4EBD1D8DC8}" dt="2025-11-24T07:49:17.157" v="10" actId="207"/>
          <ac:spMkLst>
            <pc:docMk/>
            <pc:sldMk cId="3266697761" sldId="2278"/>
            <ac:spMk id="5" creationId="{9F5FF4B7-2926-4D73-A8B9-82803C7166FE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7T04:44:21.141" v="1768" actId="20577"/>
        <pc:sldMkLst>
          <pc:docMk/>
          <pc:sldMk cId="3806794940" sldId="2147481896"/>
        </pc:sldMkLst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44:21.141" v="1768" actId="20577"/>
          <ac:graphicFrameMkLst>
            <pc:docMk/>
            <pc:sldMk cId="3806794940" sldId="2147481896"/>
            <ac:graphicFrameMk id="20" creationId="{2DA94209-4BE0-4B68-B69F-D3BFF8EDF90F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6T06:18:09.767" v="1494" actId="207"/>
        <pc:sldMkLst>
          <pc:docMk/>
          <pc:sldMk cId="624474230" sldId="2147481904"/>
        </pc:sldMkLst>
        <pc:graphicFrameChg chg="mod modGraphic">
          <ac:chgData name="강현웅(HYEONWOONG KANG)[khw330]/선임/제조DX.자동보정.조립자동보정팀" userId="2b3cec2e-b960-4340-96c3-4469e2643969" providerId="ADAL" clId="{BC5FB388-E6DC-43A7-9FC1-7B4EBD1D8DC8}" dt="2025-11-26T06:18:09.767" v="1494" actId="207"/>
          <ac:graphicFrameMkLst>
            <pc:docMk/>
            <pc:sldMk cId="624474230" sldId="2147481904"/>
            <ac:graphicFrameMk id="7" creationId="{4987875B-E94A-4359-A7A9-F1B0BD34D6D8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4T07:49:05.891" v="8" actId="207"/>
        <pc:sldMkLst>
          <pc:docMk/>
          <pc:sldMk cId="2440852975" sldId="2147481923"/>
        </pc:sldMkLst>
        <pc:spChg chg="mod">
          <ac:chgData name="강현웅(HYEONWOONG KANG)[khw330]/선임/제조DX.자동보정.조립자동보정팀" userId="2b3cec2e-b960-4340-96c3-4469e2643969" providerId="ADAL" clId="{BC5FB388-E6DC-43A7-9FC1-7B4EBD1D8DC8}" dt="2025-11-24T07:49:05.891" v="8" actId="207"/>
          <ac:spMkLst>
            <pc:docMk/>
            <pc:sldMk cId="2440852975" sldId="2147481923"/>
            <ac:spMk id="8" creationId="{CB0B3E35-76C1-4ED7-A859-2CC8E85EA27D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7T04:59:23.741" v="1803" actId="20577"/>
        <pc:sldMkLst>
          <pc:docMk/>
          <pc:sldMk cId="3442893762" sldId="2147481942"/>
        </pc:sldMkLst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59:23.741" v="1803" actId="20577"/>
          <ac:graphicFrameMkLst>
            <pc:docMk/>
            <pc:sldMk cId="3442893762" sldId="2147481942"/>
            <ac:graphicFrameMk id="60" creationId="{8E6A1745-E1D7-4E26-948B-BF2B71149CAF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7T04:58:54.334" v="1793" actId="20577"/>
        <pc:sldMkLst>
          <pc:docMk/>
          <pc:sldMk cId="898987606" sldId="2147482031"/>
        </pc:sldMkLst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48:59.252" v="1775" actId="20577"/>
          <ac:graphicFrameMkLst>
            <pc:docMk/>
            <pc:sldMk cId="898987606" sldId="2147482031"/>
            <ac:graphicFrameMk id="3" creationId="{3E86696F-E35A-4B06-9B46-63A4A6A986C1}"/>
          </ac:graphicFrameMkLst>
        </pc:graphicFrameChg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58:54.334" v="1793" actId="20577"/>
          <ac:graphicFrameMkLst>
            <pc:docMk/>
            <pc:sldMk cId="898987606" sldId="2147482031"/>
            <ac:graphicFrameMk id="17" creationId="{CBC900AD-236A-4693-9843-ADEE82E4D6A6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7T04:59:09.975" v="1801" actId="20577"/>
        <pc:sldMkLst>
          <pc:docMk/>
          <pc:sldMk cId="2253287276" sldId="2147482042"/>
        </pc:sldMkLst>
        <pc:spChg chg="mod">
          <ac:chgData name="강현웅(HYEONWOONG KANG)[khw330]/선임/제조DX.자동보정.조립자동보정팀" userId="2b3cec2e-b960-4340-96c3-4469e2643969" providerId="ADAL" clId="{BC5FB388-E6DC-43A7-9FC1-7B4EBD1D8DC8}" dt="2025-11-27T04:59:09.975" v="1801" actId="20577"/>
          <ac:spMkLst>
            <pc:docMk/>
            <pc:sldMk cId="2253287276" sldId="2147482042"/>
            <ac:spMk id="14" creationId="{728330FB-2942-4211-9DA7-42F39BB3C8B5}"/>
          </ac:spMkLst>
        </pc:spChg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59:06.647" v="1797" actId="20577"/>
          <ac:graphicFrameMkLst>
            <pc:docMk/>
            <pc:sldMk cId="2253287276" sldId="2147482042"/>
            <ac:graphicFrameMk id="12" creationId="{7B364C26-8D6A-49BB-AD20-5191801966F9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7T04:57:41.380" v="1777" actId="20577"/>
        <pc:sldMkLst>
          <pc:docMk/>
          <pc:sldMk cId="3422467958" sldId="2147483559"/>
        </pc:sldMkLst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57:41.380" v="1777" actId="20577"/>
          <ac:graphicFrameMkLst>
            <pc:docMk/>
            <pc:sldMk cId="3422467958" sldId="2147483559"/>
            <ac:graphicFrameMk id="27" creationId="{44AAB40C-C086-43BD-BA65-E476147E42EB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6T05:33:59.123" v="1217" actId="207"/>
        <pc:sldMkLst>
          <pc:docMk/>
          <pc:sldMk cId="2543445665" sldId="2147483561"/>
        </pc:sldMkLst>
        <pc:spChg chg="mod">
          <ac:chgData name="강현웅(HYEONWOONG KANG)[khw330]/선임/제조DX.자동보정.조립자동보정팀" userId="2b3cec2e-b960-4340-96c3-4469e2643969" providerId="ADAL" clId="{BC5FB388-E6DC-43A7-9FC1-7B4EBD1D8DC8}" dt="2025-11-26T05:33:59.123" v="1217" actId="207"/>
          <ac:spMkLst>
            <pc:docMk/>
            <pc:sldMk cId="2543445665" sldId="2147483561"/>
            <ac:spMk id="7" creationId="{2BC7F42E-092C-4FC0-A5C6-9F625CADC1F5}"/>
          </ac:spMkLst>
        </pc:sp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4T07:48:46.938" v="3" actId="207"/>
        <pc:sldMkLst>
          <pc:docMk/>
          <pc:sldMk cId="722830885" sldId="2147483567"/>
        </pc:sldMkLst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4T07:48:56.849" v="7" actId="207"/>
        <pc:sldMkLst>
          <pc:docMk/>
          <pc:sldMk cId="2078861670" sldId="2147483568"/>
        </pc:sldMkLst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7T04:59:29.412" v="1807" actId="20577"/>
        <pc:sldMkLst>
          <pc:docMk/>
          <pc:sldMk cId="3800057163" sldId="2147483625"/>
        </pc:sldMkLst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59:29.412" v="1807" actId="20577"/>
          <ac:graphicFrameMkLst>
            <pc:docMk/>
            <pc:sldMk cId="3800057163" sldId="2147483625"/>
            <ac:graphicFrameMk id="16" creationId="{EB242356-A299-46C3-9D06-5B35325220C3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7T04:58:36.381" v="1787" actId="20577"/>
        <pc:sldMkLst>
          <pc:docMk/>
          <pc:sldMk cId="2625735704" sldId="2147483628"/>
        </pc:sldMkLst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58:34.037" v="1785" actId="20577"/>
          <ac:graphicFrameMkLst>
            <pc:docMk/>
            <pc:sldMk cId="2625735704" sldId="2147483628"/>
            <ac:graphicFrameMk id="3" creationId="{3E86696F-E35A-4B06-9B46-63A4A6A986C1}"/>
          </ac:graphicFrameMkLst>
        </pc:graphicFrameChg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58:36.381" v="1787" actId="20577"/>
          <ac:graphicFrameMkLst>
            <pc:docMk/>
            <pc:sldMk cId="2625735704" sldId="2147483628"/>
            <ac:graphicFrameMk id="14" creationId="{F7BF916D-8A9E-4800-92E6-357BE08183D6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7T04:58:30.193" v="1783" actId="20577"/>
        <pc:sldMkLst>
          <pc:docMk/>
          <pc:sldMk cId="1514616925" sldId="2147483629"/>
        </pc:sldMkLst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58:27.724" v="1781" actId="20577"/>
          <ac:graphicFrameMkLst>
            <pc:docMk/>
            <pc:sldMk cId="1514616925" sldId="2147483629"/>
            <ac:graphicFrameMk id="3" creationId="{3E86696F-E35A-4B06-9B46-63A4A6A986C1}"/>
          </ac:graphicFrameMkLst>
        </pc:graphicFrameChg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58:30.193" v="1783" actId="20577"/>
          <ac:graphicFrameMkLst>
            <pc:docMk/>
            <pc:sldMk cId="1514616925" sldId="2147483629"/>
            <ac:graphicFrameMk id="14" creationId="{F7BF916D-8A9E-4800-92E6-357BE08183D6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7T04:58:48.365" v="1789" actId="20577"/>
        <pc:sldMkLst>
          <pc:docMk/>
          <pc:sldMk cId="3258683450" sldId="2147483632"/>
        </pc:sldMkLst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48:52.752" v="1771" actId="20577"/>
          <ac:graphicFrameMkLst>
            <pc:docMk/>
            <pc:sldMk cId="3258683450" sldId="2147483632"/>
            <ac:graphicFrameMk id="2" creationId="{164B66A6-B007-4B5C-A1F4-548A51A5E1BF}"/>
          </ac:graphicFrameMkLst>
        </pc:graphicFrameChg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58:48.365" v="1789" actId="20577"/>
          <ac:graphicFrameMkLst>
            <pc:docMk/>
            <pc:sldMk cId="3258683450" sldId="2147483632"/>
            <ac:graphicFrameMk id="5" creationId="{D08B48E6-6817-43A1-8A06-22896A7CC56B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7T04:59:34.115" v="1811" actId="20577"/>
        <pc:sldMkLst>
          <pc:docMk/>
          <pc:sldMk cId="1568104921" sldId="2147483634"/>
        </pc:sldMkLst>
        <pc:graphicFrameChg chg="modGraphic">
          <ac:chgData name="강현웅(HYEONWOONG KANG)[khw330]/선임/제조DX.자동보정.조립자동보정팀" userId="2b3cec2e-b960-4340-96c3-4469e2643969" providerId="ADAL" clId="{BC5FB388-E6DC-43A7-9FC1-7B4EBD1D8DC8}" dt="2025-11-27T04:59:34.115" v="1811" actId="20577"/>
          <ac:graphicFrameMkLst>
            <pc:docMk/>
            <pc:sldMk cId="1568104921" sldId="2147483634"/>
            <ac:graphicFrameMk id="2" creationId="{14126919-6681-402B-B8DC-D9D2730CDB15}"/>
          </ac:graphicFrameMkLst>
        </pc:graphicFrameChg>
      </pc:sldChg>
      <pc:sldChg chg="modSp mod">
        <pc:chgData name="강현웅(HYEONWOONG KANG)[khw330]/선임/제조DX.자동보정.조립자동보정팀" userId="2b3cec2e-b960-4340-96c3-4469e2643969" providerId="ADAL" clId="{BC5FB388-E6DC-43A7-9FC1-7B4EBD1D8DC8}" dt="2025-11-24T07:49:40.595" v="17" actId="207"/>
        <pc:sldMkLst>
          <pc:docMk/>
          <pc:sldMk cId="3761653059" sldId="2147483638"/>
        </pc:sldMkLst>
        <pc:spChg chg="mod">
          <ac:chgData name="강현웅(HYEONWOONG KANG)[khw330]/선임/제조DX.자동보정.조립자동보정팀" userId="2b3cec2e-b960-4340-96c3-4469e2643969" providerId="ADAL" clId="{BC5FB388-E6DC-43A7-9FC1-7B4EBD1D8DC8}" dt="2025-11-24T07:49:36.814" v="15" actId="207"/>
          <ac:spMkLst>
            <pc:docMk/>
            <pc:sldMk cId="3761653059" sldId="2147483638"/>
            <ac:spMk id="23" creationId="{51EDA293-8423-D041-1D15-24DC9ACC3978}"/>
          </ac:spMkLst>
        </pc:spChg>
        <pc:spChg chg="mod">
          <ac:chgData name="강현웅(HYEONWOONG KANG)[khw330]/선임/제조DX.자동보정.조립자동보정팀" userId="2b3cec2e-b960-4340-96c3-4469e2643969" providerId="ADAL" clId="{BC5FB388-E6DC-43A7-9FC1-7B4EBD1D8DC8}" dt="2025-11-24T07:49:38.595" v="16" actId="207"/>
          <ac:spMkLst>
            <pc:docMk/>
            <pc:sldMk cId="3761653059" sldId="2147483638"/>
            <ac:spMk id="24" creationId="{68298820-7D85-A6ED-9D53-48660883B2D3}"/>
          </ac:spMkLst>
        </pc:spChg>
        <pc:spChg chg="mod">
          <ac:chgData name="강현웅(HYEONWOONG KANG)[khw330]/선임/제조DX.자동보정.조립자동보정팀" userId="2b3cec2e-b960-4340-96c3-4469e2643969" providerId="ADAL" clId="{BC5FB388-E6DC-43A7-9FC1-7B4EBD1D8DC8}" dt="2025-11-24T07:49:40.595" v="17" actId="207"/>
          <ac:spMkLst>
            <pc:docMk/>
            <pc:sldMk cId="3761653059" sldId="2147483638"/>
            <ac:spMk id="28" creationId="{564B3419-9323-12DE-9223-F5F9F478B06A}"/>
          </ac:spMkLst>
        </pc:spChg>
      </pc:sldChg>
      <pc:sldMasterChg chg="modSp mod">
        <pc:chgData name="강현웅(HYEONWOONG KANG)[khw330]/선임/제조DX.자동보정.조립자동보정팀" userId="2b3cec2e-b960-4340-96c3-4469e2643969" providerId="ADAL" clId="{BC5FB388-E6DC-43A7-9FC1-7B4EBD1D8DC8}" dt="2025-11-27T05:00:31.866" v="1829" actId="20577"/>
        <pc:sldMasterMkLst>
          <pc:docMk/>
          <pc:sldMasterMk cId="2856474258" sldId="2147483926"/>
        </pc:sldMasterMkLst>
        <pc:spChg chg="mod">
          <ac:chgData name="강현웅(HYEONWOONG KANG)[khw330]/선임/제조DX.자동보정.조립자동보정팀" userId="2b3cec2e-b960-4340-96c3-4469e2643969" providerId="ADAL" clId="{BC5FB388-E6DC-43A7-9FC1-7B4EBD1D8DC8}" dt="2025-11-27T05:00:31.866" v="1829" actId="20577"/>
          <ac:spMkLst>
            <pc:docMk/>
            <pc:sldMasterMk cId="2856474258" sldId="2147483926"/>
            <ac:spMk id="3" creationId="{00000000-0000-0000-0000-000000000000}"/>
          </ac:spMkLst>
        </pc:spChg>
      </pc:sldMasterChg>
    </pc:docChg>
  </pc:docChgLst>
  <pc:docChgLst>
    <pc:chgData name="백승민(SEUNGMIN PAIK)[smpaik]/사원/제조DX.자동보정.RSND자동보정팀" userId="S::smpaik@lgensol.com::7c886758-2f96-4461-bc5a-14fabaf6b696" providerId="AD" clId="Web-{C5C4B7A3-D672-0EC5-0C2F-9114F7BF2C8B}"/>
    <pc:docChg chg="modSld">
      <pc:chgData name="백승민(SEUNGMIN PAIK)[smpaik]/사원/제조DX.자동보정.RSND자동보정팀" userId="S::smpaik@lgensol.com::7c886758-2f96-4461-bc5a-14fabaf6b696" providerId="AD" clId="Web-{C5C4B7A3-D672-0EC5-0C2F-9114F7BF2C8B}" dt="2025-12-02T06:30:53.822" v="169" actId="20577"/>
      <pc:docMkLst>
        <pc:docMk/>
      </pc:docMkLst>
      <pc:sldChg chg="modSp">
        <pc:chgData name="백승민(SEUNGMIN PAIK)[smpaik]/사원/제조DX.자동보정.RSND자동보정팀" userId="S::smpaik@lgensol.com::7c886758-2f96-4461-bc5a-14fabaf6b696" providerId="AD" clId="Web-{C5C4B7A3-D672-0EC5-0C2F-9114F7BF2C8B}" dt="2025-12-02T06:30:53.822" v="169" actId="20577"/>
        <pc:sldMkLst>
          <pc:docMk/>
          <pc:sldMk cId="805204089" sldId="299"/>
        </pc:sldMkLst>
        <pc:spChg chg="mod">
          <ac:chgData name="백승민(SEUNGMIN PAIK)[smpaik]/사원/제조DX.자동보정.RSND자동보정팀" userId="S::smpaik@lgensol.com::7c886758-2f96-4461-bc5a-14fabaf6b696" providerId="AD" clId="Web-{C5C4B7A3-D672-0EC5-0C2F-9114F7BF2C8B}" dt="2025-12-02T06:30:53.822" v="169" actId="20577"/>
          <ac:spMkLst>
            <pc:docMk/>
            <pc:sldMk cId="805204089" sldId="299"/>
            <ac:spMk id="8" creationId="{1721071B-4082-221B-9C56-E02FFAF6E3A6}"/>
          </ac:spMkLst>
        </pc:spChg>
        <pc:graphicFrameChg chg="mod modGraphic">
          <ac:chgData name="백승민(SEUNGMIN PAIK)[smpaik]/사원/제조DX.자동보정.RSND자동보정팀" userId="S::smpaik@lgensol.com::7c886758-2f96-4461-bc5a-14fabaf6b696" providerId="AD" clId="Web-{C5C4B7A3-D672-0EC5-0C2F-9114F7BF2C8B}" dt="2025-12-02T06:26:21.675" v="34"/>
          <ac:graphicFrameMkLst>
            <pc:docMk/>
            <pc:sldMk cId="805204089" sldId="299"/>
            <ac:graphicFrameMk id="3" creationId="{1B538319-E744-914C-0D08-26296EEC9C81}"/>
          </ac:graphicFrameMkLst>
        </pc:graphicFrameChg>
        <pc:graphicFrameChg chg="mod modGraphic">
          <ac:chgData name="백승민(SEUNGMIN PAIK)[smpaik]/사원/제조DX.자동보정.RSND자동보정팀" userId="S::smpaik@lgensol.com::7c886758-2f96-4461-bc5a-14fabaf6b696" providerId="AD" clId="Web-{C5C4B7A3-D672-0EC5-0C2F-9114F7BF2C8B}" dt="2025-12-02T06:29:54.087" v="166"/>
          <ac:graphicFrameMkLst>
            <pc:docMk/>
            <pc:sldMk cId="805204089" sldId="299"/>
            <ac:graphicFrameMk id="32" creationId="{C75B2E3A-6367-47F5-9C2E-36D1B1E1DCAE}"/>
          </ac:graphicFrameMkLst>
        </pc:graphicFrameChg>
      </pc:sldChg>
      <pc:sldChg chg="modSp">
        <pc:chgData name="백승민(SEUNGMIN PAIK)[smpaik]/사원/제조DX.자동보정.RSND자동보정팀" userId="S::smpaik@lgensol.com::7c886758-2f96-4461-bc5a-14fabaf6b696" providerId="AD" clId="Web-{C5C4B7A3-D672-0EC5-0C2F-9114F7BF2C8B}" dt="2025-12-02T06:25:23.922" v="26" actId="20577"/>
        <pc:sldMkLst>
          <pc:docMk/>
          <pc:sldMk cId="3866888399" sldId="2147481941"/>
        </pc:sldMkLst>
        <pc:spChg chg="mod">
          <ac:chgData name="백승민(SEUNGMIN PAIK)[smpaik]/사원/제조DX.자동보정.RSND자동보정팀" userId="S::smpaik@lgensol.com::7c886758-2f96-4461-bc5a-14fabaf6b696" providerId="AD" clId="Web-{C5C4B7A3-D672-0EC5-0C2F-9114F7BF2C8B}" dt="2025-12-02T06:25:23.922" v="26" actId="20577"/>
          <ac:spMkLst>
            <pc:docMk/>
            <pc:sldMk cId="3866888399" sldId="2147481941"/>
            <ac:spMk id="11" creationId="{18D58147-C796-4AE1-879D-22F55FC5C84F}"/>
          </ac:spMkLst>
        </pc:spChg>
        <pc:graphicFrameChg chg="mod modGraphic">
          <ac:chgData name="백승민(SEUNGMIN PAIK)[smpaik]/사원/제조DX.자동보정.RSND자동보정팀" userId="S::smpaik@lgensol.com::7c886758-2f96-4461-bc5a-14fabaf6b696" providerId="AD" clId="Web-{C5C4B7A3-D672-0EC5-0C2F-9114F7BF2C8B}" dt="2025-12-02T06:25:14.656" v="21"/>
          <ac:graphicFrameMkLst>
            <pc:docMk/>
            <pc:sldMk cId="3866888399" sldId="2147481941"/>
            <ac:graphicFrameMk id="10" creationId="{598D13AD-B139-4710-A651-D91F86EA2D2E}"/>
          </ac:graphicFrameMkLst>
        </pc:graphicFrameChg>
      </pc:sldChg>
      <pc:sldChg chg="modSp">
        <pc:chgData name="백승민(SEUNGMIN PAIK)[smpaik]/사원/제조DX.자동보정.RSND자동보정팀" userId="S::smpaik@lgensol.com::7c886758-2f96-4461-bc5a-14fabaf6b696" providerId="AD" clId="Web-{C5C4B7A3-D672-0EC5-0C2F-9114F7BF2C8B}" dt="2025-12-02T06:25:48.596" v="30"/>
        <pc:sldMkLst>
          <pc:docMk/>
          <pc:sldMk cId="1568104921" sldId="2147483634"/>
        </pc:sldMkLst>
        <pc:graphicFrameChg chg="mod modGraphic">
          <ac:chgData name="백승민(SEUNGMIN PAIK)[smpaik]/사원/제조DX.자동보정.RSND자동보정팀" userId="S::smpaik@lgensol.com::7c886758-2f96-4461-bc5a-14fabaf6b696" providerId="AD" clId="Web-{C5C4B7A3-D672-0EC5-0C2F-9114F7BF2C8B}" dt="2025-12-02T06:25:48.596" v="30"/>
          <ac:graphicFrameMkLst>
            <pc:docMk/>
            <pc:sldMk cId="1568104921" sldId="2147483634"/>
            <ac:graphicFrameMk id="2" creationId="{14126919-6681-402B-B8DC-D9D2730CDB15}"/>
          </ac:graphicFrameMkLst>
        </pc:graphicFrameChg>
      </pc:sldChg>
    </pc:docChg>
  </pc:docChgLst>
  <pc:docChgLst>
    <pc:chgData name="박세용(SEYONG PARK)[seyong89]/책임/제조DX.자동보정.RSND자동보정팀" userId="9a53a9cf-4d05-4e8b-b6f4-51c057f191bb" providerId="ADAL" clId="{104A6DB8-D4D8-4826-8F36-D267E5EDB72A}"/>
    <pc:docChg chg="modSld">
      <pc:chgData name="박세용(SEYONG PARK)[seyong89]/책임/제조DX.자동보정.RSND자동보정팀" userId="9a53a9cf-4d05-4e8b-b6f4-51c057f191bb" providerId="ADAL" clId="{104A6DB8-D4D8-4826-8F36-D267E5EDB72A}" dt="2025-12-16T00:55:22.918" v="274" actId="20577"/>
      <pc:docMkLst>
        <pc:docMk/>
      </pc:docMkLst>
      <pc:sldChg chg="modSp mod">
        <pc:chgData name="박세용(SEYONG PARK)[seyong89]/책임/제조DX.자동보정.RSND자동보정팀" userId="9a53a9cf-4d05-4e8b-b6f4-51c057f191bb" providerId="ADAL" clId="{104A6DB8-D4D8-4826-8F36-D267E5EDB72A}" dt="2025-12-16T00:55:22.918" v="274" actId="20577"/>
        <pc:sldMkLst>
          <pc:docMk/>
          <pc:sldMk cId="2926393564" sldId="285"/>
        </pc:sldMkLst>
        <pc:spChg chg="mod">
          <ac:chgData name="박세용(SEYONG PARK)[seyong89]/책임/제조DX.자동보정.RSND자동보정팀" userId="9a53a9cf-4d05-4e8b-b6f4-51c057f191bb" providerId="ADAL" clId="{104A6DB8-D4D8-4826-8F36-D267E5EDB72A}" dt="2025-12-16T00:55:22.918" v="274" actId="20577"/>
          <ac:spMkLst>
            <pc:docMk/>
            <pc:sldMk cId="2926393564" sldId="285"/>
            <ac:spMk id="5" creationId="{8823653C-1E4C-2AB3-B2C7-17A96027CDF5}"/>
          </ac:spMkLst>
        </pc:spChg>
        <pc:graphicFrameChg chg="modGraphic">
          <ac:chgData name="박세용(SEYONG PARK)[seyong89]/책임/제조DX.자동보정.RSND자동보정팀" userId="9a53a9cf-4d05-4e8b-b6f4-51c057f191bb" providerId="ADAL" clId="{104A6DB8-D4D8-4826-8F36-D267E5EDB72A}" dt="2025-12-16T00:55:04.375" v="273" actId="20577"/>
          <ac:graphicFrameMkLst>
            <pc:docMk/>
            <pc:sldMk cId="2926393564" sldId="285"/>
            <ac:graphicFrameMk id="16" creationId="{721D71E9-3437-A6BF-DC12-E6C5B9BEBCB8}"/>
          </ac:graphicFrameMkLst>
        </pc:graphicFrameChg>
      </pc:sldChg>
      <pc:sldChg chg="modSp mod">
        <pc:chgData name="박세용(SEYONG PARK)[seyong89]/책임/제조DX.자동보정.RSND자동보정팀" userId="9a53a9cf-4d05-4e8b-b6f4-51c057f191bb" providerId="ADAL" clId="{104A6DB8-D4D8-4826-8F36-D267E5EDB72A}" dt="2025-12-16T00:52:23.488" v="120"/>
        <pc:sldMkLst>
          <pc:docMk/>
          <pc:sldMk cId="2253287276" sldId="2147482042"/>
        </pc:sldMkLst>
        <pc:spChg chg="mod">
          <ac:chgData name="박세용(SEYONG PARK)[seyong89]/책임/제조DX.자동보정.RSND자동보정팀" userId="9a53a9cf-4d05-4e8b-b6f4-51c057f191bb" providerId="ADAL" clId="{104A6DB8-D4D8-4826-8F36-D267E5EDB72A}" dt="2025-12-16T00:51:31.139" v="118" actId="20577"/>
          <ac:spMkLst>
            <pc:docMk/>
            <pc:sldMk cId="2253287276" sldId="2147482042"/>
            <ac:spMk id="14" creationId="{728330FB-2942-4211-9DA7-42F39BB3C8B5}"/>
          </ac:spMkLst>
        </pc:spChg>
        <pc:graphicFrameChg chg="mod modGraphic">
          <ac:chgData name="박세용(SEYONG PARK)[seyong89]/책임/제조DX.자동보정.RSND자동보정팀" userId="9a53a9cf-4d05-4e8b-b6f4-51c057f191bb" providerId="ADAL" clId="{104A6DB8-D4D8-4826-8F36-D267E5EDB72A}" dt="2025-12-16T00:52:23.488" v="120"/>
          <ac:graphicFrameMkLst>
            <pc:docMk/>
            <pc:sldMk cId="2253287276" sldId="2147482042"/>
            <ac:graphicFrameMk id="12" creationId="{7B364C26-8D6A-49BB-AD20-5191801966F9}"/>
          </ac:graphicFrameMkLst>
        </pc:graphicFrameChg>
      </pc:sldChg>
      <pc:sldChg chg="modSp mod">
        <pc:chgData name="박세용(SEYONG PARK)[seyong89]/책임/제조DX.자동보정.RSND자동보정팀" userId="9a53a9cf-4d05-4e8b-b6f4-51c057f191bb" providerId="ADAL" clId="{104A6DB8-D4D8-4826-8F36-D267E5EDB72A}" dt="2025-12-16T00:54:17.593" v="272"/>
        <pc:sldMkLst>
          <pc:docMk/>
          <pc:sldMk cId="3800057163" sldId="2147483625"/>
        </pc:sldMkLst>
        <pc:spChg chg="mod">
          <ac:chgData name="박세용(SEYONG PARK)[seyong89]/책임/제조DX.자동보정.RSND자동보정팀" userId="9a53a9cf-4d05-4e8b-b6f4-51c057f191bb" providerId="ADAL" clId="{104A6DB8-D4D8-4826-8F36-D267E5EDB72A}" dt="2025-12-16T00:53:40.898" v="123" actId="20577"/>
          <ac:spMkLst>
            <pc:docMk/>
            <pc:sldMk cId="3800057163" sldId="2147483625"/>
            <ac:spMk id="33" creationId="{708B1D54-9D52-42CB-82CB-E5D69946BACE}"/>
          </ac:spMkLst>
        </pc:spChg>
        <pc:graphicFrameChg chg="mod modGraphic">
          <ac:chgData name="박세용(SEYONG PARK)[seyong89]/책임/제조DX.자동보정.RSND자동보정팀" userId="9a53a9cf-4d05-4e8b-b6f4-51c057f191bb" providerId="ADAL" clId="{104A6DB8-D4D8-4826-8F36-D267E5EDB72A}" dt="2025-12-16T00:54:17.593" v="272"/>
          <ac:graphicFrameMkLst>
            <pc:docMk/>
            <pc:sldMk cId="3800057163" sldId="2147483625"/>
            <ac:graphicFrameMk id="16" creationId="{EB242356-A299-46C3-9D06-5B35325220C3}"/>
          </ac:graphicFrameMkLst>
        </pc:graphicFrameChg>
      </pc:sldChg>
    </pc:docChg>
  </pc:docChgLst>
  <pc:docChgLst>
    <pc:chgData name="엄광호(KWANGHO EUM)[eum_kh]/팀장/제조DX.자동보정.MC자동보정팀" userId="S::eum_kh@lgensol.com::0c104bed-bfc5-4d8d-93da-4ded022c412f" providerId="AD" clId="Web-{FE118551-F9BE-E3D2-5B80-6D31E09B98BB}"/>
    <pc:docChg chg="modSld">
      <pc:chgData name="엄광호(KWANGHO EUM)[eum_kh]/팀장/제조DX.자동보정.MC자동보정팀" userId="S::eum_kh@lgensol.com::0c104bed-bfc5-4d8d-93da-4ded022c412f" providerId="AD" clId="Web-{FE118551-F9BE-E3D2-5B80-6D31E09B98BB}" dt="2025-12-04T00:16:54.291" v="4" actId="20577"/>
      <pc:docMkLst>
        <pc:docMk/>
      </pc:docMkLst>
      <pc:sldChg chg="modSp">
        <pc:chgData name="엄광호(KWANGHO EUM)[eum_kh]/팀장/제조DX.자동보정.MC자동보정팀" userId="S::eum_kh@lgensol.com::0c104bed-bfc5-4d8d-93da-4ded022c412f" providerId="AD" clId="Web-{FE118551-F9BE-E3D2-5B80-6D31E09B98BB}" dt="2025-12-04T00:16:54.291" v="4" actId="20577"/>
        <pc:sldMkLst>
          <pc:docMk/>
          <pc:sldMk cId="528501483" sldId="264"/>
        </pc:sldMkLst>
        <pc:spChg chg="mod">
          <ac:chgData name="엄광호(KWANGHO EUM)[eum_kh]/팀장/제조DX.자동보정.MC자동보정팀" userId="S::eum_kh@lgensol.com::0c104bed-bfc5-4d8d-93da-4ded022c412f" providerId="AD" clId="Web-{FE118551-F9BE-E3D2-5B80-6D31E09B98BB}" dt="2025-12-04T00:16:54.291" v="4" actId="20577"/>
          <ac:spMkLst>
            <pc:docMk/>
            <pc:sldMk cId="528501483" sldId="264"/>
            <ac:spMk id="15" creationId="{E0E42231-D299-2E3B-F2DE-55FFD43F80C3}"/>
          </ac:spMkLst>
        </pc:spChg>
      </pc:sldChg>
    </pc:docChg>
  </pc:docChgLst>
  <pc:docChgLst>
    <pc:chgData name="조동현(DONGHYUN CHO)[donghyun.cho]/사원/제조DX.자동보정.자동보정선행개발팀" userId="S::donghyun.cho@lgensol.com::4048f0f4-eb5f-46e7-a9ba-3ca26743ffb3" providerId="AD" clId="Web-{B03BF674-4E95-B80E-7A98-D4EFB8461317}"/>
    <pc:docChg chg="modSld">
      <pc:chgData name="조동현(DONGHYUN CHO)[donghyun.cho]/사원/제조DX.자동보정.자동보정선행개발팀" userId="S::donghyun.cho@lgensol.com::4048f0f4-eb5f-46e7-a9ba-3ca26743ffb3" providerId="AD" clId="Web-{B03BF674-4E95-B80E-7A98-D4EFB8461317}" dt="2025-12-03T04:27:25.478" v="3"/>
      <pc:docMkLst>
        <pc:docMk/>
      </pc:docMkLst>
    </pc:docChg>
  </pc:docChgLst>
  <pc:docChgLst>
    <pc:chgData name="정돈규(DON KYU JUNG)[donkyu]/팀장/제조DX.자동보정.RSND자동보정팀" userId="129dd0d3-f7f1-47f5-9573-5d4a6dd9ccfb" providerId="ADAL" clId="{25B46753-AAA4-4C12-91F7-8FB08C36ACC4}"/>
    <pc:docChg chg="undo custSel modSld">
      <pc:chgData name="정돈규(DON KYU JUNG)[donkyu]/팀장/제조DX.자동보정.RSND자동보정팀" userId="129dd0d3-f7f1-47f5-9573-5d4a6dd9ccfb" providerId="ADAL" clId="{25B46753-AAA4-4C12-91F7-8FB08C36ACC4}" dt="2025-12-03T01:53:07.236" v="1034" actId="478"/>
      <pc:docMkLst>
        <pc:docMk/>
      </pc:docMkLst>
      <pc:sldChg chg="modSp mod">
        <pc:chgData name="정돈규(DON KYU JUNG)[donkyu]/팀장/제조DX.자동보정.RSND자동보정팀" userId="129dd0d3-f7f1-47f5-9573-5d4a6dd9ccfb" providerId="ADAL" clId="{25B46753-AAA4-4C12-91F7-8FB08C36ACC4}" dt="2025-12-03T01:52:52.339" v="1033" actId="20577"/>
        <pc:sldMkLst>
          <pc:docMk/>
          <pc:sldMk cId="796425396" sldId="280"/>
        </pc:sldMkLst>
        <pc:spChg chg="mod">
          <ac:chgData name="정돈규(DON KYU JUNG)[donkyu]/팀장/제조DX.자동보정.RSND자동보정팀" userId="129dd0d3-f7f1-47f5-9573-5d4a6dd9ccfb" providerId="ADAL" clId="{25B46753-AAA4-4C12-91F7-8FB08C36ACC4}" dt="2025-12-03T01:38:26.862" v="283" actId="20577"/>
          <ac:spMkLst>
            <pc:docMk/>
            <pc:sldMk cId="796425396" sldId="280"/>
            <ac:spMk id="7" creationId="{5FFE56CF-CC3C-4CB8-AE23-4CE66F4223A6}"/>
          </ac:spMkLst>
        </pc:spChg>
        <pc:spChg chg="mod">
          <ac:chgData name="정돈규(DON KYU JUNG)[donkyu]/팀장/제조DX.자동보정.RSND자동보정팀" userId="129dd0d3-f7f1-47f5-9573-5d4a6dd9ccfb" providerId="ADAL" clId="{25B46753-AAA4-4C12-91F7-8FB08C36ACC4}" dt="2025-12-03T01:52:52.339" v="1033" actId="20577"/>
          <ac:spMkLst>
            <pc:docMk/>
            <pc:sldMk cId="796425396" sldId="280"/>
            <ac:spMk id="8" creationId="{3FD84678-0133-40B2-9FFB-B2D70B8D548E}"/>
          </ac:spMkLst>
        </pc:spChg>
        <pc:spChg chg="mod">
          <ac:chgData name="정돈규(DON KYU JUNG)[donkyu]/팀장/제조DX.자동보정.RSND자동보정팀" userId="129dd0d3-f7f1-47f5-9573-5d4a6dd9ccfb" providerId="ADAL" clId="{25B46753-AAA4-4C12-91F7-8FB08C36ACC4}" dt="2025-12-03T01:50:44.362" v="867" actId="20577"/>
          <ac:spMkLst>
            <pc:docMk/>
            <pc:sldMk cId="796425396" sldId="280"/>
            <ac:spMk id="10" creationId="{6147300D-9DAE-4829-8783-4A59CE1CF601}"/>
          </ac:spMkLst>
        </pc:spChg>
        <pc:spChg chg="mod">
          <ac:chgData name="정돈규(DON KYU JUNG)[donkyu]/팀장/제조DX.자동보정.RSND자동보정팀" userId="129dd0d3-f7f1-47f5-9573-5d4a6dd9ccfb" providerId="ADAL" clId="{25B46753-AAA4-4C12-91F7-8FB08C36ACC4}" dt="2025-12-03T01:50:49.722" v="868" actId="1076"/>
          <ac:spMkLst>
            <pc:docMk/>
            <pc:sldMk cId="796425396" sldId="280"/>
            <ac:spMk id="14" creationId="{F81A53F2-FAE5-4B0C-B202-354D50155062}"/>
          </ac:spMkLst>
        </pc:spChg>
        <pc:spChg chg="mod">
          <ac:chgData name="정돈규(DON KYU JUNG)[donkyu]/팀장/제조DX.자동보정.RSND자동보정팀" userId="129dd0d3-f7f1-47f5-9573-5d4a6dd9ccfb" providerId="ADAL" clId="{25B46753-AAA4-4C12-91F7-8FB08C36ACC4}" dt="2025-12-03T01:50:56.601" v="871" actId="1035"/>
          <ac:spMkLst>
            <pc:docMk/>
            <pc:sldMk cId="796425396" sldId="280"/>
            <ac:spMk id="15" creationId="{7F248C4F-2F02-4800-9B82-07CF0DC2F951}"/>
          </ac:spMkLst>
        </pc:spChg>
        <pc:spChg chg="mod">
          <ac:chgData name="정돈규(DON KYU JUNG)[donkyu]/팀장/제조DX.자동보정.RSND자동보정팀" userId="129dd0d3-f7f1-47f5-9573-5d4a6dd9ccfb" providerId="ADAL" clId="{25B46753-AAA4-4C12-91F7-8FB08C36ACC4}" dt="2025-12-03T01:40:51.958" v="464" actId="1036"/>
          <ac:spMkLst>
            <pc:docMk/>
            <pc:sldMk cId="796425396" sldId="280"/>
            <ac:spMk id="18" creationId="{3BBB4B0D-7B81-43F6-9A05-343C5774335F}"/>
          </ac:spMkLst>
        </pc:spChg>
      </pc:sldChg>
      <pc:sldChg chg="addSp delSp modSp mod">
        <pc:chgData name="정돈규(DON KYU JUNG)[donkyu]/팀장/제조DX.자동보정.RSND자동보정팀" userId="129dd0d3-f7f1-47f5-9573-5d4a6dd9ccfb" providerId="ADAL" clId="{25B46753-AAA4-4C12-91F7-8FB08C36ACC4}" dt="2025-12-03T01:53:07.236" v="1034" actId="478"/>
        <pc:sldMkLst>
          <pc:docMk/>
          <pc:sldMk cId="525786264" sldId="2147483624"/>
        </pc:sldMkLst>
        <pc:spChg chg="mod">
          <ac:chgData name="정돈규(DON KYU JUNG)[donkyu]/팀장/제조DX.자동보정.RSND자동보정팀" userId="129dd0d3-f7f1-47f5-9573-5d4a6dd9ccfb" providerId="ADAL" clId="{25B46753-AAA4-4C12-91F7-8FB08C36ACC4}" dt="2025-12-03T01:23:32.251" v="49" actId="20577"/>
          <ac:spMkLst>
            <pc:docMk/>
            <pc:sldMk cId="525786264" sldId="2147483624"/>
            <ac:spMk id="4" creationId="{CEBB0812-F196-46E5-A546-53F25D17E7E5}"/>
          </ac:spMkLst>
        </pc:spChg>
        <pc:spChg chg="mod">
          <ac:chgData name="정돈규(DON KYU JUNG)[donkyu]/팀장/제조DX.자동보정.RSND자동보정팀" userId="129dd0d3-f7f1-47f5-9573-5d4a6dd9ccfb" providerId="ADAL" clId="{25B46753-AAA4-4C12-91F7-8FB08C36ACC4}" dt="2025-12-03T01:33:07.286" v="164" actId="207"/>
          <ac:spMkLst>
            <pc:docMk/>
            <pc:sldMk cId="525786264" sldId="2147483624"/>
            <ac:spMk id="12" creationId="{A66A2E4A-B0EE-42EA-53F0-6C0F0FDC2111}"/>
          </ac:spMkLst>
        </pc:spChg>
        <pc:spChg chg="mod">
          <ac:chgData name="정돈규(DON KYU JUNG)[donkyu]/팀장/제조DX.자동보정.RSND자동보정팀" userId="129dd0d3-f7f1-47f5-9573-5d4a6dd9ccfb" providerId="ADAL" clId="{25B46753-AAA4-4C12-91F7-8FB08C36ACC4}" dt="2025-12-03T01:31:19.032" v="157" actId="207"/>
          <ac:spMkLst>
            <pc:docMk/>
            <pc:sldMk cId="525786264" sldId="2147483624"/>
            <ac:spMk id="18" creationId="{FA5B1F63-17C0-4730-91BE-1A7B79249914}"/>
          </ac:spMkLst>
        </pc:spChg>
      </pc:sldChg>
    </pc:docChg>
  </pc:docChgLst>
  <pc:docChgLst>
    <pc:chgData name="김성태(SEONGTAE KIM)[matthew.kim]/책임/제조DX.자동보정.자동보정선행개발팀" userId="602beff2-7a1b-4f40-a1a3-7e1cc06d8c98" providerId="ADAL" clId="{17272F35-72E0-4DAC-ACA0-DD43CFFE46FE}"/>
    <pc:docChg chg="custSel modSld">
      <pc:chgData name="김성태(SEONGTAE KIM)[matthew.kim]/책임/제조DX.자동보정.자동보정선행개발팀" userId="602beff2-7a1b-4f40-a1a3-7e1cc06d8c98" providerId="ADAL" clId="{17272F35-72E0-4DAC-ACA0-DD43CFFE46FE}" dt="2025-12-09T05:30:24.162" v="991" actId="20577"/>
      <pc:docMkLst>
        <pc:docMk/>
      </pc:docMkLst>
      <pc:sldChg chg="modSp mod">
        <pc:chgData name="김성태(SEONGTAE KIM)[matthew.kim]/책임/제조DX.자동보정.자동보정선행개발팀" userId="602beff2-7a1b-4f40-a1a3-7e1cc06d8c98" providerId="ADAL" clId="{17272F35-72E0-4DAC-ACA0-DD43CFFE46FE}" dt="2025-12-09T05:30:24.162" v="991" actId="20577"/>
        <pc:sldMkLst>
          <pc:docMk/>
          <pc:sldMk cId="2786048932" sldId="262"/>
        </pc:sldMkLst>
        <pc:spChg chg="mod">
          <ac:chgData name="김성태(SEONGTAE KIM)[matthew.kim]/책임/제조DX.자동보정.자동보정선행개발팀" userId="602beff2-7a1b-4f40-a1a3-7e1cc06d8c98" providerId="ADAL" clId="{17272F35-72E0-4DAC-ACA0-DD43CFFE46FE}" dt="2025-12-09T05:10:49.442" v="3" actId="20577"/>
          <ac:spMkLst>
            <pc:docMk/>
            <pc:sldMk cId="2786048932" sldId="262"/>
            <ac:spMk id="33" creationId="{28953EDA-490C-414A-829A-5166309284BE}"/>
          </ac:spMkLst>
        </pc:spChg>
        <pc:graphicFrameChg chg="modGraphic">
          <ac:chgData name="김성태(SEONGTAE KIM)[matthew.kim]/책임/제조DX.자동보정.자동보정선행개발팀" userId="602beff2-7a1b-4f40-a1a3-7e1cc06d8c98" providerId="ADAL" clId="{17272F35-72E0-4DAC-ACA0-DD43CFFE46FE}" dt="2025-12-09T05:10:55.508" v="5" actId="20577"/>
          <ac:graphicFrameMkLst>
            <pc:docMk/>
            <pc:sldMk cId="2786048932" sldId="262"/>
            <ac:graphicFrameMk id="3" creationId="{1B538319-E744-914C-0D08-26296EEC9C81}"/>
          </ac:graphicFrameMkLst>
        </pc:graphicFrameChg>
        <pc:graphicFrameChg chg="mod modGraphic">
          <ac:chgData name="김성태(SEONGTAE KIM)[matthew.kim]/책임/제조DX.자동보정.자동보정선행개발팀" userId="602beff2-7a1b-4f40-a1a3-7e1cc06d8c98" providerId="ADAL" clId="{17272F35-72E0-4DAC-ACA0-DD43CFFE46FE}" dt="2025-12-09T05:30:24.162" v="991" actId="20577"/>
          <ac:graphicFrameMkLst>
            <pc:docMk/>
            <pc:sldMk cId="2786048932" sldId="262"/>
            <ac:graphicFrameMk id="32" creationId="{C75B2E3A-6367-47F5-9C2E-36D1B1E1DCAE}"/>
          </ac:graphicFrameMkLst>
        </pc:graphicFrameChg>
      </pc:sldChg>
    </pc:docChg>
  </pc:docChgLst>
  <pc:docChgLst>
    <pc:chgData name="박연탁(YEONTARK PARK)[parkyt]/책임/제조DX.자동보정.자동보정선행개발팀" userId="S::parkyt@lgensol.com::ed32861b-bebc-4d6e-be9d-42a82b4a008b" providerId="AD" clId="Web-{65F1349C-EAC9-3EAB-2120-325474BD6EC1}"/>
    <pc:docChg chg="modSld">
      <pc:chgData name="박연탁(YEONTARK PARK)[parkyt]/책임/제조DX.자동보정.자동보정선행개발팀" userId="S::parkyt@lgensol.com::ed32861b-bebc-4d6e-be9d-42a82b4a008b" providerId="AD" clId="Web-{65F1349C-EAC9-3EAB-2120-325474BD6EC1}" dt="2025-11-19T05:45:43.827" v="66" actId="1076"/>
      <pc:docMkLst>
        <pc:docMk/>
      </pc:docMkLst>
    </pc:docChg>
  </pc:docChgLst>
  <pc:docChgLst>
    <pc:chgData name="정소영(SOYOUNG JEONG)[soy22]/사원/제조DX.자동보정.RSND자동보정팀" userId="S::soy22@lgensol.com::e0dfc6da-e3c7-4ad5-9bac-f065fa9fc20e" providerId="AD" clId="Web-{7DD5F654-CDA6-4DFF-BC91-E11942D69130}"/>
    <pc:docChg chg="modSld">
      <pc:chgData name="정소영(SOYOUNG JEONG)[soy22]/사원/제조DX.자동보정.RSND자동보정팀" userId="S::soy22@lgensol.com::e0dfc6da-e3c7-4ad5-9bac-f065fa9fc20e" providerId="AD" clId="Web-{7DD5F654-CDA6-4DFF-BC91-E11942D69130}" dt="2025-11-25T13:03:47.736" v="180" actId="20577"/>
      <pc:docMkLst>
        <pc:docMk/>
      </pc:docMkLst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oleObject" Target="file:///C:\Users\hyunchancho\Desktop\15-1C_RW_A1_LPC_250925.xlsx" TargetMode="Externa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oleObject" Target="file:///C:\Users\hyunchancho\Desktop\15-1C_RW_A1_LPC_250925.xlsx" TargetMode="Externa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package" Target="../embeddings/Microsoft_Excel_Worksheet1.xlsx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4.xml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package" Target="../embeddings/Microsoft_Excel_Worksheet2.xlsx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sangha.park\Downloads\Zone&#48324;%20&#45936;&#51060;&#53552;.csv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sangha.park\Downloads\Zone&#48324;%20&#45936;&#51060;&#53552;.csv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sangha.park\Downloads\WA%20&#46160;&#44760;%20&#45936;&#51060;&#53552;(&#50577;&#44537;7-1).xlsx" TargetMode="External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sangha.park\Downloads\WA%20&#46160;&#44760;%20&#45936;&#51060;&#53552;(&#50577;&#44537;7-1).xlsx" TargetMode="External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sangha.park\Desktop\WA%20&#46160;&#44760;%20&#45936;&#51060;&#53552;(&#50577;&#44537;7-1)_2.xlsx" TargetMode="External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sangha.park\Desktop\WA%20&#46160;&#44760;%20&#45936;&#51060;&#53552;(&#50577;&#44537;7-1)_2.xlsx" TargetMode="External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9597338287237181E-2"/>
          <c:y val="1.1188590669047406E-2"/>
          <c:w val="0.94686342447687544"/>
          <c:h val="0.83328655046550826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센서값</c:v>
                </c:pt>
              </c:strCache>
            </c:strRef>
          </c:tx>
          <c:spPr>
            <a:ln w="1270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Sheet1!$A$2:$A$415</c:f>
              <c:numCache>
                <c:formatCode>yyyy/mm/dd\ ddd\ hh:mm:ss</c:formatCode>
                <c:ptCount val="414"/>
                <c:pt idx="0">
                  <c:v>45926.421666666669</c:v>
                </c:pt>
                <c:pt idx="1">
                  <c:v>45926.421678240738</c:v>
                </c:pt>
                <c:pt idx="2">
                  <c:v>45926.421678240738</c:v>
                </c:pt>
                <c:pt idx="3">
                  <c:v>45926.421678240738</c:v>
                </c:pt>
                <c:pt idx="4">
                  <c:v>45926.421678240738</c:v>
                </c:pt>
                <c:pt idx="5">
                  <c:v>45926.421678240738</c:v>
                </c:pt>
                <c:pt idx="6">
                  <c:v>45926.421678240738</c:v>
                </c:pt>
                <c:pt idx="7">
                  <c:v>45926.421678240738</c:v>
                </c:pt>
                <c:pt idx="8">
                  <c:v>45926.421678240738</c:v>
                </c:pt>
                <c:pt idx="9">
                  <c:v>45926.421678240738</c:v>
                </c:pt>
                <c:pt idx="10">
                  <c:v>45926.421678240738</c:v>
                </c:pt>
                <c:pt idx="11">
                  <c:v>45926.421678240738</c:v>
                </c:pt>
                <c:pt idx="12">
                  <c:v>45926.421678240738</c:v>
                </c:pt>
                <c:pt idx="13">
                  <c:v>45926.421678240738</c:v>
                </c:pt>
                <c:pt idx="14">
                  <c:v>45926.421678240738</c:v>
                </c:pt>
                <c:pt idx="15">
                  <c:v>45926.421678240738</c:v>
                </c:pt>
                <c:pt idx="16">
                  <c:v>45926.421678240738</c:v>
                </c:pt>
                <c:pt idx="17">
                  <c:v>45926.421678240738</c:v>
                </c:pt>
                <c:pt idx="18">
                  <c:v>45926.421678240738</c:v>
                </c:pt>
                <c:pt idx="19">
                  <c:v>45926.421678240738</c:v>
                </c:pt>
                <c:pt idx="20">
                  <c:v>45926.421678240738</c:v>
                </c:pt>
                <c:pt idx="21">
                  <c:v>45926.421689814815</c:v>
                </c:pt>
                <c:pt idx="22">
                  <c:v>45926.421689814815</c:v>
                </c:pt>
                <c:pt idx="23">
                  <c:v>45926.421689814815</c:v>
                </c:pt>
                <c:pt idx="24">
                  <c:v>45926.421689814815</c:v>
                </c:pt>
                <c:pt idx="25">
                  <c:v>45926.421689814815</c:v>
                </c:pt>
                <c:pt idx="26">
                  <c:v>45926.421689814815</c:v>
                </c:pt>
                <c:pt idx="27">
                  <c:v>45926.421689814815</c:v>
                </c:pt>
                <c:pt idx="28">
                  <c:v>45926.421689814815</c:v>
                </c:pt>
                <c:pt idx="29">
                  <c:v>45926.421689814815</c:v>
                </c:pt>
                <c:pt idx="30">
                  <c:v>45926.421689814815</c:v>
                </c:pt>
                <c:pt idx="31">
                  <c:v>45926.421689814815</c:v>
                </c:pt>
                <c:pt idx="32">
                  <c:v>45926.421689814815</c:v>
                </c:pt>
                <c:pt idx="33">
                  <c:v>45926.421689814815</c:v>
                </c:pt>
                <c:pt idx="34">
                  <c:v>45926.421689814815</c:v>
                </c:pt>
                <c:pt idx="35">
                  <c:v>45926.421689814815</c:v>
                </c:pt>
                <c:pt idx="36">
                  <c:v>45926.421689814815</c:v>
                </c:pt>
                <c:pt idx="37">
                  <c:v>45926.421689814815</c:v>
                </c:pt>
                <c:pt idx="38">
                  <c:v>45926.421689814815</c:v>
                </c:pt>
                <c:pt idx="39">
                  <c:v>45926.421689814815</c:v>
                </c:pt>
                <c:pt idx="40">
                  <c:v>45926.421689814815</c:v>
                </c:pt>
                <c:pt idx="41">
                  <c:v>45926.421689814815</c:v>
                </c:pt>
                <c:pt idx="42">
                  <c:v>45926.421701388892</c:v>
                </c:pt>
                <c:pt idx="43">
                  <c:v>45926.421701388892</c:v>
                </c:pt>
                <c:pt idx="44">
                  <c:v>45926.421701388892</c:v>
                </c:pt>
                <c:pt idx="45">
                  <c:v>45926.421701388892</c:v>
                </c:pt>
                <c:pt idx="46">
                  <c:v>45926.421701388892</c:v>
                </c:pt>
                <c:pt idx="47">
                  <c:v>45926.421701388892</c:v>
                </c:pt>
                <c:pt idx="48">
                  <c:v>45926.421701388892</c:v>
                </c:pt>
                <c:pt idx="49">
                  <c:v>45926.421701388892</c:v>
                </c:pt>
                <c:pt idx="50">
                  <c:v>45926.421701388892</c:v>
                </c:pt>
                <c:pt idx="51">
                  <c:v>45926.421701388892</c:v>
                </c:pt>
                <c:pt idx="52">
                  <c:v>45926.421701388892</c:v>
                </c:pt>
                <c:pt idx="53">
                  <c:v>45926.421701388892</c:v>
                </c:pt>
                <c:pt idx="54">
                  <c:v>45926.421701388892</c:v>
                </c:pt>
                <c:pt idx="55">
                  <c:v>45926.421701388892</c:v>
                </c:pt>
                <c:pt idx="56">
                  <c:v>45926.421701388892</c:v>
                </c:pt>
                <c:pt idx="57">
                  <c:v>45926.421701388892</c:v>
                </c:pt>
                <c:pt idx="58">
                  <c:v>45926.421701388892</c:v>
                </c:pt>
                <c:pt idx="59">
                  <c:v>45926.421701388892</c:v>
                </c:pt>
                <c:pt idx="60">
                  <c:v>45926.421701388892</c:v>
                </c:pt>
                <c:pt idx="61">
                  <c:v>45926.421701388892</c:v>
                </c:pt>
                <c:pt idx="62">
                  <c:v>45926.421712962961</c:v>
                </c:pt>
                <c:pt idx="63">
                  <c:v>45926.421712962961</c:v>
                </c:pt>
                <c:pt idx="64">
                  <c:v>45926.421712962961</c:v>
                </c:pt>
                <c:pt idx="65">
                  <c:v>45926.421712962961</c:v>
                </c:pt>
                <c:pt idx="66">
                  <c:v>45926.421712962961</c:v>
                </c:pt>
                <c:pt idx="67">
                  <c:v>45926.421712962961</c:v>
                </c:pt>
                <c:pt idx="68">
                  <c:v>45926.421712962961</c:v>
                </c:pt>
                <c:pt idx="69">
                  <c:v>45926.421712962961</c:v>
                </c:pt>
                <c:pt idx="70">
                  <c:v>45926.421712962961</c:v>
                </c:pt>
                <c:pt idx="71">
                  <c:v>45926.421712962961</c:v>
                </c:pt>
                <c:pt idx="72">
                  <c:v>45926.421712962961</c:v>
                </c:pt>
                <c:pt idx="73">
                  <c:v>45926.421712962961</c:v>
                </c:pt>
                <c:pt idx="74">
                  <c:v>45926.421712962961</c:v>
                </c:pt>
                <c:pt idx="75">
                  <c:v>45926.421712962961</c:v>
                </c:pt>
                <c:pt idx="76">
                  <c:v>45926.421712962961</c:v>
                </c:pt>
                <c:pt idx="77">
                  <c:v>45926.421712962961</c:v>
                </c:pt>
                <c:pt idx="78">
                  <c:v>45926.421712962961</c:v>
                </c:pt>
                <c:pt idx="79">
                  <c:v>45926.421712962961</c:v>
                </c:pt>
                <c:pt idx="80">
                  <c:v>45926.421712962961</c:v>
                </c:pt>
                <c:pt idx="81">
                  <c:v>45926.421724537038</c:v>
                </c:pt>
                <c:pt idx="82">
                  <c:v>45926.421724537038</c:v>
                </c:pt>
                <c:pt idx="83">
                  <c:v>45926.421724537038</c:v>
                </c:pt>
                <c:pt idx="84">
                  <c:v>45926.421724537038</c:v>
                </c:pt>
                <c:pt idx="85">
                  <c:v>45926.421724537038</c:v>
                </c:pt>
                <c:pt idx="86">
                  <c:v>45926.421724537038</c:v>
                </c:pt>
                <c:pt idx="87">
                  <c:v>45926.421724537038</c:v>
                </c:pt>
                <c:pt idx="88">
                  <c:v>45926.421724537038</c:v>
                </c:pt>
                <c:pt idx="89">
                  <c:v>45926.421724537038</c:v>
                </c:pt>
                <c:pt idx="90">
                  <c:v>45926.421724537038</c:v>
                </c:pt>
                <c:pt idx="91">
                  <c:v>45926.421724537038</c:v>
                </c:pt>
                <c:pt idx="92">
                  <c:v>45926.421724537038</c:v>
                </c:pt>
                <c:pt idx="93">
                  <c:v>45926.421724537038</c:v>
                </c:pt>
                <c:pt idx="94">
                  <c:v>45926.421724537038</c:v>
                </c:pt>
                <c:pt idx="95">
                  <c:v>45926.421724537038</c:v>
                </c:pt>
                <c:pt idx="96">
                  <c:v>45926.421724537038</c:v>
                </c:pt>
                <c:pt idx="97">
                  <c:v>45926.421724537038</c:v>
                </c:pt>
                <c:pt idx="98">
                  <c:v>45926.421724537038</c:v>
                </c:pt>
                <c:pt idx="99">
                  <c:v>45926.421724537038</c:v>
                </c:pt>
                <c:pt idx="100">
                  <c:v>45926.421724537038</c:v>
                </c:pt>
                <c:pt idx="101">
                  <c:v>45926.421736111108</c:v>
                </c:pt>
                <c:pt idx="102">
                  <c:v>45926.421736111108</c:v>
                </c:pt>
                <c:pt idx="103">
                  <c:v>45926.421736111108</c:v>
                </c:pt>
                <c:pt idx="104">
                  <c:v>45926.421736111108</c:v>
                </c:pt>
                <c:pt idx="105">
                  <c:v>45926.421736111108</c:v>
                </c:pt>
                <c:pt idx="106">
                  <c:v>45926.421736111108</c:v>
                </c:pt>
                <c:pt idx="107">
                  <c:v>45926.421736111108</c:v>
                </c:pt>
                <c:pt idx="108">
                  <c:v>45926.421736111108</c:v>
                </c:pt>
                <c:pt idx="109">
                  <c:v>45926.421736111108</c:v>
                </c:pt>
                <c:pt idx="110">
                  <c:v>45926.421736111108</c:v>
                </c:pt>
                <c:pt idx="111">
                  <c:v>45926.421736111108</c:v>
                </c:pt>
                <c:pt idx="112">
                  <c:v>45926.421736111108</c:v>
                </c:pt>
                <c:pt idx="113">
                  <c:v>45926.421736111108</c:v>
                </c:pt>
                <c:pt idx="114">
                  <c:v>45926.421736111108</c:v>
                </c:pt>
                <c:pt idx="115">
                  <c:v>45926.421736111108</c:v>
                </c:pt>
                <c:pt idx="116">
                  <c:v>45926.421736111108</c:v>
                </c:pt>
                <c:pt idx="117">
                  <c:v>45926.421736111108</c:v>
                </c:pt>
                <c:pt idx="118">
                  <c:v>45926.421736111108</c:v>
                </c:pt>
                <c:pt idx="119">
                  <c:v>45926.421747685185</c:v>
                </c:pt>
                <c:pt idx="120">
                  <c:v>45926.421747685185</c:v>
                </c:pt>
                <c:pt idx="121">
                  <c:v>45926.421747685185</c:v>
                </c:pt>
                <c:pt idx="122">
                  <c:v>45926.421747685185</c:v>
                </c:pt>
                <c:pt idx="123">
                  <c:v>45926.421747685185</c:v>
                </c:pt>
                <c:pt idx="124">
                  <c:v>45926.421747685185</c:v>
                </c:pt>
                <c:pt idx="125">
                  <c:v>45926.421747685185</c:v>
                </c:pt>
                <c:pt idx="126">
                  <c:v>45926.421747685185</c:v>
                </c:pt>
                <c:pt idx="127">
                  <c:v>45926.421747685185</c:v>
                </c:pt>
                <c:pt idx="128">
                  <c:v>45926.421747685185</c:v>
                </c:pt>
                <c:pt idx="129">
                  <c:v>45926.421747685185</c:v>
                </c:pt>
                <c:pt idx="130">
                  <c:v>45926.421747685185</c:v>
                </c:pt>
                <c:pt idx="131">
                  <c:v>45926.421747685185</c:v>
                </c:pt>
                <c:pt idx="132">
                  <c:v>45926.421747685185</c:v>
                </c:pt>
                <c:pt idx="133">
                  <c:v>45926.421747685185</c:v>
                </c:pt>
                <c:pt idx="134">
                  <c:v>45926.421747685185</c:v>
                </c:pt>
                <c:pt idx="135">
                  <c:v>45926.421747685185</c:v>
                </c:pt>
                <c:pt idx="136">
                  <c:v>45926.421747685185</c:v>
                </c:pt>
                <c:pt idx="137">
                  <c:v>45926.421747685185</c:v>
                </c:pt>
                <c:pt idx="138">
                  <c:v>45926.421747685185</c:v>
                </c:pt>
                <c:pt idx="139">
                  <c:v>45926.421759259261</c:v>
                </c:pt>
                <c:pt idx="140">
                  <c:v>45926.421759259261</c:v>
                </c:pt>
                <c:pt idx="141">
                  <c:v>45926.421759259261</c:v>
                </c:pt>
                <c:pt idx="142">
                  <c:v>45926.421759259261</c:v>
                </c:pt>
                <c:pt idx="143">
                  <c:v>45926.421759259261</c:v>
                </c:pt>
                <c:pt idx="144">
                  <c:v>45926.421759259261</c:v>
                </c:pt>
                <c:pt idx="145">
                  <c:v>45926.421759259261</c:v>
                </c:pt>
                <c:pt idx="146">
                  <c:v>45926.421759259261</c:v>
                </c:pt>
                <c:pt idx="147">
                  <c:v>45926.421759259261</c:v>
                </c:pt>
                <c:pt idx="148">
                  <c:v>45926.421759259261</c:v>
                </c:pt>
                <c:pt idx="149">
                  <c:v>45926.421759259261</c:v>
                </c:pt>
                <c:pt idx="150">
                  <c:v>45926.421759259261</c:v>
                </c:pt>
                <c:pt idx="151">
                  <c:v>45926.421759259261</c:v>
                </c:pt>
                <c:pt idx="152">
                  <c:v>45926.421759259261</c:v>
                </c:pt>
                <c:pt idx="153">
                  <c:v>45926.421759259261</c:v>
                </c:pt>
                <c:pt idx="154">
                  <c:v>45926.421759259261</c:v>
                </c:pt>
                <c:pt idx="155">
                  <c:v>45926.421759259261</c:v>
                </c:pt>
                <c:pt idx="156">
                  <c:v>45926.421759259261</c:v>
                </c:pt>
                <c:pt idx="157">
                  <c:v>45926.421759259261</c:v>
                </c:pt>
                <c:pt idx="158">
                  <c:v>45926.421759259261</c:v>
                </c:pt>
                <c:pt idx="159">
                  <c:v>45926.421770833331</c:v>
                </c:pt>
                <c:pt idx="160">
                  <c:v>45926.421770833331</c:v>
                </c:pt>
                <c:pt idx="161">
                  <c:v>45926.421770833331</c:v>
                </c:pt>
                <c:pt idx="162">
                  <c:v>45926.421770833331</c:v>
                </c:pt>
                <c:pt idx="163">
                  <c:v>45926.421770833331</c:v>
                </c:pt>
                <c:pt idx="164">
                  <c:v>45926.421770833331</c:v>
                </c:pt>
                <c:pt idx="165">
                  <c:v>45926.421770833331</c:v>
                </c:pt>
                <c:pt idx="166">
                  <c:v>45926.421770833331</c:v>
                </c:pt>
                <c:pt idx="167">
                  <c:v>45926.421770833331</c:v>
                </c:pt>
                <c:pt idx="168">
                  <c:v>45926.421770833331</c:v>
                </c:pt>
                <c:pt idx="169">
                  <c:v>45926.421770833331</c:v>
                </c:pt>
                <c:pt idx="170">
                  <c:v>45926.421770833331</c:v>
                </c:pt>
                <c:pt idx="171">
                  <c:v>45926.421770833331</c:v>
                </c:pt>
                <c:pt idx="172">
                  <c:v>45926.421770833331</c:v>
                </c:pt>
                <c:pt idx="173">
                  <c:v>45926.421770833331</c:v>
                </c:pt>
                <c:pt idx="174">
                  <c:v>45926.421770833331</c:v>
                </c:pt>
                <c:pt idx="175">
                  <c:v>45926.421770833331</c:v>
                </c:pt>
                <c:pt idx="176">
                  <c:v>45926.421770833331</c:v>
                </c:pt>
                <c:pt idx="177">
                  <c:v>45926.421782407408</c:v>
                </c:pt>
                <c:pt idx="178">
                  <c:v>45926.421782407408</c:v>
                </c:pt>
                <c:pt idx="179">
                  <c:v>45926.421782407408</c:v>
                </c:pt>
                <c:pt idx="180">
                  <c:v>45926.421782407408</c:v>
                </c:pt>
                <c:pt idx="181">
                  <c:v>45926.421782407408</c:v>
                </c:pt>
                <c:pt idx="182">
                  <c:v>45926.421782407408</c:v>
                </c:pt>
                <c:pt idx="183">
                  <c:v>45926.421782407408</c:v>
                </c:pt>
                <c:pt idx="184">
                  <c:v>45926.421782407408</c:v>
                </c:pt>
                <c:pt idx="185">
                  <c:v>45926.421782407408</c:v>
                </c:pt>
                <c:pt idx="186">
                  <c:v>45926.421782407408</c:v>
                </c:pt>
                <c:pt idx="187">
                  <c:v>45926.421782407408</c:v>
                </c:pt>
                <c:pt idx="188">
                  <c:v>45926.421782407408</c:v>
                </c:pt>
                <c:pt idx="189">
                  <c:v>45926.421782407408</c:v>
                </c:pt>
                <c:pt idx="190">
                  <c:v>45926.421782407408</c:v>
                </c:pt>
                <c:pt idx="191">
                  <c:v>45926.421782407408</c:v>
                </c:pt>
                <c:pt idx="192">
                  <c:v>45926.421782407408</c:v>
                </c:pt>
                <c:pt idx="193">
                  <c:v>45926.421782407408</c:v>
                </c:pt>
                <c:pt idx="194">
                  <c:v>45926.421782407408</c:v>
                </c:pt>
                <c:pt idx="195">
                  <c:v>45926.421782407408</c:v>
                </c:pt>
                <c:pt idx="196">
                  <c:v>45926.421782407408</c:v>
                </c:pt>
                <c:pt idx="197">
                  <c:v>45926.421782407408</c:v>
                </c:pt>
                <c:pt idx="198">
                  <c:v>45926.421782407408</c:v>
                </c:pt>
                <c:pt idx="199">
                  <c:v>45926.421793981484</c:v>
                </c:pt>
                <c:pt idx="200">
                  <c:v>45926.421793981484</c:v>
                </c:pt>
                <c:pt idx="201">
                  <c:v>45926.421793981484</c:v>
                </c:pt>
                <c:pt idx="202">
                  <c:v>45926.421793981484</c:v>
                </c:pt>
                <c:pt idx="203">
                  <c:v>45926.421793981484</c:v>
                </c:pt>
                <c:pt idx="204">
                  <c:v>45926.421793981484</c:v>
                </c:pt>
                <c:pt idx="205">
                  <c:v>45926.421793981484</c:v>
                </c:pt>
                <c:pt idx="206">
                  <c:v>45926.421793981484</c:v>
                </c:pt>
                <c:pt idx="207">
                  <c:v>45926.421793981484</c:v>
                </c:pt>
                <c:pt idx="208">
                  <c:v>45926.421793981484</c:v>
                </c:pt>
                <c:pt idx="209">
                  <c:v>45926.421793981484</c:v>
                </c:pt>
                <c:pt idx="210">
                  <c:v>45926.421793981484</c:v>
                </c:pt>
                <c:pt idx="211">
                  <c:v>45926.421793981484</c:v>
                </c:pt>
                <c:pt idx="212">
                  <c:v>45926.421793981484</c:v>
                </c:pt>
                <c:pt idx="213">
                  <c:v>45926.421793981484</c:v>
                </c:pt>
                <c:pt idx="214">
                  <c:v>45926.421793981484</c:v>
                </c:pt>
                <c:pt idx="215">
                  <c:v>45926.421793981484</c:v>
                </c:pt>
                <c:pt idx="216">
                  <c:v>45926.421793981484</c:v>
                </c:pt>
                <c:pt idx="217">
                  <c:v>45926.421793981484</c:v>
                </c:pt>
                <c:pt idx="218">
                  <c:v>45926.421793981484</c:v>
                </c:pt>
                <c:pt idx="219">
                  <c:v>45926.421793981484</c:v>
                </c:pt>
                <c:pt idx="220">
                  <c:v>45926.421805555554</c:v>
                </c:pt>
                <c:pt idx="221">
                  <c:v>45926.421805555554</c:v>
                </c:pt>
                <c:pt idx="222">
                  <c:v>45926.421805555554</c:v>
                </c:pt>
                <c:pt idx="223">
                  <c:v>45926.421805555554</c:v>
                </c:pt>
                <c:pt idx="224">
                  <c:v>45926.421805555554</c:v>
                </c:pt>
                <c:pt idx="225">
                  <c:v>45926.421805555554</c:v>
                </c:pt>
                <c:pt idx="226">
                  <c:v>45926.421805555554</c:v>
                </c:pt>
                <c:pt idx="227">
                  <c:v>45926.421805555554</c:v>
                </c:pt>
                <c:pt idx="228">
                  <c:v>45926.421805555554</c:v>
                </c:pt>
                <c:pt idx="229">
                  <c:v>45926.421805555554</c:v>
                </c:pt>
                <c:pt idx="230">
                  <c:v>45926.421805555554</c:v>
                </c:pt>
                <c:pt idx="231">
                  <c:v>45926.421805555554</c:v>
                </c:pt>
                <c:pt idx="232">
                  <c:v>45926.421805555554</c:v>
                </c:pt>
                <c:pt idx="233">
                  <c:v>45926.421805555554</c:v>
                </c:pt>
                <c:pt idx="234">
                  <c:v>45926.421805555554</c:v>
                </c:pt>
                <c:pt idx="235">
                  <c:v>45926.421805555554</c:v>
                </c:pt>
                <c:pt idx="236">
                  <c:v>45926.421805555554</c:v>
                </c:pt>
                <c:pt idx="237">
                  <c:v>45926.421805555554</c:v>
                </c:pt>
                <c:pt idx="238">
                  <c:v>45926.421805555554</c:v>
                </c:pt>
                <c:pt idx="239">
                  <c:v>45926.421805555554</c:v>
                </c:pt>
                <c:pt idx="240">
                  <c:v>45926.421805555554</c:v>
                </c:pt>
                <c:pt idx="241">
                  <c:v>45926.421817129631</c:v>
                </c:pt>
                <c:pt idx="242">
                  <c:v>45926.421817129631</c:v>
                </c:pt>
                <c:pt idx="243">
                  <c:v>45926.421817129631</c:v>
                </c:pt>
                <c:pt idx="244">
                  <c:v>45926.421817129631</c:v>
                </c:pt>
                <c:pt idx="245">
                  <c:v>45926.421817129631</c:v>
                </c:pt>
                <c:pt idx="246">
                  <c:v>45926.421817129631</c:v>
                </c:pt>
                <c:pt idx="247">
                  <c:v>45926.421817129631</c:v>
                </c:pt>
                <c:pt idx="248">
                  <c:v>45926.421817129631</c:v>
                </c:pt>
                <c:pt idx="249">
                  <c:v>45926.421817129631</c:v>
                </c:pt>
                <c:pt idx="250">
                  <c:v>45926.421817129631</c:v>
                </c:pt>
                <c:pt idx="251">
                  <c:v>45926.421817129631</c:v>
                </c:pt>
                <c:pt idx="252">
                  <c:v>45926.421817129631</c:v>
                </c:pt>
                <c:pt idx="253">
                  <c:v>45926.421817129631</c:v>
                </c:pt>
                <c:pt idx="254">
                  <c:v>45926.421817129631</c:v>
                </c:pt>
                <c:pt idx="255">
                  <c:v>45926.421817129631</c:v>
                </c:pt>
                <c:pt idx="256">
                  <c:v>45926.421817129631</c:v>
                </c:pt>
                <c:pt idx="257">
                  <c:v>45926.421817129631</c:v>
                </c:pt>
                <c:pt idx="258">
                  <c:v>45926.421817129631</c:v>
                </c:pt>
                <c:pt idx="259">
                  <c:v>45926.421817129631</c:v>
                </c:pt>
                <c:pt idx="260">
                  <c:v>45926.421817129631</c:v>
                </c:pt>
                <c:pt idx="261">
                  <c:v>45926.4218287037</c:v>
                </c:pt>
                <c:pt idx="262">
                  <c:v>45926.4218287037</c:v>
                </c:pt>
                <c:pt idx="263">
                  <c:v>45926.4218287037</c:v>
                </c:pt>
                <c:pt idx="264">
                  <c:v>45926.4218287037</c:v>
                </c:pt>
                <c:pt idx="265">
                  <c:v>45926.4218287037</c:v>
                </c:pt>
                <c:pt idx="266">
                  <c:v>45926.4218287037</c:v>
                </c:pt>
                <c:pt idx="267">
                  <c:v>45926.4218287037</c:v>
                </c:pt>
                <c:pt idx="268">
                  <c:v>45926.4218287037</c:v>
                </c:pt>
                <c:pt idx="269">
                  <c:v>45926.4218287037</c:v>
                </c:pt>
                <c:pt idx="270">
                  <c:v>45926.4218287037</c:v>
                </c:pt>
                <c:pt idx="271">
                  <c:v>45926.4218287037</c:v>
                </c:pt>
                <c:pt idx="272">
                  <c:v>45926.4218287037</c:v>
                </c:pt>
                <c:pt idx="273">
                  <c:v>45926.4218287037</c:v>
                </c:pt>
                <c:pt idx="274">
                  <c:v>45926.4218287037</c:v>
                </c:pt>
                <c:pt idx="275">
                  <c:v>45926.4218287037</c:v>
                </c:pt>
                <c:pt idx="276">
                  <c:v>45926.4218287037</c:v>
                </c:pt>
                <c:pt idx="277">
                  <c:v>45926.4218287037</c:v>
                </c:pt>
                <c:pt idx="278">
                  <c:v>45926.4218287037</c:v>
                </c:pt>
                <c:pt idx="279">
                  <c:v>45926.4218287037</c:v>
                </c:pt>
                <c:pt idx="280">
                  <c:v>45926.4218287037</c:v>
                </c:pt>
                <c:pt idx="281">
                  <c:v>45926.421840277777</c:v>
                </c:pt>
                <c:pt idx="282">
                  <c:v>45926.421840277777</c:v>
                </c:pt>
                <c:pt idx="283">
                  <c:v>45926.421840277777</c:v>
                </c:pt>
                <c:pt idx="284">
                  <c:v>45926.421840277777</c:v>
                </c:pt>
                <c:pt idx="285">
                  <c:v>45926.421840277777</c:v>
                </c:pt>
                <c:pt idx="286">
                  <c:v>45926.421840277777</c:v>
                </c:pt>
                <c:pt idx="287">
                  <c:v>45926.421840277777</c:v>
                </c:pt>
                <c:pt idx="288">
                  <c:v>45926.421840277777</c:v>
                </c:pt>
                <c:pt idx="289">
                  <c:v>45926.421840277777</c:v>
                </c:pt>
                <c:pt idx="290">
                  <c:v>45926.421840277777</c:v>
                </c:pt>
                <c:pt idx="291">
                  <c:v>45926.421840277777</c:v>
                </c:pt>
                <c:pt idx="292">
                  <c:v>45926.421840277777</c:v>
                </c:pt>
                <c:pt idx="293">
                  <c:v>45926.421840277777</c:v>
                </c:pt>
                <c:pt idx="294">
                  <c:v>45926.421840277777</c:v>
                </c:pt>
                <c:pt idx="295">
                  <c:v>45926.421840277777</c:v>
                </c:pt>
                <c:pt idx="296">
                  <c:v>45926.421840277777</c:v>
                </c:pt>
                <c:pt idx="297">
                  <c:v>45926.421840277777</c:v>
                </c:pt>
                <c:pt idx="298">
                  <c:v>45926.421840277777</c:v>
                </c:pt>
                <c:pt idx="299">
                  <c:v>45926.421840277777</c:v>
                </c:pt>
                <c:pt idx="300">
                  <c:v>45926.421840277777</c:v>
                </c:pt>
                <c:pt idx="301">
                  <c:v>45926.421840277777</c:v>
                </c:pt>
                <c:pt idx="302">
                  <c:v>45926.421851851854</c:v>
                </c:pt>
                <c:pt idx="303">
                  <c:v>45926.421851851854</c:v>
                </c:pt>
                <c:pt idx="304">
                  <c:v>45926.421851851854</c:v>
                </c:pt>
                <c:pt idx="305">
                  <c:v>45926.421851851854</c:v>
                </c:pt>
                <c:pt idx="306">
                  <c:v>45926.421851851854</c:v>
                </c:pt>
                <c:pt idx="307">
                  <c:v>45926.421851851854</c:v>
                </c:pt>
                <c:pt idx="308">
                  <c:v>45926.421851851854</c:v>
                </c:pt>
                <c:pt idx="309">
                  <c:v>45926.421851851854</c:v>
                </c:pt>
                <c:pt idx="310">
                  <c:v>45926.421851851854</c:v>
                </c:pt>
                <c:pt idx="311">
                  <c:v>45926.421851851854</c:v>
                </c:pt>
                <c:pt idx="312">
                  <c:v>45926.421851851854</c:v>
                </c:pt>
                <c:pt idx="313">
                  <c:v>45926.421851851854</c:v>
                </c:pt>
                <c:pt idx="314">
                  <c:v>45926.421851851854</c:v>
                </c:pt>
                <c:pt idx="315">
                  <c:v>45926.421851851854</c:v>
                </c:pt>
                <c:pt idx="316">
                  <c:v>45926.421851851854</c:v>
                </c:pt>
                <c:pt idx="317">
                  <c:v>45926.421851851854</c:v>
                </c:pt>
                <c:pt idx="318">
                  <c:v>45926.421851851854</c:v>
                </c:pt>
                <c:pt idx="319">
                  <c:v>45926.421851851854</c:v>
                </c:pt>
                <c:pt idx="320">
                  <c:v>45926.421851851854</c:v>
                </c:pt>
                <c:pt idx="321">
                  <c:v>45926.421851851854</c:v>
                </c:pt>
                <c:pt idx="322">
                  <c:v>45926.421863425923</c:v>
                </c:pt>
                <c:pt idx="323">
                  <c:v>45926.421863425923</c:v>
                </c:pt>
                <c:pt idx="324">
                  <c:v>45926.421863425923</c:v>
                </c:pt>
                <c:pt idx="325">
                  <c:v>45926.421863425923</c:v>
                </c:pt>
                <c:pt idx="326">
                  <c:v>45926.421863425923</c:v>
                </c:pt>
                <c:pt idx="327">
                  <c:v>45926.421863425923</c:v>
                </c:pt>
                <c:pt idx="328">
                  <c:v>45926.421863425923</c:v>
                </c:pt>
                <c:pt idx="329">
                  <c:v>45926.421863425923</c:v>
                </c:pt>
                <c:pt idx="330">
                  <c:v>45926.421863425923</c:v>
                </c:pt>
                <c:pt idx="331">
                  <c:v>45926.421863425923</c:v>
                </c:pt>
                <c:pt idx="332">
                  <c:v>45926.421863425923</c:v>
                </c:pt>
                <c:pt idx="333">
                  <c:v>45926.421863425923</c:v>
                </c:pt>
                <c:pt idx="334">
                  <c:v>45926.421863425923</c:v>
                </c:pt>
                <c:pt idx="335">
                  <c:v>45926.421863425923</c:v>
                </c:pt>
                <c:pt idx="336">
                  <c:v>45926.421863425923</c:v>
                </c:pt>
                <c:pt idx="337">
                  <c:v>45926.421863425923</c:v>
                </c:pt>
                <c:pt idx="338">
                  <c:v>45926.421863425923</c:v>
                </c:pt>
                <c:pt idx="339">
                  <c:v>45926.421863425923</c:v>
                </c:pt>
                <c:pt idx="340">
                  <c:v>45926.421863425923</c:v>
                </c:pt>
                <c:pt idx="341">
                  <c:v>45926.421875</c:v>
                </c:pt>
                <c:pt idx="342">
                  <c:v>45926.421875</c:v>
                </c:pt>
                <c:pt idx="343">
                  <c:v>45926.421875</c:v>
                </c:pt>
                <c:pt idx="344">
                  <c:v>45926.421875</c:v>
                </c:pt>
                <c:pt idx="345">
                  <c:v>45926.421875</c:v>
                </c:pt>
                <c:pt idx="346">
                  <c:v>45926.421875</c:v>
                </c:pt>
                <c:pt idx="347">
                  <c:v>45926.421875</c:v>
                </c:pt>
                <c:pt idx="348">
                  <c:v>45926.421875</c:v>
                </c:pt>
                <c:pt idx="349">
                  <c:v>45926.421875</c:v>
                </c:pt>
                <c:pt idx="350">
                  <c:v>45926.421875</c:v>
                </c:pt>
                <c:pt idx="351">
                  <c:v>45926.421875</c:v>
                </c:pt>
                <c:pt idx="352">
                  <c:v>45926.421875</c:v>
                </c:pt>
                <c:pt idx="353">
                  <c:v>45926.421875</c:v>
                </c:pt>
                <c:pt idx="354">
                  <c:v>45926.421875</c:v>
                </c:pt>
                <c:pt idx="355">
                  <c:v>45926.421875</c:v>
                </c:pt>
                <c:pt idx="356">
                  <c:v>45926.421875</c:v>
                </c:pt>
                <c:pt idx="357">
                  <c:v>45926.421875</c:v>
                </c:pt>
                <c:pt idx="358">
                  <c:v>45926.421875</c:v>
                </c:pt>
                <c:pt idx="359">
                  <c:v>45926.421875</c:v>
                </c:pt>
                <c:pt idx="360">
                  <c:v>45926.421875</c:v>
                </c:pt>
                <c:pt idx="361">
                  <c:v>45926.421886574077</c:v>
                </c:pt>
                <c:pt idx="362">
                  <c:v>45926.421886574077</c:v>
                </c:pt>
                <c:pt idx="363">
                  <c:v>45926.421886574077</c:v>
                </c:pt>
                <c:pt idx="364">
                  <c:v>45926.421886574077</c:v>
                </c:pt>
                <c:pt idx="365">
                  <c:v>45926.421886574077</c:v>
                </c:pt>
                <c:pt idx="366">
                  <c:v>45926.421886574077</c:v>
                </c:pt>
                <c:pt idx="367">
                  <c:v>45926.421886574077</c:v>
                </c:pt>
                <c:pt idx="368">
                  <c:v>45926.421886574077</c:v>
                </c:pt>
                <c:pt idx="369">
                  <c:v>45926.421886574077</c:v>
                </c:pt>
                <c:pt idx="370">
                  <c:v>45926.421886574077</c:v>
                </c:pt>
                <c:pt idx="371">
                  <c:v>45926.421886574077</c:v>
                </c:pt>
                <c:pt idx="372">
                  <c:v>45926.421886574077</c:v>
                </c:pt>
                <c:pt idx="373">
                  <c:v>45926.421886574077</c:v>
                </c:pt>
                <c:pt idx="374">
                  <c:v>45926.421886574077</c:v>
                </c:pt>
                <c:pt idx="375">
                  <c:v>45926.421886574077</c:v>
                </c:pt>
                <c:pt idx="376">
                  <c:v>45926.421886574077</c:v>
                </c:pt>
                <c:pt idx="377">
                  <c:v>45926.421886574077</c:v>
                </c:pt>
                <c:pt idx="378">
                  <c:v>45926.421886574077</c:v>
                </c:pt>
                <c:pt idx="379">
                  <c:v>45926.421886574077</c:v>
                </c:pt>
                <c:pt idx="380">
                  <c:v>45926.421886574077</c:v>
                </c:pt>
                <c:pt idx="381">
                  <c:v>45926.421898148146</c:v>
                </c:pt>
                <c:pt idx="382">
                  <c:v>45926.421898148146</c:v>
                </c:pt>
                <c:pt idx="383">
                  <c:v>45926.421898148146</c:v>
                </c:pt>
                <c:pt idx="384">
                  <c:v>45926.421898148146</c:v>
                </c:pt>
                <c:pt idx="385">
                  <c:v>45926.421898148146</c:v>
                </c:pt>
                <c:pt idx="386">
                  <c:v>45926.421898148146</c:v>
                </c:pt>
                <c:pt idx="387">
                  <c:v>45926.421898148146</c:v>
                </c:pt>
                <c:pt idx="388">
                  <c:v>45926.421898148146</c:v>
                </c:pt>
                <c:pt idx="389">
                  <c:v>45926.421898148146</c:v>
                </c:pt>
                <c:pt idx="390">
                  <c:v>45926.421898148146</c:v>
                </c:pt>
                <c:pt idx="391">
                  <c:v>45926.421898148146</c:v>
                </c:pt>
                <c:pt idx="392">
                  <c:v>45926.421898148146</c:v>
                </c:pt>
                <c:pt idx="393">
                  <c:v>45926.421898148146</c:v>
                </c:pt>
                <c:pt idx="394">
                  <c:v>45926.421898148146</c:v>
                </c:pt>
                <c:pt idx="395">
                  <c:v>45926.421898148146</c:v>
                </c:pt>
                <c:pt idx="396">
                  <c:v>45926.421898148146</c:v>
                </c:pt>
                <c:pt idx="397">
                  <c:v>45926.421898148146</c:v>
                </c:pt>
                <c:pt idx="398">
                  <c:v>45926.421898148146</c:v>
                </c:pt>
                <c:pt idx="399">
                  <c:v>45926.421898148146</c:v>
                </c:pt>
                <c:pt idx="400">
                  <c:v>45926.421909722223</c:v>
                </c:pt>
                <c:pt idx="401">
                  <c:v>45926.421909722223</c:v>
                </c:pt>
                <c:pt idx="402">
                  <c:v>45926.421909722223</c:v>
                </c:pt>
                <c:pt idx="403">
                  <c:v>45926.421909722223</c:v>
                </c:pt>
                <c:pt idx="404">
                  <c:v>45926.421909722223</c:v>
                </c:pt>
                <c:pt idx="405">
                  <c:v>45926.421909722223</c:v>
                </c:pt>
                <c:pt idx="406">
                  <c:v>45926.421909722223</c:v>
                </c:pt>
                <c:pt idx="407">
                  <c:v>45926.421909722223</c:v>
                </c:pt>
                <c:pt idx="408">
                  <c:v>45926.421909722223</c:v>
                </c:pt>
                <c:pt idx="409">
                  <c:v>45926.421909722223</c:v>
                </c:pt>
                <c:pt idx="410">
                  <c:v>45926.421909722223</c:v>
                </c:pt>
                <c:pt idx="411">
                  <c:v>45926.421909722223</c:v>
                </c:pt>
                <c:pt idx="412">
                  <c:v>45926.421909722223</c:v>
                </c:pt>
                <c:pt idx="413">
                  <c:v>45926.421909722223</c:v>
                </c:pt>
              </c:numCache>
            </c:numRef>
          </c:cat>
          <c:val>
            <c:numRef>
              <c:f>Sheet1!$B$2:$B$415</c:f>
              <c:numCache>
                <c:formatCode>0.000</c:formatCode>
                <c:ptCount val="414"/>
                <c:pt idx="0">
                  <c:v>-408.33330000000001</c:v>
                </c:pt>
                <c:pt idx="1">
                  <c:v>-408.33330000000001</c:v>
                </c:pt>
                <c:pt idx="2">
                  <c:v>-406.25</c:v>
                </c:pt>
                <c:pt idx="3">
                  <c:v>-410.41670000000005</c:v>
                </c:pt>
                <c:pt idx="4">
                  <c:v>-408.33330000000001</c:v>
                </c:pt>
                <c:pt idx="5">
                  <c:v>-420.83330000000001</c:v>
                </c:pt>
                <c:pt idx="6">
                  <c:v>-408.33330000000001</c:v>
                </c:pt>
                <c:pt idx="7">
                  <c:v>-420.83330000000001</c:v>
                </c:pt>
                <c:pt idx="8">
                  <c:v>-408.33330000000001</c:v>
                </c:pt>
                <c:pt idx="9">
                  <c:v>-404.16669999999999</c:v>
                </c:pt>
                <c:pt idx="10">
                  <c:v>-418.75</c:v>
                </c:pt>
                <c:pt idx="11">
                  <c:v>-414.58330000000001</c:v>
                </c:pt>
                <c:pt idx="12">
                  <c:v>-393.75</c:v>
                </c:pt>
                <c:pt idx="13">
                  <c:v>-406.25</c:v>
                </c:pt>
                <c:pt idx="14">
                  <c:v>-370.83329999999995</c:v>
                </c:pt>
                <c:pt idx="15">
                  <c:v>-366.66669999999999</c:v>
                </c:pt>
                <c:pt idx="16">
                  <c:v>-372.91669999999999</c:v>
                </c:pt>
                <c:pt idx="17">
                  <c:v>-368.75</c:v>
                </c:pt>
                <c:pt idx="18">
                  <c:v>-372.91669999999999</c:v>
                </c:pt>
                <c:pt idx="19">
                  <c:v>-364.58330000000001</c:v>
                </c:pt>
                <c:pt idx="20">
                  <c:v>-362.5</c:v>
                </c:pt>
                <c:pt idx="21">
                  <c:v>-335.41669999999999</c:v>
                </c:pt>
                <c:pt idx="22">
                  <c:v>-352.08330000000001</c:v>
                </c:pt>
                <c:pt idx="23">
                  <c:v>-375</c:v>
                </c:pt>
                <c:pt idx="24">
                  <c:v>-362.5</c:v>
                </c:pt>
                <c:pt idx="25">
                  <c:v>-379.16670000000005</c:v>
                </c:pt>
                <c:pt idx="26">
                  <c:v>-391.66669999999999</c:v>
                </c:pt>
                <c:pt idx="27">
                  <c:v>-389.58330000000001</c:v>
                </c:pt>
                <c:pt idx="28">
                  <c:v>-400</c:v>
                </c:pt>
                <c:pt idx="29">
                  <c:v>-395.83330000000001</c:v>
                </c:pt>
                <c:pt idx="30">
                  <c:v>-387.5</c:v>
                </c:pt>
                <c:pt idx="31">
                  <c:v>-979.16660000000002</c:v>
                </c:pt>
                <c:pt idx="32">
                  <c:v>-1377.0830000000001</c:v>
                </c:pt>
                <c:pt idx="33">
                  <c:v>-835.4165999999999</c:v>
                </c:pt>
                <c:pt idx="34">
                  <c:v>-422.91669999999999</c:v>
                </c:pt>
                <c:pt idx="35">
                  <c:v>-408.33330000000001</c:v>
                </c:pt>
                <c:pt idx="36">
                  <c:v>-412.5</c:v>
                </c:pt>
                <c:pt idx="37">
                  <c:v>-410.41670000000005</c:v>
                </c:pt>
                <c:pt idx="38">
                  <c:v>-393.75</c:v>
                </c:pt>
                <c:pt idx="39">
                  <c:v>-418.75</c:v>
                </c:pt>
                <c:pt idx="40">
                  <c:v>-402.08329999999995</c:v>
                </c:pt>
                <c:pt idx="41">
                  <c:v>-441.66670000000005</c:v>
                </c:pt>
                <c:pt idx="42">
                  <c:v>-450</c:v>
                </c:pt>
                <c:pt idx="43">
                  <c:v>-404.16669999999999</c:v>
                </c:pt>
                <c:pt idx="44">
                  <c:v>-429.16669999999999</c:v>
                </c:pt>
                <c:pt idx="45">
                  <c:v>-460.41669999999999</c:v>
                </c:pt>
                <c:pt idx="46">
                  <c:v>-464.58329999999995</c:v>
                </c:pt>
                <c:pt idx="47">
                  <c:v>-397.91669999999999</c:v>
                </c:pt>
                <c:pt idx="48">
                  <c:v>-816.66660000000002</c:v>
                </c:pt>
                <c:pt idx="49">
                  <c:v>-414.58330000000001</c:v>
                </c:pt>
                <c:pt idx="50">
                  <c:v>-414.58330000000001</c:v>
                </c:pt>
                <c:pt idx="51">
                  <c:v>-462.5</c:v>
                </c:pt>
                <c:pt idx="52">
                  <c:v>-460.41669999999999</c:v>
                </c:pt>
                <c:pt idx="53">
                  <c:v>-437.5</c:v>
                </c:pt>
                <c:pt idx="54">
                  <c:v>-433.33329999999995</c:v>
                </c:pt>
                <c:pt idx="55">
                  <c:v>-435.41669999999999</c:v>
                </c:pt>
                <c:pt idx="56">
                  <c:v>-672.91660000000002</c:v>
                </c:pt>
                <c:pt idx="57">
                  <c:v>-381.25</c:v>
                </c:pt>
                <c:pt idx="58">
                  <c:v>-389.58330000000001</c:v>
                </c:pt>
                <c:pt idx="59">
                  <c:v>-368.75</c:v>
                </c:pt>
                <c:pt idx="60">
                  <c:v>-375</c:v>
                </c:pt>
                <c:pt idx="61">
                  <c:v>-381.25</c:v>
                </c:pt>
                <c:pt idx="62">
                  <c:v>-622.91660000000002</c:v>
                </c:pt>
                <c:pt idx="63">
                  <c:v>-341.66669999999999</c:v>
                </c:pt>
                <c:pt idx="64">
                  <c:v>-358.33330000000001</c:v>
                </c:pt>
                <c:pt idx="65">
                  <c:v>-368.75</c:v>
                </c:pt>
                <c:pt idx="66">
                  <c:v>-358.33330000000001</c:v>
                </c:pt>
                <c:pt idx="67">
                  <c:v>-585.4165999999999</c:v>
                </c:pt>
                <c:pt idx="68">
                  <c:v>-439.58330000000001</c:v>
                </c:pt>
                <c:pt idx="69">
                  <c:v>-333.33330000000001</c:v>
                </c:pt>
                <c:pt idx="70">
                  <c:v>-302.08330000000001</c:v>
                </c:pt>
                <c:pt idx="71">
                  <c:v>-277.08329999999995</c:v>
                </c:pt>
                <c:pt idx="72">
                  <c:v>-497.91669999999999</c:v>
                </c:pt>
                <c:pt idx="73">
                  <c:v>-268.75</c:v>
                </c:pt>
                <c:pt idx="74">
                  <c:v>-260.41669999999999</c:v>
                </c:pt>
                <c:pt idx="75">
                  <c:v>-245.83330000000001</c:v>
                </c:pt>
                <c:pt idx="76">
                  <c:v>-400</c:v>
                </c:pt>
                <c:pt idx="77">
                  <c:v>-175</c:v>
                </c:pt>
                <c:pt idx="78">
                  <c:v>-187.5</c:v>
                </c:pt>
                <c:pt idx="79">
                  <c:v>-393.75</c:v>
                </c:pt>
                <c:pt idx="80">
                  <c:v>-218.75</c:v>
                </c:pt>
                <c:pt idx="81">
                  <c:v>-204.16670000000002</c:v>
                </c:pt>
                <c:pt idx="82">
                  <c:v>-216.66669999999999</c:v>
                </c:pt>
                <c:pt idx="83">
                  <c:v>-331.25</c:v>
                </c:pt>
                <c:pt idx="84">
                  <c:v>-197.91669999999999</c:v>
                </c:pt>
                <c:pt idx="85">
                  <c:v>-197.91669999999999</c:v>
                </c:pt>
                <c:pt idx="86">
                  <c:v>-366.66669999999999</c:v>
                </c:pt>
                <c:pt idx="87">
                  <c:v>-229.16669999999999</c:v>
                </c:pt>
                <c:pt idx="88">
                  <c:v>-193.75</c:v>
                </c:pt>
                <c:pt idx="89">
                  <c:v>-297.91669999999999</c:v>
                </c:pt>
                <c:pt idx="90">
                  <c:v>-254.16670000000002</c:v>
                </c:pt>
                <c:pt idx="91">
                  <c:v>-137.5</c:v>
                </c:pt>
                <c:pt idx="92">
                  <c:v>-208.33330000000001</c:v>
                </c:pt>
                <c:pt idx="93">
                  <c:v>-108.33329999999999</c:v>
                </c:pt>
                <c:pt idx="94">
                  <c:v>-112.5</c:v>
                </c:pt>
                <c:pt idx="95">
                  <c:v>-100</c:v>
                </c:pt>
                <c:pt idx="96">
                  <c:v>-87.5</c:v>
                </c:pt>
                <c:pt idx="97">
                  <c:v>-262.5</c:v>
                </c:pt>
                <c:pt idx="98">
                  <c:v>-116.66669999999999</c:v>
                </c:pt>
                <c:pt idx="99">
                  <c:v>18.75</c:v>
                </c:pt>
                <c:pt idx="100">
                  <c:v>-200</c:v>
                </c:pt>
                <c:pt idx="101">
                  <c:v>83.333330000000004</c:v>
                </c:pt>
                <c:pt idx="102">
                  <c:v>22.91667</c:v>
                </c:pt>
                <c:pt idx="103">
                  <c:v>112.5</c:v>
                </c:pt>
                <c:pt idx="104">
                  <c:v>37.5</c:v>
                </c:pt>
                <c:pt idx="105">
                  <c:v>195.83329999999998</c:v>
                </c:pt>
                <c:pt idx="106">
                  <c:v>-52.083330000000004</c:v>
                </c:pt>
                <c:pt idx="107">
                  <c:v>93.75</c:v>
                </c:pt>
                <c:pt idx="108">
                  <c:v>256.25</c:v>
                </c:pt>
                <c:pt idx="109">
                  <c:v>222.91669999999999</c:v>
                </c:pt>
                <c:pt idx="110">
                  <c:v>304.16669999999999</c:v>
                </c:pt>
                <c:pt idx="111">
                  <c:v>158.33330000000001</c:v>
                </c:pt>
                <c:pt idx="112">
                  <c:v>337.5</c:v>
                </c:pt>
                <c:pt idx="113">
                  <c:v>354.16669999999999</c:v>
                </c:pt>
                <c:pt idx="114">
                  <c:v>364.58330000000001</c:v>
                </c:pt>
                <c:pt idx="115">
                  <c:v>391.66669999999999</c:v>
                </c:pt>
                <c:pt idx="116">
                  <c:v>408.33330000000001</c:v>
                </c:pt>
                <c:pt idx="117">
                  <c:v>287.5</c:v>
                </c:pt>
                <c:pt idx="118">
                  <c:v>593.75</c:v>
                </c:pt>
                <c:pt idx="119">
                  <c:v>602.08330000000001</c:v>
                </c:pt>
                <c:pt idx="120">
                  <c:v>608.33330000000001</c:v>
                </c:pt>
                <c:pt idx="121">
                  <c:v>497.91669999999999</c:v>
                </c:pt>
                <c:pt idx="122">
                  <c:v>650</c:v>
                </c:pt>
                <c:pt idx="123">
                  <c:v>527.08330000000001</c:v>
                </c:pt>
                <c:pt idx="124">
                  <c:v>677.08330000000001</c:v>
                </c:pt>
                <c:pt idx="125">
                  <c:v>747.91660000000002</c:v>
                </c:pt>
                <c:pt idx="126">
                  <c:v>849.99990000000003</c:v>
                </c:pt>
                <c:pt idx="127">
                  <c:v>756.25</c:v>
                </c:pt>
                <c:pt idx="128">
                  <c:v>899.99989999999991</c:v>
                </c:pt>
                <c:pt idx="129">
                  <c:v>787.5</c:v>
                </c:pt>
                <c:pt idx="130">
                  <c:v>918.74990000000003</c:v>
                </c:pt>
                <c:pt idx="131">
                  <c:v>958.33330000000001</c:v>
                </c:pt>
                <c:pt idx="132">
                  <c:v>993.74989999999991</c:v>
                </c:pt>
                <c:pt idx="133">
                  <c:v>1085.4170000000001</c:v>
                </c:pt>
                <c:pt idx="134">
                  <c:v>870.83330000000001</c:v>
                </c:pt>
                <c:pt idx="135">
                  <c:v>1075</c:v>
                </c:pt>
                <c:pt idx="136">
                  <c:v>858.33330000000001</c:v>
                </c:pt>
                <c:pt idx="137">
                  <c:v>1100</c:v>
                </c:pt>
                <c:pt idx="138">
                  <c:v>1158.3330000000001</c:v>
                </c:pt>
                <c:pt idx="139">
                  <c:v>1170.8330000000001</c:v>
                </c:pt>
                <c:pt idx="140">
                  <c:v>1208.3330000000001</c:v>
                </c:pt>
                <c:pt idx="141">
                  <c:v>1175</c:v>
                </c:pt>
                <c:pt idx="142">
                  <c:v>1175</c:v>
                </c:pt>
                <c:pt idx="143">
                  <c:v>1075</c:v>
                </c:pt>
                <c:pt idx="144">
                  <c:v>1206.25</c:v>
                </c:pt>
                <c:pt idx="145">
                  <c:v>993.74989999999991</c:v>
                </c:pt>
                <c:pt idx="146">
                  <c:v>1210.4169999999999</c:v>
                </c:pt>
                <c:pt idx="147">
                  <c:v>1289.5830000000001</c:v>
                </c:pt>
                <c:pt idx="148">
                  <c:v>1266.6669999999999</c:v>
                </c:pt>
                <c:pt idx="149">
                  <c:v>1270.8330000000001</c:v>
                </c:pt>
                <c:pt idx="150">
                  <c:v>1283.3330000000001</c:v>
                </c:pt>
                <c:pt idx="151">
                  <c:v>1277.0829999999999</c:v>
                </c:pt>
                <c:pt idx="152">
                  <c:v>1312.5</c:v>
                </c:pt>
                <c:pt idx="153">
                  <c:v>1375</c:v>
                </c:pt>
                <c:pt idx="154">
                  <c:v>1312.5</c:v>
                </c:pt>
                <c:pt idx="155">
                  <c:v>1202.0830000000001</c:v>
                </c:pt>
                <c:pt idx="156">
                  <c:v>1397.9169999999999</c:v>
                </c:pt>
                <c:pt idx="157">
                  <c:v>1193.75</c:v>
                </c:pt>
                <c:pt idx="158">
                  <c:v>1375</c:v>
                </c:pt>
                <c:pt idx="159">
                  <c:v>1156.25</c:v>
                </c:pt>
                <c:pt idx="160">
                  <c:v>1147.9169999999999</c:v>
                </c:pt>
                <c:pt idx="161">
                  <c:v>1383.3329999999999</c:v>
                </c:pt>
                <c:pt idx="162">
                  <c:v>1472.9169999999999</c:v>
                </c:pt>
                <c:pt idx="163">
                  <c:v>1452.0830000000001</c:v>
                </c:pt>
                <c:pt idx="164">
                  <c:v>1429.1670000000001</c:v>
                </c:pt>
                <c:pt idx="165">
                  <c:v>1406.25</c:v>
                </c:pt>
                <c:pt idx="166">
                  <c:v>1383.3329999999999</c:v>
                </c:pt>
                <c:pt idx="167">
                  <c:v>1414.5830000000001</c:v>
                </c:pt>
                <c:pt idx="168">
                  <c:v>1325</c:v>
                </c:pt>
                <c:pt idx="169">
                  <c:v>1220.8330000000001</c:v>
                </c:pt>
                <c:pt idx="170">
                  <c:v>1054.1669999999999</c:v>
                </c:pt>
                <c:pt idx="171">
                  <c:v>1070.8330000000001</c:v>
                </c:pt>
                <c:pt idx="172">
                  <c:v>1137.5</c:v>
                </c:pt>
                <c:pt idx="173">
                  <c:v>1077.0830000000001</c:v>
                </c:pt>
                <c:pt idx="174">
                  <c:v>1041.6669999999999</c:v>
                </c:pt>
                <c:pt idx="175">
                  <c:v>1041.6669999999999</c:v>
                </c:pt>
                <c:pt idx="176">
                  <c:v>1004.167</c:v>
                </c:pt>
                <c:pt idx="177">
                  <c:v>933.33330000000001</c:v>
                </c:pt>
                <c:pt idx="178">
                  <c:v>885.41660000000002</c:v>
                </c:pt>
                <c:pt idx="179">
                  <c:v>831.24990000000003</c:v>
                </c:pt>
                <c:pt idx="180">
                  <c:v>675</c:v>
                </c:pt>
                <c:pt idx="181">
                  <c:v>693.75</c:v>
                </c:pt>
                <c:pt idx="182">
                  <c:v>545.83330000000001</c:v>
                </c:pt>
                <c:pt idx="183">
                  <c:v>697.91660000000002</c:v>
                </c:pt>
                <c:pt idx="184">
                  <c:v>541.66660000000002</c:v>
                </c:pt>
                <c:pt idx="185">
                  <c:v>508.33330000000001</c:v>
                </c:pt>
                <c:pt idx="186">
                  <c:v>654.16660000000002</c:v>
                </c:pt>
                <c:pt idx="187">
                  <c:v>420.83330000000001</c:v>
                </c:pt>
                <c:pt idx="188">
                  <c:v>483.33330000000001</c:v>
                </c:pt>
                <c:pt idx="189">
                  <c:v>408.33330000000001</c:v>
                </c:pt>
                <c:pt idx="190">
                  <c:v>337.5</c:v>
                </c:pt>
                <c:pt idx="191">
                  <c:v>475</c:v>
                </c:pt>
                <c:pt idx="192">
                  <c:v>445.83330000000001</c:v>
                </c:pt>
                <c:pt idx="193">
                  <c:v>339.58329999999995</c:v>
                </c:pt>
                <c:pt idx="194">
                  <c:v>245.83330000000001</c:v>
                </c:pt>
                <c:pt idx="195">
                  <c:v>87.5</c:v>
                </c:pt>
                <c:pt idx="196">
                  <c:v>141.66670000000002</c:v>
                </c:pt>
                <c:pt idx="197">
                  <c:v>-156.25</c:v>
                </c:pt>
                <c:pt idx="198">
                  <c:v>-110.41670000000001</c:v>
                </c:pt>
                <c:pt idx="199">
                  <c:v>-58.333330000000004</c:v>
                </c:pt>
                <c:pt idx="200">
                  <c:v>-91.666659999999993</c:v>
                </c:pt>
                <c:pt idx="201">
                  <c:v>-133.33329999999998</c:v>
                </c:pt>
                <c:pt idx="202">
                  <c:v>-183.33330000000001</c:v>
                </c:pt>
                <c:pt idx="203">
                  <c:v>-241.66670000000002</c:v>
                </c:pt>
                <c:pt idx="204">
                  <c:v>-297.91669999999999</c:v>
                </c:pt>
                <c:pt idx="205">
                  <c:v>-320.83330000000001</c:v>
                </c:pt>
                <c:pt idx="206">
                  <c:v>-345.83330000000001</c:v>
                </c:pt>
                <c:pt idx="207">
                  <c:v>-339.58329999999995</c:v>
                </c:pt>
                <c:pt idx="208">
                  <c:v>-612.5</c:v>
                </c:pt>
                <c:pt idx="209">
                  <c:v>-672.91660000000002</c:v>
                </c:pt>
                <c:pt idx="210">
                  <c:v>-666.66660000000002</c:v>
                </c:pt>
                <c:pt idx="211">
                  <c:v>-704.16660000000002</c:v>
                </c:pt>
                <c:pt idx="212">
                  <c:v>-566.66660000000002</c:v>
                </c:pt>
                <c:pt idx="213">
                  <c:v>-687.5</c:v>
                </c:pt>
                <c:pt idx="214">
                  <c:v>-614.58330000000001</c:v>
                </c:pt>
                <c:pt idx="215">
                  <c:v>-627.08330000000001</c:v>
                </c:pt>
                <c:pt idx="216">
                  <c:v>-677.08330000000001</c:v>
                </c:pt>
                <c:pt idx="217">
                  <c:v>-747.91660000000002</c:v>
                </c:pt>
                <c:pt idx="218">
                  <c:v>-802.08330000000001</c:v>
                </c:pt>
                <c:pt idx="219">
                  <c:v>-814.58330000000001</c:v>
                </c:pt>
                <c:pt idx="220">
                  <c:v>-887.49990000000003</c:v>
                </c:pt>
                <c:pt idx="221">
                  <c:v>-954.16660000000002</c:v>
                </c:pt>
                <c:pt idx="222">
                  <c:v>-1179.1669999999999</c:v>
                </c:pt>
                <c:pt idx="223">
                  <c:v>-1037.5</c:v>
                </c:pt>
                <c:pt idx="224">
                  <c:v>-1164.5830000000001</c:v>
                </c:pt>
                <c:pt idx="225">
                  <c:v>-1020.8329999999999</c:v>
                </c:pt>
                <c:pt idx="226">
                  <c:v>-1085.4170000000001</c:v>
                </c:pt>
                <c:pt idx="227">
                  <c:v>-1006.2500000000001</c:v>
                </c:pt>
                <c:pt idx="228">
                  <c:v>-1014.583</c:v>
                </c:pt>
                <c:pt idx="229">
                  <c:v>-1016.667</c:v>
                </c:pt>
                <c:pt idx="230">
                  <c:v>-1022.917</c:v>
                </c:pt>
                <c:pt idx="231">
                  <c:v>-1037.5</c:v>
                </c:pt>
                <c:pt idx="232">
                  <c:v>-1081.25</c:v>
                </c:pt>
                <c:pt idx="233">
                  <c:v>-1258.3330000000001</c:v>
                </c:pt>
                <c:pt idx="234">
                  <c:v>-1156.25</c:v>
                </c:pt>
                <c:pt idx="235">
                  <c:v>-1339.5830000000001</c:v>
                </c:pt>
                <c:pt idx="236">
                  <c:v>-1131.25</c:v>
                </c:pt>
                <c:pt idx="237">
                  <c:v>-1206.25</c:v>
                </c:pt>
                <c:pt idx="238">
                  <c:v>-1054.1669999999999</c:v>
                </c:pt>
                <c:pt idx="239">
                  <c:v>-1035.4169999999999</c:v>
                </c:pt>
                <c:pt idx="240">
                  <c:v>-1002.0830000000001</c:v>
                </c:pt>
                <c:pt idx="241">
                  <c:v>-983.33330000000001</c:v>
                </c:pt>
                <c:pt idx="242">
                  <c:v>-987.49990000000003</c:v>
                </c:pt>
                <c:pt idx="243">
                  <c:v>-931.24989999999991</c:v>
                </c:pt>
                <c:pt idx="244">
                  <c:v>-870.83330000000001</c:v>
                </c:pt>
                <c:pt idx="245">
                  <c:v>-785.41660000000002</c:v>
                </c:pt>
                <c:pt idx="246">
                  <c:v>-770.83330000000001</c:v>
                </c:pt>
                <c:pt idx="247">
                  <c:v>-693.75</c:v>
                </c:pt>
                <c:pt idx="248">
                  <c:v>-664.58330000000001</c:v>
                </c:pt>
                <c:pt idx="249">
                  <c:v>-570.83330000000001</c:v>
                </c:pt>
                <c:pt idx="250">
                  <c:v>-475</c:v>
                </c:pt>
                <c:pt idx="251">
                  <c:v>-408.33330000000001</c:v>
                </c:pt>
                <c:pt idx="252">
                  <c:v>-377.08330000000001</c:v>
                </c:pt>
                <c:pt idx="253">
                  <c:v>-412.5</c:v>
                </c:pt>
                <c:pt idx="254">
                  <c:v>-616.6665999999999</c:v>
                </c:pt>
                <c:pt idx="255">
                  <c:v>-622.91660000000002</c:v>
                </c:pt>
                <c:pt idx="256">
                  <c:v>-364.58330000000001</c:v>
                </c:pt>
                <c:pt idx="257">
                  <c:v>-608.33330000000001</c:v>
                </c:pt>
                <c:pt idx="258">
                  <c:v>-387.5</c:v>
                </c:pt>
                <c:pt idx="259">
                  <c:v>-364.58330000000001</c:v>
                </c:pt>
                <c:pt idx="260">
                  <c:v>-345.83330000000001</c:v>
                </c:pt>
                <c:pt idx="261">
                  <c:v>-431.25</c:v>
                </c:pt>
                <c:pt idx="262">
                  <c:v>-325</c:v>
                </c:pt>
                <c:pt idx="263">
                  <c:v>-339.58329999999995</c:v>
                </c:pt>
                <c:pt idx="264">
                  <c:v>-345.83330000000001</c:v>
                </c:pt>
                <c:pt idx="265">
                  <c:v>-372.91669999999999</c:v>
                </c:pt>
                <c:pt idx="266">
                  <c:v>-518.75</c:v>
                </c:pt>
                <c:pt idx="267">
                  <c:v>-387.5</c:v>
                </c:pt>
                <c:pt idx="268">
                  <c:v>-397.91669999999999</c:v>
                </c:pt>
                <c:pt idx="269">
                  <c:v>-410.41670000000005</c:v>
                </c:pt>
                <c:pt idx="270">
                  <c:v>-425</c:v>
                </c:pt>
                <c:pt idx="271">
                  <c:v>-512.5</c:v>
                </c:pt>
                <c:pt idx="272">
                  <c:v>-429.16669999999999</c:v>
                </c:pt>
                <c:pt idx="273">
                  <c:v>-397.91669999999999</c:v>
                </c:pt>
                <c:pt idx="274">
                  <c:v>-427.08330000000001</c:v>
                </c:pt>
                <c:pt idx="275">
                  <c:v>-447.91669999999999</c:v>
                </c:pt>
                <c:pt idx="276">
                  <c:v>-450</c:v>
                </c:pt>
                <c:pt idx="277">
                  <c:v>-472.91670000000005</c:v>
                </c:pt>
                <c:pt idx="278">
                  <c:v>-472.91670000000005</c:v>
                </c:pt>
                <c:pt idx="279">
                  <c:v>-495.83329999999995</c:v>
                </c:pt>
                <c:pt idx="280">
                  <c:v>-525</c:v>
                </c:pt>
                <c:pt idx="281">
                  <c:v>-543.75</c:v>
                </c:pt>
                <c:pt idx="282">
                  <c:v>-760.41660000000002</c:v>
                </c:pt>
                <c:pt idx="283">
                  <c:v>-758.33330000000001</c:v>
                </c:pt>
                <c:pt idx="284">
                  <c:v>-564.58330000000001</c:v>
                </c:pt>
                <c:pt idx="285">
                  <c:v>-564.58330000000001</c:v>
                </c:pt>
                <c:pt idx="286">
                  <c:v>-581.25</c:v>
                </c:pt>
                <c:pt idx="287">
                  <c:v>-714.58330000000001</c:v>
                </c:pt>
                <c:pt idx="288">
                  <c:v>-458.33330000000001</c:v>
                </c:pt>
                <c:pt idx="289">
                  <c:v>-470.83330000000001</c:v>
                </c:pt>
                <c:pt idx="290">
                  <c:v>-508.33330000000001</c:v>
                </c:pt>
                <c:pt idx="291">
                  <c:v>-525</c:v>
                </c:pt>
                <c:pt idx="292">
                  <c:v>-781.25</c:v>
                </c:pt>
                <c:pt idx="293">
                  <c:v>-564.58330000000001</c:v>
                </c:pt>
                <c:pt idx="294">
                  <c:v>-570.83330000000001</c:v>
                </c:pt>
                <c:pt idx="295">
                  <c:v>-597.91660000000002</c:v>
                </c:pt>
                <c:pt idx="296">
                  <c:v>-618.75</c:v>
                </c:pt>
                <c:pt idx="297">
                  <c:v>-620.83330000000001</c:v>
                </c:pt>
                <c:pt idx="298">
                  <c:v>-947.91660000000002</c:v>
                </c:pt>
                <c:pt idx="299">
                  <c:v>-662.5</c:v>
                </c:pt>
                <c:pt idx="300">
                  <c:v>-641.66660000000002</c:v>
                </c:pt>
                <c:pt idx="301">
                  <c:v>-650</c:v>
                </c:pt>
                <c:pt idx="302">
                  <c:v>-654.16660000000002</c:v>
                </c:pt>
                <c:pt idx="303">
                  <c:v>-643.75</c:v>
                </c:pt>
                <c:pt idx="304">
                  <c:v>-647.9165999999999</c:v>
                </c:pt>
                <c:pt idx="305">
                  <c:v>-637.5</c:v>
                </c:pt>
                <c:pt idx="306">
                  <c:v>-1154.1669999999999</c:v>
                </c:pt>
                <c:pt idx="307">
                  <c:v>-635.41660000000002</c:v>
                </c:pt>
                <c:pt idx="308">
                  <c:v>-625</c:v>
                </c:pt>
                <c:pt idx="309">
                  <c:v>-612.5</c:v>
                </c:pt>
                <c:pt idx="310">
                  <c:v>-622.91660000000002</c:v>
                </c:pt>
                <c:pt idx="311">
                  <c:v>-631.25</c:v>
                </c:pt>
                <c:pt idx="312">
                  <c:v>-635.41660000000002</c:v>
                </c:pt>
                <c:pt idx="313">
                  <c:v>-618.75</c:v>
                </c:pt>
                <c:pt idx="314">
                  <c:v>-608.33330000000001</c:v>
                </c:pt>
                <c:pt idx="315">
                  <c:v>-608.33330000000001</c:v>
                </c:pt>
                <c:pt idx="316">
                  <c:v>-616.6665999999999</c:v>
                </c:pt>
                <c:pt idx="317">
                  <c:v>-618.75</c:v>
                </c:pt>
                <c:pt idx="318">
                  <c:v>-627.08330000000001</c:v>
                </c:pt>
                <c:pt idx="319">
                  <c:v>-645.83330000000001</c:v>
                </c:pt>
                <c:pt idx="320">
                  <c:v>-627.08330000000001</c:v>
                </c:pt>
                <c:pt idx="321">
                  <c:v>-647.9165999999999</c:v>
                </c:pt>
                <c:pt idx="322">
                  <c:v>-633.33330000000001</c:v>
                </c:pt>
                <c:pt idx="323">
                  <c:v>-660.41660000000002</c:v>
                </c:pt>
                <c:pt idx="324">
                  <c:v>-664.58330000000001</c:v>
                </c:pt>
                <c:pt idx="325">
                  <c:v>-633.33330000000001</c:v>
                </c:pt>
                <c:pt idx="326">
                  <c:v>-662.5</c:v>
                </c:pt>
                <c:pt idx="327">
                  <c:v>-672.91660000000002</c:v>
                </c:pt>
                <c:pt idx="328">
                  <c:v>-650</c:v>
                </c:pt>
                <c:pt idx="329">
                  <c:v>-695.83330000000001</c:v>
                </c:pt>
                <c:pt idx="330">
                  <c:v>-687.5</c:v>
                </c:pt>
                <c:pt idx="331">
                  <c:v>-693.75</c:v>
                </c:pt>
                <c:pt idx="332">
                  <c:v>-725</c:v>
                </c:pt>
                <c:pt idx="333">
                  <c:v>-729.16660000000002</c:v>
                </c:pt>
                <c:pt idx="334">
                  <c:v>-710.4165999999999</c:v>
                </c:pt>
                <c:pt idx="335">
                  <c:v>-706.25</c:v>
                </c:pt>
                <c:pt idx="336">
                  <c:v>-677.08330000000001</c:v>
                </c:pt>
                <c:pt idx="337">
                  <c:v>-727.08330000000001</c:v>
                </c:pt>
                <c:pt idx="338">
                  <c:v>-702.08330000000001</c:v>
                </c:pt>
                <c:pt idx="339">
                  <c:v>-708.33330000000001</c:v>
                </c:pt>
                <c:pt idx="340">
                  <c:v>-714.58330000000001</c:v>
                </c:pt>
                <c:pt idx="341">
                  <c:v>-739.58330000000001</c:v>
                </c:pt>
                <c:pt idx="342">
                  <c:v>-725</c:v>
                </c:pt>
                <c:pt idx="343">
                  <c:v>-752.08330000000001</c:v>
                </c:pt>
                <c:pt idx="344">
                  <c:v>-737.5</c:v>
                </c:pt>
                <c:pt idx="345">
                  <c:v>-716.66660000000002</c:v>
                </c:pt>
                <c:pt idx="346">
                  <c:v>-737.5</c:v>
                </c:pt>
                <c:pt idx="347">
                  <c:v>-741.6665999999999</c:v>
                </c:pt>
                <c:pt idx="348">
                  <c:v>-762.5</c:v>
                </c:pt>
                <c:pt idx="349">
                  <c:v>-752.08330000000001</c:v>
                </c:pt>
                <c:pt idx="350">
                  <c:v>-745.83330000000001</c:v>
                </c:pt>
                <c:pt idx="351">
                  <c:v>-725</c:v>
                </c:pt>
                <c:pt idx="352">
                  <c:v>-695.83330000000001</c:v>
                </c:pt>
                <c:pt idx="353">
                  <c:v>-708.33330000000001</c:v>
                </c:pt>
                <c:pt idx="354">
                  <c:v>-679.1665999999999</c:v>
                </c:pt>
                <c:pt idx="355">
                  <c:v>-708.33330000000001</c:v>
                </c:pt>
                <c:pt idx="356">
                  <c:v>-704.16660000000002</c:v>
                </c:pt>
                <c:pt idx="357">
                  <c:v>-675</c:v>
                </c:pt>
                <c:pt idx="358">
                  <c:v>-681.25</c:v>
                </c:pt>
                <c:pt idx="359">
                  <c:v>-654.16660000000002</c:v>
                </c:pt>
                <c:pt idx="360">
                  <c:v>-658.33330000000001</c:v>
                </c:pt>
                <c:pt idx="361">
                  <c:v>-654.16660000000002</c:v>
                </c:pt>
                <c:pt idx="362">
                  <c:v>-635.41660000000002</c:v>
                </c:pt>
                <c:pt idx="363">
                  <c:v>-602.08330000000001</c:v>
                </c:pt>
                <c:pt idx="364">
                  <c:v>-606.25</c:v>
                </c:pt>
                <c:pt idx="365">
                  <c:v>-600</c:v>
                </c:pt>
                <c:pt idx="366">
                  <c:v>-595.83330000000001</c:v>
                </c:pt>
                <c:pt idx="367">
                  <c:v>-591.66660000000002</c:v>
                </c:pt>
                <c:pt idx="368">
                  <c:v>-575</c:v>
                </c:pt>
                <c:pt idx="369">
                  <c:v>-585.4165999999999</c:v>
                </c:pt>
                <c:pt idx="370">
                  <c:v>-566.66660000000002</c:v>
                </c:pt>
                <c:pt idx="371">
                  <c:v>-589.58330000000001</c:v>
                </c:pt>
                <c:pt idx="372">
                  <c:v>-587.5</c:v>
                </c:pt>
                <c:pt idx="373">
                  <c:v>-587.5</c:v>
                </c:pt>
                <c:pt idx="374">
                  <c:v>-614.58330000000001</c:v>
                </c:pt>
                <c:pt idx="375">
                  <c:v>-618.75</c:v>
                </c:pt>
                <c:pt idx="376">
                  <c:v>-610.41660000000002</c:v>
                </c:pt>
                <c:pt idx="377">
                  <c:v>-614.58330000000001</c:v>
                </c:pt>
                <c:pt idx="378">
                  <c:v>-618.75</c:v>
                </c:pt>
                <c:pt idx="379">
                  <c:v>-637.5</c:v>
                </c:pt>
                <c:pt idx="380">
                  <c:v>-618.75</c:v>
                </c:pt>
                <c:pt idx="381">
                  <c:v>-625</c:v>
                </c:pt>
                <c:pt idx="382">
                  <c:v>-627.08330000000001</c:v>
                </c:pt>
                <c:pt idx="383">
                  <c:v>-629.16660000000002</c:v>
                </c:pt>
                <c:pt idx="384">
                  <c:v>-647.9165999999999</c:v>
                </c:pt>
                <c:pt idx="385">
                  <c:v>-670.83330000000001</c:v>
                </c:pt>
                <c:pt idx="386">
                  <c:v>-654.16660000000002</c:v>
                </c:pt>
                <c:pt idx="387">
                  <c:v>-675</c:v>
                </c:pt>
                <c:pt idx="388">
                  <c:v>-660.41660000000002</c:v>
                </c:pt>
                <c:pt idx="389">
                  <c:v>-677.08330000000001</c:v>
                </c:pt>
                <c:pt idx="390">
                  <c:v>-679.1665999999999</c:v>
                </c:pt>
                <c:pt idx="391">
                  <c:v>-670.83330000000001</c:v>
                </c:pt>
                <c:pt idx="392">
                  <c:v>-654.16660000000002</c:v>
                </c:pt>
                <c:pt idx="393">
                  <c:v>-652.08330000000001</c:v>
                </c:pt>
                <c:pt idx="394">
                  <c:v>-664.58330000000001</c:v>
                </c:pt>
                <c:pt idx="395">
                  <c:v>-625</c:v>
                </c:pt>
                <c:pt idx="396">
                  <c:v>-639.58330000000001</c:v>
                </c:pt>
                <c:pt idx="397">
                  <c:v>-650</c:v>
                </c:pt>
                <c:pt idx="398">
                  <c:v>-652.08330000000001</c:v>
                </c:pt>
                <c:pt idx="399">
                  <c:v>-654.16660000000002</c:v>
                </c:pt>
                <c:pt idx="400">
                  <c:v>-631.25</c:v>
                </c:pt>
                <c:pt idx="401">
                  <c:v>-631.25</c:v>
                </c:pt>
                <c:pt idx="402">
                  <c:v>-610.41660000000002</c:v>
                </c:pt>
                <c:pt idx="403">
                  <c:v>-647.9165999999999</c:v>
                </c:pt>
                <c:pt idx="404">
                  <c:v>-641.66660000000002</c:v>
                </c:pt>
                <c:pt idx="405">
                  <c:v>-616.6665999999999</c:v>
                </c:pt>
                <c:pt idx="406">
                  <c:v>-637.5</c:v>
                </c:pt>
                <c:pt idx="407">
                  <c:v>-631.25</c:v>
                </c:pt>
                <c:pt idx="408">
                  <c:v>-608.33330000000001</c:v>
                </c:pt>
                <c:pt idx="409">
                  <c:v>-583.33330000000001</c:v>
                </c:pt>
                <c:pt idx="410">
                  <c:v>-604.16660000000002</c:v>
                </c:pt>
                <c:pt idx="411">
                  <c:v>-591.66660000000002</c:v>
                </c:pt>
                <c:pt idx="412">
                  <c:v>-593.75</c:v>
                </c:pt>
                <c:pt idx="413">
                  <c:v>-591.66660000000002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7C8-4497-A495-A8E113FB836F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LPC 제어속도</c:v>
                </c:pt>
              </c:strCache>
            </c:strRef>
          </c:tx>
          <c:spPr>
            <a:ln w="12700" cap="rnd">
              <a:solidFill>
                <a:srgbClr val="FFC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Sheet1!$A$2:$A$415</c:f>
              <c:numCache>
                <c:formatCode>yyyy/mm/dd\ ddd\ hh:mm:ss</c:formatCode>
                <c:ptCount val="414"/>
                <c:pt idx="0">
                  <c:v>45926.421666666669</c:v>
                </c:pt>
                <c:pt idx="1">
                  <c:v>45926.421678240738</c:v>
                </c:pt>
                <c:pt idx="2">
                  <c:v>45926.421678240738</c:v>
                </c:pt>
                <c:pt idx="3">
                  <c:v>45926.421678240738</c:v>
                </c:pt>
                <c:pt idx="4">
                  <c:v>45926.421678240738</c:v>
                </c:pt>
                <c:pt idx="5">
                  <c:v>45926.421678240738</c:v>
                </c:pt>
                <c:pt idx="6">
                  <c:v>45926.421678240738</c:v>
                </c:pt>
                <c:pt idx="7">
                  <c:v>45926.421678240738</c:v>
                </c:pt>
                <c:pt idx="8">
                  <c:v>45926.421678240738</c:v>
                </c:pt>
                <c:pt idx="9">
                  <c:v>45926.421678240738</c:v>
                </c:pt>
                <c:pt idx="10">
                  <c:v>45926.421678240738</c:v>
                </c:pt>
                <c:pt idx="11">
                  <c:v>45926.421678240738</c:v>
                </c:pt>
                <c:pt idx="12">
                  <c:v>45926.421678240738</c:v>
                </c:pt>
                <c:pt idx="13">
                  <c:v>45926.421678240738</c:v>
                </c:pt>
                <c:pt idx="14">
                  <c:v>45926.421678240738</c:v>
                </c:pt>
                <c:pt idx="15">
                  <c:v>45926.421678240738</c:v>
                </c:pt>
                <c:pt idx="16">
                  <c:v>45926.421678240738</c:v>
                </c:pt>
                <c:pt idx="17">
                  <c:v>45926.421678240738</c:v>
                </c:pt>
                <c:pt idx="18">
                  <c:v>45926.421678240738</c:v>
                </c:pt>
                <c:pt idx="19">
                  <c:v>45926.421678240738</c:v>
                </c:pt>
                <c:pt idx="20">
                  <c:v>45926.421678240738</c:v>
                </c:pt>
                <c:pt idx="21">
                  <c:v>45926.421689814815</c:v>
                </c:pt>
                <c:pt idx="22">
                  <c:v>45926.421689814815</c:v>
                </c:pt>
                <c:pt idx="23">
                  <c:v>45926.421689814815</c:v>
                </c:pt>
                <c:pt idx="24">
                  <c:v>45926.421689814815</c:v>
                </c:pt>
                <c:pt idx="25">
                  <c:v>45926.421689814815</c:v>
                </c:pt>
                <c:pt idx="26">
                  <c:v>45926.421689814815</c:v>
                </c:pt>
                <c:pt idx="27">
                  <c:v>45926.421689814815</c:v>
                </c:pt>
                <c:pt idx="28">
                  <c:v>45926.421689814815</c:v>
                </c:pt>
                <c:pt idx="29">
                  <c:v>45926.421689814815</c:v>
                </c:pt>
                <c:pt idx="30">
                  <c:v>45926.421689814815</c:v>
                </c:pt>
                <c:pt idx="31">
                  <c:v>45926.421689814815</c:v>
                </c:pt>
                <c:pt idx="32">
                  <c:v>45926.421689814815</c:v>
                </c:pt>
                <c:pt idx="33">
                  <c:v>45926.421689814815</c:v>
                </c:pt>
                <c:pt idx="34">
                  <c:v>45926.421689814815</c:v>
                </c:pt>
                <c:pt idx="35">
                  <c:v>45926.421689814815</c:v>
                </c:pt>
                <c:pt idx="36">
                  <c:v>45926.421689814815</c:v>
                </c:pt>
                <c:pt idx="37">
                  <c:v>45926.421689814815</c:v>
                </c:pt>
                <c:pt idx="38">
                  <c:v>45926.421689814815</c:v>
                </c:pt>
                <c:pt idx="39">
                  <c:v>45926.421689814815</c:v>
                </c:pt>
                <c:pt idx="40">
                  <c:v>45926.421689814815</c:v>
                </c:pt>
                <c:pt idx="41">
                  <c:v>45926.421689814815</c:v>
                </c:pt>
                <c:pt idx="42">
                  <c:v>45926.421701388892</c:v>
                </c:pt>
                <c:pt idx="43">
                  <c:v>45926.421701388892</c:v>
                </c:pt>
                <c:pt idx="44">
                  <c:v>45926.421701388892</c:v>
                </c:pt>
                <c:pt idx="45">
                  <c:v>45926.421701388892</c:v>
                </c:pt>
                <c:pt idx="46">
                  <c:v>45926.421701388892</c:v>
                </c:pt>
                <c:pt idx="47">
                  <c:v>45926.421701388892</c:v>
                </c:pt>
                <c:pt idx="48">
                  <c:v>45926.421701388892</c:v>
                </c:pt>
                <c:pt idx="49">
                  <c:v>45926.421701388892</c:v>
                </c:pt>
                <c:pt idx="50">
                  <c:v>45926.421701388892</c:v>
                </c:pt>
                <c:pt idx="51">
                  <c:v>45926.421701388892</c:v>
                </c:pt>
                <c:pt idx="52">
                  <c:v>45926.421701388892</c:v>
                </c:pt>
                <c:pt idx="53">
                  <c:v>45926.421701388892</c:v>
                </c:pt>
                <c:pt idx="54">
                  <c:v>45926.421701388892</c:v>
                </c:pt>
                <c:pt idx="55">
                  <c:v>45926.421701388892</c:v>
                </c:pt>
                <c:pt idx="56">
                  <c:v>45926.421701388892</c:v>
                </c:pt>
                <c:pt idx="57">
                  <c:v>45926.421701388892</c:v>
                </c:pt>
                <c:pt idx="58">
                  <c:v>45926.421701388892</c:v>
                </c:pt>
                <c:pt idx="59">
                  <c:v>45926.421701388892</c:v>
                </c:pt>
                <c:pt idx="60">
                  <c:v>45926.421701388892</c:v>
                </c:pt>
                <c:pt idx="61">
                  <c:v>45926.421701388892</c:v>
                </c:pt>
                <c:pt idx="62">
                  <c:v>45926.421712962961</c:v>
                </c:pt>
                <c:pt idx="63">
                  <c:v>45926.421712962961</c:v>
                </c:pt>
                <c:pt idx="64">
                  <c:v>45926.421712962961</c:v>
                </c:pt>
                <c:pt idx="65">
                  <c:v>45926.421712962961</c:v>
                </c:pt>
                <c:pt idx="66">
                  <c:v>45926.421712962961</c:v>
                </c:pt>
                <c:pt idx="67">
                  <c:v>45926.421712962961</c:v>
                </c:pt>
                <c:pt idx="68">
                  <c:v>45926.421712962961</c:v>
                </c:pt>
                <c:pt idx="69">
                  <c:v>45926.421712962961</c:v>
                </c:pt>
                <c:pt idx="70">
                  <c:v>45926.421712962961</c:v>
                </c:pt>
                <c:pt idx="71">
                  <c:v>45926.421712962961</c:v>
                </c:pt>
                <c:pt idx="72">
                  <c:v>45926.421712962961</c:v>
                </c:pt>
                <c:pt idx="73">
                  <c:v>45926.421712962961</c:v>
                </c:pt>
                <c:pt idx="74">
                  <c:v>45926.421712962961</c:v>
                </c:pt>
                <c:pt idx="75">
                  <c:v>45926.421712962961</c:v>
                </c:pt>
                <c:pt idx="76">
                  <c:v>45926.421712962961</c:v>
                </c:pt>
                <c:pt idx="77">
                  <c:v>45926.421712962961</c:v>
                </c:pt>
                <c:pt idx="78">
                  <c:v>45926.421712962961</c:v>
                </c:pt>
                <c:pt idx="79">
                  <c:v>45926.421712962961</c:v>
                </c:pt>
                <c:pt idx="80">
                  <c:v>45926.421712962961</c:v>
                </c:pt>
                <c:pt idx="81">
                  <c:v>45926.421724537038</c:v>
                </c:pt>
                <c:pt idx="82">
                  <c:v>45926.421724537038</c:v>
                </c:pt>
                <c:pt idx="83">
                  <c:v>45926.421724537038</c:v>
                </c:pt>
                <c:pt idx="84">
                  <c:v>45926.421724537038</c:v>
                </c:pt>
                <c:pt idx="85">
                  <c:v>45926.421724537038</c:v>
                </c:pt>
                <c:pt idx="86">
                  <c:v>45926.421724537038</c:v>
                </c:pt>
                <c:pt idx="87">
                  <c:v>45926.421724537038</c:v>
                </c:pt>
                <c:pt idx="88">
                  <c:v>45926.421724537038</c:v>
                </c:pt>
                <c:pt idx="89">
                  <c:v>45926.421724537038</c:v>
                </c:pt>
                <c:pt idx="90">
                  <c:v>45926.421724537038</c:v>
                </c:pt>
                <c:pt idx="91">
                  <c:v>45926.421724537038</c:v>
                </c:pt>
                <c:pt idx="92">
                  <c:v>45926.421724537038</c:v>
                </c:pt>
                <c:pt idx="93">
                  <c:v>45926.421724537038</c:v>
                </c:pt>
                <c:pt idx="94">
                  <c:v>45926.421724537038</c:v>
                </c:pt>
                <c:pt idx="95">
                  <c:v>45926.421724537038</c:v>
                </c:pt>
                <c:pt idx="96">
                  <c:v>45926.421724537038</c:v>
                </c:pt>
                <c:pt idx="97">
                  <c:v>45926.421724537038</c:v>
                </c:pt>
                <c:pt idx="98">
                  <c:v>45926.421724537038</c:v>
                </c:pt>
                <c:pt idx="99">
                  <c:v>45926.421724537038</c:v>
                </c:pt>
                <c:pt idx="100">
                  <c:v>45926.421724537038</c:v>
                </c:pt>
                <c:pt idx="101">
                  <c:v>45926.421736111108</c:v>
                </c:pt>
                <c:pt idx="102">
                  <c:v>45926.421736111108</c:v>
                </c:pt>
                <c:pt idx="103">
                  <c:v>45926.421736111108</c:v>
                </c:pt>
                <c:pt idx="104">
                  <c:v>45926.421736111108</c:v>
                </c:pt>
                <c:pt idx="105">
                  <c:v>45926.421736111108</c:v>
                </c:pt>
                <c:pt idx="106">
                  <c:v>45926.421736111108</c:v>
                </c:pt>
                <c:pt idx="107">
                  <c:v>45926.421736111108</c:v>
                </c:pt>
                <c:pt idx="108">
                  <c:v>45926.421736111108</c:v>
                </c:pt>
                <c:pt idx="109">
                  <c:v>45926.421736111108</c:v>
                </c:pt>
                <c:pt idx="110">
                  <c:v>45926.421736111108</c:v>
                </c:pt>
                <c:pt idx="111">
                  <c:v>45926.421736111108</c:v>
                </c:pt>
                <c:pt idx="112">
                  <c:v>45926.421736111108</c:v>
                </c:pt>
                <c:pt idx="113">
                  <c:v>45926.421736111108</c:v>
                </c:pt>
                <c:pt idx="114">
                  <c:v>45926.421736111108</c:v>
                </c:pt>
                <c:pt idx="115">
                  <c:v>45926.421736111108</c:v>
                </c:pt>
                <c:pt idx="116">
                  <c:v>45926.421736111108</c:v>
                </c:pt>
                <c:pt idx="117">
                  <c:v>45926.421736111108</c:v>
                </c:pt>
                <c:pt idx="118">
                  <c:v>45926.421736111108</c:v>
                </c:pt>
                <c:pt idx="119">
                  <c:v>45926.421747685185</c:v>
                </c:pt>
                <c:pt idx="120">
                  <c:v>45926.421747685185</c:v>
                </c:pt>
                <c:pt idx="121">
                  <c:v>45926.421747685185</c:v>
                </c:pt>
                <c:pt idx="122">
                  <c:v>45926.421747685185</c:v>
                </c:pt>
                <c:pt idx="123">
                  <c:v>45926.421747685185</c:v>
                </c:pt>
                <c:pt idx="124">
                  <c:v>45926.421747685185</c:v>
                </c:pt>
                <c:pt idx="125">
                  <c:v>45926.421747685185</c:v>
                </c:pt>
                <c:pt idx="126">
                  <c:v>45926.421747685185</c:v>
                </c:pt>
                <c:pt idx="127">
                  <c:v>45926.421747685185</c:v>
                </c:pt>
                <c:pt idx="128">
                  <c:v>45926.421747685185</c:v>
                </c:pt>
                <c:pt idx="129">
                  <c:v>45926.421747685185</c:v>
                </c:pt>
                <c:pt idx="130">
                  <c:v>45926.421747685185</c:v>
                </c:pt>
                <c:pt idx="131">
                  <c:v>45926.421747685185</c:v>
                </c:pt>
                <c:pt idx="132">
                  <c:v>45926.421747685185</c:v>
                </c:pt>
                <c:pt idx="133">
                  <c:v>45926.421747685185</c:v>
                </c:pt>
                <c:pt idx="134">
                  <c:v>45926.421747685185</c:v>
                </c:pt>
                <c:pt idx="135">
                  <c:v>45926.421747685185</c:v>
                </c:pt>
                <c:pt idx="136">
                  <c:v>45926.421747685185</c:v>
                </c:pt>
                <c:pt idx="137">
                  <c:v>45926.421747685185</c:v>
                </c:pt>
                <c:pt idx="138">
                  <c:v>45926.421747685185</c:v>
                </c:pt>
                <c:pt idx="139">
                  <c:v>45926.421759259261</c:v>
                </c:pt>
                <c:pt idx="140">
                  <c:v>45926.421759259261</c:v>
                </c:pt>
                <c:pt idx="141">
                  <c:v>45926.421759259261</c:v>
                </c:pt>
                <c:pt idx="142">
                  <c:v>45926.421759259261</c:v>
                </c:pt>
                <c:pt idx="143">
                  <c:v>45926.421759259261</c:v>
                </c:pt>
                <c:pt idx="144">
                  <c:v>45926.421759259261</c:v>
                </c:pt>
                <c:pt idx="145">
                  <c:v>45926.421759259261</c:v>
                </c:pt>
                <c:pt idx="146">
                  <c:v>45926.421759259261</c:v>
                </c:pt>
                <c:pt idx="147">
                  <c:v>45926.421759259261</c:v>
                </c:pt>
                <c:pt idx="148">
                  <c:v>45926.421759259261</c:v>
                </c:pt>
                <c:pt idx="149">
                  <c:v>45926.421759259261</c:v>
                </c:pt>
                <c:pt idx="150">
                  <c:v>45926.421759259261</c:v>
                </c:pt>
                <c:pt idx="151">
                  <c:v>45926.421759259261</c:v>
                </c:pt>
                <c:pt idx="152">
                  <c:v>45926.421759259261</c:v>
                </c:pt>
                <c:pt idx="153">
                  <c:v>45926.421759259261</c:v>
                </c:pt>
                <c:pt idx="154">
                  <c:v>45926.421759259261</c:v>
                </c:pt>
                <c:pt idx="155">
                  <c:v>45926.421759259261</c:v>
                </c:pt>
                <c:pt idx="156">
                  <c:v>45926.421759259261</c:v>
                </c:pt>
                <c:pt idx="157">
                  <c:v>45926.421759259261</c:v>
                </c:pt>
                <c:pt idx="158">
                  <c:v>45926.421759259261</c:v>
                </c:pt>
                <c:pt idx="159">
                  <c:v>45926.421770833331</c:v>
                </c:pt>
                <c:pt idx="160">
                  <c:v>45926.421770833331</c:v>
                </c:pt>
                <c:pt idx="161">
                  <c:v>45926.421770833331</c:v>
                </c:pt>
                <c:pt idx="162">
                  <c:v>45926.421770833331</c:v>
                </c:pt>
                <c:pt idx="163">
                  <c:v>45926.421770833331</c:v>
                </c:pt>
                <c:pt idx="164">
                  <c:v>45926.421770833331</c:v>
                </c:pt>
                <c:pt idx="165">
                  <c:v>45926.421770833331</c:v>
                </c:pt>
                <c:pt idx="166">
                  <c:v>45926.421770833331</c:v>
                </c:pt>
                <c:pt idx="167">
                  <c:v>45926.421770833331</c:v>
                </c:pt>
                <c:pt idx="168">
                  <c:v>45926.421770833331</c:v>
                </c:pt>
                <c:pt idx="169">
                  <c:v>45926.421770833331</c:v>
                </c:pt>
                <c:pt idx="170">
                  <c:v>45926.421770833331</c:v>
                </c:pt>
                <c:pt idx="171">
                  <c:v>45926.421770833331</c:v>
                </c:pt>
                <c:pt idx="172">
                  <c:v>45926.421770833331</c:v>
                </c:pt>
                <c:pt idx="173">
                  <c:v>45926.421770833331</c:v>
                </c:pt>
                <c:pt idx="174">
                  <c:v>45926.421770833331</c:v>
                </c:pt>
                <c:pt idx="175">
                  <c:v>45926.421770833331</c:v>
                </c:pt>
                <c:pt idx="176">
                  <c:v>45926.421770833331</c:v>
                </c:pt>
                <c:pt idx="177">
                  <c:v>45926.421782407408</c:v>
                </c:pt>
                <c:pt idx="178">
                  <c:v>45926.421782407408</c:v>
                </c:pt>
                <c:pt idx="179">
                  <c:v>45926.421782407408</c:v>
                </c:pt>
                <c:pt idx="180">
                  <c:v>45926.421782407408</c:v>
                </c:pt>
                <c:pt idx="181">
                  <c:v>45926.421782407408</c:v>
                </c:pt>
                <c:pt idx="182">
                  <c:v>45926.421782407408</c:v>
                </c:pt>
                <c:pt idx="183">
                  <c:v>45926.421782407408</c:v>
                </c:pt>
                <c:pt idx="184">
                  <c:v>45926.421782407408</c:v>
                </c:pt>
                <c:pt idx="185">
                  <c:v>45926.421782407408</c:v>
                </c:pt>
                <c:pt idx="186">
                  <c:v>45926.421782407408</c:v>
                </c:pt>
                <c:pt idx="187">
                  <c:v>45926.421782407408</c:v>
                </c:pt>
                <c:pt idx="188">
                  <c:v>45926.421782407408</c:v>
                </c:pt>
                <c:pt idx="189">
                  <c:v>45926.421782407408</c:v>
                </c:pt>
                <c:pt idx="190">
                  <c:v>45926.421782407408</c:v>
                </c:pt>
                <c:pt idx="191">
                  <c:v>45926.421782407408</c:v>
                </c:pt>
                <c:pt idx="192">
                  <c:v>45926.421782407408</c:v>
                </c:pt>
                <c:pt idx="193">
                  <c:v>45926.421782407408</c:v>
                </c:pt>
                <c:pt idx="194">
                  <c:v>45926.421782407408</c:v>
                </c:pt>
                <c:pt idx="195">
                  <c:v>45926.421782407408</c:v>
                </c:pt>
                <c:pt idx="196">
                  <c:v>45926.421782407408</c:v>
                </c:pt>
                <c:pt idx="197">
                  <c:v>45926.421782407408</c:v>
                </c:pt>
                <c:pt idx="198">
                  <c:v>45926.421782407408</c:v>
                </c:pt>
                <c:pt idx="199">
                  <c:v>45926.421793981484</c:v>
                </c:pt>
                <c:pt idx="200">
                  <c:v>45926.421793981484</c:v>
                </c:pt>
                <c:pt idx="201">
                  <c:v>45926.421793981484</c:v>
                </c:pt>
                <c:pt idx="202">
                  <c:v>45926.421793981484</c:v>
                </c:pt>
                <c:pt idx="203">
                  <c:v>45926.421793981484</c:v>
                </c:pt>
                <c:pt idx="204">
                  <c:v>45926.421793981484</c:v>
                </c:pt>
                <c:pt idx="205">
                  <c:v>45926.421793981484</c:v>
                </c:pt>
                <c:pt idx="206">
                  <c:v>45926.421793981484</c:v>
                </c:pt>
                <c:pt idx="207">
                  <c:v>45926.421793981484</c:v>
                </c:pt>
                <c:pt idx="208">
                  <c:v>45926.421793981484</c:v>
                </c:pt>
                <c:pt idx="209">
                  <c:v>45926.421793981484</c:v>
                </c:pt>
                <c:pt idx="210">
                  <c:v>45926.421793981484</c:v>
                </c:pt>
                <c:pt idx="211">
                  <c:v>45926.421793981484</c:v>
                </c:pt>
                <c:pt idx="212">
                  <c:v>45926.421793981484</c:v>
                </c:pt>
                <c:pt idx="213">
                  <c:v>45926.421793981484</c:v>
                </c:pt>
                <c:pt idx="214">
                  <c:v>45926.421793981484</c:v>
                </c:pt>
                <c:pt idx="215">
                  <c:v>45926.421793981484</c:v>
                </c:pt>
                <c:pt idx="216">
                  <c:v>45926.421793981484</c:v>
                </c:pt>
                <c:pt idx="217">
                  <c:v>45926.421793981484</c:v>
                </c:pt>
                <c:pt idx="218">
                  <c:v>45926.421793981484</c:v>
                </c:pt>
                <c:pt idx="219">
                  <c:v>45926.421793981484</c:v>
                </c:pt>
                <c:pt idx="220">
                  <c:v>45926.421805555554</c:v>
                </c:pt>
                <c:pt idx="221">
                  <c:v>45926.421805555554</c:v>
                </c:pt>
                <c:pt idx="222">
                  <c:v>45926.421805555554</c:v>
                </c:pt>
                <c:pt idx="223">
                  <c:v>45926.421805555554</c:v>
                </c:pt>
                <c:pt idx="224">
                  <c:v>45926.421805555554</c:v>
                </c:pt>
                <c:pt idx="225">
                  <c:v>45926.421805555554</c:v>
                </c:pt>
                <c:pt idx="226">
                  <c:v>45926.421805555554</c:v>
                </c:pt>
                <c:pt idx="227">
                  <c:v>45926.421805555554</c:v>
                </c:pt>
                <c:pt idx="228">
                  <c:v>45926.421805555554</c:v>
                </c:pt>
                <c:pt idx="229">
                  <c:v>45926.421805555554</c:v>
                </c:pt>
                <c:pt idx="230">
                  <c:v>45926.421805555554</c:v>
                </c:pt>
                <c:pt idx="231">
                  <c:v>45926.421805555554</c:v>
                </c:pt>
                <c:pt idx="232">
                  <c:v>45926.421805555554</c:v>
                </c:pt>
                <c:pt idx="233">
                  <c:v>45926.421805555554</c:v>
                </c:pt>
                <c:pt idx="234">
                  <c:v>45926.421805555554</c:v>
                </c:pt>
                <c:pt idx="235">
                  <c:v>45926.421805555554</c:v>
                </c:pt>
                <c:pt idx="236">
                  <c:v>45926.421805555554</c:v>
                </c:pt>
                <c:pt idx="237">
                  <c:v>45926.421805555554</c:v>
                </c:pt>
                <c:pt idx="238">
                  <c:v>45926.421805555554</c:v>
                </c:pt>
                <c:pt idx="239">
                  <c:v>45926.421805555554</c:v>
                </c:pt>
                <c:pt idx="240">
                  <c:v>45926.421805555554</c:v>
                </c:pt>
                <c:pt idx="241">
                  <c:v>45926.421817129631</c:v>
                </c:pt>
                <c:pt idx="242">
                  <c:v>45926.421817129631</c:v>
                </c:pt>
                <c:pt idx="243">
                  <c:v>45926.421817129631</c:v>
                </c:pt>
                <c:pt idx="244">
                  <c:v>45926.421817129631</c:v>
                </c:pt>
                <c:pt idx="245">
                  <c:v>45926.421817129631</c:v>
                </c:pt>
                <c:pt idx="246">
                  <c:v>45926.421817129631</c:v>
                </c:pt>
                <c:pt idx="247">
                  <c:v>45926.421817129631</c:v>
                </c:pt>
                <c:pt idx="248">
                  <c:v>45926.421817129631</c:v>
                </c:pt>
                <c:pt idx="249">
                  <c:v>45926.421817129631</c:v>
                </c:pt>
                <c:pt idx="250">
                  <c:v>45926.421817129631</c:v>
                </c:pt>
                <c:pt idx="251">
                  <c:v>45926.421817129631</c:v>
                </c:pt>
                <c:pt idx="252">
                  <c:v>45926.421817129631</c:v>
                </c:pt>
                <c:pt idx="253">
                  <c:v>45926.421817129631</c:v>
                </c:pt>
                <c:pt idx="254">
                  <c:v>45926.421817129631</c:v>
                </c:pt>
                <c:pt idx="255">
                  <c:v>45926.421817129631</c:v>
                </c:pt>
                <c:pt idx="256">
                  <c:v>45926.421817129631</c:v>
                </c:pt>
                <c:pt idx="257">
                  <c:v>45926.421817129631</c:v>
                </c:pt>
                <c:pt idx="258">
                  <c:v>45926.421817129631</c:v>
                </c:pt>
                <c:pt idx="259">
                  <c:v>45926.421817129631</c:v>
                </c:pt>
                <c:pt idx="260">
                  <c:v>45926.421817129631</c:v>
                </c:pt>
                <c:pt idx="261">
                  <c:v>45926.4218287037</c:v>
                </c:pt>
                <c:pt idx="262">
                  <c:v>45926.4218287037</c:v>
                </c:pt>
                <c:pt idx="263">
                  <c:v>45926.4218287037</c:v>
                </c:pt>
                <c:pt idx="264">
                  <c:v>45926.4218287037</c:v>
                </c:pt>
                <c:pt idx="265">
                  <c:v>45926.4218287037</c:v>
                </c:pt>
                <c:pt idx="266">
                  <c:v>45926.4218287037</c:v>
                </c:pt>
                <c:pt idx="267">
                  <c:v>45926.4218287037</c:v>
                </c:pt>
                <c:pt idx="268">
                  <c:v>45926.4218287037</c:v>
                </c:pt>
                <c:pt idx="269">
                  <c:v>45926.4218287037</c:v>
                </c:pt>
                <c:pt idx="270">
                  <c:v>45926.4218287037</c:v>
                </c:pt>
                <c:pt idx="271">
                  <c:v>45926.4218287037</c:v>
                </c:pt>
                <c:pt idx="272">
                  <c:v>45926.4218287037</c:v>
                </c:pt>
                <c:pt idx="273">
                  <c:v>45926.4218287037</c:v>
                </c:pt>
                <c:pt idx="274">
                  <c:v>45926.4218287037</c:v>
                </c:pt>
                <c:pt idx="275">
                  <c:v>45926.4218287037</c:v>
                </c:pt>
                <c:pt idx="276">
                  <c:v>45926.4218287037</c:v>
                </c:pt>
                <c:pt idx="277">
                  <c:v>45926.4218287037</c:v>
                </c:pt>
                <c:pt idx="278">
                  <c:v>45926.4218287037</c:v>
                </c:pt>
                <c:pt idx="279">
                  <c:v>45926.4218287037</c:v>
                </c:pt>
                <c:pt idx="280">
                  <c:v>45926.4218287037</c:v>
                </c:pt>
                <c:pt idx="281">
                  <c:v>45926.421840277777</c:v>
                </c:pt>
                <c:pt idx="282">
                  <c:v>45926.421840277777</c:v>
                </c:pt>
                <c:pt idx="283">
                  <c:v>45926.421840277777</c:v>
                </c:pt>
                <c:pt idx="284">
                  <c:v>45926.421840277777</c:v>
                </c:pt>
                <c:pt idx="285">
                  <c:v>45926.421840277777</c:v>
                </c:pt>
                <c:pt idx="286">
                  <c:v>45926.421840277777</c:v>
                </c:pt>
                <c:pt idx="287">
                  <c:v>45926.421840277777</c:v>
                </c:pt>
                <c:pt idx="288">
                  <c:v>45926.421840277777</c:v>
                </c:pt>
                <c:pt idx="289">
                  <c:v>45926.421840277777</c:v>
                </c:pt>
                <c:pt idx="290">
                  <c:v>45926.421840277777</c:v>
                </c:pt>
                <c:pt idx="291">
                  <c:v>45926.421840277777</c:v>
                </c:pt>
                <c:pt idx="292">
                  <c:v>45926.421840277777</c:v>
                </c:pt>
                <c:pt idx="293">
                  <c:v>45926.421840277777</c:v>
                </c:pt>
                <c:pt idx="294">
                  <c:v>45926.421840277777</c:v>
                </c:pt>
                <c:pt idx="295">
                  <c:v>45926.421840277777</c:v>
                </c:pt>
                <c:pt idx="296">
                  <c:v>45926.421840277777</c:v>
                </c:pt>
                <c:pt idx="297">
                  <c:v>45926.421840277777</c:v>
                </c:pt>
                <c:pt idx="298">
                  <c:v>45926.421840277777</c:v>
                </c:pt>
                <c:pt idx="299">
                  <c:v>45926.421840277777</c:v>
                </c:pt>
                <c:pt idx="300">
                  <c:v>45926.421840277777</c:v>
                </c:pt>
                <c:pt idx="301">
                  <c:v>45926.421840277777</c:v>
                </c:pt>
                <c:pt idx="302">
                  <c:v>45926.421851851854</c:v>
                </c:pt>
                <c:pt idx="303">
                  <c:v>45926.421851851854</c:v>
                </c:pt>
                <c:pt idx="304">
                  <c:v>45926.421851851854</c:v>
                </c:pt>
                <c:pt idx="305">
                  <c:v>45926.421851851854</c:v>
                </c:pt>
                <c:pt idx="306">
                  <c:v>45926.421851851854</c:v>
                </c:pt>
                <c:pt idx="307">
                  <c:v>45926.421851851854</c:v>
                </c:pt>
                <c:pt idx="308">
                  <c:v>45926.421851851854</c:v>
                </c:pt>
                <c:pt idx="309">
                  <c:v>45926.421851851854</c:v>
                </c:pt>
                <c:pt idx="310">
                  <c:v>45926.421851851854</c:v>
                </c:pt>
                <c:pt idx="311">
                  <c:v>45926.421851851854</c:v>
                </c:pt>
                <c:pt idx="312">
                  <c:v>45926.421851851854</c:v>
                </c:pt>
                <c:pt idx="313">
                  <c:v>45926.421851851854</c:v>
                </c:pt>
                <c:pt idx="314">
                  <c:v>45926.421851851854</c:v>
                </c:pt>
                <c:pt idx="315">
                  <c:v>45926.421851851854</c:v>
                </c:pt>
                <c:pt idx="316">
                  <c:v>45926.421851851854</c:v>
                </c:pt>
                <c:pt idx="317">
                  <c:v>45926.421851851854</c:v>
                </c:pt>
                <c:pt idx="318">
                  <c:v>45926.421851851854</c:v>
                </c:pt>
                <c:pt idx="319">
                  <c:v>45926.421851851854</c:v>
                </c:pt>
                <c:pt idx="320">
                  <c:v>45926.421851851854</c:v>
                </c:pt>
                <c:pt idx="321">
                  <c:v>45926.421851851854</c:v>
                </c:pt>
                <c:pt idx="322">
                  <c:v>45926.421863425923</c:v>
                </c:pt>
                <c:pt idx="323">
                  <c:v>45926.421863425923</c:v>
                </c:pt>
                <c:pt idx="324">
                  <c:v>45926.421863425923</c:v>
                </c:pt>
                <c:pt idx="325">
                  <c:v>45926.421863425923</c:v>
                </c:pt>
                <c:pt idx="326">
                  <c:v>45926.421863425923</c:v>
                </c:pt>
                <c:pt idx="327">
                  <c:v>45926.421863425923</c:v>
                </c:pt>
                <c:pt idx="328">
                  <c:v>45926.421863425923</c:v>
                </c:pt>
                <c:pt idx="329">
                  <c:v>45926.421863425923</c:v>
                </c:pt>
                <c:pt idx="330">
                  <c:v>45926.421863425923</c:v>
                </c:pt>
                <c:pt idx="331">
                  <c:v>45926.421863425923</c:v>
                </c:pt>
                <c:pt idx="332">
                  <c:v>45926.421863425923</c:v>
                </c:pt>
                <c:pt idx="333">
                  <c:v>45926.421863425923</c:v>
                </c:pt>
                <c:pt idx="334">
                  <c:v>45926.421863425923</c:v>
                </c:pt>
                <c:pt idx="335">
                  <c:v>45926.421863425923</c:v>
                </c:pt>
                <c:pt idx="336">
                  <c:v>45926.421863425923</c:v>
                </c:pt>
                <c:pt idx="337">
                  <c:v>45926.421863425923</c:v>
                </c:pt>
                <c:pt idx="338">
                  <c:v>45926.421863425923</c:v>
                </c:pt>
                <c:pt idx="339">
                  <c:v>45926.421863425923</c:v>
                </c:pt>
                <c:pt idx="340">
                  <c:v>45926.421863425923</c:v>
                </c:pt>
                <c:pt idx="341">
                  <c:v>45926.421875</c:v>
                </c:pt>
                <c:pt idx="342">
                  <c:v>45926.421875</c:v>
                </c:pt>
                <c:pt idx="343">
                  <c:v>45926.421875</c:v>
                </c:pt>
                <c:pt idx="344">
                  <c:v>45926.421875</c:v>
                </c:pt>
                <c:pt idx="345">
                  <c:v>45926.421875</c:v>
                </c:pt>
                <c:pt idx="346">
                  <c:v>45926.421875</c:v>
                </c:pt>
                <c:pt idx="347">
                  <c:v>45926.421875</c:v>
                </c:pt>
                <c:pt idx="348">
                  <c:v>45926.421875</c:v>
                </c:pt>
                <c:pt idx="349">
                  <c:v>45926.421875</c:v>
                </c:pt>
                <c:pt idx="350">
                  <c:v>45926.421875</c:v>
                </c:pt>
                <c:pt idx="351">
                  <c:v>45926.421875</c:v>
                </c:pt>
                <c:pt idx="352">
                  <c:v>45926.421875</c:v>
                </c:pt>
                <c:pt idx="353">
                  <c:v>45926.421875</c:v>
                </c:pt>
                <c:pt idx="354">
                  <c:v>45926.421875</c:v>
                </c:pt>
                <c:pt idx="355">
                  <c:v>45926.421875</c:v>
                </c:pt>
                <c:pt idx="356">
                  <c:v>45926.421875</c:v>
                </c:pt>
                <c:pt idx="357">
                  <c:v>45926.421875</c:v>
                </c:pt>
                <c:pt idx="358">
                  <c:v>45926.421875</c:v>
                </c:pt>
                <c:pt idx="359">
                  <c:v>45926.421875</c:v>
                </c:pt>
                <c:pt idx="360">
                  <c:v>45926.421875</c:v>
                </c:pt>
                <c:pt idx="361">
                  <c:v>45926.421886574077</c:v>
                </c:pt>
                <c:pt idx="362">
                  <c:v>45926.421886574077</c:v>
                </c:pt>
                <c:pt idx="363">
                  <c:v>45926.421886574077</c:v>
                </c:pt>
                <c:pt idx="364">
                  <c:v>45926.421886574077</c:v>
                </c:pt>
                <c:pt idx="365">
                  <c:v>45926.421886574077</c:v>
                </c:pt>
                <c:pt idx="366">
                  <c:v>45926.421886574077</c:v>
                </c:pt>
                <c:pt idx="367">
                  <c:v>45926.421886574077</c:v>
                </c:pt>
                <c:pt idx="368">
                  <c:v>45926.421886574077</c:v>
                </c:pt>
                <c:pt idx="369">
                  <c:v>45926.421886574077</c:v>
                </c:pt>
                <c:pt idx="370">
                  <c:v>45926.421886574077</c:v>
                </c:pt>
                <c:pt idx="371">
                  <c:v>45926.421886574077</c:v>
                </c:pt>
                <c:pt idx="372">
                  <c:v>45926.421886574077</c:v>
                </c:pt>
                <c:pt idx="373">
                  <c:v>45926.421886574077</c:v>
                </c:pt>
                <c:pt idx="374">
                  <c:v>45926.421886574077</c:v>
                </c:pt>
                <c:pt idx="375">
                  <c:v>45926.421886574077</c:v>
                </c:pt>
                <c:pt idx="376">
                  <c:v>45926.421886574077</c:v>
                </c:pt>
                <c:pt idx="377">
                  <c:v>45926.421886574077</c:v>
                </c:pt>
                <c:pt idx="378">
                  <c:v>45926.421886574077</c:v>
                </c:pt>
                <c:pt idx="379">
                  <c:v>45926.421886574077</c:v>
                </c:pt>
                <c:pt idx="380">
                  <c:v>45926.421886574077</c:v>
                </c:pt>
                <c:pt idx="381">
                  <c:v>45926.421898148146</c:v>
                </c:pt>
                <c:pt idx="382">
                  <c:v>45926.421898148146</c:v>
                </c:pt>
                <c:pt idx="383">
                  <c:v>45926.421898148146</c:v>
                </c:pt>
                <c:pt idx="384">
                  <c:v>45926.421898148146</c:v>
                </c:pt>
                <c:pt idx="385">
                  <c:v>45926.421898148146</c:v>
                </c:pt>
                <c:pt idx="386">
                  <c:v>45926.421898148146</c:v>
                </c:pt>
                <c:pt idx="387">
                  <c:v>45926.421898148146</c:v>
                </c:pt>
                <c:pt idx="388">
                  <c:v>45926.421898148146</c:v>
                </c:pt>
                <c:pt idx="389">
                  <c:v>45926.421898148146</c:v>
                </c:pt>
                <c:pt idx="390">
                  <c:v>45926.421898148146</c:v>
                </c:pt>
                <c:pt idx="391">
                  <c:v>45926.421898148146</c:v>
                </c:pt>
                <c:pt idx="392">
                  <c:v>45926.421898148146</c:v>
                </c:pt>
                <c:pt idx="393">
                  <c:v>45926.421898148146</c:v>
                </c:pt>
                <c:pt idx="394">
                  <c:v>45926.421898148146</c:v>
                </c:pt>
                <c:pt idx="395">
                  <c:v>45926.421898148146</c:v>
                </c:pt>
                <c:pt idx="396">
                  <c:v>45926.421898148146</c:v>
                </c:pt>
                <c:pt idx="397">
                  <c:v>45926.421898148146</c:v>
                </c:pt>
                <c:pt idx="398">
                  <c:v>45926.421898148146</c:v>
                </c:pt>
                <c:pt idx="399">
                  <c:v>45926.421898148146</c:v>
                </c:pt>
                <c:pt idx="400">
                  <c:v>45926.421909722223</c:v>
                </c:pt>
                <c:pt idx="401">
                  <c:v>45926.421909722223</c:v>
                </c:pt>
                <c:pt idx="402">
                  <c:v>45926.421909722223</c:v>
                </c:pt>
                <c:pt idx="403">
                  <c:v>45926.421909722223</c:v>
                </c:pt>
                <c:pt idx="404">
                  <c:v>45926.421909722223</c:v>
                </c:pt>
                <c:pt idx="405">
                  <c:v>45926.421909722223</c:v>
                </c:pt>
                <c:pt idx="406">
                  <c:v>45926.421909722223</c:v>
                </c:pt>
                <c:pt idx="407">
                  <c:v>45926.421909722223</c:v>
                </c:pt>
                <c:pt idx="408">
                  <c:v>45926.421909722223</c:v>
                </c:pt>
                <c:pt idx="409">
                  <c:v>45926.421909722223</c:v>
                </c:pt>
                <c:pt idx="410">
                  <c:v>45926.421909722223</c:v>
                </c:pt>
                <c:pt idx="411">
                  <c:v>45926.421909722223</c:v>
                </c:pt>
                <c:pt idx="412">
                  <c:v>45926.421909722223</c:v>
                </c:pt>
                <c:pt idx="413">
                  <c:v>45926.421909722223</c:v>
                </c:pt>
              </c:numCache>
            </c:numRef>
          </c:cat>
          <c:val>
            <c:numRef>
              <c:f>Sheet1!$F$2:$F$415</c:f>
              <c:numCache>
                <c:formatCode>General</c:formatCode>
                <c:ptCount val="414"/>
                <c:pt idx="0">
                  <c:v>-2.8333330000000001</c:v>
                </c:pt>
                <c:pt idx="1">
                  <c:v>-2.8333330000000001</c:v>
                </c:pt>
                <c:pt idx="2">
                  <c:v>-2.8333330000000001</c:v>
                </c:pt>
                <c:pt idx="3">
                  <c:v>-2.8333330000000001</c:v>
                </c:pt>
                <c:pt idx="4">
                  <c:v>-2.8333330000000001</c:v>
                </c:pt>
                <c:pt idx="5">
                  <c:v>-2.8333330000000001</c:v>
                </c:pt>
                <c:pt idx="6">
                  <c:v>-2.8333330000000001</c:v>
                </c:pt>
                <c:pt idx="7">
                  <c:v>-2.8333330000000001</c:v>
                </c:pt>
                <c:pt idx="8">
                  <c:v>-2.8333330000000001</c:v>
                </c:pt>
                <c:pt idx="9">
                  <c:v>-2.8333330000000001</c:v>
                </c:pt>
                <c:pt idx="10">
                  <c:v>-2.8333330000000001</c:v>
                </c:pt>
                <c:pt idx="11">
                  <c:v>-2.8333330000000001</c:v>
                </c:pt>
                <c:pt idx="12">
                  <c:v>-2.8333330000000001</c:v>
                </c:pt>
                <c:pt idx="13">
                  <c:v>-2.8333330000000001</c:v>
                </c:pt>
                <c:pt idx="14">
                  <c:v>-2.8333330000000001</c:v>
                </c:pt>
                <c:pt idx="15">
                  <c:v>-2.8333330000000001</c:v>
                </c:pt>
                <c:pt idx="16">
                  <c:v>-2.8333330000000001</c:v>
                </c:pt>
                <c:pt idx="17">
                  <c:v>-2.8333330000000001</c:v>
                </c:pt>
                <c:pt idx="18">
                  <c:v>-2.8333330000000001</c:v>
                </c:pt>
                <c:pt idx="19">
                  <c:v>-2.8333330000000001</c:v>
                </c:pt>
                <c:pt idx="20">
                  <c:v>-2.8333330000000001</c:v>
                </c:pt>
                <c:pt idx="21">
                  <c:v>-2.8333330000000001</c:v>
                </c:pt>
                <c:pt idx="22">
                  <c:v>-2.8333330000000001</c:v>
                </c:pt>
                <c:pt idx="23">
                  <c:v>-2.8333330000000001</c:v>
                </c:pt>
                <c:pt idx="24">
                  <c:v>-2.8333330000000001</c:v>
                </c:pt>
                <c:pt idx="25">
                  <c:v>-2.8333330000000001</c:v>
                </c:pt>
                <c:pt idx="26">
                  <c:v>-2.8333330000000001</c:v>
                </c:pt>
                <c:pt idx="27">
                  <c:v>-2.8333330000000001</c:v>
                </c:pt>
                <c:pt idx="28">
                  <c:v>-2.8333330000000001</c:v>
                </c:pt>
                <c:pt idx="29">
                  <c:v>-2.8333330000000001</c:v>
                </c:pt>
                <c:pt idx="30">
                  <c:v>-2.8333330000000001</c:v>
                </c:pt>
                <c:pt idx="31">
                  <c:v>-2.8333330000000001</c:v>
                </c:pt>
                <c:pt idx="32">
                  <c:v>-2.8333330000000001</c:v>
                </c:pt>
                <c:pt idx="33">
                  <c:v>-2.8333330000000001</c:v>
                </c:pt>
                <c:pt idx="34">
                  <c:v>-2.8333330000000001</c:v>
                </c:pt>
                <c:pt idx="35">
                  <c:v>-2.8333330000000001</c:v>
                </c:pt>
                <c:pt idx="36">
                  <c:v>-2.8333330000000001</c:v>
                </c:pt>
                <c:pt idx="37">
                  <c:v>-2.8333330000000001</c:v>
                </c:pt>
                <c:pt idx="38">
                  <c:v>-15.75</c:v>
                </c:pt>
                <c:pt idx="39">
                  <c:v>-16.75</c:v>
                </c:pt>
                <c:pt idx="40">
                  <c:v>-16.08333</c:v>
                </c:pt>
                <c:pt idx="41">
                  <c:v>-17.66667</c:v>
                </c:pt>
                <c:pt idx="42">
                  <c:v>-18</c:v>
                </c:pt>
                <c:pt idx="43">
                  <c:v>-16.16667</c:v>
                </c:pt>
                <c:pt idx="44">
                  <c:v>-17.16667</c:v>
                </c:pt>
                <c:pt idx="45">
                  <c:v>-18.41667</c:v>
                </c:pt>
                <c:pt idx="46">
                  <c:v>-18.58333</c:v>
                </c:pt>
                <c:pt idx="47">
                  <c:v>-15.91667</c:v>
                </c:pt>
                <c:pt idx="48">
                  <c:v>-49</c:v>
                </c:pt>
                <c:pt idx="49">
                  <c:v>0</c:v>
                </c:pt>
                <c:pt idx="50">
                  <c:v>0</c:v>
                </c:pt>
                <c:pt idx="51">
                  <c:v>-18.5</c:v>
                </c:pt>
                <c:pt idx="52">
                  <c:v>-18.41667</c:v>
                </c:pt>
                <c:pt idx="53">
                  <c:v>-17.5</c:v>
                </c:pt>
                <c:pt idx="54">
                  <c:v>-17.33333</c:v>
                </c:pt>
                <c:pt idx="55">
                  <c:v>-17.41667</c:v>
                </c:pt>
                <c:pt idx="56">
                  <c:v>-40.375</c:v>
                </c:pt>
                <c:pt idx="57">
                  <c:v>0</c:v>
                </c:pt>
                <c:pt idx="58">
                  <c:v>0</c:v>
                </c:pt>
                <c:pt idx="59">
                  <c:v>-14.75</c:v>
                </c:pt>
                <c:pt idx="60">
                  <c:v>-15</c:v>
                </c:pt>
                <c:pt idx="61">
                  <c:v>-15.25</c:v>
                </c:pt>
                <c:pt idx="62">
                  <c:v>-37.375</c:v>
                </c:pt>
                <c:pt idx="63">
                  <c:v>0</c:v>
                </c:pt>
                <c:pt idx="64">
                  <c:v>0</c:v>
                </c:pt>
                <c:pt idx="65">
                  <c:v>-14.75</c:v>
                </c:pt>
                <c:pt idx="66">
                  <c:v>-14.33333</c:v>
                </c:pt>
                <c:pt idx="67">
                  <c:v>-35.125</c:v>
                </c:pt>
                <c:pt idx="68">
                  <c:v>0</c:v>
                </c:pt>
                <c:pt idx="69">
                  <c:v>0</c:v>
                </c:pt>
                <c:pt idx="70">
                  <c:v>-12.08333</c:v>
                </c:pt>
                <c:pt idx="71">
                  <c:v>-11.08333</c:v>
                </c:pt>
                <c:pt idx="72">
                  <c:v>0</c:v>
                </c:pt>
                <c:pt idx="73">
                  <c:v>-10.75</c:v>
                </c:pt>
                <c:pt idx="74">
                  <c:v>-10.41667</c:v>
                </c:pt>
                <c:pt idx="75">
                  <c:v>-9.8333329999999997</c:v>
                </c:pt>
                <c:pt idx="76">
                  <c:v>-16</c:v>
                </c:pt>
                <c:pt idx="77">
                  <c:v>-7</c:v>
                </c:pt>
                <c:pt idx="78">
                  <c:v>-7.5149999999999997</c:v>
                </c:pt>
                <c:pt idx="79">
                  <c:v>-16.096499999999999</c:v>
                </c:pt>
                <c:pt idx="80">
                  <c:v>-9.1699990000000007</c:v>
                </c:pt>
                <c:pt idx="81">
                  <c:v>-8.7546660000000003</c:v>
                </c:pt>
                <c:pt idx="82">
                  <c:v>-9.3773340000000012</c:v>
                </c:pt>
                <c:pt idx="83">
                  <c:v>-14.760499999999999</c:v>
                </c:pt>
                <c:pt idx="84">
                  <c:v>-8.9458330000000004</c:v>
                </c:pt>
                <c:pt idx="85">
                  <c:v>-9.0566650000000006</c:v>
                </c:pt>
                <c:pt idx="86">
                  <c:v>-17.130670000000002</c:v>
                </c:pt>
                <c:pt idx="87">
                  <c:v>-10.835000000000001</c:v>
                </c:pt>
                <c:pt idx="88">
                  <c:v>-9.3620000000000001</c:v>
                </c:pt>
                <c:pt idx="89">
                  <c:v>-14.585999999999999</c:v>
                </c:pt>
                <c:pt idx="90">
                  <c:v>-12.667670000000001</c:v>
                </c:pt>
                <c:pt idx="91">
                  <c:v>-7.0069999999999997</c:v>
                </c:pt>
                <c:pt idx="92">
                  <c:v>-10.716670000000001</c:v>
                </c:pt>
                <c:pt idx="93">
                  <c:v>-5.6593330000000002</c:v>
                </c:pt>
                <c:pt idx="94">
                  <c:v>-5.9939989999999996</c:v>
                </c:pt>
                <c:pt idx="95">
                  <c:v>0</c:v>
                </c:pt>
                <c:pt idx="96">
                  <c:v>0</c:v>
                </c:pt>
                <c:pt idx="97">
                  <c:v>-14.763000000000002</c:v>
                </c:pt>
                <c:pt idx="98">
                  <c:v>-6.5986659999999997</c:v>
                </c:pt>
                <c:pt idx="99">
                  <c:v>0</c:v>
                </c:pt>
                <c:pt idx="100">
                  <c:v>-11.648</c:v>
                </c:pt>
                <c:pt idx="101">
                  <c:v>0</c:v>
                </c:pt>
                <c:pt idx="102">
                  <c:v>0</c:v>
                </c:pt>
                <c:pt idx="103">
                  <c:v>6.8129989999999996</c:v>
                </c:pt>
                <c:pt idx="104">
                  <c:v>0</c:v>
                </c:pt>
                <c:pt idx="105">
                  <c:v>12.361000000000001</c:v>
                </c:pt>
                <c:pt idx="106">
                  <c:v>0</c:v>
                </c:pt>
                <c:pt idx="107">
                  <c:v>0</c:v>
                </c:pt>
                <c:pt idx="108">
                  <c:v>16.769000000000002</c:v>
                </c:pt>
                <c:pt idx="109">
                  <c:v>14.78383</c:v>
                </c:pt>
                <c:pt idx="110">
                  <c:v>20.440000000000001</c:v>
                </c:pt>
                <c:pt idx="111">
                  <c:v>10.754</c:v>
                </c:pt>
                <c:pt idx="112">
                  <c:v>23.327999999999999</c:v>
                </c:pt>
                <c:pt idx="113">
                  <c:v>24.734999999999999</c:v>
                </c:pt>
                <c:pt idx="114">
                  <c:v>25.783329999999999</c:v>
                </c:pt>
                <c:pt idx="115">
                  <c:v>27.886670000000002</c:v>
                </c:pt>
                <c:pt idx="116">
                  <c:v>29.432659999999998</c:v>
                </c:pt>
                <c:pt idx="117">
                  <c:v>20.975999999999999</c:v>
                </c:pt>
                <c:pt idx="118">
                  <c:v>65.90625</c:v>
                </c:pt>
                <c:pt idx="119">
                  <c:v>67.625990000000002</c:v>
                </c:pt>
                <c:pt idx="120">
                  <c:v>68.692999999999998</c:v>
                </c:pt>
                <c:pt idx="121">
                  <c:v>0</c:v>
                </c:pt>
                <c:pt idx="122">
                  <c:v>0</c:v>
                </c:pt>
                <c:pt idx="123">
                  <c:v>61.352499999999999</c:v>
                </c:pt>
                <c:pt idx="124">
                  <c:v>79.706249999999997</c:v>
                </c:pt>
                <c:pt idx="125">
                  <c:v>88.762749999999997</c:v>
                </c:pt>
                <c:pt idx="126">
                  <c:v>101.592</c:v>
                </c:pt>
                <c:pt idx="127">
                  <c:v>90.75</c:v>
                </c:pt>
                <c:pt idx="128">
                  <c:v>107.892</c:v>
                </c:pt>
                <c:pt idx="129">
                  <c:v>94.405500000000004</c:v>
                </c:pt>
                <c:pt idx="130">
                  <c:v>110.13969999999999</c:v>
                </c:pt>
                <c:pt idx="131">
                  <c:v>114.77</c:v>
                </c:pt>
                <c:pt idx="132">
                  <c:v>119.25</c:v>
                </c:pt>
                <c:pt idx="133">
                  <c:v>173.3193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176</c:v>
                </c:pt>
                <c:pt idx="138">
                  <c:v>185.33330000000001</c:v>
                </c:pt>
                <c:pt idx="139">
                  <c:v>187.14600000000002</c:v>
                </c:pt>
                <c:pt idx="140">
                  <c:v>193.33330000000001</c:v>
                </c:pt>
                <c:pt idx="141">
                  <c:v>188</c:v>
                </c:pt>
                <c:pt idx="142">
                  <c:v>188</c:v>
                </c:pt>
                <c:pt idx="143">
                  <c:v>172</c:v>
                </c:pt>
                <c:pt idx="144">
                  <c:v>192.80700000000002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202.66669999999999</c:v>
                </c:pt>
                <c:pt idx="149">
                  <c:v>203.13</c:v>
                </c:pt>
                <c:pt idx="150">
                  <c:v>205.33330000000001</c:v>
                </c:pt>
                <c:pt idx="151">
                  <c:v>204.12900000000002</c:v>
                </c:pt>
                <c:pt idx="152">
                  <c:v>209.57999999999998</c:v>
                </c:pt>
                <c:pt idx="153">
                  <c:v>219.34</c:v>
                </c:pt>
                <c:pt idx="154">
                  <c:v>210</c:v>
                </c:pt>
                <c:pt idx="155">
                  <c:v>192.33330000000001</c:v>
                </c:pt>
                <c:pt idx="156">
                  <c:v>223.44300000000001</c:v>
                </c:pt>
                <c:pt idx="157">
                  <c:v>191</c:v>
                </c:pt>
                <c:pt idx="158">
                  <c:v>219.78</c:v>
                </c:pt>
                <c:pt idx="159">
                  <c:v>185</c:v>
                </c:pt>
                <c:pt idx="160">
                  <c:v>183.483</c:v>
                </c:pt>
                <c:pt idx="161">
                  <c:v>221.33330000000001</c:v>
                </c:pt>
                <c:pt idx="162">
                  <c:v>235.66670000000002</c:v>
                </c:pt>
                <c:pt idx="163">
                  <c:v>232.33329999999998</c:v>
                </c:pt>
                <c:pt idx="164">
                  <c:v>228.66669999999999</c:v>
                </c:pt>
                <c:pt idx="165">
                  <c:v>225</c:v>
                </c:pt>
                <c:pt idx="166">
                  <c:v>221.33330000000001</c:v>
                </c:pt>
                <c:pt idx="167">
                  <c:v>226.33329999999998</c:v>
                </c:pt>
                <c:pt idx="168">
                  <c:v>212</c:v>
                </c:pt>
                <c:pt idx="169">
                  <c:v>195.33329999999998</c:v>
                </c:pt>
                <c:pt idx="170">
                  <c:v>168.66669999999999</c:v>
                </c:pt>
                <c:pt idx="171">
                  <c:v>171.33329999999998</c:v>
                </c:pt>
                <c:pt idx="172">
                  <c:v>181.81800000000001</c:v>
                </c:pt>
                <c:pt idx="173">
                  <c:v>172.33330000000001</c:v>
                </c:pt>
                <c:pt idx="174">
                  <c:v>166.66669999999999</c:v>
                </c:pt>
                <c:pt idx="175">
                  <c:v>166.66669999999999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83.25</c:v>
                </c:pt>
                <c:pt idx="182">
                  <c:v>65.5</c:v>
                </c:pt>
                <c:pt idx="183">
                  <c:v>83.749989999999997</c:v>
                </c:pt>
                <c:pt idx="184">
                  <c:v>64.999989999999997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26.945999999999998</c:v>
                </c:pt>
                <c:pt idx="191">
                  <c:v>38</c:v>
                </c:pt>
                <c:pt idx="192">
                  <c:v>35.559669999999997</c:v>
                </c:pt>
                <c:pt idx="193">
                  <c:v>27.166659999999997</c:v>
                </c:pt>
                <c:pt idx="194">
                  <c:v>19.66667</c:v>
                </c:pt>
                <c:pt idx="195">
                  <c:v>0</c:v>
                </c:pt>
                <c:pt idx="196">
                  <c:v>11.33333</c:v>
                </c:pt>
                <c:pt idx="197">
                  <c:v>-12.5</c:v>
                </c:pt>
                <c:pt idx="198">
                  <c:v>-8.8245000000000005</c:v>
                </c:pt>
                <c:pt idx="199">
                  <c:v>0</c:v>
                </c:pt>
                <c:pt idx="200">
                  <c:v>0</c:v>
                </c:pt>
                <c:pt idx="201">
                  <c:v>-10.63467</c:v>
                </c:pt>
                <c:pt idx="202">
                  <c:v>-14.666670000000002</c:v>
                </c:pt>
                <c:pt idx="203">
                  <c:v>-19.27533</c:v>
                </c:pt>
                <c:pt idx="204">
                  <c:v>-23.83333</c:v>
                </c:pt>
                <c:pt idx="205">
                  <c:v>-25.666660000000004</c:v>
                </c:pt>
                <c:pt idx="206">
                  <c:v>-27.611330000000002</c:v>
                </c:pt>
                <c:pt idx="207">
                  <c:v>-27.139499999999998</c:v>
                </c:pt>
                <c:pt idx="208">
                  <c:v>-73.353000000000009</c:v>
                </c:pt>
                <c:pt idx="209">
                  <c:v>-80.507740000000013</c:v>
                </c:pt>
                <c:pt idx="210">
                  <c:v>0</c:v>
                </c:pt>
                <c:pt idx="211">
                  <c:v>-84.415499999999994</c:v>
                </c:pt>
                <c:pt idx="212">
                  <c:v>-67.999989999999997</c:v>
                </c:pt>
                <c:pt idx="213">
                  <c:v>-82.5</c:v>
                </c:pt>
                <c:pt idx="214">
                  <c:v>-73.602490000000003</c:v>
                </c:pt>
                <c:pt idx="215">
                  <c:v>-75.25</c:v>
                </c:pt>
                <c:pt idx="216">
                  <c:v>-81.168750000000003</c:v>
                </c:pt>
                <c:pt idx="217">
                  <c:v>-89.749989999999997</c:v>
                </c:pt>
                <c:pt idx="218">
                  <c:v>-96.25</c:v>
                </c:pt>
                <c:pt idx="219">
                  <c:v>-97.75</c:v>
                </c:pt>
                <c:pt idx="220">
                  <c:v>-106.5</c:v>
                </c:pt>
                <c:pt idx="221">
                  <c:v>-114.5</c:v>
                </c:pt>
                <c:pt idx="222">
                  <c:v>-188.66669999999999</c:v>
                </c:pt>
                <c:pt idx="223">
                  <c:v>-166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-162.33330000000001</c:v>
                </c:pt>
                <c:pt idx="229">
                  <c:v>-162.34129999999999</c:v>
                </c:pt>
                <c:pt idx="230">
                  <c:v>-163.33929999999998</c:v>
                </c:pt>
                <c:pt idx="231">
                  <c:v>-165.66800000000001</c:v>
                </c:pt>
                <c:pt idx="232">
                  <c:v>-173</c:v>
                </c:pt>
                <c:pt idx="233">
                  <c:v>-201.13200000000001</c:v>
                </c:pt>
                <c:pt idx="234">
                  <c:v>-185</c:v>
                </c:pt>
                <c:pt idx="235">
                  <c:v>-214.33330000000001</c:v>
                </c:pt>
                <c:pt idx="236">
                  <c:v>-181</c:v>
                </c:pt>
                <c:pt idx="237">
                  <c:v>-193</c:v>
                </c:pt>
                <c:pt idx="238">
                  <c:v>-168.66669999999999</c:v>
                </c:pt>
                <c:pt idx="239">
                  <c:v>-165.66669999999999</c:v>
                </c:pt>
                <c:pt idx="240">
                  <c:v>-160.0127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-104.5</c:v>
                </c:pt>
                <c:pt idx="245">
                  <c:v>-94.061490000000006</c:v>
                </c:pt>
                <c:pt idx="246">
                  <c:v>-91.759999999999991</c:v>
                </c:pt>
                <c:pt idx="247">
                  <c:v>-81.085499999999996</c:v>
                </c:pt>
                <c:pt idx="248">
                  <c:v>-76.958749999999995</c:v>
                </c:pt>
                <c:pt idx="249">
                  <c:v>-65.075000000000003</c:v>
                </c:pt>
                <c:pt idx="250">
                  <c:v>0</c:v>
                </c:pt>
                <c:pt idx="251">
                  <c:v>0</c:v>
                </c:pt>
                <c:pt idx="252">
                  <c:v>-27.66283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-24.879170000000002</c:v>
                </c:pt>
                <c:pt idx="257">
                  <c:v>-61.246999999999993</c:v>
                </c:pt>
                <c:pt idx="258">
                  <c:v>0</c:v>
                </c:pt>
                <c:pt idx="259">
                  <c:v>0</c:v>
                </c:pt>
                <c:pt idx="260">
                  <c:v>-22.050330000000002</c:v>
                </c:pt>
                <c:pt idx="261">
                  <c:v>-26.978999999999999</c:v>
                </c:pt>
                <c:pt idx="262">
                  <c:v>-20.02</c:v>
                </c:pt>
                <c:pt idx="263">
                  <c:v>-20.32067</c:v>
                </c:pt>
                <c:pt idx="264">
                  <c:v>-20.417999999999999</c:v>
                </c:pt>
                <c:pt idx="265">
                  <c:v>-21.599329999999998</c:v>
                </c:pt>
                <c:pt idx="266">
                  <c:v>-44.4465</c:v>
                </c:pt>
                <c:pt idx="267">
                  <c:v>0</c:v>
                </c:pt>
                <c:pt idx="268">
                  <c:v>-21.80583</c:v>
                </c:pt>
                <c:pt idx="269">
                  <c:v>-21.637170000000001</c:v>
                </c:pt>
                <c:pt idx="270">
                  <c:v>-21.827999999999999</c:v>
                </c:pt>
                <c:pt idx="271">
                  <c:v>-38.745000000000005</c:v>
                </c:pt>
                <c:pt idx="272">
                  <c:v>0</c:v>
                </c:pt>
                <c:pt idx="273">
                  <c:v>0</c:v>
                </c:pt>
                <c:pt idx="274">
                  <c:v>-20.260829999999999</c:v>
                </c:pt>
                <c:pt idx="275">
                  <c:v>-20.747499999999999</c:v>
                </c:pt>
                <c:pt idx="276">
                  <c:v>-20.376000000000001</c:v>
                </c:pt>
                <c:pt idx="277">
                  <c:v>-20.997499999999999</c:v>
                </c:pt>
                <c:pt idx="278">
                  <c:v>-20.69483</c:v>
                </c:pt>
                <c:pt idx="279">
                  <c:v>-20.98367</c:v>
                </c:pt>
                <c:pt idx="280">
                  <c:v>-32.570999999999998</c:v>
                </c:pt>
                <c:pt idx="281">
                  <c:v>-32.690249999999999</c:v>
                </c:pt>
                <c:pt idx="282">
                  <c:v>-45.625</c:v>
                </c:pt>
                <c:pt idx="283">
                  <c:v>-45.5</c:v>
                </c:pt>
                <c:pt idx="284">
                  <c:v>-33.875</c:v>
                </c:pt>
                <c:pt idx="285">
                  <c:v>-33.875</c:v>
                </c:pt>
                <c:pt idx="286">
                  <c:v>-34.875</c:v>
                </c:pt>
                <c:pt idx="287">
                  <c:v>-42.875</c:v>
                </c:pt>
                <c:pt idx="288">
                  <c:v>0</c:v>
                </c:pt>
                <c:pt idx="289">
                  <c:v>-18.83333</c:v>
                </c:pt>
                <c:pt idx="290">
                  <c:v>-30.5</c:v>
                </c:pt>
                <c:pt idx="291">
                  <c:v>-31.5</c:v>
                </c:pt>
                <c:pt idx="292">
                  <c:v>-46.875</c:v>
                </c:pt>
                <c:pt idx="293">
                  <c:v>-33.875</c:v>
                </c:pt>
                <c:pt idx="294">
                  <c:v>-34.25</c:v>
                </c:pt>
                <c:pt idx="295">
                  <c:v>-35.875</c:v>
                </c:pt>
                <c:pt idx="296">
                  <c:v>-37.125</c:v>
                </c:pt>
                <c:pt idx="297">
                  <c:v>-37.25</c:v>
                </c:pt>
                <c:pt idx="298">
                  <c:v>-56.875</c:v>
                </c:pt>
                <c:pt idx="299">
                  <c:v>-39.75</c:v>
                </c:pt>
                <c:pt idx="300">
                  <c:v>-38.5</c:v>
                </c:pt>
                <c:pt idx="301">
                  <c:v>-39</c:v>
                </c:pt>
                <c:pt idx="302">
                  <c:v>-39.25</c:v>
                </c:pt>
                <c:pt idx="303">
                  <c:v>-38.625</c:v>
                </c:pt>
                <c:pt idx="304">
                  <c:v>-38.875</c:v>
                </c:pt>
                <c:pt idx="305">
                  <c:v>-38.25</c:v>
                </c:pt>
                <c:pt idx="306">
                  <c:v>-92.333330000000004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-25.5</c:v>
                </c:pt>
                <c:pt idx="311">
                  <c:v>-25.5</c:v>
                </c:pt>
                <c:pt idx="312">
                  <c:v>-25.5</c:v>
                </c:pt>
                <c:pt idx="313">
                  <c:v>-25.5</c:v>
                </c:pt>
                <c:pt idx="314">
                  <c:v>-25.5</c:v>
                </c:pt>
                <c:pt idx="315">
                  <c:v>-25.5</c:v>
                </c:pt>
                <c:pt idx="316">
                  <c:v>-25.5</c:v>
                </c:pt>
                <c:pt idx="317">
                  <c:v>-25.5</c:v>
                </c:pt>
                <c:pt idx="318">
                  <c:v>-25.5</c:v>
                </c:pt>
                <c:pt idx="319">
                  <c:v>-25.5</c:v>
                </c:pt>
                <c:pt idx="320">
                  <c:v>-25.5</c:v>
                </c:pt>
                <c:pt idx="321">
                  <c:v>-25.5</c:v>
                </c:pt>
                <c:pt idx="322">
                  <c:v>-25.5</c:v>
                </c:pt>
                <c:pt idx="323">
                  <c:v>-25.5</c:v>
                </c:pt>
                <c:pt idx="324">
                  <c:v>-25.5</c:v>
                </c:pt>
                <c:pt idx="325">
                  <c:v>-25.5</c:v>
                </c:pt>
                <c:pt idx="326">
                  <c:v>-25.5</c:v>
                </c:pt>
                <c:pt idx="327">
                  <c:v>-25.5</c:v>
                </c:pt>
                <c:pt idx="328">
                  <c:v>-25.5</c:v>
                </c:pt>
                <c:pt idx="329">
                  <c:v>-25.5</c:v>
                </c:pt>
                <c:pt idx="330">
                  <c:v>-25.5</c:v>
                </c:pt>
                <c:pt idx="331">
                  <c:v>-25.5</c:v>
                </c:pt>
                <c:pt idx="332">
                  <c:v>-25.5</c:v>
                </c:pt>
                <c:pt idx="333">
                  <c:v>-25.5</c:v>
                </c:pt>
                <c:pt idx="334">
                  <c:v>-25.5</c:v>
                </c:pt>
                <c:pt idx="335">
                  <c:v>-25.5</c:v>
                </c:pt>
                <c:pt idx="336">
                  <c:v>-25.5</c:v>
                </c:pt>
                <c:pt idx="337">
                  <c:v>-25.5</c:v>
                </c:pt>
                <c:pt idx="338">
                  <c:v>-25.5</c:v>
                </c:pt>
                <c:pt idx="339">
                  <c:v>-25.5</c:v>
                </c:pt>
                <c:pt idx="340">
                  <c:v>-25.5</c:v>
                </c:pt>
                <c:pt idx="341">
                  <c:v>-25.5</c:v>
                </c:pt>
                <c:pt idx="342">
                  <c:v>-25.5</c:v>
                </c:pt>
                <c:pt idx="343">
                  <c:v>-25.5</c:v>
                </c:pt>
                <c:pt idx="344">
                  <c:v>-25.5</c:v>
                </c:pt>
                <c:pt idx="345">
                  <c:v>-25.5</c:v>
                </c:pt>
                <c:pt idx="346">
                  <c:v>-25.5</c:v>
                </c:pt>
                <c:pt idx="347">
                  <c:v>-25.5</c:v>
                </c:pt>
                <c:pt idx="348">
                  <c:v>-25.5</c:v>
                </c:pt>
                <c:pt idx="349">
                  <c:v>-25.5</c:v>
                </c:pt>
                <c:pt idx="350">
                  <c:v>-25.5</c:v>
                </c:pt>
                <c:pt idx="351">
                  <c:v>-25.5</c:v>
                </c:pt>
                <c:pt idx="352">
                  <c:v>-25.5</c:v>
                </c:pt>
                <c:pt idx="353">
                  <c:v>-25.5</c:v>
                </c:pt>
                <c:pt idx="354">
                  <c:v>-25.5</c:v>
                </c:pt>
                <c:pt idx="355">
                  <c:v>-25.5</c:v>
                </c:pt>
                <c:pt idx="356">
                  <c:v>-25.5</c:v>
                </c:pt>
                <c:pt idx="357">
                  <c:v>-25.5</c:v>
                </c:pt>
                <c:pt idx="358">
                  <c:v>-25.5</c:v>
                </c:pt>
                <c:pt idx="359">
                  <c:v>-25.5</c:v>
                </c:pt>
                <c:pt idx="360">
                  <c:v>-25.5</c:v>
                </c:pt>
                <c:pt idx="361">
                  <c:v>-25.5</c:v>
                </c:pt>
                <c:pt idx="362">
                  <c:v>-25.5</c:v>
                </c:pt>
                <c:pt idx="363">
                  <c:v>-25.5</c:v>
                </c:pt>
                <c:pt idx="364">
                  <c:v>-25.5</c:v>
                </c:pt>
                <c:pt idx="365">
                  <c:v>-25.5</c:v>
                </c:pt>
                <c:pt idx="366">
                  <c:v>-25.5</c:v>
                </c:pt>
                <c:pt idx="367">
                  <c:v>-25.5</c:v>
                </c:pt>
                <c:pt idx="368">
                  <c:v>-25.5</c:v>
                </c:pt>
                <c:pt idx="369">
                  <c:v>-25.5</c:v>
                </c:pt>
                <c:pt idx="370">
                  <c:v>-25.5</c:v>
                </c:pt>
                <c:pt idx="371">
                  <c:v>-25.5</c:v>
                </c:pt>
                <c:pt idx="372">
                  <c:v>-25.5</c:v>
                </c:pt>
                <c:pt idx="373">
                  <c:v>-25.5</c:v>
                </c:pt>
                <c:pt idx="374">
                  <c:v>-25.5</c:v>
                </c:pt>
                <c:pt idx="375">
                  <c:v>-25.5</c:v>
                </c:pt>
                <c:pt idx="376">
                  <c:v>-25.5</c:v>
                </c:pt>
                <c:pt idx="377">
                  <c:v>-25.5</c:v>
                </c:pt>
                <c:pt idx="378">
                  <c:v>-25.5</c:v>
                </c:pt>
                <c:pt idx="379">
                  <c:v>-25.5</c:v>
                </c:pt>
                <c:pt idx="380">
                  <c:v>-25.5</c:v>
                </c:pt>
                <c:pt idx="381">
                  <c:v>-25.5</c:v>
                </c:pt>
                <c:pt idx="382">
                  <c:v>-25.5</c:v>
                </c:pt>
                <c:pt idx="383">
                  <c:v>-25.5</c:v>
                </c:pt>
                <c:pt idx="384">
                  <c:v>-25.5</c:v>
                </c:pt>
                <c:pt idx="385">
                  <c:v>-25.5</c:v>
                </c:pt>
                <c:pt idx="386">
                  <c:v>-25.5</c:v>
                </c:pt>
                <c:pt idx="387">
                  <c:v>-25.5</c:v>
                </c:pt>
                <c:pt idx="388">
                  <c:v>-25.5</c:v>
                </c:pt>
                <c:pt idx="389">
                  <c:v>-25.5</c:v>
                </c:pt>
                <c:pt idx="390">
                  <c:v>-25.5</c:v>
                </c:pt>
                <c:pt idx="391">
                  <c:v>-25.5</c:v>
                </c:pt>
                <c:pt idx="392">
                  <c:v>-25.5</c:v>
                </c:pt>
                <c:pt idx="393">
                  <c:v>-25.5</c:v>
                </c:pt>
                <c:pt idx="394">
                  <c:v>-25.5</c:v>
                </c:pt>
                <c:pt idx="395">
                  <c:v>-25.5</c:v>
                </c:pt>
                <c:pt idx="396">
                  <c:v>-25.5</c:v>
                </c:pt>
                <c:pt idx="397">
                  <c:v>-25.5</c:v>
                </c:pt>
                <c:pt idx="398">
                  <c:v>-25.5</c:v>
                </c:pt>
                <c:pt idx="399">
                  <c:v>-25.5</c:v>
                </c:pt>
                <c:pt idx="400">
                  <c:v>-25.5</c:v>
                </c:pt>
                <c:pt idx="401">
                  <c:v>-25.5</c:v>
                </c:pt>
                <c:pt idx="402">
                  <c:v>-25.5</c:v>
                </c:pt>
                <c:pt idx="403">
                  <c:v>-25.5</c:v>
                </c:pt>
                <c:pt idx="404">
                  <c:v>-25.5</c:v>
                </c:pt>
                <c:pt idx="405">
                  <c:v>-25.5</c:v>
                </c:pt>
                <c:pt idx="406">
                  <c:v>-25.5</c:v>
                </c:pt>
                <c:pt idx="407">
                  <c:v>-25.5</c:v>
                </c:pt>
                <c:pt idx="408">
                  <c:v>-25.5</c:v>
                </c:pt>
                <c:pt idx="409">
                  <c:v>-25.5</c:v>
                </c:pt>
                <c:pt idx="410">
                  <c:v>-25.5</c:v>
                </c:pt>
                <c:pt idx="411">
                  <c:v>-25.5</c:v>
                </c:pt>
                <c:pt idx="412">
                  <c:v>-25.5</c:v>
                </c:pt>
                <c:pt idx="413">
                  <c:v>-25.5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7C8-4497-A495-A8E113FB836F}"/>
            </c:ext>
          </c:extLst>
        </c:ser>
        <c:ser>
          <c:idx val="8"/>
          <c:order val="8"/>
          <c:tx>
            <c:strRef>
              <c:f>Sheet1!$J$1</c:f>
              <c:strCache>
                <c:ptCount val="1"/>
                <c:pt idx="0">
                  <c:v>Line Speed</c:v>
                </c:pt>
              </c:strCache>
            </c:strRef>
          </c:tx>
          <c:spPr>
            <a:ln w="12700" cap="rnd">
              <a:solidFill>
                <a:schemeClr val="accent3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Sheet1!$A$2:$A$415</c:f>
              <c:numCache>
                <c:formatCode>yyyy/mm/dd\ ddd\ hh:mm:ss</c:formatCode>
                <c:ptCount val="414"/>
                <c:pt idx="0">
                  <c:v>45926.421666666669</c:v>
                </c:pt>
                <c:pt idx="1">
                  <c:v>45926.421678240738</c:v>
                </c:pt>
                <c:pt idx="2">
                  <c:v>45926.421678240738</c:v>
                </c:pt>
                <c:pt idx="3">
                  <c:v>45926.421678240738</c:v>
                </c:pt>
                <c:pt idx="4">
                  <c:v>45926.421678240738</c:v>
                </c:pt>
                <c:pt idx="5">
                  <c:v>45926.421678240738</c:v>
                </c:pt>
                <c:pt idx="6">
                  <c:v>45926.421678240738</c:v>
                </c:pt>
                <c:pt idx="7">
                  <c:v>45926.421678240738</c:v>
                </c:pt>
                <c:pt idx="8">
                  <c:v>45926.421678240738</c:v>
                </c:pt>
                <c:pt idx="9">
                  <c:v>45926.421678240738</c:v>
                </c:pt>
                <c:pt idx="10">
                  <c:v>45926.421678240738</c:v>
                </c:pt>
                <c:pt idx="11">
                  <c:v>45926.421678240738</c:v>
                </c:pt>
                <c:pt idx="12">
                  <c:v>45926.421678240738</c:v>
                </c:pt>
                <c:pt idx="13">
                  <c:v>45926.421678240738</c:v>
                </c:pt>
                <c:pt idx="14">
                  <c:v>45926.421678240738</c:v>
                </c:pt>
                <c:pt idx="15">
                  <c:v>45926.421678240738</c:v>
                </c:pt>
                <c:pt idx="16">
                  <c:v>45926.421678240738</c:v>
                </c:pt>
                <c:pt idx="17">
                  <c:v>45926.421678240738</c:v>
                </c:pt>
                <c:pt idx="18">
                  <c:v>45926.421678240738</c:v>
                </c:pt>
                <c:pt idx="19">
                  <c:v>45926.421678240738</c:v>
                </c:pt>
                <c:pt idx="20">
                  <c:v>45926.421678240738</c:v>
                </c:pt>
                <c:pt idx="21">
                  <c:v>45926.421689814815</c:v>
                </c:pt>
                <c:pt idx="22">
                  <c:v>45926.421689814815</c:v>
                </c:pt>
                <c:pt idx="23">
                  <c:v>45926.421689814815</c:v>
                </c:pt>
                <c:pt idx="24">
                  <c:v>45926.421689814815</c:v>
                </c:pt>
                <c:pt idx="25">
                  <c:v>45926.421689814815</c:v>
                </c:pt>
                <c:pt idx="26">
                  <c:v>45926.421689814815</c:v>
                </c:pt>
                <c:pt idx="27">
                  <c:v>45926.421689814815</c:v>
                </c:pt>
                <c:pt idx="28">
                  <c:v>45926.421689814815</c:v>
                </c:pt>
                <c:pt idx="29">
                  <c:v>45926.421689814815</c:v>
                </c:pt>
                <c:pt idx="30">
                  <c:v>45926.421689814815</c:v>
                </c:pt>
                <c:pt idx="31">
                  <c:v>45926.421689814815</c:v>
                </c:pt>
                <c:pt idx="32">
                  <c:v>45926.421689814815</c:v>
                </c:pt>
                <c:pt idx="33">
                  <c:v>45926.421689814815</c:v>
                </c:pt>
                <c:pt idx="34">
                  <c:v>45926.421689814815</c:v>
                </c:pt>
                <c:pt idx="35">
                  <c:v>45926.421689814815</c:v>
                </c:pt>
                <c:pt idx="36">
                  <c:v>45926.421689814815</c:v>
                </c:pt>
                <c:pt idx="37">
                  <c:v>45926.421689814815</c:v>
                </c:pt>
                <c:pt idx="38">
                  <c:v>45926.421689814815</c:v>
                </c:pt>
                <c:pt idx="39">
                  <c:v>45926.421689814815</c:v>
                </c:pt>
                <c:pt idx="40">
                  <c:v>45926.421689814815</c:v>
                </c:pt>
                <c:pt idx="41">
                  <c:v>45926.421689814815</c:v>
                </c:pt>
                <c:pt idx="42">
                  <c:v>45926.421701388892</c:v>
                </c:pt>
                <c:pt idx="43">
                  <c:v>45926.421701388892</c:v>
                </c:pt>
                <c:pt idx="44">
                  <c:v>45926.421701388892</c:v>
                </c:pt>
                <c:pt idx="45">
                  <c:v>45926.421701388892</c:v>
                </c:pt>
                <c:pt idx="46">
                  <c:v>45926.421701388892</c:v>
                </c:pt>
                <c:pt idx="47">
                  <c:v>45926.421701388892</c:v>
                </c:pt>
                <c:pt idx="48">
                  <c:v>45926.421701388892</c:v>
                </c:pt>
                <c:pt idx="49">
                  <c:v>45926.421701388892</c:v>
                </c:pt>
                <c:pt idx="50">
                  <c:v>45926.421701388892</c:v>
                </c:pt>
                <c:pt idx="51">
                  <c:v>45926.421701388892</c:v>
                </c:pt>
                <c:pt idx="52">
                  <c:v>45926.421701388892</c:v>
                </c:pt>
                <c:pt idx="53">
                  <c:v>45926.421701388892</c:v>
                </c:pt>
                <c:pt idx="54">
                  <c:v>45926.421701388892</c:v>
                </c:pt>
                <c:pt idx="55">
                  <c:v>45926.421701388892</c:v>
                </c:pt>
                <c:pt idx="56">
                  <c:v>45926.421701388892</c:v>
                </c:pt>
                <c:pt idx="57">
                  <c:v>45926.421701388892</c:v>
                </c:pt>
                <c:pt idx="58">
                  <c:v>45926.421701388892</c:v>
                </c:pt>
                <c:pt idx="59">
                  <c:v>45926.421701388892</c:v>
                </c:pt>
                <c:pt idx="60">
                  <c:v>45926.421701388892</c:v>
                </c:pt>
                <c:pt idx="61">
                  <c:v>45926.421701388892</c:v>
                </c:pt>
                <c:pt idx="62">
                  <c:v>45926.421712962961</c:v>
                </c:pt>
                <c:pt idx="63">
                  <c:v>45926.421712962961</c:v>
                </c:pt>
                <c:pt idx="64">
                  <c:v>45926.421712962961</c:v>
                </c:pt>
                <c:pt idx="65">
                  <c:v>45926.421712962961</c:v>
                </c:pt>
                <c:pt idx="66">
                  <c:v>45926.421712962961</c:v>
                </c:pt>
                <c:pt idx="67">
                  <c:v>45926.421712962961</c:v>
                </c:pt>
                <c:pt idx="68">
                  <c:v>45926.421712962961</c:v>
                </c:pt>
                <c:pt idx="69">
                  <c:v>45926.421712962961</c:v>
                </c:pt>
                <c:pt idx="70">
                  <c:v>45926.421712962961</c:v>
                </c:pt>
                <c:pt idx="71">
                  <c:v>45926.421712962961</c:v>
                </c:pt>
                <c:pt idx="72">
                  <c:v>45926.421712962961</c:v>
                </c:pt>
                <c:pt idx="73">
                  <c:v>45926.421712962961</c:v>
                </c:pt>
                <c:pt idx="74">
                  <c:v>45926.421712962961</c:v>
                </c:pt>
                <c:pt idx="75">
                  <c:v>45926.421712962961</c:v>
                </c:pt>
                <c:pt idx="76">
                  <c:v>45926.421712962961</c:v>
                </c:pt>
                <c:pt idx="77">
                  <c:v>45926.421712962961</c:v>
                </c:pt>
                <c:pt idx="78">
                  <c:v>45926.421712962961</c:v>
                </c:pt>
                <c:pt idx="79">
                  <c:v>45926.421712962961</c:v>
                </c:pt>
                <c:pt idx="80">
                  <c:v>45926.421712962961</c:v>
                </c:pt>
                <c:pt idx="81">
                  <c:v>45926.421724537038</c:v>
                </c:pt>
                <c:pt idx="82">
                  <c:v>45926.421724537038</c:v>
                </c:pt>
                <c:pt idx="83">
                  <c:v>45926.421724537038</c:v>
                </c:pt>
                <c:pt idx="84">
                  <c:v>45926.421724537038</c:v>
                </c:pt>
                <c:pt idx="85">
                  <c:v>45926.421724537038</c:v>
                </c:pt>
                <c:pt idx="86">
                  <c:v>45926.421724537038</c:v>
                </c:pt>
                <c:pt idx="87">
                  <c:v>45926.421724537038</c:v>
                </c:pt>
                <c:pt idx="88">
                  <c:v>45926.421724537038</c:v>
                </c:pt>
                <c:pt idx="89">
                  <c:v>45926.421724537038</c:v>
                </c:pt>
                <c:pt idx="90">
                  <c:v>45926.421724537038</c:v>
                </c:pt>
                <c:pt idx="91">
                  <c:v>45926.421724537038</c:v>
                </c:pt>
                <c:pt idx="92">
                  <c:v>45926.421724537038</c:v>
                </c:pt>
                <c:pt idx="93">
                  <c:v>45926.421724537038</c:v>
                </c:pt>
                <c:pt idx="94">
                  <c:v>45926.421724537038</c:v>
                </c:pt>
                <c:pt idx="95">
                  <c:v>45926.421724537038</c:v>
                </c:pt>
                <c:pt idx="96">
                  <c:v>45926.421724537038</c:v>
                </c:pt>
                <c:pt idx="97">
                  <c:v>45926.421724537038</c:v>
                </c:pt>
                <c:pt idx="98">
                  <c:v>45926.421724537038</c:v>
                </c:pt>
                <c:pt idx="99">
                  <c:v>45926.421724537038</c:v>
                </c:pt>
                <c:pt idx="100">
                  <c:v>45926.421724537038</c:v>
                </c:pt>
                <c:pt idx="101">
                  <c:v>45926.421736111108</c:v>
                </c:pt>
                <c:pt idx="102">
                  <c:v>45926.421736111108</c:v>
                </c:pt>
                <c:pt idx="103">
                  <c:v>45926.421736111108</c:v>
                </c:pt>
                <c:pt idx="104">
                  <c:v>45926.421736111108</c:v>
                </c:pt>
                <c:pt idx="105">
                  <c:v>45926.421736111108</c:v>
                </c:pt>
                <c:pt idx="106">
                  <c:v>45926.421736111108</c:v>
                </c:pt>
                <c:pt idx="107">
                  <c:v>45926.421736111108</c:v>
                </c:pt>
                <c:pt idx="108">
                  <c:v>45926.421736111108</c:v>
                </c:pt>
                <c:pt idx="109">
                  <c:v>45926.421736111108</c:v>
                </c:pt>
                <c:pt idx="110">
                  <c:v>45926.421736111108</c:v>
                </c:pt>
                <c:pt idx="111">
                  <c:v>45926.421736111108</c:v>
                </c:pt>
                <c:pt idx="112">
                  <c:v>45926.421736111108</c:v>
                </c:pt>
                <c:pt idx="113">
                  <c:v>45926.421736111108</c:v>
                </c:pt>
                <c:pt idx="114">
                  <c:v>45926.421736111108</c:v>
                </c:pt>
                <c:pt idx="115">
                  <c:v>45926.421736111108</c:v>
                </c:pt>
                <c:pt idx="116">
                  <c:v>45926.421736111108</c:v>
                </c:pt>
                <c:pt idx="117">
                  <c:v>45926.421736111108</c:v>
                </c:pt>
                <c:pt idx="118">
                  <c:v>45926.421736111108</c:v>
                </c:pt>
                <c:pt idx="119">
                  <c:v>45926.421747685185</c:v>
                </c:pt>
                <c:pt idx="120">
                  <c:v>45926.421747685185</c:v>
                </c:pt>
                <c:pt idx="121">
                  <c:v>45926.421747685185</c:v>
                </c:pt>
                <c:pt idx="122">
                  <c:v>45926.421747685185</c:v>
                </c:pt>
                <c:pt idx="123">
                  <c:v>45926.421747685185</c:v>
                </c:pt>
                <c:pt idx="124">
                  <c:v>45926.421747685185</c:v>
                </c:pt>
                <c:pt idx="125">
                  <c:v>45926.421747685185</c:v>
                </c:pt>
                <c:pt idx="126">
                  <c:v>45926.421747685185</c:v>
                </c:pt>
                <c:pt idx="127">
                  <c:v>45926.421747685185</c:v>
                </c:pt>
                <c:pt idx="128">
                  <c:v>45926.421747685185</c:v>
                </c:pt>
                <c:pt idx="129">
                  <c:v>45926.421747685185</c:v>
                </c:pt>
                <c:pt idx="130">
                  <c:v>45926.421747685185</c:v>
                </c:pt>
                <c:pt idx="131">
                  <c:v>45926.421747685185</c:v>
                </c:pt>
                <c:pt idx="132">
                  <c:v>45926.421747685185</c:v>
                </c:pt>
                <c:pt idx="133">
                  <c:v>45926.421747685185</c:v>
                </c:pt>
                <c:pt idx="134">
                  <c:v>45926.421747685185</c:v>
                </c:pt>
                <c:pt idx="135">
                  <c:v>45926.421747685185</c:v>
                </c:pt>
                <c:pt idx="136">
                  <c:v>45926.421747685185</c:v>
                </c:pt>
                <c:pt idx="137">
                  <c:v>45926.421747685185</c:v>
                </c:pt>
                <c:pt idx="138">
                  <c:v>45926.421747685185</c:v>
                </c:pt>
                <c:pt idx="139">
                  <c:v>45926.421759259261</c:v>
                </c:pt>
                <c:pt idx="140">
                  <c:v>45926.421759259261</c:v>
                </c:pt>
                <c:pt idx="141">
                  <c:v>45926.421759259261</c:v>
                </c:pt>
                <c:pt idx="142">
                  <c:v>45926.421759259261</c:v>
                </c:pt>
                <c:pt idx="143">
                  <c:v>45926.421759259261</c:v>
                </c:pt>
                <c:pt idx="144">
                  <c:v>45926.421759259261</c:v>
                </c:pt>
                <c:pt idx="145">
                  <c:v>45926.421759259261</c:v>
                </c:pt>
                <c:pt idx="146">
                  <c:v>45926.421759259261</c:v>
                </c:pt>
                <c:pt idx="147">
                  <c:v>45926.421759259261</c:v>
                </c:pt>
                <c:pt idx="148">
                  <c:v>45926.421759259261</c:v>
                </c:pt>
                <c:pt idx="149">
                  <c:v>45926.421759259261</c:v>
                </c:pt>
                <c:pt idx="150">
                  <c:v>45926.421759259261</c:v>
                </c:pt>
                <c:pt idx="151">
                  <c:v>45926.421759259261</c:v>
                </c:pt>
                <c:pt idx="152">
                  <c:v>45926.421759259261</c:v>
                </c:pt>
                <c:pt idx="153">
                  <c:v>45926.421759259261</c:v>
                </c:pt>
                <c:pt idx="154">
                  <c:v>45926.421759259261</c:v>
                </c:pt>
                <c:pt idx="155">
                  <c:v>45926.421759259261</c:v>
                </c:pt>
                <c:pt idx="156">
                  <c:v>45926.421759259261</c:v>
                </c:pt>
                <c:pt idx="157">
                  <c:v>45926.421759259261</c:v>
                </c:pt>
                <c:pt idx="158">
                  <c:v>45926.421759259261</c:v>
                </c:pt>
                <c:pt idx="159">
                  <c:v>45926.421770833331</c:v>
                </c:pt>
                <c:pt idx="160">
                  <c:v>45926.421770833331</c:v>
                </c:pt>
                <c:pt idx="161">
                  <c:v>45926.421770833331</c:v>
                </c:pt>
                <c:pt idx="162">
                  <c:v>45926.421770833331</c:v>
                </c:pt>
                <c:pt idx="163">
                  <c:v>45926.421770833331</c:v>
                </c:pt>
                <c:pt idx="164">
                  <c:v>45926.421770833331</c:v>
                </c:pt>
                <c:pt idx="165">
                  <c:v>45926.421770833331</c:v>
                </c:pt>
                <c:pt idx="166">
                  <c:v>45926.421770833331</c:v>
                </c:pt>
                <c:pt idx="167">
                  <c:v>45926.421770833331</c:v>
                </c:pt>
                <c:pt idx="168">
                  <c:v>45926.421770833331</c:v>
                </c:pt>
                <c:pt idx="169">
                  <c:v>45926.421770833331</c:v>
                </c:pt>
                <c:pt idx="170">
                  <c:v>45926.421770833331</c:v>
                </c:pt>
                <c:pt idx="171">
                  <c:v>45926.421770833331</c:v>
                </c:pt>
                <c:pt idx="172">
                  <c:v>45926.421770833331</c:v>
                </c:pt>
                <c:pt idx="173">
                  <c:v>45926.421770833331</c:v>
                </c:pt>
                <c:pt idx="174">
                  <c:v>45926.421770833331</c:v>
                </c:pt>
                <c:pt idx="175">
                  <c:v>45926.421770833331</c:v>
                </c:pt>
                <c:pt idx="176">
                  <c:v>45926.421770833331</c:v>
                </c:pt>
                <c:pt idx="177">
                  <c:v>45926.421782407408</c:v>
                </c:pt>
                <c:pt idx="178">
                  <c:v>45926.421782407408</c:v>
                </c:pt>
                <c:pt idx="179">
                  <c:v>45926.421782407408</c:v>
                </c:pt>
                <c:pt idx="180">
                  <c:v>45926.421782407408</c:v>
                </c:pt>
                <c:pt idx="181">
                  <c:v>45926.421782407408</c:v>
                </c:pt>
                <c:pt idx="182">
                  <c:v>45926.421782407408</c:v>
                </c:pt>
                <c:pt idx="183">
                  <c:v>45926.421782407408</c:v>
                </c:pt>
                <c:pt idx="184">
                  <c:v>45926.421782407408</c:v>
                </c:pt>
                <c:pt idx="185">
                  <c:v>45926.421782407408</c:v>
                </c:pt>
                <c:pt idx="186">
                  <c:v>45926.421782407408</c:v>
                </c:pt>
                <c:pt idx="187">
                  <c:v>45926.421782407408</c:v>
                </c:pt>
                <c:pt idx="188">
                  <c:v>45926.421782407408</c:v>
                </c:pt>
                <c:pt idx="189">
                  <c:v>45926.421782407408</c:v>
                </c:pt>
                <c:pt idx="190">
                  <c:v>45926.421782407408</c:v>
                </c:pt>
                <c:pt idx="191">
                  <c:v>45926.421782407408</c:v>
                </c:pt>
                <c:pt idx="192">
                  <c:v>45926.421782407408</c:v>
                </c:pt>
                <c:pt idx="193">
                  <c:v>45926.421782407408</c:v>
                </c:pt>
                <c:pt idx="194">
                  <c:v>45926.421782407408</c:v>
                </c:pt>
                <c:pt idx="195">
                  <c:v>45926.421782407408</c:v>
                </c:pt>
                <c:pt idx="196">
                  <c:v>45926.421782407408</c:v>
                </c:pt>
                <c:pt idx="197">
                  <c:v>45926.421782407408</c:v>
                </c:pt>
                <c:pt idx="198">
                  <c:v>45926.421782407408</c:v>
                </c:pt>
                <c:pt idx="199">
                  <c:v>45926.421793981484</c:v>
                </c:pt>
                <c:pt idx="200">
                  <c:v>45926.421793981484</c:v>
                </c:pt>
                <c:pt idx="201">
                  <c:v>45926.421793981484</c:v>
                </c:pt>
                <c:pt idx="202">
                  <c:v>45926.421793981484</c:v>
                </c:pt>
                <c:pt idx="203">
                  <c:v>45926.421793981484</c:v>
                </c:pt>
                <c:pt idx="204">
                  <c:v>45926.421793981484</c:v>
                </c:pt>
                <c:pt idx="205">
                  <c:v>45926.421793981484</c:v>
                </c:pt>
                <c:pt idx="206">
                  <c:v>45926.421793981484</c:v>
                </c:pt>
                <c:pt idx="207">
                  <c:v>45926.421793981484</c:v>
                </c:pt>
                <c:pt idx="208">
                  <c:v>45926.421793981484</c:v>
                </c:pt>
                <c:pt idx="209">
                  <c:v>45926.421793981484</c:v>
                </c:pt>
                <c:pt idx="210">
                  <c:v>45926.421793981484</c:v>
                </c:pt>
                <c:pt idx="211">
                  <c:v>45926.421793981484</c:v>
                </c:pt>
                <c:pt idx="212">
                  <c:v>45926.421793981484</c:v>
                </c:pt>
                <c:pt idx="213">
                  <c:v>45926.421793981484</c:v>
                </c:pt>
                <c:pt idx="214">
                  <c:v>45926.421793981484</c:v>
                </c:pt>
                <c:pt idx="215">
                  <c:v>45926.421793981484</c:v>
                </c:pt>
                <c:pt idx="216">
                  <c:v>45926.421793981484</c:v>
                </c:pt>
                <c:pt idx="217">
                  <c:v>45926.421793981484</c:v>
                </c:pt>
                <c:pt idx="218">
                  <c:v>45926.421793981484</c:v>
                </c:pt>
                <c:pt idx="219">
                  <c:v>45926.421793981484</c:v>
                </c:pt>
                <c:pt idx="220">
                  <c:v>45926.421805555554</c:v>
                </c:pt>
                <c:pt idx="221">
                  <c:v>45926.421805555554</c:v>
                </c:pt>
                <c:pt idx="222">
                  <c:v>45926.421805555554</c:v>
                </c:pt>
                <c:pt idx="223">
                  <c:v>45926.421805555554</c:v>
                </c:pt>
                <c:pt idx="224">
                  <c:v>45926.421805555554</c:v>
                </c:pt>
                <c:pt idx="225">
                  <c:v>45926.421805555554</c:v>
                </c:pt>
                <c:pt idx="226">
                  <c:v>45926.421805555554</c:v>
                </c:pt>
                <c:pt idx="227">
                  <c:v>45926.421805555554</c:v>
                </c:pt>
                <c:pt idx="228">
                  <c:v>45926.421805555554</c:v>
                </c:pt>
                <c:pt idx="229">
                  <c:v>45926.421805555554</c:v>
                </c:pt>
                <c:pt idx="230">
                  <c:v>45926.421805555554</c:v>
                </c:pt>
                <c:pt idx="231">
                  <c:v>45926.421805555554</c:v>
                </c:pt>
                <c:pt idx="232">
                  <c:v>45926.421805555554</c:v>
                </c:pt>
                <c:pt idx="233">
                  <c:v>45926.421805555554</c:v>
                </c:pt>
                <c:pt idx="234">
                  <c:v>45926.421805555554</c:v>
                </c:pt>
                <c:pt idx="235">
                  <c:v>45926.421805555554</c:v>
                </c:pt>
                <c:pt idx="236">
                  <c:v>45926.421805555554</c:v>
                </c:pt>
                <c:pt idx="237">
                  <c:v>45926.421805555554</c:v>
                </c:pt>
                <c:pt idx="238">
                  <c:v>45926.421805555554</c:v>
                </c:pt>
                <c:pt idx="239">
                  <c:v>45926.421805555554</c:v>
                </c:pt>
                <c:pt idx="240">
                  <c:v>45926.421805555554</c:v>
                </c:pt>
                <c:pt idx="241">
                  <c:v>45926.421817129631</c:v>
                </c:pt>
                <c:pt idx="242">
                  <c:v>45926.421817129631</c:v>
                </c:pt>
                <c:pt idx="243">
                  <c:v>45926.421817129631</c:v>
                </c:pt>
                <c:pt idx="244">
                  <c:v>45926.421817129631</c:v>
                </c:pt>
                <c:pt idx="245">
                  <c:v>45926.421817129631</c:v>
                </c:pt>
                <c:pt idx="246">
                  <c:v>45926.421817129631</c:v>
                </c:pt>
                <c:pt idx="247">
                  <c:v>45926.421817129631</c:v>
                </c:pt>
                <c:pt idx="248">
                  <c:v>45926.421817129631</c:v>
                </c:pt>
                <c:pt idx="249">
                  <c:v>45926.421817129631</c:v>
                </c:pt>
                <c:pt idx="250">
                  <c:v>45926.421817129631</c:v>
                </c:pt>
                <c:pt idx="251">
                  <c:v>45926.421817129631</c:v>
                </c:pt>
                <c:pt idx="252">
                  <c:v>45926.421817129631</c:v>
                </c:pt>
                <c:pt idx="253">
                  <c:v>45926.421817129631</c:v>
                </c:pt>
                <c:pt idx="254">
                  <c:v>45926.421817129631</c:v>
                </c:pt>
                <c:pt idx="255">
                  <c:v>45926.421817129631</c:v>
                </c:pt>
                <c:pt idx="256">
                  <c:v>45926.421817129631</c:v>
                </c:pt>
                <c:pt idx="257">
                  <c:v>45926.421817129631</c:v>
                </c:pt>
                <c:pt idx="258">
                  <c:v>45926.421817129631</c:v>
                </c:pt>
                <c:pt idx="259">
                  <c:v>45926.421817129631</c:v>
                </c:pt>
                <c:pt idx="260">
                  <c:v>45926.421817129631</c:v>
                </c:pt>
                <c:pt idx="261">
                  <c:v>45926.4218287037</c:v>
                </c:pt>
                <c:pt idx="262">
                  <c:v>45926.4218287037</c:v>
                </c:pt>
                <c:pt idx="263">
                  <c:v>45926.4218287037</c:v>
                </c:pt>
                <c:pt idx="264">
                  <c:v>45926.4218287037</c:v>
                </c:pt>
                <c:pt idx="265">
                  <c:v>45926.4218287037</c:v>
                </c:pt>
                <c:pt idx="266">
                  <c:v>45926.4218287037</c:v>
                </c:pt>
                <c:pt idx="267">
                  <c:v>45926.4218287037</c:v>
                </c:pt>
                <c:pt idx="268">
                  <c:v>45926.4218287037</c:v>
                </c:pt>
                <c:pt idx="269">
                  <c:v>45926.4218287037</c:v>
                </c:pt>
                <c:pt idx="270">
                  <c:v>45926.4218287037</c:v>
                </c:pt>
                <c:pt idx="271">
                  <c:v>45926.4218287037</c:v>
                </c:pt>
                <c:pt idx="272">
                  <c:v>45926.4218287037</c:v>
                </c:pt>
                <c:pt idx="273">
                  <c:v>45926.4218287037</c:v>
                </c:pt>
                <c:pt idx="274">
                  <c:v>45926.4218287037</c:v>
                </c:pt>
                <c:pt idx="275">
                  <c:v>45926.4218287037</c:v>
                </c:pt>
                <c:pt idx="276">
                  <c:v>45926.4218287037</c:v>
                </c:pt>
                <c:pt idx="277">
                  <c:v>45926.4218287037</c:v>
                </c:pt>
                <c:pt idx="278">
                  <c:v>45926.4218287037</c:v>
                </c:pt>
                <c:pt idx="279">
                  <c:v>45926.4218287037</c:v>
                </c:pt>
                <c:pt idx="280">
                  <c:v>45926.4218287037</c:v>
                </c:pt>
                <c:pt idx="281">
                  <c:v>45926.421840277777</c:v>
                </c:pt>
                <c:pt idx="282">
                  <c:v>45926.421840277777</c:v>
                </c:pt>
                <c:pt idx="283">
                  <c:v>45926.421840277777</c:v>
                </c:pt>
                <c:pt idx="284">
                  <c:v>45926.421840277777</c:v>
                </c:pt>
                <c:pt idx="285">
                  <c:v>45926.421840277777</c:v>
                </c:pt>
                <c:pt idx="286">
                  <c:v>45926.421840277777</c:v>
                </c:pt>
                <c:pt idx="287">
                  <c:v>45926.421840277777</c:v>
                </c:pt>
                <c:pt idx="288">
                  <c:v>45926.421840277777</c:v>
                </c:pt>
                <c:pt idx="289">
                  <c:v>45926.421840277777</c:v>
                </c:pt>
                <c:pt idx="290">
                  <c:v>45926.421840277777</c:v>
                </c:pt>
                <c:pt idx="291">
                  <c:v>45926.421840277777</c:v>
                </c:pt>
                <c:pt idx="292">
                  <c:v>45926.421840277777</c:v>
                </c:pt>
                <c:pt idx="293">
                  <c:v>45926.421840277777</c:v>
                </c:pt>
                <c:pt idx="294">
                  <c:v>45926.421840277777</c:v>
                </c:pt>
                <c:pt idx="295">
                  <c:v>45926.421840277777</c:v>
                </c:pt>
                <c:pt idx="296">
                  <c:v>45926.421840277777</c:v>
                </c:pt>
                <c:pt idx="297">
                  <c:v>45926.421840277777</c:v>
                </c:pt>
                <c:pt idx="298">
                  <c:v>45926.421840277777</c:v>
                </c:pt>
                <c:pt idx="299">
                  <c:v>45926.421840277777</c:v>
                </c:pt>
                <c:pt idx="300">
                  <c:v>45926.421840277777</c:v>
                </c:pt>
                <c:pt idx="301">
                  <c:v>45926.421840277777</c:v>
                </c:pt>
                <c:pt idx="302">
                  <c:v>45926.421851851854</c:v>
                </c:pt>
                <c:pt idx="303">
                  <c:v>45926.421851851854</c:v>
                </c:pt>
                <c:pt idx="304">
                  <c:v>45926.421851851854</c:v>
                </c:pt>
                <c:pt idx="305">
                  <c:v>45926.421851851854</c:v>
                </c:pt>
                <c:pt idx="306">
                  <c:v>45926.421851851854</c:v>
                </c:pt>
                <c:pt idx="307">
                  <c:v>45926.421851851854</c:v>
                </c:pt>
                <c:pt idx="308">
                  <c:v>45926.421851851854</c:v>
                </c:pt>
                <c:pt idx="309">
                  <c:v>45926.421851851854</c:v>
                </c:pt>
                <c:pt idx="310">
                  <c:v>45926.421851851854</c:v>
                </c:pt>
                <c:pt idx="311">
                  <c:v>45926.421851851854</c:v>
                </c:pt>
                <c:pt idx="312">
                  <c:v>45926.421851851854</c:v>
                </c:pt>
                <c:pt idx="313">
                  <c:v>45926.421851851854</c:v>
                </c:pt>
                <c:pt idx="314">
                  <c:v>45926.421851851854</c:v>
                </c:pt>
                <c:pt idx="315">
                  <c:v>45926.421851851854</c:v>
                </c:pt>
                <c:pt idx="316">
                  <c:v>45926.421851851854</c:v>
                </c:pt>
                <c:pt idx="317">
                  <c:v>45926.421851851854</c:v>
                </c:pt>
                <c:pt idx="318">
                  <c:v>45926.421851851854</c:v>
                </c:pt>
                <c:pt idx="319">
                  <c:v>45926.421851851854</c:v>
                </c:pt>
                <c:pt idx="320">
                  <c:v>45926.421851851854</c:v>
                </c:pt>
                <c:pt idx="321">
                  <c:v>45926.421851851854</c:v>
                </c:pt>
                <c:pt idx="322">
                  <c:v>45926.421863425923</c:v>
                </c:pt>
                <c:pt idx="323">
                  <c:v>45926.421863425923</c:v>
                </c:pt>
                <c:pt idx="324">
                  <c:v>45926.421863425923</c:v>
                </c:pt>
                <c:pt idx="325">
                  <c:v>45926.421863425923</c:v>
                </c:pt>
                <c:pt idx="326">
                  <c:v>45926.421863425923</c:v>
                </c:pt>
                <c:pt idx="327">
                  <c:v>45926.421863425923</c:v>
                </c:pt>
                <c:pt idx="328">
                  <c:v>45926.421863425923</c:v>
                </c:pt>
                <c:pt idx="329">
                  <c:v>45926.421863425923</c:v>
                </c:pt>
                <c:pt idx="330">
                  <c:v>45926.421863425923</c:v>
                </c:pt>
                <c:pt idx="331">
                  <c:v>45926.421863425923</c:v>
                </c:pt>
                <c:pt idx="332">
                  <c:v>45926.421863425923</c:v>
                </c:pt>
                <c:pt idx="333">
                  <c:v>45926.421863425923</c:v>
                </c:pt>
                <c:pt idx="334">
                  <c:v>45926.421863425923</c:v>
                </c:pt>
                <c:pt idx="335">
                  <c:v>45926.421863425923</c:v>
                </c:pt>
                <c:pt idx="336">
                  <c:v>45926.421863425923</c:v>
                </c:pt>
                <c:pt idx="337">
                  <c:v>45926.421863425923</c:v>
                </c:pt>
                <c:pt idx="338">
                  <c:v>45926.421863425923</c:v>
                </c:pt>
                <c:pt idx="339">
                  <c:v>45926.421863425923</c:v>
                </c:pt>
                <c:pt idx="340">
                  <c:v>45926.421863425923</c:v>
                </c:pt>
                <c:pt idx="341">
                  <c:v>45926.421875</c:v>
                </c:pt>
                <c:pt idx="342">
                  <c:v>45926.421875</c:v>
                </c:pt>
                <c:pt idx="343">
                  <c:v>45926.421875</c:v>
                </c:pt>
                <c:pt idx="344">
                  <c:v>45926.421875</c:v>
                </c:pt>
                <c:pt idx="345">
                  <c:v>45926.421875</c:v>
                </c:pt>
                <c:pt idx="346">
                  <c:v>45926.421875</c:v>
                </c:pt>
                <c:pt idx="347">
                  <c:v>45926.421875</c:v>
                </c:pt>
                <c:pt idx="348">
                  <c:v>45926.421875</c:v>
                </c:pt>
                <c:pt idx="349">
                  <c:v>45926.421875</c:v>
                </c:pt>
                <c:pt idx="350">
                  <c:v>45926.421875</c:v>
                </c:pt>
                <c:pt idx="351">
                  <c:v>45926.421875</c:v>
                </c:pt>
                <c:pt idx="352">
                  <c:v>45926.421875</c:v>
                </c:pt>
                <c:pt idx="353">
                  <c:v>45926.421875</c:v>
                </c:pt>
                <c:pt idx="354">
                  <c:v>45926.421875</c:v>
                </c:pt>
                <c:pt idx="355">
                  <c:v>45926.421875</c:v>
                </c:pt>
                <c:pt idx="356">
                  <c:v>45926.421875</c:v>
                </c:pt>
                <c:pt idx="357">
                  <c:v>45926.421875</c:v>
                </c:pt>
                <c:pt idx="358">
                  <c:v>45926.421875</c:v>
                </c:pt>
                <c:pt idx="359">
                  <c:v>45926.421875</c:v>
                </c:pt>
                <c:pt idx="360">
                  <c:v>45926.421875</c:v>
                </c:pt>
                <c:pt idx="361">
                  <c:v>45926.421886574077</c:v>
                </c:pt>
                <c:pt idx="362">
                  <c:v>45926.421886574077</c:v>
                </c:pt>
                <c:pt idx="363">
                  <c:v>45926.421886574077</c:v>
                </c:pt>
                <c:pt idx="364">
                  <c:v>45926.421886574077</c:v>
                </c:pt>
                <c:pt idx="365">
                  <c:v>45926.421886574077</c:v>
                </c:pt>
                <c:pt idx="366">
                  <c:v>45926.421886574077</c:v>
                </c:pt>
                <c:pt idx="367">
                  <c:v>45926.421886574077</c:v>
                </c:pt>
                <c:pt idx="368">
                  <c:v>45926.421886574077</c:v>
                </c:pt>
                <c:pt idx="369">
                  <c:v>45926.421886574077</c:v>
                </c:pt>
                <c:pt idx="370">
                  <c:v>45926.421886574077</c:v>
                </c:pt>
                <c:pt idx="371">
                  <c:v>45926.421886574077</c:v>
                </c:pt>
                <c:pt idx="372">
                  <c:v>45926.421886574077</c:v>
                </c:pt>
                <c:pt idx="373">
                  <c:v>45926.421886574077</c:v>
                </c:pt>
                <c:pt idx="374">
                  <c:v>45926.421886574077</c:v>
                </c:pt>
                <c:pt idx="375">
                  <c:v>45926.421886574077</c:v>
                </c:pt>
                <c:pt idx="376">
                  <c:v>45926.421886574077</c:v>
                </c:pt>
                <c:pt idx="377">
                  <c:v>45926.421886574077</c:v>
                </c:pt>
                <c:pt idx="378">
                  <c:v>45926.421886574077</c:v>
                </c:pt>
                <c:pt idx="379">
                  <c:v>45926.421886574077</c:v>
                </c:pt>
                <c:pt idx="380">
                  <c:v>45926.421886574077</c:v>
                </c:pt>
                <c:pt idx="381">
                  <c:v>45926.421898148146</c:v>
                </c:pt>
                <c:pt idx="382">
                  <c:v>45926.421898148146</c:v>
                </c:pt>
                <c:pt idx="383">
                  <c:v>45926.421898148146</c:v>
                </c:pt>
                <c:pt idx="384">
                  <c:v>45926.421898148146</c:v>
                </c:pt>
                <c:pt idx="385">
                  <c:v>45926.421898148146</c:v>
                </c:pt>
                <c:pt idx="386">
                  <c:v>45926.421898148146</c:v>
                </c:pt>
                <c:pt idx="387">
                  <c:v>45926.421898148146</c:v>
                </c:pt>
                <c:pt idx="388">
                  <c:v>45926.421898148146</c:v>
                </c:pt>
                <c:pt idx="389">
                  <c:v>45926.421898148146</c:v>
                </c:pt>
                <c:pt idx="390">
                  <c:v>45926.421898148146</c:v>
                </c:pt>
                <c:pt idx="391">
                  <c:v>45926.421898148146</c:v>
                </c:pt>
                <c:pt idx="392">
                  <c:v>45926.421898148146</c:v>
                </c:pt>
                <c:pt idx="393">
                  <c:v>45926.421898148146</c:v>
                </c:pt>
                <c:pt idx="394">
                  <c:v>45926.421898148146</c:v>
                </c:pt>
                <c:pt idx="395">
                  <c:v>45926.421898148146</c:v>
                </c:pt>
                <c:pt idx="396">
                  <c:v>45926.421898148146</c:v>
                </c:pt>
                <c:pt idx="397">
                  <c:v>45926.421898148146</c:v>
                </c:pt>
                <c:pt idx="398">
                  <c:v>45926.421898148146</c:v>
                </c:pt>
                <c:pt idx="399">
                  <c:v>45926.421898148146</c:v>
                </c:pt>
                <c:pt idx="400">
                  <c:v>45926.421909722223</c:v>
                </c:pt>
                <c:pt idx="401">
                  <c:v>45926.421909722223</c:v>
                </c:pt>
                <c:pt idx="402">
                  <c:v>45926.421909722223</c:v>
                </c:pt>
                <c:pt idx="403">
                  <c:v>45926.421909722223</c:v>
                </c:pt>
                <c:pt idx="404">
                  <c:v>45926.421909722223</c:v>
                </c:pt>
                <c:pt idx="405">
                  <c:v>45926.421909722223</c:v>
                </c:pt>
                <c:pt idx="406">
                  <c:v>45926.421909722223</c:v>
                </c:pt>
                <c:pt idx="407">
                  <c:v>45926.421909722223</c:v>
                </c:pt>
                <c:pt idx="408">
                  <c:v>45926.421909722223</c:v>
                </c:pt>
                <c:pt idx="409">
                  <c:v>45926.421909722223</c:v>
                </c:pt>
                <c:pt idx="410">
                  <c:v>45926.421909722223</c:v>
                </c:pt>
                <c:pt idx="411">
                  <c:v>45926.421909722223</c:v>
                </c:pt>
                <c:pt idx="412">
                  <c:v>45926.421909722223</c:v>
                </c:pt>
                <c:pt idx="413">
                  <c:v>45926.421909722223</c:v>
                </c:pt>
              </c:numCache>
            </c:numRef>
          </c:cat>
          <c:val>
            <c:numRef>
              <c:f>Sheet1!$J$2:$J$415</c:f>
              <c:numCache>
                <c:formatCode>General</c:formatCode>
                <c:ptCount val="41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1</c:v>
                </c:pt>
                <c:pt idx="29">
                  <c:v>12</c:v>
                </c:pt>
                <c:pt idx="30">
                  <c:v>22</c:v>
                </c:pt>
                <c:pt idx="31">
                  <c:v>32</c:v>
                </c:pt>
                <c:pt idx="32">
                  <c:v>42</c:v>
                </c:pt>
                <c:pt idx="33">
                  <c:v>54</c:v>
                </c:pt>
                <c:pt idx="34">
                  <c:v>67</c:v>
                </c:pt>
                <c:pt idx="35">
                  <c:v>79</c:v>
                </c:pt>
                <c:pt idx="36">
                  <c:v>86</c:v>
                </c:pt>
                <c:pt idx="37">
                  <c:v>100</c:v>
                </c:pt>
                <c:pt idx="38">
                  <c:v>104</c:v>
                </c:pt>
                <c:pt idx="39">
                  <c:v>112</c:v>
                </c:pt>
                <c:pt idx="40">
                  <c:v>119</c:v>
                </c:pt>
                <c:pt idx="41">
                  <c:v>129</c:v>
                </c:pt>
                <c:pt idx="42">
                  <c:v>138</c:v>
                </c:pt>
                <c:pt idx="43">
                  <c:v>147</c:v>
                </c:pt>
                <c:pt idx="44">
                  <c:v>156</c:v>
                </c:pt>
                <c:pt idx="45">
                  <c:v>165</c:v>
                </c:pt>
                <c:pt idx="46">
                  <c:v>177</c:v>
                </c:pt>
                <c:pt idx="47">
                  <c:v>188</c:v>
                </c:pt>
                <c:pt idx="48">
                  <c:v>196</c:v>
                </c:pt>
                <c:pt idx="49">
                  <c:v>208</c:v>
                </c:pt>
                <c:pt idx="50">
                  <c:v>219</c:v>
                </c:pt>
                <c:pt idx="51">
                  <c:v>227</c:v>
                </c:pt>
                <c:pt idx="52">
                  <c:v>237</c:v>
                </c:pt>
                <c:pt idx="53">
                  <c:v>247</c:v>
                </c:pt>
                <c:pt idx="54">
                  <c:v>257</c:v>
                </c:pt>
                <c:pt idx="55">
                  <c:v>267</c:v>
                </c:pt>
                <c:pt idx="56">
                  <c:v>277</c:v>
                </c:pt>
                <c:pt idx="57">
                  <c:v>289</c:v>
                </c:pt>
                <c:pt idx="58">
                  <c:v>298</c:v>
                </c:pt>
                <c:pt idx="59">
                  <c:v>309</c:v>
                </c:pt>
                <c:pt idx="60">
                  <c:v>317</c:v>
                </c:pt>
                <c:pt idx="61">
                  <c:v>331</c:v>
                </c:pt>
                <c:pt idx="62">
                  <c:v>340</c:v>
                </c:pt>
                <c:pt idx="63">
                  <c:v>349</c:v>
                </c:pt>
                <c:pt idx="64">
                  <c:v>360</c:v>
                </c:pt>
                <c:pt idx="65">
                  <c:v>363</c:v>
                </c:pt>
                <c:pt idx="66">
                  <c:v>376</c:v>
                </c:pt>
                <c:pt idx="67">
                  <c:v>385</c:v>
                </c:pt>
                <c:pt idx="68">
                  <c:v>396</c:v>
                </c:pt>
                <c:pt idx="69">
                  <c:v>408</c:v>
                </c:pt>
                <c:pt idx="70">
                  <c:v>415</c:v>
                </c:pt>
                <c:pt idx="71">
                  <c:v>426</c:v>
                </c:pt>
                <c:pt idx="72">
                  <c:v>436</c:v>
                </c:pt>
                <c:pt idx="73">
                  <c:v>446</c:v>
                </c:pt>
                <c:pt idx="74">
                  <c:v>455</c:v>
                </c:pt>
                <c:pt idx="75">
                  <c:v>465</c:v>
                </c:pt>
                <c:pt idx="76">
                  <c:v>478</c:v>
                </c:pt>
                <c:pt idx="77">
                  <c:v>485</c:v>
                </c:pt>
                <c:pt idx="78">
                  <c:v>501</c:v>
                </c:pt>
                <c:pt idx="79">
                  <c:v>513</c:v>
                </c:pt>
                <c:pt idx="80">
                  <c:v>524</c:v>
                </c:pt>
                <c:pt idx="81">
                  <c:v>536</c:v>
                </c:pt>
                <c:pt idx="82">
                  <c:v>542</c:v>
                </c:pt>
                <c:pt idx="83">
                  <c:v>557</c:v>
                </c:pt>
                <c:pt idx="84">
                  <c:v>565</c:v>
                </c:pt>
                <c:pt idx="85">
                  <c:v>575</c:v>
                </c:pt>
                <c:pt idx="86">
                  <c:v>586</c:v>
                </c:pt>
                <c:pt idx="87">
                  <c:v>594</c:v>
                </c:pt>
                <c:pt idx="88">
                  <c:v>607</c:v>
                </c:pt>
                <c:pt idx="89">
                  <c:v>617</c:v>
                </c:pt>
                <c:pt idx="90">
                  <c:v>623</c:v>
                </c:pt>
                <c:pt idx="91">
                  <c:v>637</c:v>
                </c:pt>
                <c:pt idx="92">
                  <c:v>646</c:v>
                </c:pt>
                <c:pt idx="93">
                  <c:v>656</c:v>
                </c:pt>
                <c:pt idx="94">
                  <c:v>667</c:v>
                </c:pt>
                <c:pt idx="95">
                  <c:v>681</c:v>
                </c:pt>
                <c:pt idx="96">
                  <c:v>689</c:v>
                </c:pt>
                <c:pt idx="97">
                  <c:v>705</c:v>
                </c:pt>
                <c:pt idx="98">
                  <c:v>712</c:v>
                </c:pt>
                <c:pt idx="99">
                  <c:v>717</c:v>
                </c:pt>
                <c:pt idx="100">
                  <c:v>730</c:v>
                </c:pt>
                <c:pt idx="101">
                  <c:v>736</c:v>
                </c:pt>
                <c:pt idx="102">
                  <c:v>752</c:v>
                </c:pt>
                <c:pt idx="103">
                  <c:v>762</c:v>
                </c:pt>
                <c:pt idx="104">
                  <c:v>777</c:v>
                </c:pt>
                <c:pt idx="105">
                  <c:v>788</c:v>
                </c:pt>
                <c:pt idx="106">
                  <c:v>799</c:v>
                </c:pt>
                <c:pt idx="107">
                  <c:v>807</c:v>
                </c:pt>
                <c:pt idx="108">
                  <c:v>818</c:v>
                </c:pt>
                <c:pt idx="109">
                  <c:v>829</c:v>
                </c:pt>
                <c:pt idx="110">
                  <c:v>840</c:v>
                </c:pt>
                <c:pt idx="111">
                  <c:v>852</c:v>
                </c:pt>
                <c:pt idx="112">
                  <c:v>864</c:v>
                </c:pt>
                <c:pt idx="113">
                  <c:v>875</c:v>
                </c:pt>
                <c:pt idx="114">
                  <c:v>885</c:v>
                </c:pt>
                <c:pt idx="115">
                  <c:v>894</c:v>
                </c:pt>
                <c:pt idx="116">
                  <c:v>901</c:v>
                </c:pt>
                <c:pt idx="117">
                  <c:v>913</c:v>
                </c:pt>
                <c:pt idx="118">
                  <c:v>925</c:v>
                </c:pt>
                <c:pt idx="119">
                  <c:v>936</c:v>
                </c:pt>
                <c:pt idx="120">
                  <c:v>943</c:v>
                </c:pt>
                <c:pt idx="121">
                  <c:v>954</c:v>
                </c:pt>
                <c:pt idx="122">
                  <c:v>963</c:v>
                </c:pt>
                <c:pt idx="123">
                  <c:v>970</c:v>
                </c:pt>
                <c:pt idx="124">
                  <c:v>981</c:v>
                </c:pt>
                <c:pt idx="125">
                  <c:v>989</c:v>
                </c:pt>
                <c:pt idx="126">
                  <c:v>999</c:v>
                </c:pt>
                <c:pt idx="127">
                  <c:v>1000</c:v>
                </c:pt>
                <c:pt idx="128">
                  <c:v>1000</c:v>
                </c:pt>
                <c:pt idx="129">
                  <c:v>999</c:v>
                </c:pt>
                <c:pt idx="130">
                  <c:v>999</c:v>
                </c:pt>
                <c:pt idx="131">
                  <c:v>998</c:v>
                </c:pt>
                <c:pt idx="132">
                  <c:v>1000</c:v>
                </c:pt>
                <c:pt idx="133">
                  <c:v>999</c:v>
                </c:pt>
                <c:pt idx="134">
                  <c:v>998</c:v>
                </c:pt>
                <c:pt idx="135">
                  <c:v>999</c:v>
                </c:pt>
                <c:pt idx="136">
                  <c:v>998</c:v>
                </c:pt>
                <c:pt idx="137">
                  <c:v>1001</c:v>
                </c:pt>
                <c:pt idx="138">
                  <c:v>1001</c:v>
                </c:pt>
                <c:pt idx="139">
                  <c:v>1000</c:v>
                </c:pt>
                <c:pt idx="140">
                  <c:v>1002</c:v>
                </c:pt>
                <c:pt idx="141">
                  <c:v>1002</c:v>
                </c:pt>
                <c:pt idx="142">
                  <c:v>999</c:v>
                </c:pt>
                <c:pt idx="143">
                  <c:v>1003</c:v>
                </c:pt>
                <c:pt idx="144">
                  <c:v>999</c:v>
                </c:pt>
                <c:pt idx="145">
                  <c:v>1001</c:v>
                </c:pt>
                <c:pt idx="146">
                  <c:v>1000</c:v>
                </c:pt>
                <c:pt idx="147">
                  <c:v>1001</c:v>
                </c:pt>
                <c:pt idx="148">
                  <c:v>999</c:v>
                </c:pt>
                <c:pt idx="149">
                  <c:v>999</c:v>
                </c:pt>
                <c:pt idx="150">
                  <c:v>1002</c:v>
                </c:pt>
                <c:pt idx="151">
                  <c:v>1002</c:v>
                </c:pt>
                <c:pt idx="152">
                  <c:v>999</c:v>
                </c:pt>
                <c:pt idx="153">
                  <c:v>999</c:v>
                </c:pt>
                <c:pt idx="154">
                  <c:v>1003</c:v>
                </c:pt>
                <c:pt idx="155">
                  <c:v>1000</c:v>
                </c:pt>
                <c:pt idx="156">
                  <c:v>998</c:v>
                </c:pt>
                <c:pt idx="157">
                  <c:v>1003</c:v>
                </c:pt>
                <c:pt idx="158">
                  <c:v>999</c:v>
                </c:pt>
                <c:pt idx="159">
                  <c:v>1001</c:v>
                </c:pt>
                <c:pt idx="160">
                  <c:v>999</c:v>
                </c:pt>
                <c:pt idx="161">
                  <c:v>1002</c:v>
                </c:pt>
                <c:pt idx="162">
                  <c:v>1001</c:v>
                </c:pt>
                <c:pt idx="163">
                  <c:v>1001</c:v>
                </c:pt>
                <c:pt idx="164">
                  <c:v>999</c:v>
                </c:pt>
                <c:pt idx="165">
                  <c:v>1000</c:v>
                </c:pt>
                <c:pt idx="166">
                  <c:v>1002</c:v>
                </c:pt>
                <c:pt idx="167">
                  <c:v>1001</c:v>
                </c:pt>
                <c:pt idx="168">
                  <c:v>1003</c:v>
                </c:pt>
                <c:pt idx="169">
                  <c:v>998</c:v>
                </c:pt>
                <c:pt idx="170">
                  <c:v>1000</c:v>
                </c:pt>
                <c:pt idx="171">
                  <c:v>1002</c:v>
                </c:pt>
                <c:pt idx="172">
                  <c:v>1001</c:v>
                </c:pt>
                <c:pt idx="173">
                  <c:v>1001</c:v>
                </c:pt>
                <c:pt idx="174">
                  <c:v>1001</c:v>
                </c:pt>
                <c:pt idx="175">
                  <c:v>1001</c:v>
                </c:pt>
                <c:pt idx="176">
                  <c:v>1002</c:v>
                </c:pt>
                <c:pt idx="177">
                  <c:v>999</c:v>
                </c:pt>
                <c:pt idx="178">
                  <c:v>1000</c:v>
                </c:pt>
                <c:pt idx="179">
                  <c:v>999</c:v>
                </c:pt>
                <c:pt idx="180">
                  <c:v>998</c:v>
                </c:pt>
                <c:pt idx="181">
                  <c:v>1002</c:v>
                </c:pt>
                <c:pt idx="182">
                  <c:v>1000</c:v>
                </c:pt>
                <c:pt idx="183">
                  <c:v>999</c:v>
                </c:pt>
                <c:pt idx="184">
                  <c:v>1002</c:v>
                </c:pt>
                <c:pt idx="185">
                  <c:v>1000</c:v>
                </c:pt>
                <c:pt idx="186">
                  <c:v>999</c:v>
                </c:pt>
                <c:pt idx="187">
                  <c:v>1000</c:v>
                </c:pt>
                <c:pt idx="188">
                  <c:v>1001</c:v>
                </c:pt>
                <c:pt idx="189">
                  <c:v>1000</c:v>
                </c:pt>
                <c:pt idx="190">
                  <c:v>1000</c:v>
                </c:pt>
                <c:pt idx="191">
                  <c:v>1001</c:v>
                </c:pt>
                <c:pt idx="192">
                  <c:v>998</c:v>
                </c:pt>
                <c:pt idx="193">
                  <c:v>1000</c:v>
                </c:pt>
                <c:pt idx="194">
                  <c:v>1000</c:v>
                </c:pt>
                <c:pt idx="195">
                  <c:v>1000</c:v>
                </c:pt>
                <c:pt idx="196">
                  <c:v>1001</c:v>
                </c:pt>
                <c:pt idx="197">
                  <c:v>1000</c:v>
                </c:pt>
                <c:pt idx="198">
                  <c:v>1000</c:v>
                </c:pt>
                <c:pt idx="199">
                  <c:v>1001</c:v>
                </c:pt>
                <c:pt idx="200">
                  <c:v>1003</c:v>
                </c:pt>
                <c:pt idx="201">
                  <c:v>998</c:v>
                </c:pt>
                <c:pt idx="202">
                  <c:v>1002</c:v>
                </c:pt>
                <c:pt idx="203">
                  <c:v>997</c:v>
                </c:pt>
                <c:pt idx="204">
                  <c:v>1002</c:v>
                </c:pt>
                <c:pt idx="205">
                  <c:v>1000</c:v>
                </c:pt>
                <c:pt idx="206">
                  <c:v>998</c:v>
                </c:pt>
                <c:pt idx="207">
                  <c:v>999</c:v>
                </c:pt>
                <c:pt idx="208">
                  <c:v>1004</c:v>
                </c:pt>
                <c:pt idx="209">
                  <c:v>997</c:v>
                </c:pt>
                <c:pt idx="210">
                  <c:v>1000</c:v>
                </c:pt>
                <c:pt idx="211">
                  <c:v>999</c:v>
                </c:pt>
                <c:pt idx="212">
                  <c:v>1001</c:v>
                </c:pt>
                <c:pt idx="213">
                  <c:v>1000</c:v>
                </c:pt>
                <c:pt idx="214">
                  <c:v>998</c:v>
                </c:pt>
                <c:pt idx="215">
                  <c:v>1000</c:v>
                </c:pt>
                <c:pt idx="216">
                  <c:v>1000</c:v>
                </c:pt>
                <c:pt idx="217">
                  <c:v>1000</c:v>
                </c:pt>
                <c:pt idx="218">
                  <c:v>1002</c:v>
                </c:pt>
                <c:pt idx="219">
                  <c:v>999</c:v>
                </c:pt>
                <c:pt idx="220">
                  <c:v>1001</c:v>
                </c:pt>
                <c:pt idx="221">
                  <c:v>1000</c:v>
                </c:pt>
                <c:pt idx="222">
                  <c:v>1001</c:v>
                </c:pt>
                <c:pt idx="223">
                  <c:v>1001</c:v>
                </c:pt>
                <c:pt idx="224">
                  <c:v>1001</c:v>
                </c:pt>
                <c:pt idx="225">
                  <c:v>1000</c:v>
                </c:pt>
                <c:pt idx="226">
                  <c:v>1001</c:v>
                </c:pt>
                <c:pt idx="227">
                  <c:v>1002</c:v>
                </c:pt>
                <c:pt idx="228">
                  <c:v>999</c:v>
                </c:pt>
                <c:pt idx="229">
                  <c:v>999</c:v>
                </c:pt>
                <c:pt idx="230">
                  <c:v>1000</c:v>
                </c:pt>
                <c:pt idx="231">
                  <c:v>1002</c:v>
                </c:pt>
                <c:pt idx="232">
                  <c:v>1000</c:v>
                </c:pt>
                <c:pt idx="233">
                  <c:v>1000</c:v>
                </c:pt>
                <c:pt idx="234">
                  <c:v>1001</c:v>
                </c:pt>
                <c:pt idx="235">
                  <c:v>1001</c:v>
                </c:pt>
                <c:pt idx="236">
                  <c:v>1000</c:v>
                </c:pt>
                <c:pt idx="237">
                  <c:v>1001</c:v>
                </c:pt>
                <c:pt idx="238">
                  <c:v>999</c:v>
                </c:pt>
                <c:pt idx="239">
                  <c:v>999</c:v>
                </c:pt>
                <c:pt idx="240">
                  <c:v>998</c:v>
                </c:pt>
                <c:pt idx="241">
                  <c:v>1001</c:v>
                </c:pt>
                <c:pt idx="242">
                  <c:v>1003</c:v>
                </c:pt>
                <c:pt idx="243">
                  <c:v>999</c:v>
                </c:pt>
                <c:pt idx="244">
                  <c:v>1001</c:v>
                </c:pt>
                <c:pt idx="245">
                  <c:v>1000</c:v>
                </c:pt>
                <c:pt idx="246">
                  <c:v>989</c:v>
                </c:pt>
                <c:pt idx="247">
                  <c:v>974</c:v>
                </c:pt>
                <c:pt idx="248">
                  <c:v>965</c:v>
                </c:pt>
                <c:pt idx="249">
                  <c:v>950</c:v>
                </c:pt>
                <c:pt idx="250">
                  <c:v>934</c:v>
                </c:pt>
                <c:pt idx="251">
                  <c:v>928</c:v>
                </c:pt>
                <c:pt idx="252">
                  <c:v>911</c:v>
                </c:pt>
                <c:pt idx="253">
                  <c:v>890</c:v>
                </c:pt>
                <c:pt idx="254">
                  <c:v>877</c:v>
                </c:pt>
                <c:pt idx="255">
                  <c:v>868</c:v>
                </c:pt>
                <c:pt idx="256">
                  <c:v>855</c:v>
                </c:pt>
                <c:pt idx="257">
                  <c:v>839</c:v>
                </c:pt>
                <c:pt idx="258">
                  <c:v>822</c:v>
                </c:pt>
                <c:pt idx="259">
                  <c:v>808</c:v>
                </c:pt>
                <c:pt idx="260">
                  <c:v>795</c:v>
                </c:pt>
                <c:pt idx="261">
                  <c:v>782</c:v>
                </c:pt>
                <c:pt idx="262">
                  <c:v>765</c:v>
                </c:pt>
                <c:pt idx="263">
                  <c:v>748</c:v>
                </c:pt>
                <c:pt idx="264">
                  <c:v>738</c:v>
                </c:pt>
                <c:pt idx="265">
                  <c:v>724</c:v>
                </c:pt>
                <c:pt idx="266">
                  <c:v>712</c:v>
                </c:pt>
                <c:pt idx="267">
                  <c:v>697</c:v>
                </c:pt>
                <c:pt idx="268">
                  <c:v>677</c:v>
                </c:pt>
                <c:pt idx="269">
                  <c:v>659</c:v>
                </c:pt>
                <c:pt idx="270">
                  <c:v>642</c:v>
                </c:pt>
                <c:pt idx="271">
                  <c:v>630</c:v>
                </c:pt>
                <c:pt idx="272">
                  <c:v>615</c:v>
                </c:pt>
                <c:pt idx="273">
                  <c:v>605</c:v>
                </c:pt>
                <c:pt idx="274">
                  <c:v>589</c:v>
                </c:pt>
                <c:pt idx="275">
                  <c:v>579</c:v>
                </c:pt>
                <c:pt idx="276">
                  <c:v>566</c:v>
                </c:pt>
                <c:pt idx="277">
                  <c:v>555</c:v>
                </c:pt>
                <c:pt idx="278">
                  <c:v>545</c:v>
                </c:pt>
                <c:pt idx="279">
                  <c:v>529</c:v>
                </c:pt>
                <c:pt idx="280">
                  <c:v>513</c:v>
                </c:pt>
                <c:pt idx="281">
                  <c:v>501</c:v>
                </c:pt>
                <c:pt idx="282">
                  <c:v>488</c:v>
                </c:pt>
                <c:pt idx="283">
                  <c:v>475</c:v>
                </c:pt>
                <c:pt idx="284">
                  <c:v>463</c:v>
                </c:pt>
                <c:pt idx="285">
                  <c:v>451</c:v>
                </c:pt>
                <c:pt idx="286">
                  <c:v>437</c:v>
                </c:pt>
                <c:pt idx="287">
                  <c:v>422</c:v>
                </c:pt>
                <c:pt idx="288">
                  <c:v>411</c:v>
                </c:pt>
                <c:pt idx="289">
                  <c:v>397</c:v>
                </c:pt>
                <c:pt idx="290">
                  <c:v>382</c:v>
                </c:pt>
                <c:pt idx="291">
                  <c:v>367</c:v>
                </c:pt>
                <c:pt idx="292">
                  <c:v>359</c:v>
                </c:pt>
                <c:pt idx="293">
                  <c:v>344</c:v>
                </c:pt>
                <c:pt idx="294">
                  <c:v>329</c:v>
                </c:pt>
                <c:pt idx="295">
                  <c:v>314</c:v>
                </c:pt>
                <c:pt idx="296">
                  <c:v>303</c:v>
                </c:pt>
                <c:pt idx="297">
                  <c:v>291</c:v>
                </c:pt>
                <c:pt idx="298">
                  <c:v>274</c:v>
                </c:pt>
                <c:pt idx="299">
                  <c:v>263</c:v>
                </c:pt>
                <c:pt idx="300">
                  <c:v>246</c:v>
                </c:pt>
                <c:pt idx="301">
                  <c:v>224</c:v>
                </c:pt>
                <c:pt idx="302">
                  <c:v>214</c:v>
                </c:pt>
                <c:pt idx="303">
                  <c:v>199</c:v>
                </c:pt>
                <c:pt idx="304">
                  <c:v>184</c:v>
                </c:pt>
                <c:pt idx="305">
                  <c:v>172</c:v>
                </c:pt>
                <c:pt idx="306">
                  <c:v>155</c:v>
                </c:pt>
                <c:pt idx="307">
                  <c:v>138</c:v>
                </c:pt>
                <c:pt idx="308">
                  <c:v>124</c:v>
                </c:pt>
                <c:pt idx="309">
                  <c:v>111</c:v>
                </c:pt>
                <c:pt idx="310">
                  <c:v>94</c:v>
                </c:pt>
                <c:pt idx="311">
                  <c:v>76</c:v>
                </c:pt>
                <c:pt idx="312">
                  <c:v>58</c:v>
                </c:pt>
                <c:pt idx="313">
                  <c:v>46</c:v>
                </c:pt>
                <c:pt idx="314">
                  <c:v>35</c:v>
                </c:pt>
                <c:pt idx="315">
                  <c:v>22</c:v>
                </c:pt>
                <c:pt idx="316">
                  <c:v>11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57C8-4497-A495-A8E113FB83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256004272"/>
        <c:axId val="1145325008"/>
        <c:extLst>
          <c:ext xmlns:c15="http://schemas.microsoft.com/office/drawing/2012/chart" uri="{02D57815-91ED-43cb-92C2-25804820EDAC}">
            <c15:filteredLineSeries>
              <c15:ser>
                <c:idx val="1"/>
                <c:order val="1"/>
                <c:tx>
                  <c:strRef>
                    <c:extLst>
                      <c:ext uri="{02D57815-91ED-43cb-92C2-25804820EDAC}">
                        <c15:formulaRef>
                          <c15:sqref>Sheet1!$C$1</c15:sqref>
                        </c15:formulaRef>
                      </c:ext>
                    </c:extLst>
                    <c:strCache>
                      <c:ptCount val="1"/>
                      <c:pt idx="0">
                        <c:v>D1300
LPC 설정속도</c:v>
                      </c:pt>
                    </c:strCache>
                  </c:strRef>
                </c:tx>
                <c:spPr>
                  <a:ln w="28575" cap="rnd">
                    <a:solidFill>
                      <a:schemeClr val="accent2"/>
                    </a:solidFill>
                    <a:round/>
                  </a:ln>
                  <a:effectLst/>
                </c:spPr>
                <c:marker>
                  <c:symbol val="none"/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Sheet1!$A$2:$A$415</c15:sqref>
                        </c15:formulaRef>
                      </c:ext>
                    </c:extLst>
                    <c:numCache>
                      <c:formatCode>yyyy/mm/dd\ ddd\ hh:mm:ss</c:formatCode>
                      <c:ptCount val="414"/>
                      <c:pt idx="0">
                        <c:v>45926.421666666669</c:v>
                      </c:pt>
                      <c:pt idx="1">
                        <c:v>45926.421678240738</c:v>
                      </c:pt>
                      <c:pt idx="2">
                        <c:v>45926.421678240738</c:v>
                      </c:pt>
                      <c:pt idx="3">
                        <c:v>45926.421678240738</c:v>
                      </c:pt>
                      <c:pt idx="4">
                        <c:v>45926.421678240738</c:v>
                      </c:pt>
                      <c:pt idx="5">
                        <c:v>45926.421678240738</c:v>
                      </c:pt>
                      <c:pt idx="6">
                        <c:v>45926.421678240738</c:v>
                      </c:pt>
                      <c:pt idx="7">
                        <c:v>45926.421678240738</c:v>
                      </c:pt>
                      <c:pt idx="8">
                        <c:v>45926.421678240738</c:v>
                      </c:pt>
                      <c:pt idx="9">
                        <c:v>45926.421678240738</c:v>
                      </c:pt>
                      <c:pt idx="10">
                        <c:v>45926.421678240738</c:v>
                      </c:pt>
                      <c:pt idx="11">
                        <c:v>45926.421678240738</c:v>
                      </c:pt>
                      <c:pt idx="12">
                        <c:v>45926.421678240738</c:v>
                      </c:pt>
                      <c:pt idx="13">
                        <c:v>45926.421678240738</c:v>
                      </c:pt>
                      <c:pt idx="14">
                        <c:v>45926.421678240738</c:v>
                      </c:pt>
                      <c:pt idx="15">
                        <c:v>45926.421678240738</c:v>
                      </c:pt>
                      <c:pt idx="16">
                        <c:v>45926.421678240738</c:v>
                      </c:pt>
                      <c:pt idx="17">
                        <c:v>45926.421678240738</c:v>
                      </c:pt>
                      <c:pt idx="18">
                        <c:v>45926.421678240738</c:v>
                      </c:pt>
                      <c:pt idx="19">
                        <c:v>45926.421678240738</c:v>
                      </c:pt>
                      <c:pt idx="20">
                        <c:v>45926.421678240738</c:v>
                      </c:pt>
                      <c:pt idx="21">
                        <c:v>45926.421689814815</c:v>
                      </c:pt>
                      <c:pt idx="22">
                        <c:v>45926.421689814815</c:v>
                      </c:pt>
                      <c:pt idx="23">
                        <c:v>45926.421689814815</c:v>
                      </c:pt>
                      <c:pt idx="24">
                        <c:v>45926.421689814815</c:v>
                      </c:pt>
                      <c:pt idx="25">
                        <c:v>45926.421689814815</c:v>
                      </c:pt>
                      <c:pt idx="26">
                        <c:v>45926.421689814815</c:v>
                      </c:pt>
                      <c:pt idx="27">
                        <c:v>45926.421689814815</c:v>
                      </c:pt>
                      <c:pt idx="28">
                        <c:v>45926.421689814815</c:v>
                      </c:pt>
                      <c:pt idx="29">
                        <c:v>45926.421689814815</c:v>
                      </c:pt>
                      <c:pt idx="30">
                        <c:v>45926.421689814815</c:v>
                      </c:pt>
                      <c:pt idx="31">
                        <c:v>45926.421689814815</c:v>
                      </c:pt>
                      <c:pt idx="32">
                        <c:v>45926.421689814815</c:v>
                      </c:pt>
                      <c:pt idx="33">
                        <c:v>45926.421689814815</c:v>
                      </c:pt>
                      <c:pt idx="34">
                        <c:v>45926.421689814815</c:v>
                      </c:pt>
                      <c:pt idx="35">
                        <c:v>45926.421689814815</c:v>
                      </c:pt>
                      <c:pt idx="36">
                        <c:v>45926.421689814815</c:v>
                      </c:pt>
                      <c:pt idx="37">
                        <c:v>45926.421689814815</c:v>
                      </c:pt>
                      <c:pt idx="38">
                        <c:v>45926.421689814815</c:v>
                      </c:pt>
                      <c:pt idx="39">
                        <c:v>45926.421689814815</c:v>
                      </c:pt>
                      <c:pt idx="40">
                        <c:v>45926.421689814815</c:v>
                      </c:pt>
                      <c:pt idx="41">
                        <c:v>45926.421689814815</c:v>
                      </c:pt>
                      <c:pt idx="42">
                        <c:v>45926.421701388892</c:v>
                      </c:pt>
                      <c:pt idx="43">
                        <c:v>45926.421701388892</c:v>
                      </c:pt>
                      <c:pt idx="44">
                        <c:v>45926.421701388892</c:v>
                      </c:pt>
                      <c:pt idx="45">
                        <c:v>45926.421701388892</c:v>
                      </c:pt>
                      <c:pt idx="46">
                        <c:v>45926.421701388892</c:v>
                      </c:pt>
                      <c:pt idx="47">
                        <c:v>45926.421701388892</c:v>
                      </c:pt>
                      <c:pt idx="48">
                        <c:v>45926.421701388892</c:v>
                      </c:pt>
                      <c:pt idx="49">
                        <c:v>45926.421701388892</c:v>
                      </c:pt>
                      <c:pt idx="50">
                        <c:v>45926.421701388892</c:v>
                      </c:pt>
                      <c:pt idx="51">
                        <c:v>45926.421701388892</c:v>
                      </c:pt>
                      <c:pt idx="52">
                        <c:v>45926.421701388892</c:v>
                      </c:pt>
                      <c:pt idx="53">
                        <c:v>45926.421701388892</c:v>
                      </c:pt>
                      <c:pt idx="54">
                        <c:v>45926.421701388892</c:v>
                      </c:pt>
                      <c:pt idx="55">
                        <c:v>45926.421701388892</c:v>
                      </c:pt>
                      <c:pt idx="56">
                        <c:v>45926.421701388892</c:v>
                      </c:pt>
                      <c:pt idx="57">
                        <c:v>45926.421701388892</c:v>
                      </c:pt>
                      <c:pt idx="58">
                        <c:v>45926.421701388892</c:v>
                      </c:pt>
                      <c:pt idx="59">
                        <c:v>45926.421701388892</c:v>
                      </c:pt>
                      <c:pt idx="60">
                        <c:v>45926.421701388892</c:v>
                      </c:pt>
                      <c:pt idx="61">
                        <c:v>45926.421701388892</c:v>
                      </c:pt>
                      <c:pt idx="62">
                        <c:v>45926.421712962961</c:v>
                      </c:pt>
                      <c:pt idx="63">
                        <c:v>45926.421712962961</c:v>
                      </c:pt>
                      <c:pt idx="64">
                        <c:v>45926.421712962961</c:v>
                      </c:pt>
                      <c:pt idx="65">
                        <c:v>45926.421712962961</c:v>
                      </c:pt>
                      <c:pt idx="66">
                        <c:v>45926.421712962961</c:v>
                      </c:pt>
                      <c:pt idx="67">
                        <c:v>45926.421712962961</c:v>
                      </c:pt>
                      <c:pt idx="68">
                        <c:v>45926.421712962961</c:v>
                      </c:pt>
                      <c:pt idx="69">
                        <c:v>45926.421712962961</c:v>
                      </c:pt>
                      <c:pt idx="70">
                        <c:v>45926.421712962961</c:v>
                      </c:pt>
                      <c:pt idx="71">
                        <c:v>45926.421712962961</c:v>
                      </c:pt>
                      <c:pt idx="72">
                        <c:v>45926.421712962961</c:v>
                      </c:pt>
                      <c:pt idx="73">
                        <c:v>45926.421712962961</c:v>
                      </c:pt>
                      <c:pt idx="74">
                        <c:v>45926.421712962961</c:v>
                      </c:pt>
                      <c:pt idx="75">
                        <c:v>45926.421712962961</c:v>
                      </c:pt>
                      <c:pt idx="76">
                        <c:v>45926.421712962961</c:v>
                      </c:pt>
                      <c:pt idx="77">
                        <c:v>45926.421712962961</c:v>
                      </c:pt>
                      <c:pt idx="78">
                        <c:v>45926.421712962961</c:v>
                      </c:pt>
                      <c:pt idx="79">
                        <c:v>45926.421712962961</c:v>
                      </c:pt>
                      <c:pt idx="80">
                        <c:v>45926.421712962961</c:v>
                      </c:pt>
                      <c:pt idx="81">
                        <c:v>45926.421724537038</c:v>
                      </c:pt>
                      <c:pt idx="82">
                        <c:v>45926.421724537038</c:v>
                      </c:pt>
                      <c:pt idx="83">
                        <c:v>45926.421724537038</c:v>
                      </c:pt>
                      <c:pt idx="84">
                        <c:v>45926.421724537038</c:v>
                      </c:pt>
                      <c:pt idx="85">
                        <c:v>45926.421724537038</c:v>
                      </c:pt>
                      <c:pt idx="86">
                        <c:v>45926.421724537038</c:v>
                      </c:pt>
                      <c:pt idx="87">
                        <c:v>45926.421724537038</c:v>
                      </c:pt>
                      <c:pt idx="88">
                        <c:v>45926.421724537038</c:v>
                      </c:pt>
                      <c:pt idx="89">
                        <c:v>45926.421724537038</c:v>
                      </c:pt>
                      <c:pt idx="90">
                        <c:v>45926.421724537038</c:v>
                      </c:pt>
                      <c:pt idx="91">
                        <c:v>45926.421724537038</c:v>
                      </c:pt>
                      <c:pt idx="92">
                        <c:v>45926.421724537038</c:v>
                      </c:pt>
                      <c:pt idx="93">
                        <c:v>45926.421724537038</c:v>
                      </c:pt>
                      <c:pt idx="94">
                        <c:v>45926.421724537038</c:v>
                      </c:pt>
                      <c:pt idx="95">
                        <c:v>45926.421724537038</c:v>
                      </c:pt>
                      <c:pt idx="96">
                        <c:v>45926.421724537038</c:v>
                      </c:pt>
                      <c:pt idx="97">
                        <c:v>45926.421724537038</c:v>
                      </c:pt>
                      <c:pt idx="98">
                        <c:v>45926.421724537038</c:v>
                      </c:pt>
                      <c:pt idx="99">
                        <c:v>45926.421724537038</c:v>
                      </c:pt>
                      <c:pt idx="100">
                        <c:v>45926.421724537038</c:v>
                      </c:pt>
                      <c:pt idx="101">
                        <c:v>45926.421736111108</c:v>
                      </c:pt>
                      <c:pt idx="102">
                        <c:v>45926.421736111108</c:v>
                      </c:pt>
                      <c:pt idx="103">
                        <c:v>45926.421736111108</c:v>
                      </c:pt>
                      <c:pt idx="104">
                        <c:v>45926.421736111108</c:v>
                      </c:pt>
                      <c:pt idx="105">
                        <c:v>45926.421736111108</c:v>
                      </c:pt>
                      <c:pt idx="106">
                        <c:v>45926.421736111108</c:v>
                      </c:pt>
                      <c:pt idx="107">
                        <c:v>45926.421736111108</c:v>
                      </c:pt>
                      <c:pt idx="108">
                        <c:v>45926.421736111108</c:v>
                      </c:pt>
                      <c:pt idx="109">
                        <c:v>45926.421736111108</c:v>
                      </c:pt>
                      <c:pt idx="110">
                        <c:v>45926.421736111108</c:v>
                      </c:pt>
                      <c:pt idx="111">
                        <c:v>45926.421736111108</c:v>
                      </c:pt>
                      <c:pt idx="112">
                        <c:v>45926.421736111108</c:v>
                      </c:pt>
                      <c:pt idx="113">
                        <c:v>45926.421736111108</c:v>
                      </c:pt>
                      <c:pt idx="114">
                        <c:v>45926.421736111108</c:v>
                      </c:pt>
                      <c:pt idx="115">
                        <c:v>45926.421736111108</c:v>
                      </c:pt>
                      <c:pt idx="116">
                        <c:v>45926.421736111108</c:v>
                      </c:pt>
                      <c:pt idx="117">
                        <c:v>45926.421736111108</c:v>
                      </c:pt>
                      <c:pt idx="118">
                        <c:v>45926.421736111108</c:v>
                      </c:pt>
                      <c:pt idx="119">
                        <c:v>45926.421747685185</c:v>
                      </c:pt>
                      <c:pt idx="120">
                        <c:v>45926.421747685185</c:v>
                      </c:pt>
                      <c:pt idx="121">
                        <c:v>45926.421747685185</c:v>
                      </c:pt>
                      <c:pt idx="122">
                        <c:v>45926.421747685185</c:v>
                      </c:pt>
                      <c:pt idx="123">
                        <c:v>45926.421747685185</c:v>
                      </c:pt>
                      <c:pt idx="124">
                        <c:v>45926.421747685185</c:v>
                      </c:pt>
                      <c:pt idx="125">
                        <c:v>45926.421747685185</c:v>
                      </c:pt>
                      <c:pt idx="126">
                        <c:v>45926.421747685185</c:v>
                      </c:pt>
                      <c:pt idx="127">
                        <c:v>45926.421747685185</c:v>
                      </c:pt>
                      <c:pt idx="128">
                        <c:v>45926.421747685185</c:v>
                      </c:pt>
                      <c:pt idx="129">
                        <c:v>45926.421747685185</c:v>
                      </c:pt>
                      <c:pt idx="130">
                        <c:v>45926.421747685185</c:v>
                      </c:pt>
                      <c:pt idx="131">
                        <c:v>45926.421747685185</c:v>
                      </c:pt>
                      <c:pt idx="132">
                        <c:v>45926.421747685185</c:v>
                      </c:pt>
                      <c:pt idx="133">
                        <c:v>45926.421747685185</c:v>
                      </c:pt>
                      <c:pt idx="134">
                        <c:v>45926.421747685185</c:v>
                      </c:pt>
                      <c:pt idx="135">
                        <c:v>45926.421747685185</c:v>
                      </c:pt>
                      <c:pt idx="136">
                        <c:v>45926.421747685185</c:v>
                      </c:pt>
                      <c:pt idx="137">
                        <c:v>45926.421747685185</c:v>
                      </c:pt>
                      <c:pt idx="138">
                        <c:v>45926.421747685185</c:v>
                      </c:pt>
                      <c:pt idx="139">
                        <c:v>45926.421759259261</c:v>
                      </c:pt>
                      <c:pt idx="140">
                        <c:v>45926.421759259261</c:v>
                      </c:pt>
                      <c:pt idx="141">
                        <c:v>45926.421759259261</c:v>
                      </c:pt>
                      <c:pt idx="142">
                        <c:v>45926.421759259261</c:v>
                      </c:pt>
                      <c:pt idx="143">
                        <c:v>45926.421759259261</c:v>
                      </c:pt>
                      <c:pt idx="144">
                        <c:v>45926.421759259261</c:v>
                      </c:pt>
                      <c:pt idx="145">
                        <c:v>45926.421759259261</c:v>
                      </c:pt>
                      <c:pt idx="146">
                        <c:v>45926.421759259261</c:v>
                      </c:pt>
                      <c:pt idx="147">
                        <c:v>45926.421759259261</c:v>
                      </c:pt>
                      <c:pt idx="148">
                        <c:v>45926.421759259261</c:v>
                      </c:pt>
                      <c:pt idx="149">
                        <c:v>45926.421759259261</c:v>
                      </c:pt>
                      <c:pt idx="150">
                        <c:v>45926.421759259261</c:v>
                      </c:pt>
                      <c:pt idx="151">
                        <c:v>45926.421759259261</c:v>
                      </c:pt>
                      <c:pt idx="152">
                        <c:v>45926.421759259261</c:v>
                      </c:pt>
                      <c:pt idx="153">
                        <c:v>45926.421759259261</c:v>
                      </c:pt>
                      <c:pt idx="154">
                        <c:v>45926.421759259261</c:v>
                      </c:pt>
                      <c:pt idx="155">
                        <c:v>45926.421759259261</c:v>
                      </c:pt>
                      <c:pt idx="156">
                        <c:v>45926.421759259261</c:v>
                      </c:pt>
                      <c:pt idx="157">
                        <c:v>45926.421759259261</c:v>
                      </c:pt>
                      <c:pt idx="158">
                        <c:v>45926.421759259261</c:v>
                      </c:pt>
                      <c:pt idx="159">
                        <c:v>45926.421770833331</c:v>
                      </c:pt>
                      <c:pt idx="160">
                        <c:v>45926.421770833331</c:v>
                      </c:pt>
                      <c:pt idx="161">
                        <c:v>45926.421770833331</c:v>
                      </c:pt>
                      <c:pt idx="162">
                        <c:v>45926.421770833331</c:v>
                      </c:pt>
                      <c:pt idx="163">
                        <c:v>45926.421770833331</c:v>
                      </c:pt>
                      <c:pt idx="164">
                        <c:v>45926.421770833331</c:v>
                      </c:pt>
                      <c:pt idx="165">
                        <c:v>45926.421770833331</c:v>
                      </c:pt>
                      <c:pt idx="166">
                        <c:v>45926.421770833331</c:v>
                      </c:pt>
                      <c:pt idx="167">
                        <c:v>45926.421770833331</c:v>
                      </c:pt>
                      <c:pt idx="168">
                        <c:v>45926.421770833331</c:v>
                      </c:pt>
                      <c:pt idx="169">
                        <c:v>45926.421770833331</c:v>
                      </c:pt>
                      <c:pt idx="170">
                        <c:v>45926.421770833331</c:v>
                      </c:pt>
                      <c:pt idx="171">
                        <c:v>45926.421770833331</c:v>
                      </c:pt>
                      <c:pt idx="172">
                        <c:v>45926.421770833331</c:v>
                      </c:pt>
                      <c:pt idx="173">
                        <c:v>45926.421770833331</c:v>
                      </c:pt>
                      <c:pt idx="174">
                        <c:v>45926.421770833331</c:v>
                      </c:pt>
                      <c:pt idx="175">
                        <c:v>45926.421770833331</c:v>
                      </c:pt>
                      <c:pt idx="176">
                        <c:v>45926.421770833331</c:v>
                      </c:pt>
                      <c:pt idx="177">
                        <c:v>45926.421782407408</c:v>
                      </c:pt>
                      <c:pt idx="178">
                        <c:v>45926.421782407408</c:v>
                      </c:pt>
                      <c:pt idx="179">
                        <c:v>45926.421782407408</c:v>
                      </c:pt>
                      <c:pt idx="180">
                        <c:v>45926.421782407408</c:v>
                      </c:pt>
                      <c:pt idx="181">
                        <c:v>45926.421782407408</c:v>
                      </c:pt>
                      <c:pt idx="182">
                        <c:v>45926.421782407408</c:v>
                      </c:pt>
                      <c:pt idx="183">
                        <c:v>45926.421782407408</c:v>
                      </c:pt>
                      <c:pt idx="184">
                        <c:v>45926.421782407408</c:v>
                      </c:pt>
                      <c:pt idx="185">
                        <c:v>45926.421782407408</c:v>
                      </c:pt>
                      <c:pt idx="186">
                        <c:v>45926.421782407408</c:v>
                      </c:pt>
                      <c:pt idx="187">
                        <c:v>45926.421782407408</c:v>
                      </c:pt>
                      <c:pt idx="188">
                        <c:v>45926.421782407408</c:v>
                      </c:pt>
                      <c:pt idx="189">
                        <c:v>45926.421782407408</c:v>
                      </c:pt>
                      <c:pt idx="190">
                        <c:v>45926.421782407408</c:v>
                      </c:pt>
                      <c:pt idx="191">
                        <c:v>45926.421782407408</c:v>
                      </c:pt>
                      <c:pt idx="192">
                        <c:v>45926.421782407408</c:v>
                      </c:pt>
                      <c:pt idx="193">
                        <c:v>45926.421782407408</c:v>
                      </c:pt>
                      <c:pt idx="194">
                        <c:v>45926.421782407408</c:v>
                      </c:pt>
                      <c:pt idx="195">
                        <c:v>45926.421782407408</c:v>
                      </c:pt>
                      <c:pt idx="196">
                        <c:v>45926.421782407408</c:v>
                      </c:pt>
                      <c:pt idx="197">
                        <c:v>45926.421782407408</c:v>
                      </c:pt>
                      <c:pt idx="198">
                        <c:v>45926.421782407408</c:v>
                      </c:pt>
                      <c:pt idx="199">
                        <c:v>45926.421793981484</c:v>
                      </c:pt>
                      <c:pt idx="200">
                        <c:v>45926.421793981484</c:v>
                      </c:pt>
                      <c:pt idx="201">
                        <c:v>45926.421793981484</c:v>
                      </c:pt>
                      <c:pt idx="202">
                        <c:v>45926.421793981484</c:v>
                      </c:pt>
                      <c:pt idx="203">
                        <c:v>45926.421793981484</c:v>
                      </c:pt>
                      <c:pt idx="204">
                        <c:v>45926.421793981484</c:v>
                      </c:pt>
                      <c:pt idx="205">
                        <c:v>45926.421793981484</c:v>
                      </c:pt>
                      <c:pt idx="206">
                        <c:v>45926.421793981484</c:v>
                      </c:pt>
                      <c:pt idx="207">
                        <c:v>45926.421793981484</c:v>
                      </c:pt>
                      <c:pt idx="208">
                        <c:v>45926.421793981484</c:v>
                      </c:pt>
                      <c:pt idx="209">
                        <c:v>45926.421793981484</c:v>
                      </c:pt>
                      <c:pt idx="210">
                        <c:v>45926.421793981484</c:v>
                      </c:pt>
                      <c:pt idx="211">
                        <c:v>45926.421793981484</c:v>
                      </c:pt>
                      <c:pt idx="212">
                        <c:v>45926.421793981484</c:v>
                      </c:pt>
                      <c:pt idx="213">
                        <c:v>45926.421793981484</c:v>
                      </c:pt>
                      <c:pt idx="214">
                        <c:v>45926.421793981484</c:v>
                      </c:pt>
                      <c:pt idx="215">
                        <c:v>45926.421793981484</c:v>
                      </c:pt>
                      <c:pt idx="216">
                        <c:v>45926.421793981484</c:v>
                      </c:pt>
                      <c:pt idx="217">
                        <c:v>45926.421793981484</c:v>
                      </c:pt>
                      <c:pt idx="218">
                        <c:v>45926.421793981484</c:v>
                      </c:pt>
                      <c:pt idx="219">
                        <c:v>45926.421793981484</c:v>
                      </c:pt>
                      <c:pt idx="220">
                        <c:v>45926.421805555554</c:v>
                      </c:pt>
                      <c:pt idx="221">
                        <c:v>45926.421805555554</c:v>
                      </c:pt>
                      <c:pt idx="222">
                        <c:v>45926.421805555554</c:v>
                      </c:pt>
                      <c:pt idx="223">
                        <c:v>45926.421805555554</c:v>
                      </c:pt>
                      <c:pt idx="224">
                        <c:v>45926.421805555554</c:v>
                      </c:pt>
                      <c:pt idx="225">
                        <c:v>45926.421805555554</c:v>
                      </c:pt>
                      <c:pt idx="226">
                        <c:v>45926.421805555554</c:v>
                      </c:pt>
                      <c:pt idx="227">
                        <c:v>45926.421805555554</c:v>
                      </c:pt>
                      <c:pt idx="228">
                        <c:v>45926.421805555554</c:v>
                      </c:pt>
                      <c:pt idx="229">
                        <c:v>45926.421805555554</c:v>
                      </c:pt>
                      <c:pt idx="230">
                        <c:v>45926.421805555554</c:v>
                      </c:pt>
                      <c:pt idx="231">
                        <c:v>45926.421805555554</c:v>
                      </c:pt>
                      <c:pt idx="232">
                        <c:v>45926.421805555554</c:v>
                      </c:pt>
                      <c:pt idx="233">
                        <c:v>45926.421805555554</c:v>
                      </c:pt>
                      <c:pt idx="234">
                        <c:v>45926.421805555554</c:v>
                      </c:pt>
                      <c:pt idx="235">
                        <c:v>45926.421805555554</c:v>
                      </c:pt>
                      <c:pt idx="236">
                        <c:v>45926.421805555554</c:v>
                      </c:pt>
                      <c:pt idx="237">
                        <c:v>45926.421805555554</c:v>
                      </c:pt>
                      <c:pt idx="238">
                        <c:v>45926.421805555554</c:v>
                      </c:pt>
                      <c:pt idx="239">
                        <c:v>45926.421805555554</c:v>
                      </c:pt>
                      <c:pt idx="240">
                        <c:v>45926.421805555554</c:v>
                      </c:pt>
                      <c:pt idx="241">
                        <c:v>45926.421817129631</c:v>
                      </c:pt>
                      <c:pt idx="242">
                        <c:v>45926.421817129631</c:v>
                      </c:pt>
                      <c:pt idx="243">
                        <c:v>45926.421817129631</c:v>
                      </c:pt>
                      <c:pt idx="244">
                        <c:v>45926.421817129631</c:v>
                      </c:pt>
                      <c:pt idx="245">
                        <c:v>45926.421817129631</c:v>
                      </c:pt>
                      <c:pt idx="246">
                        <c:v>45926.421817129631</c:v>
                      </c:pt>
                      <c:pt idx="247">
                        <c:v>45926.421817129631</c:v>
                      </c:pt>
                      <c:pt idx="248">
                        <c:v>45926.421817129631</c:v>
                      </c:pt>
                      <c:pt idx="249">
                        <c:v>45926.421817129631</c:v>
                      </c:pt>
                      <c:pt idx="250">
                        <c:v>45926.421817129631</c:v>
                      </c:pt>
                      <c:pt idx="251">
                        <c:v>45926.421817129631</c:v>
                      </c:pt>
                      <c:pt idx="252">
                        <c:v>45926.421817129631</c:v>
                      </c:pt>
                      <c:pt idx="253">
                        <c:v>45926.421817129631</c:v>
                      </c:pt>
                      <c:pt idx="254">
                        <c:v>45926.421817129631</c:v>
                      </c:pt>
                      <c:pt idx="255">
                        <c:v>45926.421817129631</c:v>
                      </c:pt>
                      <c:pt idx="256">
                        <c:v>45926.421817129631</c:v>
                      </c:pt>
                      <c:pt idx="257">
                        <c:v>45926.421817129631</c:v>
                      </c:pt>
                      <c:pt idx="258">
                        <c:v>45926.421817129631</c:v>
                      </c:pt>
                      <c:pt idx="259">
                        <c:v>45926.421817129631</c:v>
                      </c:pt>
                      <c:pt idx="260">
                        <c:v>45926.421817129631</c:v>
                      </c:pt>
                      <c:pt idx="261">
                        <c:v>45926.4218287037</c:v>
                      </c:pt>
                      <c:pt idx="262">
                        <c:v>45926.4218287037</c:v>
                      </c:pt>
                      <c:pt idx="263">
                        <c:v>45926.4218287037</c:v>
                      </c:pt>
                      <c:pt idx="264">
                        <c:v>45926.4218287037</c:v>
                      </c:pt>
                      <c:pt idx="265">
                        <c:v>45926.4218287037</c:v>
                      </c:pt>
                      <c:pt idx="266">
                        <c:v>45926.4218287037</c:v>
                      </c:pt>
                      <c:pt idx="267">
                        <c:v>45926.4218287037</c:v>
                      </c:pt>
                      <c:pt idx="268">
                        <c:v>45926.4218287037</c:v>
                      </c:pt>
                      <c:pt idx="269">
                        <c:v>45926.4218287037</c:v>
                      </c:pt>
                      <c:pt idx="270">
                        <c:v>45926.4218287037</c:v>
                      </c:pt>
                      <c:pt idx="271">
                        <c:v>45926.4218287037</c:v>
                      </c:pt>
                      <c:pt idx="272">
                        <c:v>45926.4218287037</c:v>
                      </c:pt>
                      <c:pt idx="273">
                        <c:v>45926.4218287037</c:v>
                      </c:pt>
                      <c:pt idx="274">
                        <c:v>45926.4218287037</c:v>
                      </c:pt>
                      <c:pt idx="275">
                        <c:v>45926.4218287037</c:v>
                      </c:pt>
                      <c:pt idx="276">
                        <c:v>45926.4218287037</c:v>
                      </c:pt>
                      <c:pt idx="277">
                        <c:v>45926.4218287037</c:v>
                      </c:pt>
                      <c:pt idx="278">
                        <c:v>45926.4218287037</c:v>
                      </c:pt>
                      <c:pt idx="279">
                        <c:v>45926.4218287037</c:v>
                      </c:pt>
                      <c:pt idx="280">
                        <c:v>45926.4218287037</c:v>
                      </c:pt>
                      <c:pt idx="281">
                        <c:v>45926.421840277777</c:v>
                      </c:pt>
                      <c:pt idx="282">
                        <c:v>45926.421840277777</c:v>
                      </c:pt>
                      <c:pt idx="283">
                        <c:v>45926.421840277777</c:v>
                      </c:pt>
                      <c:pt idx="284">
                        <c:v>45926.421840277777</c:v>
                      </c:pt>
                      <c:pt idx="285">
                        <c:v>45926.421840277777</c:v>
                      </c:pt>
                      <c:pt idx="286">
                        <c:v>45926.421840277777</c:v>
                      </c:pt>
                      <c:pt idx="287">
                        <c:v>45926.421840277777</c:v>
                      </c:pt>
                      <c:pt idx="288">
                        <c:v>45926.421840277777</c:v>
                      </c:pt>
                      <c:pt idx="289">
                        <c:v>45926.421840277777</c:v>
                      </c:pt>
                      <c:pt idx="290">
                        <c:v>45926.421840277777</c:v>
                      </c:pt>
                      <c:pt idx="291">
                        <c:v>45926.421840277777</c:v>
                      </c:pt>
                      <c:pt idx="292">
                        <c:v>45926.421840277777</c:v>
                      </c:pt>
                      <c:pt idx="293">
                        <c:v>45926.421840277777</c:v>
                      </c:pt>
                      <c:pt idx="294">
                        <c:v>45926.421840277777</c:v>
                      </c:pt>
                      <c:pt idx="295">
                        <c:v>45926.421840277777</c:v>
                      </c:pt>
                      <c:pt idx="296">
                        <c:v>45926.421840277777</c:v>
                      </c:pt>
                      <c:pt idx="297">
                        <c:v>45926.421840277777</c:v>
                      </c:pt>
                      <c:pt idx="298">
                        <c:v>45926.421840277777</c:v>
                      </c:pt>
                      <c:pt idx="299">
                        <c:v>45926.421840277777</c:v>
                      </c:pt>
                      <c:pt idx="300">
                        <c:v>45926.421840277777</c:v>
                      </c:pt>
                      <c:pt idx="301">
                        <c:v>45926.421840277777</c:v>
                      </c:pt>
                      <c:pt idx="302">
                        <c:v>45926.421851851854</c:v>
                      </c:pt>
                      <c:pt idx="303">
                        <c:v>45926.421851851854</c:v>
                      </c:pt>
                      <c:pt idx="304">
                        <c:v>45926.421851851854</c:v>
                      </c:pt>
                      <c:pt idx="305">
                        <c:v>45926.421851851854</c:v>
                      </c:pt>
                      <c:pt idx="306">
                        <c:v>45926.421851851854</c:v>
                      </c:pt>
                      <c:pt idx="307">
                        <c:v>45926.421851851854</c:v>
                      </c:pt>
                      <c:pt idx="308">
                        <c:v>45926.421851851854</c:v>
                      </c:pt>
                      <c:pt idx="309">
                        <c:v>45926.421851851854</c:v>
                      </c:pt>
                      <c:pt idx="310">
                        <c:v>45926.421851851854</c:v>
                      </c:pt>
                      <c:pt idx="311">
                        <c:v>45926.421851851854</c:v>
                      </c:pt>
                      <c:pt idx="312">
                        <c:v>45926.421851851854</c:v>
                      </c:pt>
                      <c:pt idx="313">
                        <c:v>45926.421851851854</c:v>
                      </c:pt>
                      <c:pt idx="314">
                        <c:v>45926.421851851854</c:v>
                      </c:pt>
                      <c:pt idx="315">
                        <c:v>45926.421851851854</c:v>
                      </c:pt>
                      <c:pt idx="316">
                        <c:v>45926.421851851854</c:v>
                      </c:pt>
                      <c:pt idx="317">
                        <c:v>45926.421851851854</c:v>
                      </c:pt>
                      <c:pt idx="318">
                        <c:v>45926.421851851854</c:v>
                      </c:pt>
                      <c:pt idx="319">
                        <c:v>45926.421851851854</c:v>
                      </c:pt>
                      <c:pt idx="320">
                        <c:v>45926.421851851854</c:v>
                      </c:pt>
                      <c:pt idx="321">
                        <c:v>45926.421851851854</c:v>
                      </c:pt>
                      <c:pt idx="322">
                        <c:v>45926.421863425923</c:v>
                      </c:pt>
                      <c:pt idx="323">
                        <c:v>45926.421863425923</c:v>
                      </c:pt>
                      <c:pt idx="324">
                        <c:v>45926.421863425923</c:v>
                      </c:pt>
                      <c:pt idx="325">
                        <c:v>45926.421863425923</c:v>
                      </c:pt>
                      <c:pt idx="326">
                        <c:v>45926.421863425923</c:v>
                      </c:pt>
                      <c:pt idx="327">
                        <c:v>45926.421863425923</c:v>
                      </c:pt>
                      <c:pt idx="328">
                        <c:v>45926.421863425923</c:v>
                      </c:pt>
                      <c:pt idx="329">
                        <c:v>45926.421863425923</c:v>
                      </c:pt>
                      <c:pt idx="330">
                        <c:v>45926.421863425923</c:v>
                      </c:pt>
                      <c:pt idx="331">
                        <c:v>45926.421863425923</c:v>
                      </c:pt>
                      <c:pt idx="332">
                        <c:v>45926.421863425923</c:v>
                      </c:pt>
                      <c:pt idx="333">
                        <c:v>45926.421863425923</c:v>
                      </c:pt>
                      <c:pt idx="334">
                        <c:v>45926.421863425923</c:v>
                      </c:pt>
                      <c:pt idx="335">
                        <c:v>45926.421863425923</c:v>
                      </c:pt>
                      <c:pt idx="336">
                        <c:v>45926.421863425923</c:v>
                      </c:pt>
                      <c:pt idx="337">
                        <c:v>45926.421863425923</c:v>
                      </c:pt>
                      <c:pt idx="338">
                        <c:v>45926.421863425923</c:v>
                      </c:pt>
                      <c:pt idx="339">
                        <c:v>45926.421863425923</c:v>
                      </c:pt>
                      <c:pt idx="340">
                        <c:v>45926.421863425923</c:v>
                      </c:pt>
                      <c:pt idx="341">
                        <c:v>45926.421875</c:v>
                      </c:pt>
                      <c:pt idx="342">
                        <c:v>45926.421875</c:v>
                      </c:pt>
                      <c:pt idx="343">
                        <c:v>45926.421875</c:v>
                      </c:pt>
                      <c:pt idx="344">
                        <c:v>45926.421875</c:v>
                      </c:pt>
                      <c:pt idx="345">
                        <c:v>45926.421875</c:v>
                      </c:pt>
                      <c:pt idx="346">
                        <c:v>45926.421875</c:v>
                      </c:pt>
                      <c:pt idx="347">
                        <c:v>45926.421875</c:v>
                      </c:pt>
                      <c:pt idx="348">
                        <c:v>45926.421875</c:v>
                      </c:pt>
                      <c:pt idx="349">
                        <c:v>45926.421875</c:v>
                      </c:pt>
                      <c:pt idx="350">
                        <c:v>45926.421875</c:v>
                      </c:pt>
                      <c:pt idx="351">
                        <c:v>45926.421875</c:v>
                      </c:pt>
                      <c:pt idx="352">
                        <c:v>45926.421875</c:v>
                      </c:pt>
                      <c:pt idx="353">
                        <c:v>45926.421875</c:v>
                      </c:pt>
                      <c:pt idx="354">
                        <c:v>45926.421875</c:v>
                      </c:pt>
                      <c:pt idx="355">
                        <c:v>45926.421875</c:v>
                      </c:pt>
                      <c:pt idx="356">
                        <c:v>45926.421875</c:v>
                      </c:pt>
                      <c:pt idx="357">
                        <c:v>45926.421875</c:v>
                      </c:pt>
                      <c:pt idx="358">
                        <c:v>45926.421875</c:v>
                      </c:pt>
                      <c:pt idx="359">
                        <c:v>45926.421875</c:v>
                      </c:pt>
                      <c:pt idx="360">
                        <c:v>45926.421875</c:v>
                      </c:pt>
                      <c:pt idx="361">
                        <c:v>45926.421886574077</c:v>
                      </c:pt>
                      <c:pt idx="362">
                        <c:v>45926.421886574077</c:v>
                      </c:pt>
                      <c:pt idx="363">
                        <c:v>45926.421886574077</c:v>
                      </c:pt>
                      <c:pt idx="364">
                        <c:v>45926.421886574077</c:v>
                      </c:pt>
                      <c:pt idx="365">
                        <c:v>45926.421886574077</c:v>
                      </c:pt>
                      <c:pt idx="366">
                        <c:v>45926.421886574077</c:v>
                      </c:pt>
                      <c:pt idx="367">
                        <c:v>45926.421886574077</c:v>
                      </c:pt>
                      <c:pt idx="368">
                        <c:v>45926.421886574077</c:v>
                      </c:pt>
                      <c:pt idx="369">
                        <c:v>45926.421886574077</c:v>
                      </c:pt>
                      <c:pt idx="370">
                        <c:v>45926.421886574077</c:v>
                      </c:pt>
                      <c:pt idx="371">
                        <c:v>45926.421886574077</c:v>
                      </c:pt>
                      <c:pt idx="372">
                        <c:v>45926.421886574077</c:v>
                      </c:pt>
                      <c:pt idx="373">
                        <c:v>45926.421886574077</c:v>
                      </c:pt>
                      <c:pt idx="374">
                        <c:v>45926.421886574077</c:v>
                      </c:pt>
                      <c:pt idx="375">
                        <c:v>45926.421886574077</c:v>
                      </c:pt>
                      <c:pt idx="376">
                        <c:v>45926.421886574077</c:v>
                      </c:pt>
                      <c:pt idx="377">
                        <c:v>45926.421886574077</c:v>
                      </c:pt>
                      <c:pt idx="378">
                        <c:v>45926.421886574077</c:v>
                      </c:pt>
                      <c:pt idx="379">
                        <c:v>45926.421886574077</c:v>
                      </c:pt>
                      <c:pt idx="380">
                        <c:v>45926.421886574077</c:v>
                      </c:pt>
                      <c:pt idx="381">
                        <c:v>45926.421898148146</c:v>
                      </c:pt>
                      <c:pt idx="382">
                        <c:v>45926.421898148146</c:v>
                      </c:pt>
                      <c:pt idx="383">
                        <c:v>45926.421898148146</c:v>
                      </c:pt>
                      <c:pt idx="384">
                        <c:v>45926.421898148146</c:v>
                      </c:pt>
                      <c:pt idx="385">
                        <c:v>45926.421898148146</c:v>
                      </c:pt>
                      <c:pt idx="386">
                        <c:v>45926.421898148146</c:v>
                      </c:pt>
                      <c:pt idx="387">
                        <c:v>45926.421898148146</c:v>
                      </c:pt>
                      <c:pt idx="388">
                        <c:v>45926.421898148146</c:v>
                      </c:pt>
                      <c:pt idx="389">
                        <c:v>45926.421898148146</c:v>
                      </c:pt>
                      <c:pt idx="390">
                        <c:v>45926.421898148146</c:v>
                      </c:pt>
                      <c:pt idx="391">
                        <c:v>45926.421898148146</c:v>
                      </c:pt>
                      <c:pt idx="392">
                        <c:v>45926.421898148146</c:v>
                      </c:pt>
                      <c:pt idx="393">
                        <c:v>45926.421898148146</c:v>
                      </c:pt>
                      <c:pt idx="394">
                        <c:v>45926.421898148146</c:v>
                      </c:pt>
                      <c:pt idx="395">
                        <c:v>45926.421898148146</c:v>
                      </c:pt>
                      <c:pt idx="396">
                        <c:v>45926.421898148146</c:v>
                      </c:pt>
                      <c:pt idx="397">
                        <c:v>45926.421898148146</c:v>
                      </c:pt>
                      <c:pt idx="398">
                        <c:v>45926.421898148146</c:v>
                      </c:pt>
                      <c:pt idx="399">
                        <c:v>45926.421898148146</c:v>
                      </c:pt>
                      <c:pt idx="400">
                        <c:v>45926.421909722223</c:v>
                      </c:pt>
                      <c:pt idx="401">
                        <c:v>45926.421909722223</c:v>
                      </c:pt>
                      <c:pt idx="402">
                        <c:v>45926.421909722223</c:v>
                      </c:pt>
                      <c:pt idx="403">
                        <c:v>45926.421909722223</c:v>
                      </c:pt>
                      <c:pt idx="404">
                        <c:v>45926.421909722223</c:v>
                      </c:pt>
                      <c:pt idx="405">
                        <c:v>45926.421909722223</c:v>
                      </c:pt>
                      <c:pt idx="406">
                        <c:v>45926.421909722223</c:v>
                      </c:pt>
                      <c:pt idx="407">
                        <c:v>45926.421909722223</c:v>
                      </c:pt>
                      <c:pt idx="408">
                        <c:v>45926.421909722223</c:v>
                      </c:pt>
                      <c:pt idx="409">
                        <c:v>45926.421909722223</c:v>
                      </c:pt>
                      <c:pt idx="410">
                        <c:v>45926.421909722223</c:v>
                      </c:pt>
                      <c:pt idx="411">
                        <c:v>45926.421909722223</c:v>
                      </c:pt>
                      <c:pt idx="412">
                        <c:v>45926.421909722223</c:v>
                      </c:pt>
                      <c:pt idx="413">
                        <c:v>45926.421909722223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Sheet1!$C$2:$C$415</c15:sqref>
                        </c15:formulaRef>
                      </c:ext>
                    </c:extLst>
                    <c:numCache>
                      <c:formatCode>General</c:formatCode>
                      <c:ptCount val="414"/>
                      <c:pt idx="0">
                        <c:v>2</c:v>
                      </c:pt>
                      <c:pt idx="1">
                        <c:v>2</c:v>
                      </c:pt>
                      <c:pt idx="2">
                        <c:v>2</c:v>
                      </c:pt>
                      <c:pt idx="3">
                        <c:v>2</c:v>
                      </c:pt>
                      <c:pt idx="4">
                        <c:v>2</c:v>
                      </c:pt>
                      <c:pt idx="5">
                        <c:v>2</c:v>
                      </c:pt>
                      <c:pt idx="6">
                        <c:v>2</c:v>
                      </c:pt>
                      <c:pt idx="7">
                        <c:v>2</c:v>
                      </c:pt>
                      <c:pt idx="8">
                        <c:v>2</c:v>
                      </c:pt>
                      <c:pt idx="9">
                        <c:v>2</c:v>
                      </c:pt>
                      <c:pt idx="10">
                        <c:v>2</c:v>
                      </c:pt>
                      <c:pt idx="11">
                        <c:v>2</c:v>
                      </c:pt>
                      <c:pt idx="12">
                        <c:v>2</c:v>
                      </c:pt>
                      <c:pt idx="13">
                        <c:v>2</c:v>
                      </c:pt>
                      <c:pt idx="14">
                        <c:v>2</c:v>
                      </c:pt>
                      <c:pt idx="15">
                        <c:v>2</c:v>
                      </c:pt>
                      <c:pt idx="16">
                        <c:v>2</c:v>
                      </c:pt>
                      <c:pt idx="17">
                        <c:v>2</c:v>
                      </c:pt>
                      <c:pt idx="18">
                        <c:v>2</c:v>
                      </c:pt>
                      <c:pt idx="19">
                        <c:v>2</c:v>
                      </c:pt>
                      <c:pt idx="20">
                        <c:v>2</c:v>
                      </c:pt>
                      <c:pt idx="21">
                        <c:v>2</c:v>
                      </c:pt>
                      <c:pt idx="22">
                        <c:v>2</c:v>
                      </c:pt>
                      <c:pt idx="23">
                        <c:v>2</c:v>
                      </c:pt>
                      <c:pt idx="24">
                        <c:v>2</c:v>
                      </c:pt>
                      <c:pt idx="25">
                        <c:v>2</c:v>
                      </c:pt>
                      <c:pt idx="26">
                        <c:v>2</c:v>
                      </c:pt>
                      <c:pt idx="27">
                        <c:v>2</c:v>
                      </c:pt>
                      <c:pt idx="28">
                        <c:v>2</c:v>
                      </c:pt>
                      <c:pt idx="29">
                        <c:v>2</c:v>
                      </c:pt>
                      <c:pt idx="30">
                        <c:v>2</c:v>
                      </c:pt>
                      <c:pt idx="31">
                        <c:v>2</c:v>
                      </c:pt>
                      <c:pt idx="32">
                        <c:v>2</c:v>
                      </c:pt>
                      <c:pt idx="33">
                        <c:v>2</c:v>
                      </c:pt>
                      <c:pt idx="34">
                        <c:v>2</c:v>
                      </c:pt>
                      <c:pt idx="35">
                        <c:v>2</c:v>
                      </c:pt>
                      <c:pt idx="36">
                        <c:v>2</c:v>
                      </c:pt>
                      <c:pt idx="37">
                        <c:v>2</c:v>
                      </c:pt>
                      <c:pt idx="38">
                        <c:v>2</c:v>
                      </c:pt>
                      <c:pt idx="39">
                        <c:v>2</c:v>
                      </c:pt>
                      <c:pt idx="40">
                        <c:v>2</c:v>
                      </c:pt>
                      <c:pt idx="41">
                        <c:v>2</c:v>
                      </c:pt>
                      <c:pt idx="42">
                        <c:v>2</c:v>
                      </c:pt>
                      <c:pt idx="43">
                        <c:v>2</c:v>
                      </c:pt>
                      <c:pt idx="44">
                        <c:v>2</c:v>
                      </c:pt>
                      <c:pt idx="45">
                        <c:v>2</c:v>
                      </c:pt>
                      <c:pt idx="46">
                        <c:v>2</c:v>
                      </c:pt>
                      <c:pt idx="47">
                        <c:v>2</c:v>
                      </c:pt>
                      <c:pt idx="48">
                        <c:v>2</c:v>
                      </c:pt>
                      <c:pt idx="49">
                        <c:v>2</c:v>
                      </c:pt>
                      <c:pt idx="50">
                        <c:v>2</c:v>
                      </c:pt>
                      <c:pt idx="51">
                        <c:v>2</c:v>
                      </c:pt>
                      <c:pt idx="52">
                        <c:v>2</c:v>
                      </c:pt>
                      <c:pt idx="53">
                        <c:v>2</c:v>
                      </c:pt>
                      <c:pt idx="54">
                        <c:v>2</c:v>
                      </c:pt>
                      <c:pt idx="55">
                        <c:v>2</c:v>
                      </c:pt>
                      <c:pt idx="56">
                        <c:v>2</c:v>
                      </c:pt>
                      <c:pt idx="57">
                        <c:v>2</c:v>
                      </c:pt>
                      <c:pt idx="58">
                        <c:v>2</c:v>
                      </c:pt>
                      <c:pt idx="59">
                        <c:v>2</c:v>
                      </c:pt>
                      <c:pt idx="60">
                        <c:v>2</c:v>
                      </c:pt>
                      <c:pt idx="61">
                        <c:v>2</c:v>
                      </c:pt>
                      <c:pt idx="62">
                        <c:v>2</c:v>
                      </c:pt>
                      <c:pt idx="63">
                        <c:v>2</c:v>
                      </c:pt>
                      <c:pt idx="64">
                        <c:v>2</c:v>
                      </c:pt>
                      <c:pt idx="65">
                        <c:v>2</c:v>
                      </c:pt>
                      <c:pt idx="66">
                        <c:v>2</c:v>
                      </c:pt>
                      <c:pt idx="67">
                        <c:v>2</c:v>
                      </c:pt>
                      <c:pt idx="68">
                        <c:v>2</c:v>
                      </c:pt>
                      <c:pt idx="69">
                        <c:v>2</c:v>
                      </c:pt>
                      <c:pt idx="70">
                        <c:v>2</c:v>
                      </c:pt>
                      <c:pt idx="71">
                        <c:v>2</c:v>
                      </c:pt>
                      <c:pt idx="72">
                        <c:v>2</c:v>
                      </c:pt>
                      <c:pt idx="73">
                        <c:v>2</c:v>
                      </c:pt>
                      <c:pt idx="74">
                        <c:v>2</c:v>
                      </c:pt>
                      <c:pt idx="75">
                        <c:v>2</c:v>
                      </c:pt>
                      <c:pt idx="76">
                        <c:v>2</c:v>
                      </c:pt>
                      <c:pt idx="77">
                        <c:v>2</c:v>
                      </c:pt>
                      <c:pt idx="78">
                        <c:v>2</c:v>
                      </c:pt>
                      <c:pt idx="79">
                        <c:v>2</c:v>
                      </c:pt>
                      <c:pt idx="80">
                        <c:v>2</c:v>
                      </c:pt>
                      <c:pt idx="81">
                        <c:v>2</c:v>
                      </c:pt>
                      <c:pt idx="82">
                        <c:v>2</c:v>
                      </c:pt>
                      <c:pt idx="83">
                        <c:v>2</c:v>
                      </c:pt>
                      <c:pt idx="84">
                        <c:v>2</c:v>
                      </c:pt>
                      <c:pt idx="85">
                        <c:v>2</c:v>
                      </c:pt>
                      <c:pt idx="86">
                        <c:v>2</c:v>
                      </c:pt>
                      <c:pt idx="87">
                        <c:v>2</c:v>
                      </c:pt>
                      <c:pt idx="88">
                        <c:v>2</c:v>
                      </c:pt>
                      <c:pt idx="89">
                        <c:v>2</c:v>
                      </c:pt>
                      <c:pt idx="90">
                        <c:v>2</c:v>
                      </c:pt>
                      <c:pt idx="91">
                        <c:v>2</c:v>
                      </c:pt>
                      <c:pt idx="92">
                        <c:v>2</c:v>
                      </c:pt>
                      <c:pt idx="93">
                        <c:v>2</c:v>
                      </c:pt>
                      <c:pt idx="94">
                        <c:v>2</c:v>
                      </c:pt>
                      <c:pt idx="95">
                        <c:v>2</c:v>
                      </c:pt>
                      <c:pt idx="96">
                        <c:v>2</c:v>
                      </c:pt>
                      <c:pt idx="97">
                        <c:v>2</c:v>
                      </c:pt>
                      <c:pt idx="98">
                        <c:v>2</c:v>
                      </c:pt>
                      <c:pt idx="99">
                        <c:v>2</c:v>
                      </c:pt>
                      <c:pt idx="100">
                        <c:v>2</c:v>
                      </c:pt>
                      <c:pt idx="101">
                        <c:v>2</c:v>
                      </c:pt>
                      <c:pt idx="102">
                        <c:v>2</c:v>
                      </c:pt>
                      <c:pt idx="103">
                        <c:v>2</c:v>
                      </c:pt>
                      <c:pt idx="104">
                        <c:v>2</c:v>
                      </c:pt>
                      <c:pt idx="105">
                        <c:v>2</c:v>
                      </c:pt>
                      <c:pt idx="106">
                        <c:v>2</c:v>
                      </c:pt>
                      <c:pt idx="107">
                        <c:v>2</c:v>
                      </c:pt>
                      <c:pt idx="108">
                        <c:v>2</c:v>
                      </c:pt>
                      <c:pt idx="109">
                        <c:v>2</c:v>
                      </c:pt>
                      <c:pt idx="110">
                        <c:v>2</c:v>
                      </c:pt>
                      <c:pt idx="111">
                        <c:v>2</c:v>
                      </c:pt>
                      <c:pt idx="112">
                        <c:v>2</c:v>
                      </c:pt>
                      <c:pt idx="113">
                        <c:v>2</c:v>
                      </c:pt>
                      <c:pt idx="114">
                        <c:v>2</c:v>
                      </c:pt>
                      <c:pt idx="115">
                        <c:v>2</c:v>
                      </c:pt>
                      <c:pt idx="116">
                        <c:v>2</c:v>
                      </c:pt>
                      <c:pt idx="117">
                        <c:v>2</c:v>
                      </c:pt>
                      <c:pt idx="118">
                        <c:v>2</c:v>
                      </c:pt>
                      <c:pt idx="119">
                        <c:v>2</c:v>
                      </c:pt>
                      <c:pt idx="120">
                        <c:v>2</c:v>
                      </c:pt>
                      <c:pt idx="121">
                        <c:v>2</c:v>
                      </c:pt>
                      <c:pt idx="122">
                        <c:v>2</c:v>
                      </c:pt>
                      <c:pt idx="123">
                        <c:v>2</c:v>
                      </c:pt>
                      <c:pt idx="124">
                        <c:v>2</c:v>
                      </c:pt>
                      <c:pt idx="125">
                        <c:v>2</c:v>
                      </c:pt>
                      <c:pt idx="126">
                        <c:v>2</c:v>
                      </c:pt>
                      <c:pt idx="127">
                        <c:v>2</c:v>
                      </c:pt>
                      <c:pt idx="128">
                        <c:v>2</c:v>
                      </c:pt>
                      <c:pt idx="129">
                        <c:v>2</c:v>
                      </c:pt>
                      <c:pt idx="130">
                        <c:v>2</c:v>
                      </c:pt>
                      <c:pt idx="131">
                        <c:v>2</c:v>
                      </c:pt>
                      <c:pt idx="132">
                        <c:v>2</c:v>
                      </c:pt>
                      <c:pt idx="133">
                        <c:v>2</c:v>
                      </c:pt>
                      <c:pt idx="134">
                        <c:v>2</c:v>
                      </c:pt>
                      <c:pt idx="135">
                        <c:v>2</c:v>
                      </c:pt>
                      <c:pt idx="136">
                        <c:v>2</c:v>
                      </c:pt>
                      <c:pt idx="137">
                        <c:v>2</c:v>
                      </c:pt>
                      <c:pt idx="138">
                        <c:v>2</c:v>
                      </c:pt>
                      <c:pt idx="139">
                        <c:v>2</c:v>
                      </c:pt>
                      <c:pt idx="140">
                        <c:v>2</c:v>
                      </c:pt>
                      <c:pt idx="141">
                        <c:v>2</c:v>
                      </c:pt>
                      <c:pt idx="142">
                        <c:v>2</c:v>
                      </c:pt>
                      <c:pt idx="143">
                        <c:v>2</c:v>
                      </c:pt>
                      <c:pt idx="144">
                        <c:v>2</c:v>
                      </c:pt>
                      <c:pt idx="145">
                        <c:v>2</c:v>
                      </c:pt>
                      <c:pt idx="146">
                        <c:v>2</c:v>
                      </c:pt>
                      <c:pt idx="147">
                        <c:v>2</c:v>
                      </c:pt>
                      <c:pt idx="148">
                        <c:v>2</c:v>
                      </c:pt>
                      <c:pt idx="149">
                        <c:v>2</c:v>
                      </c:pt>
                      <c:pt idx="150">
                        <c:v>2</c:v>
                      </c:pt>
                      <c:pt idx="151">
                        <c:v>2</c:v>
                      </c:pt>
                      <c:pt idx="152">
                        <c:v>2</c:v>
                      </c:pt>
                      <c:pt idx="153">
                        <c:v>2</c:v>
                      </c:pt>
                      <c:pt idx="154">
                        <c:v>2</c:v>
                      </c:pt>
                      <c:pt idx="155">
                        <c:v>2</c:v>
                      </c:pt>
                      <c:pt idx="156">
                        <c:v>2</c:v>
                      </c:pt>
                      <c:pt idx="157">
                        <c:v>2</c:v>
                      </c:pt>
                      <c:pt idx="158">
                        <c:v>2</c:v>
                      </c:pt>
                      <c:pt idx="159">
                        <c:v>2</c:v>
                      </c:pt>
                      <c:pt idx="160">
                        <c:v>2</c:v>
                      </c:pt>
                      <c:pt idx="161">
                        <c:v>2</c:v>
                      </c:pt>
                      <c:pt idx="162">
                        <c:v>2</c:v>
                      </c:pt>
                      <c:pt idx="163">
                        <c:v>2</c:v>
                      </c:pt>
                      <c:pt idx="164">
                        <c:v>2</c:v>
                      </c:pt>
                      <c:pt idx="165">
                        <c:v>2</c:v>
                      </c:pt>
                      <c:pt idx="166">
                        <c:v>2</c:v>
                      </c:pt>
                      <c:pt idx="167">
                        <c:v>2</c:v>
                      </c:pt>
                      <c:pt idx="168">
                        <c:v>2</c:v>
                      </c:pt>
                      <c:pt idx="169">
                        <c:v>2</c:v>
                      </c:pt>
                      <c:pt idx="170">
                        <c:v>2</c:v>
                      </c:pt>
                      <c:pt idx="171">
                        <c:v>2</c:v>
                      </c:pt>
                      <c:pt idx="172">
                        <c:v>2</c:v>
                      </c:pt>
                      <c:pt idx="173">
                        <c:v>2</c:v>
                      </c:pt>
                      <c:pt idx="174">
                        <c:v>2</c:v>
                      </c:pt>
                      <c:pt idx="175">
                        <c:v>2</c:v>
                      </c:pt>
                      <c:pt idx="176">
                        <c:v>2</c:v>
                      </c:pt>
                      <c:pt idx="177">
                        <c:v>2</c:v>
                      </c:pt>
                      <c:pt idx="178">
                        <c:v>2</c:v>
                      </c:pt>
                      <c:pt idx="179">
                        <c:v>2</c:v>
                      </c:pt>
                      <c:pt idx="180">
                        <c:v>2</c:v>
                      </c:pt>
                      <c:pt idx="181">
                        <c:v>2</c:v>
                      </c:pt>
                      <c:pt idx="182">
                        <c:v>2</c:v>
                      </c:pt>
                      <c:pt idx="183">
                        <c:v>2</c:v>
                      </c:pt>
                      <c:pt idx="184">
                        <c:v>2</c:v>
                      </c:pt>
                      <c:pt idx="185">
                        <c:v>2</c:v>
                      </c:pt>
                      <c:pt idx="186">
                        <c:v>2</c:v>
                      </c:pt>
                      <c:pt idx="187">
                        <c:v>2</c:v>
                      </c:pt>
                      <c:pt idx="188">
                        <c:v>2</c:v>
                      </c:pt>
                      <c:pt idx="189">
                        <c:v>2</c:v>
                      </c:pt>
                      <c:pt idx="190">
                        <c:v>2</c:v>
                      </c:pt>
                      <c:pt idx="191">
                        <c:v>2</c:v>
                      </c:pt>
                      <c:pt idx="192">
                        <c:v>2</c:v>
                      </c:pt>
                      <c:pt idx="193">
                        <c:v>2</c:v>
                      </c:pt>
                      <c:pt idx="194">
                        <c:v>2</c:v>
                      </c:pt>
                      <c:pt idx="195">
                        <c:v>2</c:v>
                      </c:pt>
                      <c:pt idx="196">
                        <c:v>2</c:v>
                      </c:pt>
                      <c:pt idx="197">
                        <c:v>2</c:v>
                      </c:pt>
                      <c:pt idx="198">
                        <c:v>2</c:v>
                      </c:pt>
                      <c:pt idx="199">
                        <c:v>2</c:v>
                      </c:pt>
                      <c:pt idx="200">
                        <c:v>2</c:v>
                      </c:pt>
                      <c:pt idx="201">
                        <c:v>2</c:v>
                      </c:pt>
                      <c:pt idx="202">
                        <c:v>2</c:v>
                      </c:pt>
                      <c:pt idx="203">
                        <c:v>2</c:v>
                      </c:pt>
                      <c:pt idx="204">
                        <c:v>2</c:v>
                      </c:pt>
                      <c:pt idx="205">
                        <c:v>2</c:v>
                      </c:pt>
                      <c:pt idx="206">
                        <c:v>2</c:v>
                      </c:pt>
                      <c:pt idx="207">
                        <c:v>2</c:v>
                      </c:pt>
                      <c:pt idx="208">
                        <c:v>2</c:v>
                      </c:pt>
                      <c:pt idx="209">
                        <c:v>2</c:v>
                      </c:pt>
                      <c:pt idx="210">
                        <c:v>2</c:v>
                      </c:pt>
                      <c:pt idx="211">
                        <c:v>2</c:v>
                      </c:pt>
                      <c:pt idx="212">
                        <c:v>2</c:v>
                      </c:pt>
                      <c:pt idx="213">
                        <c:v>2</c:v>
                      </c:pt>
                      <c:pt idx="214">
                        <c:v>2</c:v>
                      </c:pt>
                      <c:pt idx="215">
                        <c:v>2</c:v>
                      </c:pt>
                      <c:pt idx="216">
                        <c:v>2</c:v>
                      </c:pt>
                      <c:pt idx="217">
                        <c:v>2</c:v>
                      </c:pt>
                      <c:pt idx="218">
                        <c:v>2</c:v>
                      </c:pt>
                      <c:pt idx="219">
                        <c:v>2</c:v>
                      </c:pt>
                      <c:pt idx="220">
                        <c:v>2</c:v>
                      </c:pt>
                      <c:pt idx="221">
                        <c:v>2</c:v>
                      </c:pt>
                      <c:pt idx="222">
                        <c:v>2</c:v>
                      </c:pt>
                      <c:pt idx="223">
                        <c:v>2</c:v>
                      </c:pt>
                      <c:pt idx="224">
                        <c:v>2</c:v>
                      </c:pt>
                      <c:pt idx="225">
                        <c:v>2</c:v>
                      </c:pt>
                      <c:pt idx="226">
                        <c:v>2</c:v>
                      </c:pt>
                      <c:pt idx="227">
                        <c:v>2</c:v>
                      </c:pt>
                      <c:pt idx="228">
                        <c:v>2</c:v>
                      </c:pt>
                      <c:pt idx="229">
                        <c:v>2</c:v>
                      </c:pt>
                      <c:pt idx="230">
                        <c:v>2</c:v>
                      </c:pt>
                      <c:pt idx="231">
                        <c:v>2</c:v>
                      </c:pt>
                      <c:pt idx="232">
                        <c:v>2</c:v>
                      </c:pt>
                      <c:pt idx="233">
                        <c:v>2</c:v>
                      </c:pt>
                      <c:pt idx="234">
                        <c:v>2</c:v>
                      </c:pt>
                      <c:pt idx="235">
                        <c:v>2</c:v>
                      </c:pt>
                      <c:pt idx="236">
                        <c:v>2</c:v>
                      </c:pt>
                      <c:pt idx="237">
                        <c:v>2</c:v>
                      </c:pt>
                      <c:pt idx="238">
                        <c:v>2</c:v>
                      </c:pt>
                      <c:pt idx="239">
                        <c:v>2</c:v>
                      </c:pt>
                      <c:pt idx="240">
                        <c:v>2</c:v>
                      </c:pt>
                      <c:pt idx="241">
                        <c:v>2</c:v>
                      </c:pt>
                      <c:pt idx="242">
                        <c:v>2</c:v>
                      </c:pt>
                      <c:pt idx="243">
                        <c:v>2</c:v>
                      </c:pt>
                      <c:pt idx="244">
                        <c:v>2</c:v>
                      </c:pt>
                      <c:pt idx="245">
                        <c:v>2</c:v>
                      </c:pt>
                      <c:pt idx="246">
                        <c:v>2</c:v>
                      </c:pt>
                      <c:pt idx="247">
                        <c:v>2</c:v>
                      </c:pt>
                      <c:pt idx="248">
                        <c:v>2</c:v>
                      </c:pt>
                      <c:pt idx="249">
                        <c:v>2</c:v>
                      </c:pt>
                      <c:pt idx="250">
                        <c:v>2</c:v>
                      </c:pt>
                      <c:pt idx="251">
                        <c:v>2</c:v>
                      </c:pt>
                      <c:pt idx="252">
                        <c:v>2</c:v>
                      </c:pt>
                      <c:pt idx="253">
                        <c:v>2</c:v>
                      </c:pt>
                      <c:pt idx="254">
                        <c:v>2</c:v>
                      </c:pt>
                      <c:pt idx="255">
                        <c:v>2</c:v>
                      </c:pt>
                      <c:pt idx="256">
                        <c:v>2</c:v>
                      </c:pt>
                      <c:pt idx="257">
                        <c:v>2</c:v>
                      </c:pt>
                      <c:pt idx="258">
                        <c:v>2</c:v>
                      </c:pt>
                      <c:pt idx="259">
                        <c:v>2</c:v>
                      </c:pt>
                      <c:pt idx="260">
                        <c:v>2</c:v>
                      </c:pt>
                      <c:pt idx="261">
                        <c:v>2</c:v>
                      </c:pt>
                      <c:pt idx="262">
                        <c:v>2</c:v>
                      </c:pt>
                      <c:pt idx="263">
                        <c:v>2</c:v>
                      </c:pt>
                      <c:pt idx="264">
                        <c:v>2</c:v>
                      </c:pt>
                      <c:pt idx="265">
                        <c:v>2</c:v>
                      </c:pt>
                      <c:pt idx="266">
                        <c:v>2</c:v>
                      </c:pt>
                      <c:pt idx="267">
                        <c:v>2</c:v>
                      </c:pt>
                      <c:pt idx="268">
                        <c:v>2</c:v>
                      </c:pt>
                      <c:pt idx="269">
                        <c:v>2</c:v>
                      </c:pt>
                      <c:pt idx="270">
                        <c:v>2</c:v>
                      </c:pt>
                      <c:pt idx="271">
                        <c:v>2</c:v>
                      </c:pt>
                      <c:pt idx="272">
                        <c:v>2</c:v>
                      </c:pt>
                      <c:pt idx="273">
                        <c:v>2</c:v>
                      </c:pt>
                      <c:pt idx="274">
                        <c:v>2</c:v>
                      </c:pt>
                      <c:pt idx="275">
                        <c:v>2</c:v>
                      </c:pt>
                      <c:pt idx="276">
                        <c:v>2</c:v>
                      </c:pt>
                      <c:pt idx="277">
                        <c:v>2</c:v>
                      </c:pt>
                      <c:pt idx="278">
                        <c:v>2</c:v>
                      </c:pt>
                      <c:pt idx="279">
                        <c:v>2</c:v>
                      </c:pt>
                      <c:pt idx="280">
                        <c:v>2</c:v>
                      </c:pt>
                      <c:pt idx="281">
                        <c:v>2</c:v>
                      </c:pt>
                      <c:pt idx="282">
                        <c:v>2</c:v>
                      </c:pt>
                      <c:pt idx="283">
                        <c:v>2</c:v>
                      </c:pt>
                      <c:pt idx="284">
                        <c:v>2</c:v>
                      </c:pt>
                      <c:pt idx="285">
                        <c:v>2</c:v>
                      </c:pt>
                      <c:pt idx="286">
                        <c:v>2</c:v>
                      </c:pt>
                      <c:pt idx="287">
                        <c:v>2</c:v>
                      </c:pt>
                      <c:pt idx="288">
                        <c:v>2</c:v>
                      </c:pt>
                      <c:pt idx="289">
                        <c:v>2</c:v>
                      </c:pt>
                      <c:pt idx="290">
                        <c:v>2</c:v>
                      </c:pt>
                      <c:pt idx="291">
                        <c:v>2</c:v>
                      </c:pt>
                      <c:pt idx="292">
                        <c:v>2</c:v>
                      </c:pt>
                      <c:pt idx="293">
                        <c:v>2</c:v>
                      </c:pt>
                      <c:pt idx="294">
                        <c:v>2</c:v>
                      </c:pt>
                      <c:pt idx="295">
                        <c:v>2</c:v>
                      </c:pt>
                      <c:pt idx="296">
                        <c:v>2</c:v>
                      </c:pt>
                      <c:pt idx="297">
                        <c:v>2</c:v>
                      </c:pt>
                      <c:pt idx="298">
                        <c:v>2</c:v>
                      </c:pt>
                      <c:pt idx="299">
                        <c:v>2</c:v>
                      </c:pt>
                      <c:pt idx="300">
                        <c:v>2</c:v>
                      </c:pt>
                      <c:pt idx="301">
                        <c:v>2</c:v>
                      </c:pt>
                      <c:pt idx="302">
                        <c:v>2</c:v>
                      </c:pt>
                      <c:pt idx="303">
                        <c:v>2</c:v>
                      </c:pt>
                      <c:pt idx="304">
                        <c:v>2</c:v>
                      </c:pt>
                      <c:pt idx="305">
                        <c:v>2</c:v>
                      </c:pt>
                      <c:pt idx="306">
                        <c:v>2</c:v>
                      </c:pt>
                      <c:pt idx="307">
                        <c:v>2</c:v>
                      </c:pt>
                      <c:pt idx="308">
                        <c:v>2</c:v>
                      </c:pt>
                      <c:pt idx="309">
                        <c:v>2</c:v>
                      </c:pt>
                      <c:pt idx="310">
                        <c:v>2</c:v>
                      </c:pt>
                      <c:pt idx="311">
                        <c:v>2</c:v>
                      </c:pt>
                      <c:pt idx="312">
                        <c:v>2</c:v>
                      </c:pt>
                      <c:pt idx="313">
                        <c:v>2</c:v>
                      </c:pt>
                      <c:pt idx="314">
                        <c:v>2</c:v>
                      </c:pt>
                      <c:pt idx="315">
                        <c:v>2</c:v>
                      </c:pt>
                      <c:pt idx="316">
                        <c:v>2</c:v>
                      </c:pt>
                      <c:pt idx="317">
                        <c:v>2</c:v>
                      </c:pt>
                      <c:pt idx="318">
                        <c:v>2</c:v>
                      </c:pt>
                      <c:pt idx="319">
                        <c:v>2</c:v>
                      </c:pt>
                      <c:pt idx="320">
                        <c:v>2</c:v>
                      </c:pt>
                      <c:pt idx="321">
                        <c:v>2</c:v>
                      </c:pt>
                      <c:pt idx="322">
                        <c:v>2</c:v>
                      </c:pt>
                      <c:pt idx="323">
                        <c:v>2</c:v>
                      </c:pt>
                      <c:pt idx="324">
                        <c:v>2</c:v>
                      </c:pt>
                      <c:pt idx="325">
                        <c:v>2</c:v>
                      </c:pt>
                      <c:pt idx="326">
                        <c:v>2</c:v>
                      </c:pt>
                      <c:pt idx="327">
                        <c:v>2</c:v>
                      </c:pt>
                      <c:pt idx="328">
                        <c:v>2</c:v>
                      </c:pt>
                      <c:pt idx="329">
                        <c:v>2</c:v>
                      </c:pt>
                      <c:pt idx="330">
                        <c:v>2</c:v>
                      </c:pt>
                      <c:pt idx="331">
                        <c:v>2</c:v>
                      </c:pt>
                      <c:pt idx="332">
                        <c:v>2</c:v>
                      </c:pt>
                      <c:pt idx="333">
                        <c:v>2</c:v>
                      </c:pt>
                      <c:pt idx="334">
                        <c:v>2</c:v>
                      </c:pt>
                      <c:pt idx="335">
                        <c:v>2</c:v>
                      </c:pt>
                      <c:pt idx="336">
                        <c:v>2</c:v>
                      </c:pt>
                      <c:pt idx="337">
                        <c:v>2</c:v>
                      </c:pt>
                      <c:pt idx="338">
                        <c:v>2</c:v>
                      </c:pt>
                      <c:pt idx="339">
                        <c:v>2</c:v>
                      </c:pt>
                      <c:pt idx="340">
                        <c:v>2</c:v>
                      </c:pt>
                      <c:pt idx="341">
                        <c:v>2</c:v>
                      </c:pt>
                      <c:pt idx="342">
                        <c:v>2</c:v>
                      </c:pt>
                      <c:pt idx="343">
                        <c:v>2</c:v>
                      </c:pt>
                      <c:pt idx="344">
                        <c:v>2</c:v>
                      </c:pt>
                      <c:pt idx="345">
                        <c:v>2</c:v>
                      </c:pt>
                      <c:pt idx="346">
                        <c:v>2</c:v>
                      </c:pt>
                      <c:pt idx="347">
                        <c:v>2</c:v>
                      </c:pt>
                      <c:pt idx="348">
                        <c:v>2</c:v>
                      </c:pt>
                      <c:pt idx="349">
                        <c:v>2</c:v>
                      </c:pt>
                      <c:pt idx="350">
                        <c:v>2</c:v>
                      </c:pt>
                      <c:pt idx="351">
                        <c:v>2</c:v>
                      </c:pt>
                      <c:pt idx="352">
                        <c:v>2</c:v>
                      </c:pt>
                      <c:pt idx="353">
                        <c:v>2</c:v>
                      </c:pt>
                      <c:pt idx="354">
                        <c:v>2</c:v>
                      </c:pt>
                      <c:pt idx="355">
                        <c:v>2</c:v>
                      </c:pt>
                      <c:pt idx="356">
                        <c:v>2</c:v>
                      </c:pt>
                      <c:pt idx="357">
                        <c:v>2</c:v>
                      </c:pt>
                      <c:pt idx="358">
                        <c:v>2</c:v>
                      </c:pt>
                      <c:pt idx="359">
                        <c:v>2</c:v>
                      </c:pt>
                      <c:pt idx="360">
                        <c:v>2</c:v>
                      </c:pt>
                      <c:pt idx="361">
                        <c:v>2</c:v>
                      </c:pt>
                      <c:pt idx="362">
                        <c:v>2</c:v>
                      </c:pt>
                      <c:pt idx="363">
                        <c:v>2</c:v>
                      </c:pt>
                      <c:pt idx="364">
                        <c:v>2</c:v>
                      </c:pt>
                      <c:pt idx="365">
                        <c:v>2</c:v>
                      </c:pt>
                      <c:pt idx="366">
                        <c:v>2</c:v>
                      </c:pt>
                      <c:pt idx="367">
                        <c:v>2</c:v>
                      </c:pt>
                      <c:pt idx="368">
                        <c:v>2</c:v>
                      </c:pt>
                      <c:pt idx="369">
                        <c:v>2</c:v>
                      </c:pt>
                      <c:pt idx="370">
                        <c:v>2</c:v>
                      </c:pt>
                      <c:pt idx="371">
                        <c:v>2</c:v>
                      </c:pt>
                      <c:pt idx="372">
                        <c:v>2</c:v>
                      </c:pt>
                      <c:pt idx="373">
                        <c:v>2</c:v>
                      </c:pt>
                      <c:pt idx="374">
                        <c:v>2</c:v>
                      </c:pt>
                      <c:pt idx="375">
                        <c:v>2</c:v>
                      </c:pt>
                      <c:pt idx="376">
                        <c:v>2</c:v>
                      </c:pt>
                      <c:pt idx="377">
                        <c:v>2</c:v>
                      </c:pt>
                      <c:pt idx="378">
                        <c:v>2</c:v>
                      </c:pt>
                      <c:pt idx="379">
                        <c:v>2</c:v>
                      </c:pt>
                      <c:pt idx="380">
                        <c:v>2</c:v>
                      </c:pt>
                      <c:pt idx="381">
                        <c:v>2</c:v>
                      </c:pt>
                      <c:pt idx="382">
                        <c:v>2</c:v>
                      </c:pt>
                      <c:pt idx="383">
                        <c:v>2</c:v>
                      </c:pt>
                      <c:pt idx="384">
                        <c:v>2</c:v>
                      </c:pt>
                      <c:pt idx="385">
                        <c:v>2</c:v>
                      </c:pt>
                      <c:pt idx="386">
                        <c:v>2</c:v>
                      </c:pt>
                      <c:pt idx="387">
                        <c:v>2</c:v>
                      </c:pt>
                      <c:pt idx="388">
                        <c:v>2</c:v>
                      </c:pt>
                      <c:pt idx="389">
                        <c:v>2</c:v>
                      </c:pt>
                      <c:pt idx="390">
                        <c:v>2</c:v>
                      </c:pt>
                      <c:pt idx="391">
                        <c:v>2</c:v>
                      </c:pt>
                      <c:pt idx="392">
                        <c:v>2</c:v>
                      </c:pt>
                      <c:pt idx="393">
                        <c:v>2</c:v>
                      </c:pt>
                      <c:pt idx="394">
                        <c:v>2</c:v>
                      </c:pt>
                      <c:pt idx="395">
                        <c:v>2</c:v>
                      </c:pt>
                      <c:pt idx="396">
                        <c:v>2</c:v>
                      </c:pt>
                      <c:pt idx="397">
                        <c:v>2</c:v>
                      </c:pt>
                      <c:pt idx="398">
                        <c:v>2</c:v>
                      </c:pt>
                      <c:pt idx="399">
                        <c:v>2</c:v>
                      </c:pt>
                      <c:pt idx="400">
                        <c:v>2</c:v>
                      </c:pt>
                      <c:pt idx="401">
                        <c:v>2</c:v>
                      </c:pt>
                      <c:pt idx="402">
                        <c:v>2</c:v>
                      </c:pt>
                      <c:pt idx="403">
                        <c:v>2</c:v>
                      </c:pt>
                      <c:pt idx="404">
                        <c:v>2</c:v>
                      </c:pt>
                      <c:pt idx="405">
                        <c:v>2</c:v>
                      </c:pt>
                      <c:pt idx="406">
                        <c:v>2</c:v>
                      </c:pt>
                      <c:pt idx="407">
                        <c:v>2</c:v>
                      </c:pt>
                      <c:pt idx="408">
                        <c:v>2</c:v>
                      </c:pt>
                      <c:pt idx="409">
                        <c:v>2</c:v>
                      </c:pt>
                      <c:pt idx="410">
                        <c:v>2</c:v>
                      </c:pt>
                      <c:pt idx="411">
                        <c:v>2</c:v>
                      </c:pt>
                      <c:pt idx="412">
                        <c:v>2</c:v>
                      </c:pt>
                      <c:pt idx="413">
                        <c:v>2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3-57C8-4497-A495-A8E113FB836F}"/>
                  </c:ext>
                </c:extLst>
              </c15:ser>
            </c15:filteredLineSeries>
            <c15:filteredLineSeries>
              <c15:ser>
                <c:idx val="2"/>
                <c:order val="2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Sheet1!$D$1</c15:sqref>
                        </c15:formulaRef>
                      </c:ext>
                    </c:extLst>
                    <c:strCache>
                      <c:ptCount val="1"/>
                      <c:pt idx="0">
                        <c:v>D1302
속도 비례값</c:v>
                      </c:pt>
                    </c:strCache>
                  </c:strRef>
                </c:tx>
                <c:spPr>
                  <a:ln w="28575" cap="rnd">
                    <a:solidFill>
                      <a:schemeClr val="accent3"/>
                    </a:solidFill>
                    <a:round/>
                  </a:ln>
                  <a:effectLst/>
                </c:spPr>
                <c:marker>
                  <c:symbol val="none"/>
                </c:marker>
                <c:cat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Sheet1!$A$2:$A$415</c15:sqref>
                        </c15:formulaRef>
                      </c:ext>
                    </c:extLst>
                    <c:numCache>
                      <c:formatCode>yyyy/mm/dd\ ddd\ hh:mm:ss</c:formatCode>
                      <c:ptCount val="414"/>
                      <c:pt idx="0">
                        <c:v>45926.421666666669</c:v>
                      </c:pt>
                      <c:pt idx="1">
                        <c:v>45926.421678240738</c:v>
                      </c:pt>
                      <c:pt idx="2">
                        <c:v>45926.421678240738</c:v>
                      </c:pt>
                      <c:pt idx="3">
                        <c:v>45926.421678240738</c:v>
                      </c:pt>
                      <c:pt idx="4">
                        <c:v>45926.421678240738</c:v>
                      </c:pt>
                      <c:pt idx="5">
                        <c:v>45926.421678240738</c:v>
                      </c:pt>
                      <c:pt idx="6">
                        <c:v>45926.421678240738</c:v>
                      </c:pt>
                      <c:pt idx="7">
                        <c:v>45926.421678240738</c:v>
                      </c:pt>
                      <c:pt idx="8">
                        <c:v>45926.421678240738</c:v>
                      </c:pt>
                      <c:pt idx="9">
                        <c:v>45926.421678240738</c:v>
                      </c:pt>
                      <c:pt idx="10">
                        <c:v>45926.421678240738</c:v>
                      </c:pt>
                      <c:pt idx="11">
                        <c:v>45926.421678240738</c:v>
                      </c:pt>
                      <c:pt idx="12">
                        <c:v>45926.421678240738</c:v>
                      </c:pt>
                      <c:pt idx="13">
                        <c:v>45926.421678240738</c:v>
                      </c:pt>
                      <c:pt idx="14">
                        <c:v>45926.421678240738</c:v>
                      </c:pt>
                      <c:pt idx="15">
                        <c:v>45926.421678240738</c:v>
                      </c:pt>
                      <c:pt idx="16">
                        <c:v>45926.421678240738</c:v>
                      </c:pt>
                      <c:pt idx="17">
                        <c:v>45926.421678240738</c:v>
                      </c:pt>
                      <c:pt idx="18">
                        <c:v>45926.421678240738</c:v>
                      </c:pt>
                      <c:pt idx="19">
                        <c:v>45926.421678240738</c:v>
                      </c:pt>
                      <c:pt idx="20">
                        <c:v>45926.421678240738</c:v>
                      </c:pt>
                      <c:pt idx="21">
                        <c:v>45926.421689814815</c:v>
                      </c:pt>
                      <c:pt idx="22">
                        <c:v>45926.421689814815</c:v>
                      </c:pt>
                      <c:pt idx="23">
                        <c:v>45926.421689814815</c:v>
                      </c:pt>
                      <c:pt idx="24">
                        <c:v>45926.421689814815</c:v>
                      </c:pt>
                      <c:pt idx="25">
                        <c:v>45926.421689814815</c:v>
                      </c:pt>
                      <c:pt idx="26">
                        <c:v>45926.421689814815</c:v>
                      </c:pt>
                      <c:pt idx="27">
                        <c:v>45926.421689814815</c:v>
                      </c:pt>
                      <c:pt idx="28">
                        <c:v>45926.421689814815</c:v>
                      </c:pt>
                      <c:pt idx="29">
                        <c:v>45926.421689814815</c:v>
                      </c:pt>
                      <c:pt idx="30">
                        <c:v>45926.421689814815</c:v>
                      </c:pt>
                      <c:pt idx="31">
                        <c:v>45926.421689814815</c:v>
                      </c:pt>
                      <c:pt idx="32">
                        <c:v>45926.421689814815</c:v>
                      </c:pt>
                      <c:pt idx="33">
                        <c:v>45926.421689814815</c:v>
                      </c:pt>
                      <c:pt idx="34">
                        <c:v>45926.421689814815</c:v>
                      </c:pt>
                      <c:pt idx="35">
                        <c:v>45926.421689814815</c:v>
                      </c:pt>
                      <c:pt idx="36">
                        <c:v>45926.421689814815</c:v>
                      </c:pt>
                      <c:pt idx="37">
                        <c:v>45926.421689814815</c:v>
                      </c:pt>
                      <c:pt idx="38">
                        <c:v>45926.421689814815</c:v>
                      </c:pt>
                      <c:pt idx="39">
                        <c:v>45926.421689814815</c:v>
                      </c:pt>
                      <c:pt idx="40">
                        <c:v>45926.421689814815</c:v>
                      </c:pt>
                      <c:pt idx="41">
                        <c:v>45926.421689814815</c:v>
                      </c:pt>
                      <c:pt idx="42">
                        <c:v>45926.421701388892</c:v>
                      </c:pt>
                      <c:pt idx="43">
                        <c:v>45926.421701388892</c:v>
                      </c:pt>
                      <c:pt idx="44">
                        <c:v>45926.421701388892</c:v>
                      </c:pt>
                      <c:pt idx="45">
                        <c:v>45926.421701388892</c:v>
                      </c:pt>
                      <c:pt idx="46">
                        <c:v>45926.421701388892</c:v>
                      </c:pt>
                      <c:pt idx="47">
                        <c:v>45926.421701388892</c:v>
                      </c:pt>
                      <c:pt idx="48">
                        <c:v>45926.421701388892</c:v>
                      </c:pt>
                      <c:pt idx="49">
                        <c:v>45926.421701388892</c:v>
                      </c:pt>
                      <c:pt idx="50">
                        <c:v>45926.421701388892</c:v>
                      </c:pt>
                      <c:pt idx="51">
                        <c:v>45926.421701388892</c:v>
                      </c:pt>
                      <c:pt idx="52">
                        <c:v>45926.421701388892</c:v>
                      </c:pt>
                      <c:pt idx="53">
                        <c:v>45926.421701388892</c:v>
                      </c:pt>
                      <c:pt idx="54">
                        <c:v>45926.421701388892</c:v>
                      </c:pt>
                      <c:pt idx="55">
                        <c:v>45926.421701388892</c:v>
                      </c:pt>
                      <c:pt idx="56">
                        <c:v>45926.421701388892</c:v>
                      </c:pt>
                      <c:pt idx="57">
                        <c:v>45926.421701388892</c:v>
                      </c:pt>
                      <c:pt idx="58">
                        <c:v>45926.421701388892</c:v>
                      </c:pt>
                      <c:pt idx="59">
                        <c:v>45926.421701388892</c:v>
                      </c:pt>
                      <c:pt idx="60">
                        <c:v>45926.421701388892</c:v>
                      </c:pt>
                      <c:pt idx="61">
                        <c:v>45926.421701388892</c:v>
                      </c:pt>
                      <c:pt idx="62">
                        <c:v>45926.421712962961</c:v>
                      </c:pt>
                      <c:pt idx="63">
                        <c:v>45926.421712962961</c:v>
                      </c:pt>
                      <c:pt idx="64">
                        <c:v>45926.421712962961</c:v>
                      </c:pt>
                      <c:pt idx="65">
                        <c:v>45926.421712962961</c:v>
                      </c:pt>
                      <c:pt idx="66">
                        <c:v>45926.421712962961</c:v>
                      </c:pt>
                      <c:pt idx="67">
                        <c:v>45926.421712962961</c:v>
                      </c:pt>
                      <c:pt idx="68">
                        <c:v>45926.421712962961</c:v>
                      </c:pt>
                      <c:pt idx="69">
                        <c:v>45926.421712962961</c:v>
                      </c:pt>
                      <c:pt idx="70">
                        <c:v>45926.421712962961</c:v>
                      </c:pt>
                      <c:pt idx="71">
                        <c:v>45926.421712962961</c:v>
                      </c:pt>
                      <c:pt idx="72">
                        <c:v>45926.421712962961</c:v>
                      </c:pt>
                      <c:pt idx="73">
                        <c:v>45926.421712962961</c:v>
                      </c:pt>
                      <c:pt idx="74">
                        <c:v>45926.421712962961</c:v>
                      </c:pt>
                      <c:pt idx="75">
                        <c:v>45926.421712962961</c:v>
                      </c:pt>
                      <c:pt idx="76">
                        <c:v>45926.421712962961</c:v>
                      </c:pt>
                      <c:pt idx="77">
                        <c:v>45926.421712962961</c:v>
                      </c:pt>
                      <c:pt idx="78">
                        <c:v>45926.421712962961</c:v>
                      </c:pt>
                      <c:pt idx="79">
                        <c:v>45926.421712962961</c:v>
                      </c:pt>
                      <c:pt idx="80">
                        <c:v>45926.421712962961</c:v>
                      </c:pt>
                      <c:pt idx="81">
                        <c:v>45926.421724537038</c:v>
                      </c:pt>
                      <c:pt idx="82">
                        <c:v>45926.421724537038</c:v>
                      </c:pt>
                      <c:pt idx="83">
                        <c:v>45926.421724537038</c:v>
                      </c:pt>
                      <c:pt idx="84">
                        <c:v>45926.421724537038</c:v>
                      </c:pt>
                      <c:pt idx="85">
                        <c:v>45926.421724537038</c:v>
                      </c:pt>
                      <c:pt idx="86">
                        <c:v>45926.421724537038</c:v>
                      </c:pt>
                      <c:pt idx="87">
                        <c:v>45926.421724537038</c:v>
                      </c:pt>
                      <c:pt idx="88">
                        <c:v>45926.421724537038</c:v>
                      </c:pt>
                      <c:pt idx="89">
                        <c:v>45926.421724537038</c:v>
                      </c:pt>
                      <c:pt idx="90">
                        <c:v>45926.421724537038</c:v>
                      </c:pt>
                      <c:pt idx="91">
                        <c:v>45926.421724537038</c:v>
                      </c:pt>
                      <c:pt idx="92">
                        <c:v>45926.421724537038</c:v>
                      </c:pt>
                      <c:pt idx="93">
                        <c:v>45926.421724537038</c:v>
                      </c:pt>
                      <c:pt idx="94">
                        <c:v>45926.421724537038</c:v>
                      </c:pt>
                      <c:pt idx="95">
                        <c:v>45926.421724537038</c:v>
                      </c:pt>
                      <c:pt idx="96">
                        <c:v>45926.421724537038</c:v>
                      </c:pt>
                      <c:pt idx="97">
                        <c:v>45926.421724537038</c:v>
                      </c:pt>
                      <c:pt idx="98">
                        <c:v>45926.421724537038</c:v>
                      </c:pt>
                      <c:pt idx="99">
                        <c:v>45926.421724537038</c:v>
                      </c:pt>
                      <c:pt idx="100">
                        <c:v>45926.421724537038</c:v>
                      </c:pt>
                      <c:pt idx="101">
                        <c:v>45926.421736111108</c:v>
                      </c:pt>
                      <c:pt idx="102">
                        <c:v>45926.421736111108</c:v>
                      </c:pt>
                      <c:pt idx="103">
                        <c:v>45926.421736111108</c:v>
                      </c:pt>
                      <c:pt idx="104">
                        <c:v>45926.421736111108</c:v>
                      </c:pt>
                      <c:pt idx="105">
                        <c:v>45926.421736111108</c:v>
                      </c:pt>
                      <c:pt idx="106">
                        <c:v>45926.421736111108</c:v>
                      </c:pt>
                      <c:pt idx="107">
                        <c:v>45926.421736111108</c:v>
                      </c:pt>
                      <c:pt idx="108">
                        <c:v>45926.421736111108</c:v>
                      </c:pt>
                      <c:pt idx="109">
                        <c:v>45926.421736111108</c:v>
                      </c:pt>
                      <c:pt idx="110">
                        <c:v>45926.421736111108</c:v>
                      </c:pt>
                      <c:pt idx="111">
                        <c:v>45926.421736111108</c:v>
                      </c:pt>
                      <c:pt idx="112">
                        <c:v>45926.421736111108</c:v>
                      </c:pt>
                      <c:pt idx="113">
                        <c:v>45926.421736111108</c:v>
                      </c:pt>
                      <c:pt idx="114">
                        <c:v>45926.421736111108</c:v>
                      </c:pt>
                      <c:pt idx="115">
                        <c:v>45926.421736111108</c:v>
                      </c:pt>
                      <c:pt idx="116">
                        <c:v>45926.421736111108</c:v>
                      </c:pt>
                      <c:pt idx="117">
                        <c:v>45926.421736111108</c:v>
                      </c:pt>
                      <c:pt idx="118">
                        <c:v>45926.421736111108</c:v>
                      </c:pt>
                      <c:pt idx="119">
                        <c:v>45926.421747685185</c:v>
                      </c:pt>
                      <c:pt idx="120">
                        <c:v>45926.421747685185</c:v>
                      </c:pt>
                      <c:pt idx="121">
                        <c:v>45926.421747685185</c:v>
                      </c:pt>
                      <c:pt idx="122">
                        <c:v>45926.421747685185</c:v>
                      </c:pt>
                      <c:pt idx="123">
                        <c:v>45926.421747685185</c:v>
                      </c:pt>
                      <c:pt idx="124">
                        <c:v>45926.421747685185</c:v>
                      </c:pt>
                      <c:pt idx="125">
                        <c:v>45926.421747685185</c:v>
                      </c:pt>
                      <c:pt idx="126">
                        <c:v>45926.421747685185</c:v>
                      </c:pt>
                      <c:pt idx="127">
                        <c:v>45926.421747685185</c:v>
                      </c:pt>
                      <c:pt idx="128">
                        <c:v>45926.421747685185</c:v>
                      </c:pt>
                      <c:pt idx="129">
                        <c:v>45926.421747685185</c:v>
                      </c:pt>
                      <c:pt idx="130">
                        <c:v>45926.421747685185</c:v>
                      </c:pt>
                      <c:pt idx="131">
                        <c:v>45926.421747685185</c:v>
                      </c:pt>
                      <c:pt idx="132">
                        <c:v>45926.421747685185</c:v>
                      </c:pt>
                      <c:pt idx="133">
                        <c:v>45926.421747685185</c:v>
                      </c:pt>
                      <c:pt idx="134">
                        <c:v>45926.421747685185</c:v>
                      </c:pt>
                      <c:pt idx="135">
                        <c:v>45926.421747685185</c:v>
                      </c:pt>
                      <c:pt idx="136">
                        <c:v>45926.421747685185</c:v>
                      </c:pt>
                      <c:pt idx="137">
                        <c:v>45926.421747685185</c:v>
                      </c:pt>
                      <c:pt idx="138">
                        <c:v>45926.421747685185</c:v>
                      </c:pt>
                      <c:pt idx="139">
                        <c:v>45926.421759259261</c:v>
                      </c:pt>
                      <c:pt idx="140">
                        <c:v>45926.421759259261</c:v>
                      </c:pt>
                      <c:pt idx="141">
                        <c:v>45926.421759259261</c:v>
                      </c:pt>
                      <c:pt idx="142">
                        <c:v>45926.421759259261</c:v>
                      </c:pt>
                      <c:pt idx="143">
                        <c:v>45926.421759259261</c:v>
                      </c:pt>
                      <c:pt idx="144">
                        <c:v>45926.421759259261</c:v>
                      </c:pt>
                      <c:pt idx="145">
                        <c:v>45926.421759259261</c:v>
                      </c:pt>
                      <c:pt idx="146">
                        <c:v>45926.421759259261</c:v>
                      </c:pt>
                      <c:pt idx="147">
                        <c:v>45926.421759259261</c:v>
                      </c:pt>
                      <c:pt idx="148">
                        <c:v>45926.421759259261</c:v>
                      </c:pt>
                      <c:pt idx="149">
                        <c:v>45926.421759259261</c:v>
                      </c:pt>
                      <c:pt idx="150">
                        <c:v>45926.421759259261</c:v>
                      </c:pt>
                      <c:pt idx="151">
                        <c:v>45926.421759259261</c:v>
                      </c:pt>
                      <c:pt idx="152">
                        <c:v>45926.421759259261</c:v>
                      </c:pt>
                      <c:pt idx="153">
                        <c:v>45926.421759259261</c:v>
                      </c:pt>
                      <c:pt idx="154">
                        <c:v>45926.421759259261</c:v>
                      </c:pt>
                      <c:pt idx="155">
                        <c:v>45926.421759259261</c:v>
                      </c:pt>
                      <c:pt idx="156">
                        <c:v>45926.421759259261</c:v>
                      </c:pt>
                      <c:pt idx="157">
                        <c:v>45926.421759259261</c:v>
                      </c:pt>
                      <c:pt idx="158">
                        <c:v>45926.421759259261</c:v>
                      </c:pt>
                      <c:pt idx="159">
                        <c:v>45926.421770833331</c:v>
                      </c:pt>
                      <c:pt idx="160">
                        <c:v>45926.421770833331</c:v>
                      </c:pt>
                      <c:pt idx="161">
                        <c:v>45926.421770833331</c:v>
                      </c:pt>
                      <c:pt idx="162">
                        <c:v>45926.421770833331</c:v>
                      </c:pt>
                      <c:pt idx="163">
                        <c:v>45926.421770833331</c:v>
                      </c:pt>
                      <c:pt idx="164">
                        <c:v>45926.421770833331</c:v>
                      </c:pt>
                      <c:pt idx="165">
                        <c:v>45926.421770833331</c:v>
                      </c:pt>
                      <c:pt idx="166">
                        <c:v>45926.421770833331</c:v>
                      </c:pt>
                      <c:pt idx="167">
                        <c:v>45926.421770833331</c:v>
                      </c:pt>
                      <c:pt idx="168">
                        <c:v>45926.421770833331</c:v>
                      </c:pt>
                      <c:pt idx="169">
                        <c:v>45926.421770833331</c:v>
                      </c:pt>
                      <c:pt idx="170">
                        <c:v>45926.421770833331</c:v>
                      </c:pt>
                      <c:pt idx="171">
                        <c:v>45926.421770833331</c:v>
                      </c:pt>
                      <c:pt idx="172">
                        <c:v>45926.421770833331</c:v>
                      </c:pt>
                      <c:pt idx="173">
                        <c:v>45926.421770833331</c:v>
                      </c:pt>
                      <c:pt idx="174">
                        <c:v>45926.421770833331</c:v>
                      </c:pt>
                      <c:pt idx="175">
                        <c:v>45926.421770833331</c:v>
                      </c:pt>
                      <c:pt idx="176">
                        <c:v>45926.421770833331</c:v>
                      </c:pt>
                      <c:pt idx="177">
                        <c:v>45926.421782407408</c:v>
                      </c:pt>
                      <c:pt idx="178">
                        <c:v>45926.421782407408</c:v>
                      </c:pt>
                      <c:pt idx="179">
                        <c:v>45926.421782407408</c:v>
                      </c:pt>
                      <c:pt idx="180">
                        <c:v>45926.421782407408</c:v>
                      </c:pt>
                      <c:pt idx="181">
                        <c:v>45926.421782407408</c:v>
                      </c:pt>
                      <c:pt idx="182">
                        <c:v>45926.421782407408</c:v>
                      </c:pt>
                      <c:pt idx="183">
                        <c:v>45926.421782407408</c:v>
                      </c:pt>
                      <c:pt idx="184">
                        <c:v>45926.421782407408</c:v>
                      </c:pt>
                      <c:pt idx="185">
                        <c:v>45926.421782407408</c:v>
                      </c:pt>
                      <c:pt idx="186">
                        <c:v>45926.421782407408</c:v>
                      </c:pt>
                      <c:pt idx="187">
                        <c:v>45926.421782407408</c:v>
                      </c:pt>
                      <c:pt idx="188">
                        <c:v>45926.421782407408</c:v>
                      </c:pt>
                      <c:pt idx="189">
                        <c:v>45926.421782407408</c:v>
                      </c:pt>
                      <c:pt idx="190">
                        <c:v>45926.421782407408</c:v>
                      </c:pt>
                      <c:pt idx="191">
                        <c:v>45926.421782407408</c:v>
                      </c:pt>
                      <c:pt idx="192">
                        <c:v>45926.421782407408</c:v>
                      </c:pt>
                      <c:pt idx="193">
                        <c:v>45926.421782407408</c:v>
                      </c:pt>
                      <c:pt idx="194">
                        <c:v>45926.421782407408</c:v>
                      </c:pt>
                      <c:pt idx="195">
                        <c:v>45926.421782407408</c:v>
                      </c:pt>
                      <c:pt idx="196">
                        <c:v>45926.421782407408</c:v>
                      </c:pt>
                      <c:pt idx="197">
                        <c:v>45926.421782407408</c:v>
                      </c:pt>
                      <c:pt idx="198">
                        <c:v>45926.421782407408</c:v>
                      </c:pt>
                      <c:pt idx="199">
                        <c:v>45926.421793981484</c:v>
                      </c:pt>
                      <c:pt idx="200">
                        <c:v>45926.421793981484</c:v>
                      </c:pt>
                      <c:pt idx="201">
                        <c:v>45926.421793981484</c:v>
                      </c:pt>
                      <c:pt idx="202">
                        <c:v>45926.421793981484</c:v>
                      </c:pt>
                      <c:pt idx="203">
                        <c:v>45926.421793981484</c:v>
                      </c:pt>
                      <c:pt idx="204">
                        <c:v>45926.421793981484</c:v>
                      </c:pt>
                      <c:pt idx="205">
                        <c:v>45926.421793981484</c:v>
                      </c:pt>
                      <c:pt idx="206">
                        <c:v>45926.421793981484</c:v>
                      </c:pt>
                      <c:pt idx="207">
                        <c:v>45926.421793981484</c:v>
                      </c:pt>
                      <c:pt idx="208">
                        <c:v>45926.421793981484</c:v>
                      </c:pt>
                      <c:pt idx="209">
                        <c:v>45926.421793981484</c:v>
                      </c:pt>
                      <c:pt idx="210">
                        <c:v>45926.421793981484</c:v>
                      </c:pt>
                      <c:pt idx="211">
                        <c:v>45926.421793981484</c:v>
                      </c:pt>
                      <c:pt idx="212">
                        <c:v>45926.421793981484</c:v>
                      </c:pt>
                      <c:pt idx="213">
                        <c:v>45926.421793981484</c:v>
                      </c:pt>
                      <c:pt idx="214">
                        <c:v>45926.421793981484</c:v>
                      </c:pt>
                      <c:pt idx="215">
                        <c:v>45926.421793981484</c:v>
                      </c:pt>
                      <c:pt idx="216">
                        <c:v>45926.421793981484</c:v>
                      </c:pt>
                      <c:pt idx="217">
                        <c:v>45926.421793981484</c:v>
                      </c:pt>
                      <c:pt idx="218">
                        <c:v>45926.421793981484</c:v>
                      </c:pt>
                      <c:pt idx="219">
                        <c:v>45926.421793981484</c:v>
                      </c:pt>
                      <c:pt idx="220">
                        <c:v>45926.421805555554</c:v>
                      </c:pt>
                      <c:pt idx="221">
                        <c:v>45926.421805555554</c:v>
                      </c:pt>
                      <c:pt idx="222">
                        <c:v>45926.421805555554</c:v>
                      </c:pt>
                      <c:pt idx="223">
                        <c:v>45926.421805555554</c:v>
                      </c:pt>
                      <c:pt idx="224">
                        <c:v>45926.421805555554</c:v>
                      </c:pt>
                      <c:pt idx="225">
                        <c:v>45926.421805555554</c:v>
                      </c:pt>
                      <c:pt idx="226">
                        <c:v>45926.421805555554</c:v>
                      </c:pt>
                      <c:pt idx="227">
                        <c:v>45926.421805555554</c:v>
                      </c:pt>
                      <c:pt idx="228">
                        <c:v>45926.421805555554</c:v>
                      </c:pt>
                      <c:pt idx="229">
                        <c:v>45926.421805555554</c:v>
                      </c:pt>
                      <c:pt idx="230">
                        <c:v>45926.421805555554</c:v>
                      </c:pt>
                      <c:pt idx="231">
                        <c:v>45926.421805555554</c:v>
                      </c:pt>
                      <c:pt idx="232">
                        <c:v>45926.421805555554</c:v>
                      </c:pt>
                      <c:pt idx="233">
                        <c:v>45926.421805555554</c:v>
                      </c:pt>
                      <c:pt idx="234">
                        <c:v>45926.421805555554</c:v>
                      </c:pt>
                      <c:pt idx="235">
                        <c:v>45926.421805555554</c:v>
                      </c:pt>
                      <c:pt idx="236">
                        <c:v>45926.421805555554</c:v>
                      </c:pt>
                      <c:pt idx="237">
                        <c:v>45926.421805555554</c:v>
                      </c:pt>
                      <c:pt idx="238">
                        <c:v>45926.421805555554</c:v>
                      </c:pt>
                      <c:pt idx="239">
                        <c:v>45926.421805555554</c:v>
                      </c:pt>
                      <c:pt idx="240">
                        <c:v>45926.421805555554</c:v>
                      </c:pt>
                      <c:pt idx="241">
                        <c:v>45926.421817129631</c:v>
                      </c:pt>
                      <c:pt idx="242">
                        <c:v>45926.421817129631</c:v>
                      </c:pt>
                      <c:pt idx="243">
                        <c:v>45926.421817129631</c:v>
                      </c:pt>
                      <c:pt idx="244">
                        <c:v>45926.421817129631</c:v>
                      </c:pt>
                      <c:pt idx="245">
                        <c:v>45926.421817129631</c:v>
                      </c:pt>
                      <c:pt idx="246">
                        <c:v>45926.421817129631</c:v>
                      </c:pt>
                      <c:pt idx="247">
                        <c:v>45926.421817129631</c:v>
                      </c:pt>
                      <c:pt idx="248">
                        <c:v>45926.421817129631</c:v>
                      </c:pt>
                      <c:pt idx="249">
                        <c:v>45926.421817129631</c:v>
                      </c:pt>
                      <c:pt idx="250">
                        <c:v>45926.421817129631</c:v>
                      </c:pt>
                      <c:pt idx="251">
                        <c:v>45926.421817129631</c:v>
                      </c:pt>
                      <c:pt idx="252">
                        <c:v>45926.421817129631</c:v>
                      </c:pt>
                      <c:pt idx="253">
                        <c:v>45926.421817129631</c:v>
                      </c:pt>
                      <c:pt idx="254">
                        <c:v>45926.421817129631</c:v>
                      </c:pt>
                      <c:pt idx="255">
                        <c:v>45926.421817129631</c:v>
                      </c:pt>
                      <c:pt idx="256">
                        <c:v>45926.421817129631</c:v>
                      </c:pt>
                      <c:pt idx="257">
                        <c:v>45926.421817129631</c:v>
                      </c:pt>
                      <c:pt idx="258">
                        <c:v>45926.421817129631</c:v>
                      </c:pt>
                      <c:pt idx="259">
                        <c:v>45926.421817129631</c:v>
                      </c:pt>
                      <c:pt idx="260">
                        <c:v>45926.421817129631</c:v>
                      </c:pt>
                      <c:pt idx="261">
                        <c:v>45926.4218287037</c:v>
                      </c:pt>
                      <c:pt idx="262">
                        <c:v>45926.4218287037</c:v>
                      </c:pt>
                      <c:pt idx="263">
                        <c:v>45926.4218287037</c:v>
                      </c:pt>
                      <c:pt idx="264">
                        <c:v>45926.4218287037</c:v>
                      </c:pt>
                      <c:pt idx="265">
                        <c:v>45926.4218287037</c:v>
                      </c:pt>
                      <c:pt idx="266">
                        <c:v>45926.4218287037</c:v>
                      </c:pt>
                      <c:pt idx="267">
                        <c:v>45926.4218287037</c:v>
                      </c:pt>
                      <c:pt idx="268">
                        <c:v>45926.4218287037</c:v>
                      </c:pt>
                      <c:pt idx="269">
                        <c:v>45926.4218287037</c:v>
                      </c:pt>
                      <c:pt idx="270">
                        <c:v>45926.4218287037</c:v>
                      </c:pt>
                      <c:pt idx="271">
                        <c:v>45926.4218287037</c:v>
                      </c:pt>
                      <c:pt idx="272">
                        <c:v>45926.4218287037</c:v>
                      </c:pt>
                      <c:pt idx="273">
                        <c:v>45926.4218287037</c:v>
                      </c:pt>
                      <c:pt idx="274">
                        <c:v>45926.4218287037</c:v>
                      </c:pt>
                      <c:pt idx="275">
                        <c:v>45926.4218287037</c:v>
                      </c:pt>
                      <c:pt idx="276">
                        <c:v>45926.4218287037</c:v>
                      </c:pt>
                      <c:pt idx="277">
                        <c:v>45926.4218287037</c:v>
                      </c:pt>
                      <c:pt idx="278">
                        <c:v>45926.4218287037</c:v>
                      </c:pt>
                      <c:pt idx="279">
                        <c:v>45926.4218287037</c:v>
                      </c:pt>
                      <c:pt idx="280">
                        <c:v>45926.4218287037</c:v>
                      </c:pt>
                      <c:pt idx="281">
                        <c:v>45926.421840277777</c:v>
                      </c:pt>
                      <c:pt idx="282">
                        <c:v>45926.421840277777</c:v>
                      </c:pt>
                      <c:pt idx="283">
                        <c:v>45926.421840277777</c:v>
                      </c:pt>
                      <c:pt idx="284">
                        <c:v>45926.421840277777</c:v>
                      </c:pt>
                      <c:pt idx="285">
                        <c:v>45926.421840277777</c:v>
                      </c:pt>
                      <c:pt idx="286">
                        <c:v>45926.421840277777</c:v>
                      </c:pt>
                      <c:pt idx="287">
                        <c:v>45926.421840277777</c:v>
                      </c:pt>
                      <c:pt idx="288">
                        <c:v>45926.421840277777</c:v>
                      </c:pt>
                      <c:pt idx="289">
                        <c:v>45926.421840277777</c:v>
                      </c:pt>
                      <c:pt idx="290">
                        <c:v>45926.421840277777</c:v>
                      </c:pt>
                      <c:pt idx="291">
                        <c:v>45926.421840277777</c:v>
                      </c:pt>
                      <c:pt idx="292">
                        <c:v>45926.421840277777</c:v>
                      </c:pt>
                      <c:pt idx="293">
                        <c:v>45926.421840277777</c:v>
                      </c:pt>
                      <c:pt idx="294">
                        <c:v>45926.421840277777</c:v>
                      </c:pt>
                      <c:pt idx="295">
                        <c:v>45926.421840277777</c:v>
                      </c:pt>
                      <c:pt idx="296">
                        <c:v>45926.421840277777</c:v>
                      </c:pt>
                      <c:pt idx="297">
                        <c:v>45926.421840277777</c:v>
                      </c:pt>
                      <c:pt idx="298">
                        <c:v>45926.421840277777</c:v>
                      </c:pt>
                      <c:pt idx="299">
                        <c:v>45926.421840277777</c:v>
                      </c:pt>
                      <c:pt idx="300">
                        <c:v>45926.421840277777</c:v>
                      </c:pt>
                      <c:pt idx="301">
                        <c:v>45926.421840277777</c:v>
                      </c:pt>
                      <c:pt idx="302">
                        <c:v>45926.421851851854</c:v>
                      </c:pt>
                      <c:pt idx="303">
                        <c:v>45926.421851851854</c:v>
                      </c:pt>
                      <c:pt idx="304">
                        <c:v>45926.421851851854</c:v>
                      </c:pt>
                      <c:pt idx="305">
                        <c:v>45926.421851851854</c:v>
                      </c:pt>
                      <c:pt idx="306">
                        <c:v>45926.421851851854</c:v>
                      </c:pt>
                      <c:pt idx="307">
                        <c:v>45926.421851851854</c:v>
                      </c:pt>
                      <c:pt idx="308">
                        <c:v>45926.421851851854</c:v>
                      </c:pt>
                      <c:pt idx="309">
                        <c:v>45926.421851851854</c:v>
                      </c:pt>
                      <c:pt idx="310">
                        <c:v>45926.421851851854</c:v>
                      </c:pt>
                      <c:pt idx="311">
                        <c:v>45926.421851851854</c:v>
                      </c:pt>
                      <c:pt idx="312">
                        <c:v>45926.421851851854</c:v>
                      </c:pt>
                      <c:pt idx="313">
                        <c:v>45926.421851851854</c:v>
                      </c:pt>
                      <c:pt idx="314">
                        <c:v>45926.421851851854</c:v>
                      </c:pt>
                      <c:pt idx="315">
                        <c:v>45926.421851851854</c:v>
                      </c:pt>
                      <c:pt idx="316">
                        <c:v>45926.421851851854</c:v>
                      </c:pt>
                      <c:pt idx="317">
                        <c:v>45926.421851851854</c:v>
                      </c:pt>
                      <c:pt idx="318">
                        <c:v>45926.421851851854</c:v>
                      </c:pt>
                      <c:pt idx="319">
                        <c:v>45926.421851851854</c:v>
                      </c:pt>
                      <c:pt idx="320">
                        <c:v>45926.421851851854</c:v>
                      </c:pt>
                      <c:pt idx="321">
                        <c:v>45926.421851851854</c:v>
                      </c:pt>
                      <c:pt idx="322">
                        <c:v>45926.421863425923</c:v>
                      </c:pt>
                      <c:pt idx="323">
                        <c:v>45926.421863425923</c:v>
                      </c:pt>
                      <c:pt idx="324">
                        <c:v>45926.421863425923</c:v>
                      </c:pt>
                      <c:pt idx="325">
                        <c:v>45926.421863425923</c:v>
                      </c:pt>
                      <c:pt idx="326">
                        <c:v>45926.421863425923</c:v>
                      </c:pt>
                      <c:pt idx="327">
                        <c:v>45926.421863425923</c:v>
                      </c:pt>
                      <c:pt idx="328">
                        <c:v>45926.421863425923</c:v>
                      </c:pt>
                      <c:pt idx="329">
                        <c:v>45926.421863425923</c:v>
                      </c:pt>
                      <c:pt idx="330">
                        <c:v>45926.421863425923</c:v>
                      </c:pt>
                      <c:pt idx="331">
                        <c:v>45926.421863425923</c:v>
                      </c:pt>
                      <c:pt idx="332">
                        <c:v>45926.421863425923</c:v>
                      </c:pt>
                      <c:pt idx="333">
                        <c:v>45926.421863425923</c:v>
                      </c:pt>
                      <c:pt idx="334">
                        <c:v>45926.421863425923</c:v>
                      </c:pt>
                      <c:pt idx="335">
                        <c:v>45926.421863425923</c:v>
                      </c:pt>
                      <c:pt idx="336">
                        <c:v>45926.421863425923</c:v>
                      </c:pt>
                      <c:pt idx="337">
                        <c:v>45926.421863425923</c:v>
                      </c:pt>
                      <c:pt idx="338">
                        <c:v>45926.421863425923</c:v>
                      </c:pt>
                      <c:pt idx="339">
                        <c:v>45926.421863425923</c:v>
                      </c:pt>
                      <c:pt idx="340">
                        <c:v>45926.421863425923</c:v>
                      </c:pt>
                      <c:pt idx="341">
                        <c:v>45926.421875</c:v>
                      </c:pt>
                      <c:pt idx="342">
                        <c:v>45926.421875</c:v>
                      </c:pt>
                      <c:pt idx="343">
                        <c:v>45926.421875</c:v>
                      </c:pt>
                      <c:pt idx="344">
                        <c:v>45926.421875</c:v>
                      </c:pt>
                      <c:pt idx="345">
                        <c:v>45926.421875</c:v>
                      </c:pt>
                      <c:pt idx="346">
                        <c:v>45926.421875</c:v>
                      </c:pt>
                      <c:pt idx="347">
                        <c:v>45926.421875</c:v>
                      </c:pt>
                      <c:pt idx="348">
                        <c:v>45926.421875</c:v>
                      </c:pt>
                      <c:pt idx="349">
                        <c:v>45926.421875</c:v>
                      </c:pt>
                      <c:pt idx="350">
                        <c:v>45926.421875</c:v>
                      </c:pt>
                      <c:pt idx="351">
                        <c:v>45926.421875</c:v>
                      </c:pt>
                      <c:pt idx="352">
                        <c:v>45926.421875</c:v>
                      </c:pt>
                      <c:pt idx="353">
                        <c:v>45926.421875</c:v>
                      </c:pt>
                      <c:pt idx="354">
                        <c:v>45926.421875</c:v>
                      </c:pt>
                      <c:pt idx="355">
                        <c:v>45926.421875</c:v>
                      </c:pt>
                      <c:pt idx="356">
                        <c:v>45926.421875</c:v>
                      </c:pt>
                      <c:pt idx="357">
                        <c:v>45926.421875</c:v>
                      </c:pt>
                      <c:pt idx="358">
                        <c:v>45926.421875</c:v>
                      </c:pt>
                      <c:pt idx="359">
                        <c:v>45926.421875</c:v>
                      </c:pt>
                      <c:pt idx="360">
                        <c:v>45926.421875</c:v>
                      </c:pt>
                      <c:pt idx="361">
                        <c:v>45926.421886574077</c:v>
                      </c:pt>
                      <c:pt idx="362">
                        <c:v>45926.421886574077</c:v>
                      </c:pt>
                      <c:pt idx="363">
                        <c:v>45926.421886574077</c:v>
                      </c:pt>
                      <c:pt idx="364">
                        <c:v>45926.421886574077</c:v>
                      </c:pt>
                      <c:pt idx="365">
                        <c:v>45926.421886574077</c:v>
                      </c:pt>
                      <c:pt idx="366">
                        <c:v>45926.421886574077</c:v>
                      </c:pt>
                      <c:pt idx="367">
                        <c:v>45926.421886574077</c:v>
                      </c:pt>
                      <c:pt idx="368">
                        <c:v>45926.421886574077</c:v>
                      </c:pt>
                      <c:pt idx="369">
                        <c:v>45926.421886574077</c:v>
                      </c:pt>
                      <c:pt idx="370">
                        <c:v>45926.421886574077</c:v>
                      </c:pt>
                      <c:pt idx="371">
                        <c:v>45926.421886574077</c:v>
                      </c:pt>
                      <c:pt idx="372">
                        <c:v>45926.421886574077</c:v>
                      </c:pt>
                      <c:pt idx="373">
                        <c:v>45926.421886574077</c:v>
                      </c:pt>
                      <c:pt idx="374">
                        <c:v>45926.421886574077</c:v>
                      </c:pt>
                      <c:pt idx="375">
                        <c:v>45926.421886574077</c:v>
                      </c:pt>
                      <c:pt idx="376">
                        <c:v>45926.421886574077</c:v>
                      </c:pt>
                      <c:pt idx="377">
                        <c:v>45926.421886574077</c:v>
                      </c:pt>
                      <c:pt idx="378">
                        <c:v>45926.421886574077</c:v>
                      </c:pt>
                      <c:pt idx="379">
                        <c:v>45926.421886574077</c:v>
                      </c:pt>
                      <c:pt idx="380">
                        <c:v>45926.421886574077</c:v>
                      </c:pt>
                      <c:pt idx="381">
                        <c:v>45926.421898148146</c:v>
                      </c:pt>
                      <c:pt idx="382">
                        <c:v>45926.421898148146</c:v>
                      </c:pt>
                      <c:pt idx="383">
                        <c:v>45926.421898148146</c:v>
                      </c:pt>
                      <c:pt idx="384">
                        <c:v>45926.421898148146</c:v>
                      </c:pt>
                      <c:pt idx="385">
                        <c:v>45926.421898148146</c:v>
                      </c:pt>
                      <c:pt idx="386">
                        <c:v>45926.421898148146</c:v>
                      </c:pt>
                      <c:pt idx="387">
                        <c:v>45926.421898148146</c:v>
                      </c:pt>
                      <c:pt idx="388">
                        <c:v>45926.421898148146</c:v>
                      </c:pt>
                      <c:pt idx="389">
                        <c:v>45926.421898148146</c:v>
                      </c:pt>
                      <c:pt idx="390">
                        <c:v>45926.421898148146</c:v>
                      </c:pt>
                      <c:pt idx="391">
                        <c:v>45926.421898148146</c:v>
                      </c:pt>
                      <c:pt idx="392">
                        <c:v>45926.421898148146</c:v>
                      </c:pt>
                      <c:pt idx="393">
                        <c:v>45926.421898148146</c:v>
                      </c:pt>
                      <c:pt idx="394">
                        <c:v>45926.421898148146</c:v>
                      </c:pt>
                      <c:pt idx="395">
                        <c:v>45926.421898148146</c:v>
                      </c:pt>
                      <c:pt idx="396">
                        <c:v>45926.421898148146</c:v>
                      </c:pt>
                      <c:pt idx="397">
                        <c:v>45926.421898148146</c:v>
                      </c:pt>
                      <c:pt idx="398">
                        <c:v>45926.421898148146</c:v>
                      </c:pt>
                      <c:pt idx="399">
                        <c:v>45926.421898148146</c:v>
                      </c:pt>
                      <c:pt idx="400">
                        <c:v>45926.421909722223</c:v>
                      </c:pt>
                      <c:pt idx="401">
                        <c:v>45926.421909722223</c:v>
                      </c:pt>
                      <c:pt idx="402">
                        <c:v>45926.421909722223</c:v>
                      </c:pt>
                      <c:pt idx="403">
                        <c:v>45926.421909722223</c:v>
                      </c:pt>
                      <c:pt idx="404">
                        <c:v>45926.421909722223</c:v>
                      </c:pt>
                      <c:pt idx="405">
                        <c:v>45926.421909722223</c:v>
                      </c:pt>
                      <c:pt idx="406">
                        <c:v>45926.421909722223</c:v>
                      </c:pt>
                      <c:pt idx="407">
                        <c:v>45926.421909722223</c:v>
                      </c:pt>
                      <c:pt idx="408">
                        <c:v>45926.421909722223</c:v>
                      </c:pt>
                      <c:pt idx="409">
                        <c:v>45926.421909722223</c:v>
                      </c:pt>
                      <c:pt idx="410">
                        <c:v>45926.421909722223</c:v>
                      </c:pt>
                      <c:pt idx="411">
                        <c:v>45926.421909722223</c:v>
                      </c:pt>
                      <c:pt idx="412">
                        <c:v>45926.421909722223</c:v>
                      </c:pt>
                      <c:pt idx="413">
                        <c:v>45926.421909722223</c:v>
                      </c:pt>
                    </c:numCache>
                  </c:num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Sheet1!$D$2:$D$415</c15:sqref>
                        </c15:formulaRef>
                      </c:ext>
                    </c:extLst>
                    <c:numCache>
                      <c:formatCode>General</c:formatCode>
                      <c:ptCount val="414"/>
                      <c:pt idx="0">
                        <c:v>0.5</c:v>
                      </c:pt>
                      <c:pt idx="1">
                        <c:v>0.5</c:v>
                      </c:pt>
                      <c:pt idx="2">
                        <c:v>0.5</c:v>
                      </c:pt>
                      <c:pt idx="3">
                        <c:v>0.5</c:v>
                      </c:pt>
                      <c:pt idx="4">
                        <c:v>0.5</c:v>
                      </c:pt>
                      <c:pt idx="5">
                        <c:v>0.5</c:v>
                      </c:pt>
                      <c:pt idx="6">
                        <c:v>0.5</c:v>
                      </c:pt>
                      <c:pt idx="7">
                        <c:v>0.5</c:v>
                      </c:pt>
                      <c:pt idx="8">
                        <c:v>0.5</c:v>
                      </c:pt>
                      <c:pt idx="9">
                        <c:v>0.5</c:v>
                      </c:pt>
                      <c:pt idx="10">
                        <c:v>0.5</c:v>
                      </c:pt>
                      <c:pt idx="11">
                        <c:v>0.5</c:v>
                      </c:pt>
                      <c:pt idx="12">
                        <c:v>0.5</c:v>
                      </c:pt>
                      <c:pt idx="13">
                        <c:v>0.5</c:v>
                      </c:pt>
                      <c:pt idx="14">
                        <c:v>0.5</c:v>
                      </c:pt>
                      <c:pt idx="15">
                        <c:v>0.5</c:v>
                      </c:pt>
                      <c:pt idx="16">
                        <c:v>0.5</c:v>
                      </c:pt>
                      <c:pt idx="17">
                        <c:v>0.5</c:v>
                      </c:pt>
                      <c:pt idx="18">
                        <c:v>0.5</c:v>
                      </c:pt>
                      <c:pt idx="19">
                        <c:v>0.5</c:v>
                      </c:pt>
                      <c:pt idx="20">
                        <c:v>0.5</c:v>
                      </c:pt>
                      <c:pt idx="21">
                        <c:v>0.5</c:v>
                      </c:pt>
                      <c:pt idx="22">
                        <c:v>0.5</c:v>
                      </c:pt>
                      <c:pt idx="23">
                        <c:v>0.5</c:v>
                      </c:pt>
                      <c:pt idx="24">
                        <c:v>0.5</c:v>
                      </c:pt>
                      <c:pt idx="25">
                        <c:v>0.5</c:v>
                      </c:pt>
                      <c:pt idx="26">
                        <c:v>0.5</c:v>
                      </c:pt>
                      <c:pt idx="27">
                        <c:v>0.5</c:v>
                      </c:pt>
                      <c:pt idx="28">
                        <c:v>0.5</c:v>
                      </c:pt>
                      <c:pt idx="29">
                        <c:v>0.5</c:v>
                      </c:pt>
                      <c:pt idx="30">
                        <c:v>0.5</c:v>
                      </c:pt>
                      <c:pt idx="31">
                        <c:v>0.5</c:v>
                      </c:pt>
                      <c:pt idx="32">
                        <c:v>0.5</c:v>
                      </c:pt>
                      <c:pt idx="33">
                        <c:v>0.5</c:v>
                      </c:pt>
                      <c:pt idx="34">
                        <c:v>0.5</c:v>
                      </c:pt>
                      <c:pt idx="35">
                        <c:v>0.5</c:v>
                      </c:pt>
                      <c:pt idx="36">
                        <c:v>0.5</c:v>
                      </c:pt>
                      <c:pt idx="37">
                        <c:v>0.5</c:v>
                      </c:pt>
                      <c:pt idx="38">
                        <c:v>0.5</c:v>
                      </c:pt>
                      <c:pt idx="39">
                        <c:v>0.5</c:v>
                      </c:pt>
                      <c:pt idx="40">
                        <c:v>0.5</c:v>
                      </c:pt>
                      <c:pt idx="41">
                        <c:v>0.5</c:v>
                      </c:pt>
                      <c:pt idx="42">
                        <c:v>0.5</c:v>
                      </c:pt>
                      <c:pt idx="43">
                        <c:v>0.5</c:v>
                      </c:pt>
                      <c:pt idx="44">
                        <c:v>0.5</c:v>
                      </c:pt>
                      <c:pt idx="45">
                        <c:v>0.5</c:v>
                      </c:pt>
                      <c:pt idx="46">
                        <c:v>0.5</c:v>
                      </c:pt>
                      <c:pt idx="47">
                        <c:v>0.5</c:v>
                      </c:pt>
                      <c:pt idx="48">
                        <c:v>0.5</c:v>
                      </c:pt>
                      <c:pt idx="49">
                        <c:v>0.5</c:v>
                      </c:pt>
                      <c:pt idx="50">
                        <c:v>0.5</c:v>
                      </c:pt>
                      <c:pt idx="51">
                        <c:v>0.5</c:v>
                      </c:pt>
                      <c:pt idx="52">
                        <c:v>0.5</c:v>
                      </c:pt>
                      <c:pt idx="53">
                        <c:v>0.5</c:v>
                      </c:pt>
                      <c:pt idx="54">
                        <c:v>0.5</c:v>
                      </c:pt>
                      <c:pt idx="55">
                        <c:v>0.5</c:v>
                      </c:pt>
                      <c:pt idx="56">
                        <c:v>0.5</c:v>
                      </c:pt>
                      <c:pt idx="57">
                        <c:v>0.5</c:v>
                      </c:pt>
                      <c:pt idx="58">
                        <c:v>0.5</c:v>
                      </c:pt>
                      <c:pt idx="59">
                        <c:v>0.5</c:v>
                      </c:pt>
                      <c:pt idx="60">
                        <c:v>0.5</c:v>
                      </c:pt>
                      <c:pt idx="61">
                        <c:v>0.5</c:v>
                      </c:pt>
                      <c:pt idx="62">
                        <c:v>0.5</c:v>
                      </c:pt>
                      <c:pt idx="63">
                        <c:v>0.5</c:v>
                      </c:pt>
                      <c:pt idx="64">
                        <c:v>0.5</c:v>
                      </c:pt>
                      <c:pt idx="65">
                        <c:v>0.5</c:v>
                      </c:pt>
                      <c:pt idx="66">
                        <c:v>0.5</c:v>
                      </c:pt>
                      <c:pt idx="67">
                        <c:v>0.5</c:v>
                      </c:pt>
                      <c:pt idx="68">
                        <c:v>0.5</c:v>
                      </c:pt>
                      <c:pt idx="69">
                        <c:v>0.5</c:v>
                      </c:pt>
                      <c:pt idx="70">
                        <c:v>0.5</c:v>
                      </c:pt>
                      <c:pt idx="71">
                        <c:v>0.5</c:v>
                      </c:pt>
                      <c:pt idx="72">
                        <c:v>0.5</c:v>
                      </c:pt>
                      <c:pt idx="73">
                        <c:v>0.5</c:v>
                      </c:pt>
                      <c:pt idx="74">
                        <c:v>0.5</c:v>
                      </c:pt>
                      <c:pt idx="75">
                        <c:v>0.5</c:v>
                      </c:pt>
                      <c:pt idx="76">
                        <c:v>0.5</c:v>
                      </c:pt>
                      <c:pt idx="77">
                        <c:v>0.5</c:v>
                      </c:pt>
                      <c:pt idx="78">
                        <c:v>0.501</c:v>
                      </c:pt>
                      <c:pt idx="79">
                        <c:v>0.51100000000000001</c:v>
                      </c:pt>
                      <c:pt idx="80">
                        <c:v>0.52400000000000002</c:v>
                      </c:pt>
                      <c:pt idx="81">
                        <c:v>0.53600000000000003</c:v>
                      </c:pt>
                      <c:pt idx="82">
                        <c:v>0.54100000000000004</c:v>
                      </c:pt>
                      <c:pt idx="83">
                        <c:v>0.55700000000000005</c:v>
                      </c:pt>
                      <c:pt idx="84">
                        <c:v>0.56499999999999995</c:v>
                      </c:pt>
                      <c:pt idx="85">
                        <c:v>0.57199999999999995</c:v>
                      </c:pt>
                      <c:pt idx="86">
                        <c:v>0.58399999999999996</c:v>
                      </c:pt>
                      <c:pt idx="87">
                        <c:v>0.59099999999999997</c:v>
                      </c:pt>
                      <c:pt idx="88">
                        <c:v>0.60399999999999998</c:v>
                      </c:pt>
                      <c:pt idx="89">
                        <c:v>0.61199999999999999</c:v>
                      </c:pt>
                      <c:pt idx="90">
                        <c:v>0.623</c:v>
                      </c:pt>
                      <c:pt idx="91">
                        <c:v>0.63700000000000001</c:v>
                      </c:pt>
                      <c:pt idx="92">
                        <c:v>0.64300000000000002</c:v>
                      </c:pt>
                      <c:pt idx="93">
                        <c:v>0.65300000000000002</c:v>
                      </c:pt>
                      <c:pt idx="94">
                        <c:v>0.66600000000000004</c:v>
                      </c:pt>
                      <c:pt idx="95">
                        <c:v>0.67900000000000005</c:v>
                      </c:pt>
                      <c:pt idx="96">
                        <c:v>0.68899999999999995</c:v>
                      </c:pt>
                      <c:pt idx="97">
                        <c:v>0.70299999999999996</c:v>
                      </c:pt>
                      <c:pt idx="98">
                        <c:v>0.70699999999999996</c:v>
                      </c:pt>
                      <c:pt idx="99">
                        <c:v>0.71699999999999997</c:v>
                      </c:pt>
                      <c:pt idx="100">
                        <c:v>0.72799999999999998</c:v>
                      </c:pt>
                      <c:pt idx="101">
                        <c:v>0.73299999999999998</c:v>
                      </c:pt>
                      <c:pt idx="102">
                        <c:v>0.748</c:v>
                      </c:pt>
                      <c:pt idx="103">
                        <c:v>0.75700000000000001</c:v>
                      </c:pt>
                      <c:pt idx="104">
                        <c:v>0.77200000000000002</c:v>
                      </c:pt>
                      <c:pt idx="105">
                        <c:v>0.78900000000000003</c:v>
                      </c:pt>
                      <c:pt idx="106">
                        <c:v>0.79900000000000004</c:v>
                      </c:pt>
                      <c:pt idx="107">
                        <c:v>0.80700000000000005</c:v>
                      </c:pt>
                      <c:pt idx="108">
                        <c:v>0.81799999999999995</c:v>
                      </c:pt>
                      <c:pt idx="109">
                        <c:v>0.82899999999999996</c:v>
                      </c:pt>
                      <c:pt idx="110">
                        <c:v>0.84</c:v>
                      </c:pt>
                      <c:pt idx="111">
                        <c:v>0.84899999999999998</c:v>
                      </c:pt>
                      <c:pt idx="112">
                        <c:v>0.86399999999999999</c:v>
                      </c:pt>
                      <c:pt idx="113">
                        <c:v>0.873</c:v>
                      </c:pt>
                      <c:pt idx="114">
                        <c:v>0.88400000000000001</c:v>
                      </c:pt>
                      <c:pt idx="115">
                        <c:v>0.89</c:v>
                      </c:pt>
                      <c:pt idx="116">
                        <c:v>0.90100000000000002</c:v>
                      </c:pt>
                      <c:pt idx="117">
                        <c:v>0.91200000000000003</c:v>
                      </c:pt>
                      <c:pt idx="118">
                        <c:v>0.92500000000000004</c:v>
                      </c:pt>
                      <c:pt idx="119">
                        <c:v>0.93600000000000005</c:v>
                      </c:pt>
                      <c:pt idx="120">
                        <c:v>0.94099999999999995</c:v>
                      </c:pt>
                      <c:pt idx="121">
                        <c:v>0.95299999999999996</c:v>
                      </c:pt>
                      <c:pt idx="122">
                        <c:v>0.96199999999999997</c:v>
                      </c:pt>
                      <c:pt idx="123">
                        <c:v>0.97</c:v>
                      </c:pt>
                      <c:pt idx="124">
                        <c:v>0.98099999999999998</c:v>
                      </c:pt>
                      <c:pt idx="125">
                        <c:v>0.98899999999999999</c:v>
                      </c:pt>
                      <c:pt idx="126">
                        <c:v>0.996</c:v>
                      </c:pt>
                      <c:pt idx="127">
                        <c:v>1</c:v>
                      </c:pt>
                      <c:pt idx="128">
                        <c:v>0.999</c:v>
                      </c:pt>
                      <c:pt idx="129">
                        <c:v>0.999</c:v>
                      </c:pt>
                      <c:pt idx="130">
                        <c:v>0.999</c:v>
                      </c:pt>
                      <c:pt idx="131">
                        <c:v>0.998</c:v>
                      </c:pt>
                      <c:pt idx="132">
                        <c:v>1</c:v>
                      </c:pt>
                      <c:pt idx="133">
                        <c:v>0.998</c:v>
                      </c:pt>
                      <c:pt idx="134">
                        <c:v>0.998</c:v>
                      </c:pt>
                      <c:pt idx="135">
                        <c:v>0.999</c:v>
                      </c:pt>
                      <c:pt idx="136">
                        <c:v>0.998</c:v>
                      </c:pt>
                      <c:pt idx="137">
                        <c:v>1</c:v>
                      </c:pt>
                      <c:pt idx="138">
                        <c:v>1</c:v>
                      </c:pt>
                      <c:pt idx="139">
                        <c:v>0.999</c:v>
                      </c:pt>
                      <c:pt idx="140">
                        <c:v>1</c:v>
                      </c:pt>
                      <c:pt idx="141">
                        <c:v>1</c:v>
                      </c:pt>
                      <c:pt idx="142">
                        <c:v>1</c:v>
                      </c:pt>
                      <c:pt idx="143">
                        <c:v>1</c:v>
                      </c:pt>
                      <c:pt idx="144">
                        <c:v>0.999</c:v>
                      </c:pt>
                      <c:pt idx="145">
                        <c:v>1</c:v>
                      </c:pt>
                      <c:pt idx="146">
                        <c:v>1</c:v>
                      </c:pt>
                      <c:pt idx="147">
                        <c:v>1</c:v>
                      </c:pt>
                      <c:pt idx="148">
                        <c:v>1</c:v>
                      </c:pt>
                      <c:pt idx="149">
                        <c:v>0.999</c:v>
                      </c:pt>
                      <c:pt idx="150">
                        <c:v>1</c:v>
                      </c:pt>
                      <c:pt idx="151">
                        <c:v>0.999</c:v>
                      </c:pt>
                      <c:pt idx="152">
                        <c:v>0.998</c:v>
                      </c:pt>
                      <c:pt idx="153">
                        <c:v>0.997</c:v>
                      </c:pt>
                      <c:pt idx="154">
                        <c:v>1</c:v>
                      </c:pt>
                      <c:pt idx="155">
                        <c:v>1</c:v>
                      </c:pt>
                      <c:pt idx="156">
                        <c:v>0.999</c:v>
                      </c:pt>
                      <c:pt idx="157">
                        <c:v>1</c:v>
                      </c:pt>
                      <c:pt idx="158">
                        <c:v>0.999</c:v>
                      </c:pt>
                      <c:pt idx="159">
                        <c:v>1</c:v>
                      </c:pt>
                      <c:pt idx="160">
                        <c:v>0.999</c:v>
                      </c:pt>
                      <c:pt idx="161">
                        <c:v>1</c:v>
                      </c:pt>
                      <c:pt idx="162">
                        <c:v>1</c:v>
                      </c:pt>
                      <c:pt idx="163">
                        <c:v>1</c:v>
                      </c:pt>
                      <c:pt idx="164">
                        <c:v>1</c:v>
                      </c:pt>
                      <c:pt idx="165">
                        <c:v>1</c:v>
                      </c:pt>
                      <c:pt idx="166">
                        <c:v>1</c:v>
                      </c:pt>
                      <c:pt idx="167">
                        <c:v>1</c:v>
                      </c:pt>
                      <c:pt idx="168">
                        <c:v>1</c:v>
                      </c:pt>
                      <c:pt idx="169">
                        <c:v>1</c:v>
                      </c:pt>
                      <c:pt idx="170">
                        <c:v>1</c:v>
                      </c:pt>
                      <c:pt idx="171">
                        <c:v>1</c:v>
                      </c:pt>
                      <c:pt idx="172">
                        <c:v>0.999</c:v>
                      </c:pt>
                      <c:pt idx="173">
                        <c:v>1</c:v>
                      </c:pt>
                      <c:pt idx="174">
                        <c:v>1</c:v>
                      </c:pt>
                      <c:pt idx="175">
                        <c:v>1</c:v>
                      </c:pt>
                      <c:pt idx="176">
                        <c:v>1</c:v>
                      </c:pt>
                      <c:pt idx="177">
                        <c:v>0.999</c:v>
                      </c:pt>
                      <c:pt idx="178">
                        <c:v>1</c:v>
                      </c:pt>
                      <c:pt idx="179">
                        <c:v>0.999</c:v>
                      </c:pt>
                      <c:pt idx="180">
                        <c:v>1</c:v>
                      </c:pt>
                      <c:pt idx="181">
                        <c:v>1</c:v>
                      </c:pt>
                      <c:pt idx="182">
                        <c:v>1</c:v>
                      </c:pt>
                      <c:pt idx="183">
                        <c:v>1</c:v>
                      </c:pt>
                      <c:pt idx="184">
                        <c:v>1</c:v>
                      </c:pt>
                      <c:pt idx="185">
                        <c:v>1</c:v>
                      </c:pt>
                      <c:pt idx="186">
                        <c:v>1</c:v>
                      </c:pt>
                      <c:pt idx="187">
                        <c:v>1</c:v>
                      </c:pt>
                      <c:pt idx="188">
                        <c:v>1</c:v>
                      </c:pt>
                      <c:pt idx="189">
                        <c:v>1</c:v>
                      </c:pt>
                      <c:pt idx="190">
                        <c:v>0.998</c:v>
                      </c:pt>
                      <c:pt idx="191">
                        <c:v>1</c:v>
                      </c:pt>
                      <c:pt idx="192">
                        <c:v>0.997</c:v>
                      </c:pt>
                      <c:pt idx="193">
                        <c:v>1</c:v>
                      </c:pt>
                      <c:pt idx="194">
                        <c:v>1</c:v>
                      </c:pt>
                      <c:pt idx="195">
                        <c:v>0.999</c:v>
                      </c:pt>
                      <c:pt idx="196">
                        <c:v>1</c:v>
                      </c:pt>
                      <c:pt idx="197">
                        <c:v>1</c:v>
                      </c:pt>
                      <c:pt idx="198">
                        <c:v>0.999</c:v>
                      </c:pt>
                      <c:pt idx="199">
                        <c:v>1</c:v>
                      </c:pt>
                      <c:pt idx="200">
                        <c:v>1</c:v>
                      </c:pt>
                      <c:pt idx="201">
                        <c:v>0.997</c:v>
                      </c:pt>
                      <c:pt idx="202">
                        <c:v>1</c:v>
                      </c:pt>
                      <c:pt idx="203">
                        <c:v>0.997</c:v>
                      </c:pt>
                      <c:pt idx="204">
                        <c:v>1</c:v>
                      </c:pt>
                      <c:pt idx="205">
                        <c:v>1</c:v>
                      </c:pt>
                      <c:pt idx="206">
                        <c:v>0.998</c:v>
                      </c:pt>
                      <c:pt idx="207">
                        <c:v>0.999</c:v>
                      </c:pt>
                      <c:pt idx="208">
                        <c:v>0.998</c:v>
                      </c:pt>
                      <c:pt idx="209">
                        <c:v>0.997</c:v>
                      </c:pt>
                      <c:pt idx="210">
                        <c:v>0.997</c:v>
                      </c:pt>
                      <c:pt idx="211">
                        <c:v>0.999</c:v>
                      </c:pt>
                      <c:pt idx="212">
                        <c:v>1</c:v>
                      </c:pt>
                      <c:pt idx="213">
                        <c:v>1</c:v>
                      </c:pt>
                      <c:pt idx="214">
                        <c:v>0.998</c:v>
                      </c:pt>
                      <c:pt idx="215">
                        <c:v>1</c:v>
                      </c:pt>
                      <c:pt idx="216">
                        <c:v>0.999</c:v>
                      </c:pt>
                      <c:pt idx="217">
                        <c:v>1</c:v>
                      </c:pt>
                      <c:pt idx="218">
                        <c:v>1</c:v>
                      </c:pt>
                      <c:pt idx="219">
                        <c:v>1</c:v>
                      </c:pt>
                      <c:pt idx="220">
                        <c:v>1</c:v>
                      </c:pt>
                      <c:pt idx="221">
                        <c:v>1</c:v>
                      </c:pt>
                      <c:pt idx="222">
                        <c:v>1</c:v>
                      </c:pt>
                      <c:pt idx="223">
                        <c:v>1</c:v>
                      </c:pt>
                      <c:pt idx="224">
                        <c:v>1</c:v>
                      </c:pt>
                      <c:pt idx="225">
                        <c:v>1</c:v>
                      </c:pt>
                      <c:pt idx="226">
                        <c:v>1</c:v>
                      </c:pt>
                      <c:pt idx="227">
                        <c:v>1</c:v>
                      </c:pt>
                      <c:pt idx="228">
                        <c:v>1</c:v>
                      </c:pt>
                      <c:pt idx="229">
                        <c:v>0.998</c:v>
                      </c:pt>
                      <c:pt idx="230">
                        <c:v>0.998</c:v>
                      </c:pt>
                      <c:pt idx="231">
                        <c:v>0.998</c:v>
                      </c:pt>
                      <c:pt idx="232">
                        <c:v>1</c:v>
                      </c:pt>
                      <c:pt idx="233">
                        <c:v>0.999</c:v>
                      </c:pt>
                      <c:pt idx="234">
                        <c:v>1</c:v>
                      </c:pt>
                      <c:pt idx="235">
                        <c:v>1</c:v>
                      </c:pt>
                      <c:pt idx="236">
                        <c:v>1</c:v>
                      </c:pt>
                      <c:pt idx="237">
                        <c:v>1</c:v>
                      </c:pt>
                      <c:pt idx="238">
                        <c:v>1</c:v>
                      </c:pt>
                      <c:pt idx="239">
                        <c:v>1</c:v>
                      </c:pt>
                      <c:pt idx="240">
                        <c:v>0.998</c:v>
                      </c:pt>
                      <c:pt idx="241">
                        <c:v>1</c:v>
                      </c:pt>
                      <c:pt idx="242">
                        <c:v>1</c:v>
                      </c:pt>
                      <c:pt idx="243">
                        <c:v>0.999</c:v>
                      </c:pt>
                      <c:pt idx="244">
                        <c:v>1</c:v>
                      </c:pt>
                      <c:pt idx="245">
                        <c:v>0.998</c:v>
                      </c:pt>
                      <c:pt idx="246">
                        <c:v>0.99199999999999999</c:v>
                      </c:pt>
                      <c:pt idx="247">
                        <c:v>0.97399999999999998</c:v>
                      </c:pt>
                      <c:pt idx="248">
                        <c:v>0.96499999999999997</c:v>
                      </c:pt>
                      <c:pt idx="249">
                        <c:v>0.95</c:v>
                      </c:pt>
                      <c:pt idx="250">
                        <c:v>0.93700000000000006</c:v>
                      </c:pt>
                      <c:pt idx="251">
                        <c:v>0.92800000000000005</c:v>
                      </c:pt>
                      <c:pt idx="252">
                        <c:v>0.91700000000000004</c:v>
                      </c:pt>
                      <c:pt idx="253">
                        <c:v>0.89300000000000002</c:v>
                      </c:pt>
                      <c:pt idx="254">
                        <c:v>0.877</c:v>
                      </c:pt>
                      <c:pt idx="255">
                        <c:v>0.87</c:v>
                      </c:pt>
                      <c:pt idx="256">
                        <c:v>0.85299999999999998</c:v>
                      </c:pt>
                      <c:pt idx="257">
                        <c:v>0.83899999999999997</c:v>
                      </c:pt>
                      <c:pt idx="258">
                        <c:v>0.82599999999999996</c:v>
                      </c:pt>
                      <c:pt idx="259">
                        <c:v>0.81</c:v>
                      </c:pt>
                      <c:pt idx="260">
                        <c:v>0.79700000000000004</c:v>
                      </c:pt>
                      <c:pt idx="261">
                        <c:v>0.78200000000000003</c:v>
                      </c:pt>
                      <c:pt idx="262">
                        <c:v>0.77</c:v>
                      </c:pt>
                      <c:pt idx="263">
                        <c:v>0.748</c:v>
                      </c:pt>
                      <c:pt idx="264">
                        <c:v>0.73799999999999999</c:v>
                      </c:pt>
                      <c:pt idx="265">
                        <c:v>0.72399999999999998</c:v>
                      </c:pt>
                      <c:pt idx="266">
                        <c:v>0.71399999999999997</c:v>
                      </c:pt>
                      <c:pt idx="267">
                        <c:v>0.69599999999999995</c:v>
                      </c:pt>
                      <c:pt idx="268">
                        <c:v>0.68500000000000005</c:v>
                      </c:pt>
                      <c:pt idx="269">
                        <c:v>0.65900000000000003</c:v>
                      </c:pt>
                      <c:pt idx="270">
                        <c:v>0.64200000000000002</c:v>
                      </c:pt>
                      <c:pt idx="271">
                        <c:v>0.63</c:v>
                      </c:pt>
                      <c:pt idx="272">
                        <c:v>0.61699999999999999</c:v>
                      </c:pt>
                      <c:pt idx="273">
                        <c:v>0.60799999999999998</c:v>
                      </c:pt>
                      <c:pt idx="274">
                        <c:v>0.59299999999999997</c:v>
                      </c:pt>
                      <c:pt idx="275">
                        <c:v>0.57899999999999996</c:v>
                      </c:pt>
                      <c:pt idx="276">
                        <c:v>0.56599999999999995</c:v>
                      </c:pt>
                      <c:pt idx="277">
                        <c:v>0.55500000000000005</c:v>
                      </c:pt>
                      <c:pt idx="278">
                        <c:v>0.54700000000000004</c:v>
                      </c:pt>
                      <c:pt idx="279">
                        <c:v>0.52900000000000003</c:v>
                      </c:pt>
                      <c:pt idx="280">
                        <c:v>0.51700000000000002</c:v>
                      </c:pt>
                      <c:pt idx="281">
                        <c:v>0.501</c:v>
                      </c:pt>
                      <c:pt idx="282">
                        <c:v>0.5</c:v>
                      </c:pt>
                      <c:pt idx="283">
                        <c:v>0.5</c:v>
                      </c:pt>
                      <c:pt idx="284">
                        <c:v>0.5</c:v>
                      </c:pt>
                      <c:pt idx="285">
                        <c:v>0.5</c:v>
                      </c:pt>
                      <c:pt idx="286">
                        <c:v>0.5</c:v>
                      </c:pt>
                      <c:pt idx="287">
                        <c:v>0.5</c:v>
                      </c:pt>
                      <c:pt idx="288">
                        <c:v>0.5</c:v>
                      </c:pt>
                      <c:pt idx="289">
                        <c:v>0.5</c:v>
                      </c:pt>
                      <c:pt idx="290">
                        <c:v>0.5</c:v>
                      </c:pt>
                      <c:pt idx="291">
                        <c:v>0.5</c:v>
                      </c:pt>
                      <c:pt idx="292">
                        <c:v>0.5</c:v>
                      </c:pt>
                      <c:pt idx="293">
                        <c:v>0.5</c:v>
                      </c:pt>
                      <c:pt idx="294">
                        <c:v>0.5</c:v>
                      </c:pt>
                      <c:pt idx="295">
                        <c:v>0.5</c:v>
                      </c:pt>
                      <c:pt idx="296">
                        <c:v>0.5</c:v>
                      </c:pt>
                      <c:pt idx="297">
                        <c:v>0.5</c:v>
                      </c:pt>
                      <c:pt idx="298">
                        <c:v>0.5</c:v>
                      </c:pt>
                      <c:pt idx="299">
                        <c:v>0.5</c:v>
                      </c:pt>
                      <c:pt idx="300">
                        <c:v>0.5</c:v>
                      </c:pt>
                      <c:pt idx="301">
                        <c:v>0.5</c:v>
                      </c:pt>
                      <c:pt idx="302">
                        <c:v>0.5</c:v>
                      </c:pt>
                      <c:pt idx="303">
                        <c:v>0.5</c:v>
                      </c:pt>
                      <c:pt idx="304">
                        <c:v>0.5</c:v>
                      </c:pt>
                      <c:pt idx="305">
                        <c:v>0.5</c:v>
                      </c:pt>
                      <c:pt idx="306">
                        <c:v>0.5</c:v>
                      </c:pt>
                      <c:pt idx="307">
                        <c:v>0.5</c:v>
                      </c:pt>
                      <c:pt idx="308">
                        <c:v>0.5</c:v>
                      </c:pt>
                      <c:pt idx="309">
                        <c:v>0.5</c:v>
                      </c:pt>
                      <c:pt idx="310">
                        <c:v>0.5</c:v>
                      </c:pt>
                      <c:pt idx="311">
                        <c:v>0.5</c:v>
                      </c:pt>
                      <c:pt idx="312">
                        <c:v>0.5</c:v>
                      </c:pt>
                      <c:pt idx="313">
                        <c:v>0.5</c:v>
                      </c:pt>
                      <c:pt idx="314">
                        <c:v>0.5</c:v>
                      </c:pt>
                      <c:pt idx="315">
                        <c:v>0.5</c:v>
                      </c:pt>
                      <c:pt idx="316">
                        <c:v>0.5</c:v>
                      </c:pt>
                      <c:pt idx="317">
                        <c:v>0.5</c:v>
                      </c:pt>
                      <c:pt idx="318">
                        <c:v>0.5</c:v>
                      </c:pt>
                      <c:pt idx="319">
                        <c:v>0.5</c:v>
                      </c:pt>
                      <c:pt idx="320">
                        <c:v>0.5</c:v>
                      </c:pt>
                      <c:pt idx="321">
                        <c:v>0.5</c:v>
                      </c:pt>
                      <c:pt idx="322">
                        <c:v>0.5</c:v>
                      </c:pt>
                      <c:pt idx="323">
                        <c:v>0.5</c:v>
                      </c:pt>
                      <c:pt idx="324">
                        <c:v>0.5</c:v>
                      </c:pt>
                      <c:pt idx="325">
                        <c:v>0.5</c:v>
                      </c:pt>
                      <c:pt idx="326">
                        <c:v>0.5</c:v>
                      </c:pt>
                      <c:pt idx="327">
                        <c:v>0.5</c:v>
                      </c:pt>
                      <c:pt idx="328">
                        <c:v>0.5</c:v>
                      </c:pt>
                      <c:pt idx="329">
                        <c:v>0.5</c:v>
                      </c:pt>
                      <c:pt idx="330">
                        <c:v>0.5</c:v>
                      </c:pt>
                      <c:pt idx="331">
                        <c:v>0.5</c:v>
                      </c:pt>
                      <c:pt idx="332">
                        <c:v>0.5</c:v>
                      </c:pt>
                      <c:pt idx="333">
                        <c:v>0.5</c:v>
                      </c:pt>
                      <c:pt idx="334">
                        <c:v>0.5</c:v>
                      </c:pt>
                      <c:pt idx="335">
                        <c:v>0.5</c:v>
                      </c:pt>
                      <c:pt idx="336">
                        <c:v>0.5</c:v>
                      </c:pt>
                      <c:pt idx="337">
                        <c:v>0.5</c:v>
                      </c:pt>
                      <c:pt idx="338">
                        <c:v>0.5</c:v>
                      </c:pt>
                      <c:pt idx="339">
                        <c:v>0.5</c:v>
                      </c:pt>
                      <c:pt idx="340">
                        <c:v>0.5</c:v>
                      </c:pt>
                      <c:pt idx="341">
                        <c:v>0.5</c:v>
                      </c:pt>
                      <c:pt idx="342">
                        <c:v>0.5</c:v>
                      </c:pt>
                      <c:pt idx="343">
                        <c:v>0.5</c:v>
                      </c:pt>
                      <c:pt idx="344">
                        <c:v>0.5</c:v>
                      </c:pt>
                      <c:pt idx="345">
                        <c:v>0.5</c:v>
                      </c:pt>
                      <c:pt idx="346">
                        <c:v>0.5</c:v>
                      </c:pt>
                      <c:pt idx="347">
                        <c:v>0.5</c:v>
                      </c:pt>
                      <c:pt idx="348">
                        <c:v>0.5</c:v>
                      </c:pt>
                      <c:pt idx="349">
                        <c:v>0.5</c:v>
                      </c:pt>
                      <c:pt idx="350">
                        <c:v>0.5</c:v>
                      </c:pt>
                      <c:pt idx="351">
                        <c:v>0.5</c:v>
                      </c:pt>
                      <c:pt idx="352">
                        <c:v>0.5</c:v>
                      </c:pt>
                      <c:pt idx="353">
                        <c:v>0.5</c:v>
                      </c:pt>
                      <c:pt idx="354">
                        <c:v>0.5</c:v>
                      </c:pt>
                      <c:pt idx="355">
                        <c:v>0.5</c:v>
                      </c:pt>
                      <c:pt idx="356">
                        <c:v>0.5</c:v>
                      </c:pt>
                      <c:pt idx="357">
                        <c:v>0.5</c:v>
                      </c:pt>
                      <c:pt idx="358">
                        <c:v>0.5</c:v>
                      </c:pt>
                      <c:pt idx="359">
                        <c:v>0.5</c:v>
                      </c:pt>
                      <c:pt idx="360">
                        <c:v>0.5</c:v>
                      </c:pt>
                      <c:pt idx="361">
                        <c:v>0.5</c:v>
                      </c:pt>
                      <c:pt idx="362">
                        <c:v>0.5</c:v>
                      </c:pt>
                      <c:pt idx="363">
                        <c:v>0.5</c:v>
                      </c:pt>
                      <c:pt idx="364">
                        <c:v>0.5</c:v>
                      </c:pt>
                      <c:pt idx="365">
                        <c:v>0.5</c:v>
                      </c:pt>
                      <c:pt idx="366">
                        <c:v>0.5</c:v>
                      </c:pt>
                      <c:pt idx="367">
                        <c:v>0.5</c:v>
                      </c:pt>
                      <c:pt idx="368">
                        <c:v>0.5</c:v>
                      </c:pt>
                      <c:pt idx="369">
                        <c:v>0.5</c:v>
                      </c:pt>
                      <c:pt idx="370">
                        <c:v>0.5</c:v>
                      </c:pt>
                      <c:pt idx="371">
                        <c:v>0.5</c:v>
                      </c:pt>
                      <c:pt idx="372">
                        <c:v>0.5</c:v>
                      </c:pt>
                      <c:pt idx="373">
                        <c:v>0.5</c:v>
                      </c:pt>
                      <c:pt idx="374">
                        <c:v>0.5</c:v>
                      </c:pt>
                      <c:pt idx="375">
                        <c:v>0.5</c:v>
                      </c:pt>
                      <c:pt idx="376">
                        <c:v>0.5</c:v>
                      </c:pt>
                      <c:pt idx="377">
                        <c:v>0.5</c:v>
                      </c:pt>
                      <c:pt idx="378">
                        <c:v>0.5</c:v>
                      </c:pt>
                      <c:pt idx="379">
                        <c:v>0.5</c:v>
                      </c:pt>
                      <c:pt idx="380">
                        <c:v>0.5</c:v>
                      </c:pt>
                      <c:pt idx="381">
                        <c:v>0.5</c:v>
                      </c:pt>
                      <c:pt idx="382">
                        <c:v>0.5</c:v>
                      </c:pt>
                      <c:pt idx="383">
                        <c:v>0.5</c:v>
                      </c:pt>
                      <c:pt idx="384">
                        <c:v>0.5</c:v>
                      </c:pt>
                      <c:pt idx="385">
                        <c:v>0.5</c:v>
                      </c:pt>
                      <c:pt idx="386">
                        <c:v>0.5</c:v>
                      </c:pt>
                      <c:pt idx="387">
                        <c:v>0.5</c:v>
                      </c:pt>
                      <c:pt idx="388">
                        <c:v>0.5</c:v>
                      </c:pt>
                      <c:pt idx="389">
                        <c:v>0.5</c:v>
                      </c:pt>
                      <c:pt idx="390">
                        <c:v>0.5</c:v>
                      </c:pt>
                      <c:pt idx="391">
                        <c:v>0.5</c:v>
                      </c:pt>
                      <c:pt idx="392">
                        <c:v>0.5</c:v>
                      </c:pt>
                      <c:pt idx="393">
                        <c:v>0.5</c:v>
                      </c:pt>
                      <c:pt idx="394">
                        <c:v>0.5</c:v>
                      </c:pt>
                      <c:pt idx="395">
                        <c:v>0.5</c:v>
                      </c:pt>
                      <c:pt idx="396">
                        <c:v>0.5</c:v>
                      </c:pt>
                      <c:pt idx="397">
                        <c:v>0.5</c:v>
                      </c:pt>
                      <c:pt idx="398">
                        <c:v>0.5</c:v>
                      </c:pt>
                      <c:pt idx="399">
                        <c:v>0.5</c:v>
                      </c:pt>
                      <c:pt idx="400">
                        <c:v>0.5</c:v>
                      </c:pt>
                      <c:pt idx="401">
                        <c:v>0.5</c:v>
                      </c:pt>
                      <c:pt idx="402">
                        <c:v>0.5</c:v>
                      </c:pt>
                      <c:pt idx="403">
                        <c:v>0.5</c:v>
                      </c:pt>
                      <c:pt idx="404">
                        <c:v>0.5</c:v>
                      </c:pt>
                      <c:pt idx="405">
                        <c:v>0.5</c:v>
                      </c:pt>
                      <c:pt idx="406">
                        <c:v>0.5</c:v>
                      </c:pt>
                      <c:pt idx="407">
                        <c:v>0.5</c:v>
                      </c:pt>
                      <c:pt idx="408">
                        <c:v>0.5</c:v>
                      </c:pt>
                      <c:pt idx="409">
                        <c:v>0.5</c:v>
                      </c:pt>
                      <c:pt idx="410">
                        <c:v>0.5</c:v>
                      </c:pt>
                      <c:pt idx="411">
                        <c:v>0.5</c:v>
                      </c:pt>
                      <c:pt idx="412">
                        <c:v>0.5</c:v>
                      </c:pt>
                      <c:pt idx="413">
                        <c:v>0.5</c:v>
                      </c:pt>
                    </c:numCache>
                  </c:numRef>
                </c: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4-57C8-4497-A495-A8E113FB836F}"/>
                  </c:ext>
                </c:extLst>
              </c15:ser>
            </c15:filteredLineSeries>
            <c15:filteredLineSeries>
              <c15:ser>
                <c:idx val="3"/>
                <c:order val="3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Sheet1!$E$1</c15:sqref>
                        </c15:formulaRef>
                      </c:ext>
                    </c:extLst>
                    <c:strCache>
                      <c:ptCount val="1"/>
                      <c:pt idx="0">
                        <c:v>D1308
선속비례제어</c:v>
                      </c:pt>
                    </c:strCache>
                  </c:strRef>
                </c:tx>
                <c:spPr>
                  <a:ln w="28575" cap="rnd">
                    <a:solidFill>
                      <a:schemeClr val="accent4"/>
                    </a:solidFill>
                    <a:round/>
                  </a:ln>
                  <a:effectLst/>
                </c:spPr>
                <c:marker>
                  <c:symbol val="none"/>
                </c:marker>
                <c:cat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Sheet1!$A$2:$A$415</c15:sqref>
                        </c15:formulaRef>
                      </c:ext>
                    </c:extLst>
                    <c:numCache>
                      <c:formatCode>yyyy/mm/dd\ ddd\ hh:mm:ss</c:formatCode>
                      <c:ptCount val="414"/>
                      <c:pt idx="0">
                        <c:v>45926.421666666669</c:v>
                      </c:pt>
                      <c:pt idx="1">
                        <c:v>45926.421678240738</c:v>
                      </c:pt>
                      <c:pt idx="2">
                        <c:v>45926.421678240738</c:v>
                      </c:pt>
                      <c:pt idx="3">
                        <c:v>45926.421678240738</c:v>
                      </c:pt>
                      <c:pt idx="4">
                        <c:v>45926.421678240738</c:v>
                      </c:pt>
                      <c:pt idx="5">
                        <c:v>45926.421678240738</c:v>
                      </c:pt>
                      <c:pt idx="6">
                        <c:v>45926.421678240738</c:v>
                      </c:pt>
                      <c:pt idx="7">
                        <c:v>45926.421678240738</c:v>
                      </c:pt>
                      <c:pt idx="8">
                        <c:v>45926.421678240738</c:v>
                      </c:pt>
                      <c:pt idx="9">
                        <c:v>45926.421678240738</c:v>
                      </c:pt>
                      <c:pt idx="10">
                        <c:v>45926.421678240738</c:v>
                      </c:pt>
                      <c:pt idx="11">
                        <c:v>45926.421678240738</c:v>
                      </c:pt>
                      <c:pt idx="12">
                        <c:v>45926.421678240738</c:v>
                      </c:pt>
                      <c:pt idx="13">
                        <c:v>45926.421678240738</c:v>
                      </c:pt>
                      <c:pt idx="14">
                        <c:v>45926.421678240738</c:v>
                      </c:pt>
                      <c:pt idx="15">
                        <c:v>45926.421678240738</c:v>
                      </c:pt>
                      <c:pt idx="16">
                        <c:v>45926.421678240738</c:v>
                      </c:pt>
                      <c:pt idx="17">
                        <c:v>45926.421678240738</c:v>
                      </c:pt>
                      <c:pt idx="18">
                        <c:v>45926.421678240738</c:v>
                      </c:pt>
                      <c:pt idx="19">
                        <c:v>45926.421678240738</c:v>
                      </c:pt>
                      <c:pt idx="20">
                        <c:v>45926.421678240738</c:v>
                      </c:pt>
                      <c:pt idx="21">
                        <c:v>45926.421689814815</c:v>
                      </c:pt>
                      <c:pt idx="22">
                        <c:v>45926.421689814815</c:v>
                      </c:pt>
                      <c:pt idx="23">
                        <c:v>45926.421689814815</c:v>
                      </c:pt>
                      <c:pt idx="24">
                        <c:v>45926.421689814815</c:v>
                      </c:pt>
                      <c:pt idx="25">
                        <c:v>45926.421689814815</c:v>
                      </c:pt>
                      <c:pt idx="26">
                        <c:v>45926.421689814815</c:v>
                      </c:pt>
                      <c:pt idx="27">
                        <c:v>45926.421689814815</c:v>
                      </c:pt>
                      <c:pt idx="28">
                        <c:v>45926.421689814815</c:v>
                      </c:pt>
                      <c:pt idx="29">
                        <c:v>45926.421689814815</c:v>
                      </c:pt>
                      <c:pt idx="30">
                        <c:v>45926.421689814815</c:v>
                      </c:pt>
                      <c:pt idx="31">
                        <c:v>45926.421689814815</c:v>
                      </c:pt>
                      <c:pt idx="32">
                        <c:v>45926.421689814815</c:v>
                      </c:pt>
                      <c:pt idx="33">
                        <c:v>45926.421689814815</c:v>
                      </c:pt>
                      <c:pt idx="34">
                        <c:v>45926.421689814815</c:v>
                      </c:pt>
                      <c:pt idx="35">
                        <c:v>45926.421689814815</c:v>
                      </c:pt>
                      <c:pt idx="36">
                        <c:v>45926.421689814815</c:v>
                      </c:pt>
                      <c:pt idx="37">
                        <c:v>45926.421689814815</c:v>
                      </c:pt>
                      <c:pt idx="38">
                        <c:v>45926.421689814815</c:v>
                      </c:pt>
                      <c:pt idx="39">
                        <c:v>45926.421689814815</c:v>
                      </c:pt>
                      <c:pt idx="40">
                        <c:v>45926.421689814815</c:v>
                      </c:pt>
                      <c:pt idx="41">
                        <c:v>45926.421689814815</c:v>
                      </c:pt>
                      <c:pt idx="42">
                        <c:v>45926.421701388892</c:v>
                      </c:pt>
                      <c:pt idx="43">
                        <c:v>45926.421701388892</c:v>
                      </c:pt>
                      <c:pt idx="44">
                        <c:v>45926.421701388892</c:v>
                      </c:pt>
                      <c:pt idx="45">
                        <c:v>45926.421701388892</c:v>
                      </c:pt>
                      <c:pt idx="46">
                        <c:v>45926.421701388892</c:v>
                      </c:pt>
                      <c:pt idx="47">
                        <c:v>45926.421701388892</c:v>
                      </c:pt>
                      <c:pt idx="48">
                        <c:v>45926.421701388892</c:v>
                      </c:pt>
                      <c:pt idx="49">
                        <c:v>45926.421701388892</c:v>
                      </c:pt>
                      <c:pt idx="50">
                        <c:v>45926.421701388892</c:v>
                      </c:pt>
                      <c:pt idx="51">
                        <c:v>45926.421701388892</c:v>
                      </c:pt>
                      <c:pt idx="52">
                        <c:v>45926.421701388892</c:v>
                      </c:pt>
                      <c:pt idx="53">
                        <c:v>45926.421701388892</c:v>
                      </c:pt>
                      <c:pt idx="54">
                        <c:v>45926.421701388892</c:v>
                      </c:pt>
                      <c:pt idx="55">
                        <c:v>45926.421701388892</c:v>
                      </c:pt>
                      <c:pt idx="56">
                        <c:v>45926.421701388892</c:v>
                      </c:pt>
                      <c:pt idx="57">
                        <c:v>45926.421701388892</c:v>
                      </c:pt>
                      <c:pt idx="58">
                        <c:v>45926.421701388892</c:v>
                      </c:pt>
                      <c:pt idx="59">
                        <c:v>45926.421701388892</c:v>
                      </c:pt>
                      <c:pt idx="60">
                        <c:v>45926.421701388892</c:v>
                      </c:pt>
                      <c:pt idx="61">
                        <c:v>45926.421701388892</c:v>
                      </c:pt>
                      <c:pt idx="62">
                        <c:v>45926.421712962961</c:v>
                      </c:pt>
                      <c:pt idx="63">
                        <c:v>45926.421712962961</c:v>
                      </c:pt>
                      <c:pt idx="64">
                        <c:v>45926.421712962961</c:v>
                      </c:pt>
                      <c:pt idx="65">
                        <c:v>45926.421712962961</c:v>
                      </c:pt>
                      <c:pt idx="66">
                        <c:v>45926.421712962961</c:v>
                      </c:pt>
                      <c:pt idx="67">
                        <c:v>45926.421712962961</c:v>
                      </c:pt>
                      <c:pt idx="68">
                        <c:v>45926.421712962961</c:v>
                      </c:pt>
                      <c:pt idx="69">
                        <c:v>45926.421712962961</c:v>
                      </c:pt>
                      <c:pt idx="70">
                        <c:v>45926.421712962961</c:v>
                      </c:pt>
                      <c:pt idx="71">
                        <c:v>45926.421712962961</c:v>
                      </c:pt>
                      <c:pt idx="72">
                        <c:v>45926.421712962961</c:v>
                      </c:pt>
                      <c:pt idx="73">
                        <c:v>45926.421712962961</c:v>
                      </c:pt>
                      <c:pt idx="74">
                        <c:v>45926.421712962961</c:v>
                      </c:pt>
                      <c:pt idx="75">
                        <c:v>45926.421712962961</c:v>
                      </c:pt>
                      <c:pt idx="76">
                        <c:v>45926.421712962961</c:v>
                      </c:pt>
                      <c:pt idx="77">
                        <c:v>45926.421712962961</c:v>
                      </c:pt>
                      <c:pt idx="78">
                        <c:v>45926.421712962961</c:v>
                      </c:pt>
                      <c:pt idx="79">
                        <c:v>45926.421712962961</c:v>
                      </c:pt>
                      <c:pt idx="80">
                        <c:v>45926.421712962961</c:v>
                      </c:pt>
                      <c:pt idx="81">
                        <c:v>45926.421724537038</c:v>
                      </c:pt>
                      <c:pt idx="82">
                        <c:v>45926.421724537038</c:v>
                      </c:pt>
                      <c:pt idx="83">
                        <c:v>45926.421724537038</c:v>
                      </c:pt>
                      <c:pt idx="84">
                        <c:v>45926.421724537038</c:v>
                      </c:pt>
                      <c:pt idx="85">
                        <c:v>45926.421724537038</c:v>
                      </c:pt>
                      <c:pt idx="86">
                        <c:v>45926.421724537038</c:v>
                      </c:pt>
                      <c:pt idx="87">
                        <c:v>45926.421724537038</c:v>
                      </c:pt>
                      <c:pt idx="88">
                        <c:v>45926.421724537038</c:v>
                      </c:pt>
                      <c:pt idx="89">
                        <c:v>45926.421724537038</c:v>
                      </c:pt>
                      <c:pt idx="90">
                        <c:v>45926.421724537038</c:v>
                      </c:pt>
                      <c:pt idx="91">
                        <c:v>45926.421724537038</c:v>
                      </c:pt>
                      <c:pt idx="92">
                        <c:v>45926.421724537038</c:v>
                      </c:pt>
                      <c:pt idx="93">
                        <c:v>45926.421724537038</c:v>
                      </c:pt>
                      <c:pt idx="94">
                        <c:v>45926.421724537038</c:v>
                      </c:pt>
                      <c:pt idx="95">
                        <c:v>45926.421724537038</c:v>
                      </c:pt>
                      <c:pt idx="96">
                        <c:v>45926.421724537038</c:v>
                      </c:pt>
                      <c:pt idx="97">
                        <c:v>45926.421724537038</c:v>
                      </c:pt>
                      <c:pt idx="98">
                        <c:v>45926.421724537038</c:v>
                      </c:pt>
                      <c:pt idx="99">
                        <c:v>45926.421724537038</c:v>
                      </c:pt>
                      <c:pt idx="100">
                        <c:v>45926.421724537038</c:v>
                      </c:pt>
                      <c:pt idx="101">
                        <c:v>45926.421736111108</c:v>
                      </c:pt>
                      <c:pt idx="102">
                        <c:v>45926.421736111108</c:v>
                      </c:pt>
                      <c:pt idx="103">
                        <c:v>45926.421736111108</c:v>
                      </c:pt>
                      <c:pt idx="104">
                        <c:v>45926.421736111108</c:v>
                      </c:pt>
                      <c:pt idx="105">
                        <c:v>45926.421736111108</c:v>
                      </c:pt>
                      <c:pt idx="106">
                        <c:v>45926.421736111108</c:v>
                      </c:pt>
                      <c:pt idx="107">
                        <c:v>45926.421736111108</c:v>
                      </c:pt>
                      <c:pt idx="108">
                        <c:v>45926.421736111108</c:v>
                      </c:pt>
                      <c:pt idx="109">
                        <c:v>45926.421736111108</c:v>
                      </c:pt>
                      <c:pt idx="110">
                        <c:v>45926.421736111108</c:v>
                      </c:pt>
                      <c:pt idx="111">
                        <c:v>45926.421736111108</c:v>
                      </c:pt>
                      <c:pt idx="112">
                        <c:v>45926.421736111108</c:v>
                      </c:pt>
                      <c:pt idx="113">
                        <c:v>45926.421736111108</c:v>
                      </c:pt>
                      <c:pt idx="114">
                        <c:v>45926.421736111108</c:v>
                      </c:pt>
                      <c:pt idx="115">
                        <c:v>45926.421736111108</c:v>
                      </c:pt>
                      <c:pt idx="116">
                        <c:v>45926.421736111108</c:v>
                      </c:pt>
                      <c:pt idx="117">
                        <c:v>45926.421736111108</c:v>
                      </c:pt>
                      <c:pt idx="118">
                        <c:v>45926.421736111108</c:v>
                      </c:pt>
                      <c:pt idx="119">
                        <c:v>45926.421747685185</c:v>
                      </c:pt>
                      <c:pt idx="120">
                        <c:v>45926.421747685185</c:v>
                      </c:pt>
                      <c:pt idx="121">
                        <c:v>45926.421747685185</c:v>
                      </c:pt>
                      <c:pt idx="122">
                        <c:v>45926.421747685185</c:v>
                      </c:pt>
                      <c:pt idx="123">
                        <c:v>45926.421747685185</c:v>
                      </c:pt>
                      <c:pt idx="124">
                        <c:v>45926.421747685185</c:v>
                      </c:pt>
                      <c:pt idx="125">
                        <c:v>45926.421747685185</c:v>
                      </c:pt>
                      <c:pt idx="126">
                        <c:v>45926.421747685185</c:v>
                      </c:pt>
                      <c:pt idx="127">
                        <c:v>45926.421747685185</c:v>
                      </c:pt>
                      <c:pt idx="128">
                        <c:v>45926.421747685185</c:v>
                      </c:pt>
                      <c:pt idx="129">
                        <c:v>45926.421747685185</c:v>
                      </c:pt>
                      <c:pt idx="130">
                        <c:v>45926.421747685185</c:v>
                      </c:pt>
                      <c:pt idx="131">
                        <c:v>45926.421747685185</c:v>
                      </c:pt>
                      <c:pt idx="132">
                        <c:v>45926.421747685185</c:v>
                      </c:pt>
                      <c:pt idx="133">
                        <c:v>45926.421747685185</c:v>
                      </c:pt>
                      <c:pt idx="134">
                        <c:v>45926.421747685185</c:v>
                      </c:pt>
                      <c:pt idx="135">
                        <c:v>45926.421747685185</c:v>
                      </c:pt>
                      <c:pt idx="136">
                        <c:v>45926.421747685185</c:v>
                      </c:pt>
                      <c:pt idx="137">
                        <c:v>45926.421747685185</c:v>
                      </c:pt>
                      <c:pt idx="138">
                        <c:v>45926.421747685185</c:v>
                      </c:pt>
                      <c:pt idx="139">
                        <c:v>45926.421759259261</c:v>
                      </c:pt>
                      <c:pt idx="140">
                        <c:v>45926.421759259261</c:v>
                      </c:pt>
                      <c:pt idx="141">
                        <c:v>45926.421759259261</c:v>
                      </c:pt>
                      <c:pt idx="142">
                        <c:v>45926.421759259261</c:v>
                      </c:pt>
                      <c:pt idx="143">
                        <c:v>45926.421759259261</c:v>
                      </c:pt>
                      <c:pt idx="144">
                        <c:v>45926.421759259261</c:v>
                      </c:pt>
                      <c:pt idx="145">
                        <c:v>45926.421759259261</c:v>
                      </c:pt>
                      <c:pt idx="146">
                        <c:v>45926.421759259261</c:v>
                      </c:pt>
                      <c:pt idx="147">
                        <c:v>45926.421759259261</c:v>
                      </c:pt>
                      <c:pt idx="148">
                        <c:v>45926.421759259261</c:v>
                      </c:pt>
                      <c:pt idx="149">
                        <c:v>45926.421759259261</c:v>
                      </c:pt>
                      <c:pt idx="150">
                        <c:v>45926.421759259261</c:v>
                      </c:pt>
                      <c:pt idx="151">
                        <c:v>45926.421759259261</c:v>
                      </c:pt>
                      <c:pt idx="152">
                        <c:v>45926.421759259261</c:v>
                      </c:pt>
                      <c:pt idx="153">
                        <c:v>45926.421759259261</c:v>
                      </c:pt>
                      <c:pt idx="154">
                        <c:v>45926.421759259261</c:v>
                      </c:pt>
                      <c:pt idx="155">
                        <c:v>45926.421759259261</c:v>
                      </c:pt>
                      <c:pt idx="156">
                        <c:v>45926.421759259261</c:v>
                      </c:pt>
                      <c:pt idx="157">
                        <c:v>45926.421759259261</c:v>
                      </c:pt>
                      <c:pt idx="158">
                        <c:v>45926.421759259261</c:v>
                      </c:pt>
                      <c:pt idx="159">
                        <c:v>45926.421770833331</c:v>
                      </c:pt>
                      <c:pt idx="160">
                        <c:v>45926.421770833331</c:v>
                      </c:pt>
                      <c:pt idx="161">
                        <c:v>45926.421770833331</c:v>
                      </c:pt>
                      <c:pt idx="162">
                        <c:v>45926.421770833331</c:v>
                      </c:pt>
                      <c:pt idx="163">
                        <c:v>45926.421770833331</c:v>
                      </c:pt>
                      <c:pt idx="164">
                        <c:v>45926.421770833331</c:v>
                      </c:pt>
                      <c:pt idx="165">
                        <c:v>45926.421770833331</c:v>
                      </c:pt>
                      <c:pt idx="166">
                        <c:v>45926.421770833331</c:v>
                      </c:pt>
                      <c:pt idx="167">
                        <c:v>45926.421770833331</c:v>
                      </c:pt>
                      <c:pt idx="168">
                        <c:v>45926.421770833331</c:v>
                      </c:pt>
                      <c:pt idx="169">
                        <c:v>45926.421770833331</c:v>
                      </c:pt>
                      <c:pt idx="170">
                        <c:v>45926.421770833331</c:v>
                      </c:pt>
                      <c:pt idx="171">
                        <c:v>45926.421770833331</c:v>
                      </c:pt>
                      <c:pt idx="172">
                        <c:v>45926.421770833331</c:v>
                      </c:pt>
                      <c:pt idx="173">
                        <c:v>45926.421770833331</c:v>
                      </c:pt>
                      <c:pt idx="174">
                        <c:v>45926.421770833331</c:v>
                      </c:pt>
                      <c:pt idx="175">
                        <c:v>45926.421770833331</c:v>
                      </c:pt>
                      <c:pt idx="176">
                        <c:v>45926.421770833331</c:v>
                      </c:pt>
                      <c:pt idx="177">
                        <c:v>45926.421782407408</c:v>
                      </c:pt>
                      <c:pt idx="178">
                        <c:v>45926.421782407408</c:v>
                      </c:pt>
                      <c:pt idx="179">
                        <c:v>45926.421782407408</c:v>
                      </c:pt>
                      <c:pt idx="180">
                        <c:v>45926.421782407408</c:v>
                      </c:pt>
                      <c:pt idx="181">
                        <c:v>45926.421782407408</c:v>
                      </c:pt>
                      <c:pt idx="182">
                        <c:v>45926.421782407408</c:v>
                      </c:pt>
                      <c:pt idx="183">
                        <c:v>45926.421782407408</c:v>
                      </c:pt>
                      <c:pt idx="184">
                        <c:v>45926.421782407408</c:v>
                      </c:pt>
                      <c:pt idx="185">
                        <c:v>45926.421782407408</c:v>
                      </c:pt>
                      <c:pt idx="186">
                        <c:v>45926.421782407408</c:v>
                      </c:pt>
                      <c:pt idx="187">
                        <c:v>45926.421782407408</c:v>
                      </c:pt>
                      <c:pt idx="188">
                        <c:v>45926.421782407408</c:v>
                      </c:pt>
                      <c:pt idx="189">
                        <c:v>45926.421782407408</c:v>
                      </c:pt>
                      <c:pt idx="190">
                        <c:v>45926.421782407408</c:v>
                      </c:pt>
                      <c:pt idx="191">
                        <c:v>45926.421782407408</c:v>
                      </c:pt>
                      <c:pt idx="192">
                        <c:v>45926.421782407408</c:v>
                      </c:pt>
                      <c:pt idx="193">
                        <c:v>45926.421782407408</c:v>
                      </c:pt>
                      <c:pt idx="194">
                        <c:v>45926.421782407408</c:v>
                      </c:pt>
                      <c:pt idx="195">
                        <c:v>45926.421782407408</c:v>
                      </c:pt>
                      <c:pt idx="196">
                        <c:v>45926.421782407408</c:v>
                      </c:pt>
                      <c:pt idx="197">
                        <c:v>45926.421782407408</c:v>
                      </c:pt>
                      <c:pt idx="198">
                        <c:v>45926.421782407408</c:v>
                      </c:pt>
                      <c:pt idx="199">
                        <c:v>45926.421793981484</c:v>
                      </c:pt>
                      <c:pt idx="200">
                        <c:v>45926.421793981484</c:v>
                      </c:pt>
                      <c:pt idx="201">
                        <c:v>45926.421793981484</c:v>
                      </c:pt>
                      <c:pt idx="202">
                        <c:v>45926.421793981484</c:v>
                      </c:pt>
                      <c:pt idx="203">
                        <c:v>45926.421793981484</c:v>
                      </c:pt>
                      <c:pt idx="204">
                        <c:v>45926.421793981484</c:v>
                      </c:pt>
                      <c:pt idx="205">
                        <c:v>45926.421793981484</c:v>
                      </c:pt>
                      <c:pt idx="206">
                        <c:v>45926.421793981484</c:v>
                      </c:pt>
                      <c:pt idx="207">
                        <c:v>45926.421793981484</c:v>
                      </c:pt>
                      <c:pt idx="208">
                        <c:v>45926.421793981484</c:v>
                      </c:pt>
                      <c:pt idx="209">
                        <c:v>45926.421793981484</c:v>
                      </c:pt>
                      <c:pt idx="210">
                        <c:v>45926.421793981484</c:v>
                      </c:pt>
                      <c:pt idx="211">
                        <c:v>45926.421793981484</c:v>
                      </c:pt>
                      <c:pt idx="212">
                        <c:v>45926.421793981484</c:v>
                      </c:pt>
                      <c:pt idx="213">
                        <c:v>45926.421793981484</c:v>
                      </c:pt>
                      <c:pt idx="214">
                        <c:v>45926.421793981484</c:v>
                      </c:pt>
                      <c:pt idx="215">
                        <c:v>45926.421793981484</c:v>
                      </c:pt>
                      <c:pt idx="216">
                        <c:v>45926.421793981484</c:v>
                      </c:pt>
                      <c:pt idx="217">
                        <c:v>45926.421793981484</c:v>
                      </c:pt>
                      <c:pt idx="218">
                        <c:v>45926.421793981484</c:v>
                      </c:pt>
                      <c:pt idx="219">
                        <c:v>45926.421793981484</c:v>
                      </c:pt>
                      <c:pt idx="220">
                        <c:v>45926.421805555554</c:v>
                      </c:pt>
                      <c:pt idx="221">
                        <c:v>45926.421805555554</c:v>
                      </c:pt>
                      <c:pt idx="222">
                        <c:v>45926.421805555554</c:v>
                      </c:pt>
                      <c:pt idx="223">
                        <c:v>45926.421805555554</c:v>
                      </c:pt>
                      <c:pt idx="224">
                        <c:v>45926.421805555554</c:v>
                      </c:pt>
                      <c:pt idx="225">
                        <c:v>45926.421805555554</c:v>
                      </c:pt>
                      <c:pt idx="226">
                        <c:v>45926.421805555554</c:v>
                      </c:pt>
                      <c:pt idx="227">
                        <c:v>45926.421805555554</c:v>
                      </c:pt>
                      <c:pt idx="228">
                        <c:v>45926.421805555554</c:v>
                      </c:pt>
                      <c:pt idx="229">
                        <c:v>45926.421805555554</c:v>
                      </c:pt>
                      <c:pt idx="230">
                        <c:v>45926.421805555554</c:v>
                      </c:pt>
                      <c:pt idx="231">
                        <c:v>45926.421805555554</c:v>
                      </c:pt>
                      <c:pt idx="232">
                        <c:v>45926.421805555554</c:v>
                      </c:pt>
                      <c:pt idx="233">
                        <c:v>45926.421805555554</c:v>
                      </c:pt>
                      <c:pt idx="234">
                        <c:v>45926.421805555554</c:v>
                      </c:pt>
                      <c:pt idx="235">
                        <c:v>45926.421805555554</c:v>
                      </c:pt>
                      <c:pt idx="236">
                        <c:v>45926.421805555554</c:v>
                      </c:pt>
                      <c:pt idx="237">
                        <c:v>45926.421805555554</c:v>
                      </c:pt>
                      <c:pt idx="238">
                        <c:v>45926.421805555554</c:v>
                      </c:pt>
                      <c:pt idx="239">
                        <c:v>45926.421805555554</c:v>
                      </c:pt>
                      <c:pt idx="240">
                        <c:v>45926.421805555554</c:v>
                      </c:pt>
                      <c:pt idx="241">
                        <c:v>45926.421817129631</c:v>
                      </c:pt>
                      <c:pt idx="242">
                        <c:v>45926.421817129631</c:v>
                      </c:pt>
                      <c:pt idx="243">
                        <c:v>45926.421817129631</c:v>
                      </c:pt>
                      <c:pt idx="244">
                        <c:v>45926.421817129631</c:v>
                      </c:pt>
                      <c:pt idx="245">
                        <c:v>45926.421817129631</c:v>
                      </c:pt>
                      <c:pt idx="246">
                        <c:v>45926.421817129631</c:v>
                      </c:pt>
                      <c:pt idx="247">
                        <c:v>45926.421817129631</c:v>
                      </c:pt>
                      <c:pt idx="248">
                        <c:v>45926.421817129631</c:v>
                      </c:pt>
                      <c:pt idx="249">
                        <c:v>45926.421817129631</c:v>
                      </c:pt>
                      <c:pt idx="250">
                        <c:v>45926.421817129631</c:v>
                      </c:pt>
                      <c:pt idx="251">
                        <c:v>45926.421817129631</c:v>
                      </c:pt>
                      <c:pt idx="252">
                        <c:v>45926.421817129631</c:v>
                      </c:pt>
                      <c:pt idx="253">
                        <c:v>45926.421817129631</c:v>
                      </c:pt>
                      <c:pt idx="254">
                        <c:v>45926.421817129631</c:v>
                      </c:pt>
                      <c:pt idx="255">
                        <c:v>45926.421817129631</c:v>
                      </c:pt>
                      <c:pt idx="256">
                        <c:v>45926.421817129631</c:v>
                      </c:pt>
                      <c:pt idx="257">
                        <c:v>45926.421817129631</c:v>
                      </c:pt>
                      <c:pt idx="258">
                        <c:v>45926.421817129631</c:v>
                      </c:pt>
                      <c:pt idx="259">
                        <c:v>45926.421817129631</c:v>
                      </c:pt>
                      <c:pt idx="260">
                        <c:v>45926.421817129631</c:v>
                      </c:pt>
                      <c:pt idx="261">
                        <c:v>45926.4218287037</c:v>
                      </c:pt>
                      <c:pt idx="262">
                        <c:v>45926.4218287037</c:v>
                      </c:pt>
                      <c:pt idx="263">
                        <c:v>45926.4218287037</c:v>
                      </c:pt>
                      <c:pt idx="264">
                        <c:v>45926.4218287037</c:v>
                      </c:pt>
                      <c:pt idx="265">
                        <c:v>45926.4218287037</c:v>
                      </c:pt>
                      <c:pt idx="266">
                        <c:v>45926.4218287037</c:v>
                      </c:pt>
                      <c:pt idx="267">
                        <c:v>45926.4218287037</c:v>
                      </c:pt>
                      <c:pt idx="268">
                        <c:v>45926.4218287037</c:v>
                      </c:pt>
                      <c:pt idx="269">
                        <c:v>45926.4218287037</c:v>
                      </c:pt>
                      <c:pt idx="270">
                        <c:v>45926.4218287037</c:v>
                      </c:pt>
                      <c:pt idx="271">
                        <c:v>45926.4218287037</c:v>
                      </c:pt>
                      <c:pt idx="272">
                        <c:v>45926.4218287037</c:v>
                      </c:pt>
                      <c:pt idx="273">
                        <c:v>45926.4218287037</c:v>
                      </c:pt>
                      <c:pt idx="274">
                        <c:v>45926.4218287037</c:v>
                      </c:pt>
                      <c:pt idx="275">
                        <c:v>45926.4218287037</c:v>
                      </c:pt>
                      <c:pt idx="276">
                        <c:v>45926.4218287037</c:v>
                      </c:pt>
                      <c:pt idx="277">
                        <c:v>45926.4218287037</c:v>
                      </c:pt>
                      <c:pt idx="278">
                        <c:v>45926.4218287037</c:v>
                      </c:pt>
                      <c:pt idx="279">
                        <c:v>45926.4218287037</c:v>
                      </c:pt>
                      <c:pt idx="280">
                        <c:v>45926.4218287037</c:v>
                      </c:pt>
                      <c:pt idx="281">
                        <c:v>45926.421840277777</c:v>
                      </c:pt>
                      <c:pt idx="282">
                        <c:v>45926.421840277777</c:v>
                      </c:pt>
                      <c:pt idx="283">
                        <c:v>45926.421840277777</c:v>
                      </c:pt>
                      <c:pt idx="284">
                        <c:v>45926.421840277777</c:v>
                      </c:pt>
                      <c:pt idx="285">
                        <c:v>45926.421840277777</c:v>
                      </c:pt>
                      <c:pt idx="286">
                        <c:v>45926.421840277777</c:v>
                      </c:pt>
                      <c:pt idx="287">
                        <c:v>45926.421840277777</c:v>
                      </c:pt>
                      <c:pt idx="288">
                        <c:v>45926.421840277777</c:v>
                      </c:pt>
                      <c:pt idx="289">
                        <c:v>45926.421840277777</c:v>
                      </c:pt>
                      <c:pt idx="290">
                        <c:v>45926.421840277777</c:v>
                      </c:pt>
                      <c:pt idx="291">
                        <c:v>45926.421840277777</c:v>
                      </c:pt>
                      <c:pt idx="292">
                        <c:v>45926.421840277777</c:v>
                      </c:pt>
                      <c:pt idx="293">
                        <c:v>45926.421840277777</c:v>
                      </c:pt>
                      <c:pt idx="294">
                        <c:v>45926.421840277777</c:v>
                      </c:pt>
                      <c:pt idx="295">
                        <c:v>45926.421840277777</c:v>
                      </c:pt>
                      <c:pt idx="296">
                        <c:v>45926.421840277777</c:v>
                      </c:pt>
                      <c:pt idx="297">
                        <c:v>45926.421840277777</c:v>
                      </c:pt>
                      <c:pt idx="298">
                        <c:v>45926.421840277777</c:v>
                      </c:pt>
                      <c:pt idx="299">
                        <c:v>45926.421840277777</c:v>
                      </c:pt>
                      <c:pt idx="300">
                        <c:v>45926.421840277777</c:v>
                      </c:pt>
                      <c:pt idx="301">
                        <c:v>45926.421840277777</c:v>
                      </c:pt>
                      <c:pt idx="302">
                        <c:v>45926.421851851854</c:v>
                      </c:pt>
                      <c:pt idx="303">
                        <c:v>45926.421851851854</c:v>
                      </c:pt>
                      <c:pt idx="304">
                        <c:v>45926.421851851854</c:v>
                      </c:pt>
                      <c:pt idx="305">
                        <c:v>45926.421851851854</c:v>
                      </c:pt>
                      <c:pt idx="306">
                        <c:v>45926.421851851854</c:v>
                      </c:pt>
                      <c:pt idx="307">
                        <c:v>45926.421851851854</c:v>
                      </c:pt>
                      <c:pt idx="308">
                        <c:v>45926.421851851854</c:v>
                      </c:pt>
                      <c:pt idx="309">
                        <c:v>45926.421851851854</c:v>
                      </c:pt>
                      <c:pt idx="310">
                        <c:v>45926.421851851854</c:v>
                      </c:pt>
                      <c:pt idx="311">
                        <c:v>45926.421851851854</c:v>
                      </c:pt>
                      <c:pt idx="312">
                        <c:v>45926.421851851854</c:v>
                      </c:pt>
                      <c:pt idx="313">
                        <c:v>45926.421851851854</c:v>
                      </c:pt>
                      <c:pt idx="314">
                        <c:v>45926.421851851854</c:v>
                      </c:pt>
                      <c:pt idx="315">
                        <c:v>45926.421851851854</c:v>
                      </c:pt>
                      <c:pt idx="316">
                        <c:v>45926.421851851854</c:v>
                      </c:pt>
                      <c:pt idx="317">
                        <c:v>45926.421851851854</c:v>
                      </c:pt>
                      <c:pt idx="318">
                        <c:v>45926.421851851854</c:v>
                      </c:pt>
                      <c:pt idx="319">
                        <c:v>45926.421851851854</c:v>
                      </c:pt>
                      <c:pt idx="320">
                        <c:v>45926.421851851854</c:v>
                      </c:pt>
                      <c:pt idx="321">
                        <c:v>45926.421851851854</c:v>
                      </c:pt>
                      <c:pt idx="322">
                        <c:v>45926.421863425923</c:v>
                      </c:pt>
                      <c:pt idx="323">
                        <c:v>45926.421863425923</c:v>
                      </c:pt>
                      <c:pt idx="324">
                        <c:v>45926.421863425923</c:v>
                      </c:pt>
                      <c:pt idx="325">
                        <c:v>45926.421863425923</c:v>
                      </c:pt>
                      <c:pt idx="326">
                        <c:v>45926.421863425923</c:v>
                      </c:pt>
                      <c:pt idx="327">
                        <c:v>45926.421863425923</c:v>
                      </c:pt>
                      <c:pt idx="328">
                        <c:v>45926.421863425923</c:v>
                      </c:pt>
                      <c:pt idx="329">
                        <c:v>45926.421863425923</c:v>
                      </c:pt>
                      <c:pt idx="330">
                        <c:v>45926.421863425923</c:v>
                      </c:pt>
                      <c:pt idx="331">
                        <c:v>45926.421863425923</c:v>
                      </c:pt>
                      <c:pt idx="332">
                        <c:v>45926.421863425923</c:v>
                      </c:pt>
                      <c:pt idx="333">
                        <c:v>45926.421863425923</c:v>
                      </c:pt>
                      <c:pt idx="334">
                        <c:v>45926.421863425923</c:v>
                      </c:pt>
                      <c:pt idx="335">
                        <c:v>45926.421863425923</c:v>
                      </c:pt>
                      <c:pt idx="336">
                        <c:v>45926.421863425923</c:v>
                      </c:pt>
                      <c:pt idx="337">
                        <c:v>45926.421863425923</c:v>
                      </c:pt>
                      <c:pt idx="338">
                        <c:v>45926.421863425923</c:v>
                      </c:pt>
                      <c:pt idx="339">
                        <c:v>45926.421863425923</c:v>
                      </c:pt>
                      <c:pt idx="340">
                        <c:v>45926.421863425923</c:v>
                      </c:pt>
                      <c:pt idx="341">
                        <c:v>45926.421875</c:v>
                      </c:pt>
                      <c:pt idx="342">
                        <c:v>45926.421875</c:v>
                      </c:pt>
                      <c:pt idx="343">
                        <c:v>45926.421875</c:v>
                      </c:pt>
                      <c:pt idx="344">
                        <c:v>45926.421875</c:v>
                      </c:pt>
                      <c:pt idx="345">
                        <c:v>45926.421875</c:v>
                      </c:pt>
                      <c:pt idx="346">
                        <c:v>45926.421875</c:v>
                      </c:pt>
                      <c:pt idx="347">
                        <c:v>45926.421875</c:v>
                      </c:pt>
                      <c:pt idx="348">
                        <c:v>45926.421875</c:v>
                      </c:pt>
                      <c:pt idx="349">
                        <c:v>45926.421875</c:v>
                      </c:pt>
                      <c:pt idx="350">
                        <c:v>45926.421875</c:v>
                      </c:pt>
                      <c:pt idx="351">
                        <c:v>45926.421875</c:v>
                      </c:pt>
                      <c:pt idx="352">
                        <c:v>45926.421875</c:v>
                      </c:pt>
                      <c:pt idx="353">
                        <c:v>45926.421875</c:v>
                      </c:pt>
                      <c:pt idx="354">
                        <c:v>45926.421875</c:v>
                      </c:pt>
                      <c:pt idx="355">
                        <c:v>45926.421875</c:v>
                      </c:pt>
                      <c:pt idx="356">
                        <c:v>45926.421875</c:v>
                      </c:pt>
                      <c:pt idx="357">
                        <c:v>45926.421875</c:v>
                      </c:pt>
                      <c:pt idx="358">
                        <c:v>45926.421875</c:v>
                      </c:pt>
                      <c:pt idx="359">
                        <c:v>45926.421875</c:v>
                      </c:pt>
                      <c:pt idx="360">
                        <c:v>45926.421875</c:v>
                      </c:pt>
                      <c:pt idx="361">
                        <c:v>45926.421886574077</c:v>
                      </c:pt>
                      <c:pt idx="362">
                        <c:v>45926.421886574077</c:v>
                      </c:pt>
                      <c:pt idx="363">
                        <c:v>45926.421886574077</c:v>
                      </c:pt>
                      <c:pt idx="364">
                        <c:v>45926.421886574077</c:v>
                      </c:pt>
                      <c:pt idx="365">
                        <c:v>45926.421886574077</c:v>
                      </c:pt>
                      <c:pt idx="366">
                        <c:v>45926.421886574077</c:v>
                      </c:pt>
                      <c:pt idx="367">
                        <c:v>45926.421886574077</c:v>
                      </c:pt>
                      <c:pt idx="368">
                        <c:v>45926.421886574077</c:v>
                      </c:pt>
                      <c:pt idx="369">
                        <c:v>45926.421886574077</c:v>
                      </c:pt>
                      <c:pt idx="370">
                        <c:v>45926.421886574077</c:v>
                      </c:pt>
                      <c:pt idx="371">
                        <c:v>45926.421886574077</c:v>
                      </c:pt>
                      <c:pt idx="372">
                        <c:v>45926.421886574077</c:v>
                      </c:pt>
                      <c:pt idx="373">
                        <c:v>45926.421886574077</c:v>
                      </c:pt>
                      <c:pt idx="374">
                        <c:v>45926.421886574077</c:v>
                      </c:pt>
                      <c:pt idx="375">
                        <c:v>45926.421886574077</c:v>
                      </c:pt>
                      <c:pt idx="376">
                        <c:v>45926.421886574077</c:v>
                      </c:pt>
                      <c:pt idx="377">
                        <c:v>45926.421886574077</c:v>
                      </c:pt>
                      <c:pt idx="378">
                        <c:v>45926.421886574077</c:v>
                      </c:pt>
                      <c:pt idx="379">
                        <c:v>45926.421886574077</c:v>
                      </c:pt>
                      <c:pt idx="380">
                        <c:v>45926.421886574077</c:v>
                      </c:pt>
                      <c:pt idx="381">
                        <c:v>45926.421898148146</c:v>
                      </c:pt>
                      <c:pt idx="382">
                        <c:v>45926.421898148146</c:v>
                      </c:pt>
                      <c:pt idx="383">
                        <c:v>45926.421898148146</c:v>
                      </c:pt>
                      <c:pt idx="384">
                        <c:v>45926.421898148146</c:v>
                      </c:pt>
                      <c:pt idx="385">
                        <c:v>45926.421898148146</c:v>
                      </c:pt>
                      <c:pt idx="386">
                        <c:v>45926.421898148146</c:v>
                      </c:pt>
                      <c:pt idx="387">
                        <c:v>45926.421898148146</c:v>
                      </c:pt>
                      <c:pt idx="388">
                        <c:v>45926.421898148146</c:v>
                      </c:pt>
                      <c:pt idx="389">
                        <c:v>45926.421898148146</c:v>
                      </c:pt>
                      <c:pt idx="390">
                        <c:v>45926.421898148146</c:v>
                      </c:pt>
                      <c:pt idx="391">
                        <c:v>45926.421898148146</c:v>
                      </c:pt>
                      <c:pt idx="392">
                        <c:v>45926.421898148146</c:v>
                      </c:pt>
                      <c:pt idx="393">
                        <c:v>45926.421898148146</c:v>
                      </c:pt>
                      <c:pt idx="394">
                        <c:v>45926.421898148146</c:v>
                      </c:pt>
                      <c:pt idx="395">
                        <c:v>45926.421898148146</c:v>
                      </c:pt>
                      <c:pt idx="396">
                        <c:v>45926.421898148146</c:v>
                      </c:pt>
                      <c:pt idx="397">
                        <c:v>45926.421898148146</c:v>
                      </c:pt>
                      <c:pt idx="398">
                        <c:v>45926.421898148146</c:v>
                      </c:pt>
                      <c:pt idx="399">
                        <c:v>45926.421898148146</c:v>
                      </c:pt>
                      <c:pt idx="400">
                        <c:v>45926.421909722223</c:v>
                      </c:pt>
                      <c:pt idx="401">
                        <c:v>45926.421909722223</c:v>
                      </c:pt>
                      <c:pt idx="402">
                        <c:v>45926.421909722223</c:v>
                      </c:pt>
                      <c:pt idx="403">
                        <c:v>45926.421909722223</c:v>
                      </c:pt>
                      <c:pt idx="404">
                        <c:v>45926.421909722223</c:v>
                      </c:pt>
                      <c:pt idx="405">
                        <c:v>45926.421909722223</c:v>
                      </c:pt>
                      <c:pt idx="406">
                        <c:v>45926.421909722223</c:v>
                      </c:pt>
                      <c:pt idx="407">
                        <c:v>45926.421909722223</c:v>
                      </c:pt>
                      <c:pt idx="408">
                        <c:v>45926.421909722223</c:v>
                      </c:pt>
                      <c:pt idx="409">
                        <c:v>45926.421909722223</c:v>
                      </c:pt>
                      <c:pt idx="410">
                        <c:v>45926.421909722223</c:v>
                      </c:pt>
                      <c:pt idx="411">
                        <c:v>45926.421909722223</c:v>
                      </c:pt>
                      <c:pt idx="412">
                        <c:v>45926.421909722223</c:v>
                      </c:pt>
                      <c:pt idx="413">
                        <c:v>45926.421909722223</c:v>
                      </c:pt>
                    </c:numCache>
                  </c:num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Sheet1!$E$2:$E$415</c15:sqref>
                        </c15:formulaRef>
                      </c:ext>
                    </c:extLst>
                    <c:numCache>
                      <c:formatCode>General</c:formatCode>
                      <c:ptCount val="414"/>
                      <c:pt idx="0">
                        <c:v>-5.6666660000000002</c:v>
                      </c:pt>
                      <c:pt idx="1">
                        <c:v>-5.6666660000000002</c:v>
                      </c:pt>
                      <c:pt idx="2">
                        <c:v>-5.6666660000000002</c:v>
                      </c:pt>
                      <c:pt idx="3">
                        <c:v>-5.6666660000000002</c:v>
                      </c:pt>
                      <c:pt idx="4">
                        <c:v>-5.6666660000000002</c:v>
                      </c:pt>
                      <c:pt idx="5">
                        <c:v>-5.6666660000000002</c:v>
                      </c:pt>
                      <c:pt idx="6">
                        <c:v>-5.6666660000000002</c:v>
                      </c:pt>
                      <c:pt idx="7">
                        <c:v>-5.6666660000000002</c:v>
                      </c:pt>
                      <c:pt idx="8">
                        <c:v>-5.6666660000000002</c:v>
                      </c:pt>
                      <c:pt idx="9">
                        <c:v>-5.6666660000000002</c:v>
                      </c:pt>
                      <c:pt idx="10">
                        <c:v>-5.6666660000000002</c:v>
                      </c:pt>
                      <c:pt idx="11">
                        <c:v>-5.6666660000000002</c:v>
                      </c:pt>
                      <c:pt idx="12">
                        <c:v>-5.6666660000000002</c:v>
                      </c:pt>
                      <c:pt idx="13">
                        <c:v>-5.6666660000000002</c:v>
                      </c:pt>
                      <c:pt idx="14">
                        <c:v>-5.6666660000000002</c:v>
                      </c:pt>
                      <c:pt idx="15">
                        <c:v>-5.6666660000000002</c:v>
                      </c:pt>
                      <c:pt idx="16">
                        <c:v>-5.6666660000000002</c:v>
                      </c:pt>
                      <c:pt idx="17">
                        <c:v>-5.6666660000000002</c:v>
                      </c:pt>
                      <c:pt idx="18">
                        <c:v>-5.6666660000000002</c:v>
                      </c:pt>
                      <c:pt idx="19">
                        <c:v>-5.6666660000000002</c:v>
                      </c:pt>
                      <c:pt idx="20">
                        <c:v>-5.6666660000000002</c:v>
                      </c:pt>
                      <c:pt idx="21">
                        <c:v>-5.6666660000000002</c:v>
                      </c:pt>
                      <c:pt idx="22">
                        <c:v>-5.6666660000000002</c:v>
                      </c:pt>
                      <c:pt idx="23">
                        <c:v>-5.6666660000000002</c:v>
                      </c:pt>
                      <c:pt idx="24">
                        <c:v>-5.6666660000000002</c:v>
                      </c:pt>
                      <c:pt idx="25">
                        <c:v>-5.6666660000000002</c:v>
                      </c:pt>
                      <c:pt idx="26">
                        <c:v>-5.6666660000000002</c:v>
                      </c:pt>
                      <c:pt idx="27">
                        <c:v>-5.6666660000000002</c:v>
                      </c:pt>
                      <c:pt idx="28">
                        <c:v>-5.6666660000000002</c:v>
                      </c:pt>
                      <c:pt idx="29">
                        <c:v>-5.6666660000000002</c:v>
                      </c:pt>
                      <c:pt idx="30">
                        <c:v>-5.6666660000000002</c:v>
                      </c:pt>
                      <c:pt idx="31">
                        <c:v>-5.6666660000000002</c:v>
                      </c:pt>
                      <c:pt idx="32">
                        <c:v>-5.6666660000000002</c:v>
                      </c:pt>
                      <c:pt idx="33">
                        <c:v>-5.6666660000000002</c:v>
                      </c:pt>
                      <c:pt idx="34">
                        <c:v>-5.6666660000000002</c:v>
                      </c:pt>
                      <c:pt idx="35">
                        <c:v>-5.6666660000000002</c:v>
                      </c:pt>
                      <c:pt idx="36">
                        <c:v>-5.6666660000000002</c:v>
                      </c:pt>
                      <c:pt idx="37">
                        <c:v>-5.6666660000000002</c:v>
                      </c:pt>
                      <c:pt idx="38">
                        <c:v>-31.5</c:v>
                      </c:pt>
                      <c:pt idx="39">
                        <c:v>-33.5</c:v>
                      </c:pt>
                      <c:pt idx="40">
                        <c:v>-32.16666</c:v>
                      </c:pt>
                      <c:pt idx="41">
                        <c:v>-35.333330000000004</c:v>
                      </c:pt>
                      <c:pt idx="42">
                        <c:v>-36</c:v>
                      </c:pt>
                      <c:pt idx="43">
                        <c:v>-32.333329999999997</c:v>
                      </c:pt>
                      <c:pt idx="44">
                        <c:v>-34.333330000000004</c:v>
                      </c:pt>
                      <c:pt idx="45">
                        <c:v>-36.833329999999997</c:v>
                      </c:pt>
                      <c:pt idx="46">
                        <c:v>-37.16666</c:v>
                      </c:pt>
                      <c:pt idx="47">
                        <c:v>-31.83333</c:v>
                      </c:pt>
                      <c:pt idx="48">
                        <c:v>-65.333330000000004</c:v>
                      </c:pt>
                      <c:pt idx="49">
                        <c:v>-33.16666</c:v>
                      </c:pt>
                      <c:pt idx="50">
                        <c:v>-33.16666</c:v>
                      </c:pt>
                      <c:pt idx="51">
                        <c:v>-37</c:v>
                      </c:pt>
                      <c:pt idx="52">
                        <c:v>-36.833329999999997</c:v>
                      </c:pt>
                      <c:pt idx="53">
                        <c:v>-35</c:v>
                      </c:pt>
                      <c:pt idx="54">
                        <c:v>-34.66666</c:v>
                      </c:pt>
                      <c:pt idx="55">
                        <c:v>-34.833330000000004</c:v>
                      </c:pt>
                      <c:pt idx="56">
                        <c:v>-53.833330000000004</c:v>
                      </c:pt>
                      <c:pt idx="57">
                        <c:v>-30.5</c:v>
                      </c:pt>
                      <c:pt idx="58">
                        <c:v>-31.16666</c:v>
                      </c:pt>
                      <c:pt idx="59">
                        <c:v>-29.5</c:v>
                      </c:pt>
                      <c:pt idx="60">
                        <c:v>-30</c:v>
                      </c:pt>
                      <c:pt idx="61">
                        <c:v>-30.5</c:v>
                      </c:pt>
                      <c:pt idx="62">
                        <c:v>-49.833329999999997</c:v>
                      </c:pt>
                      <c:pt idx="63">
                        <c:v>-27.33333</c:v>
                      </c:pt>
                      <c:pt idx="64">
                        <c:v>-28.66666</c:v>
                      </c:pt>
                      <c:pt idx="65">
                        <c:v>-29.5</c:v>
                      </c:pt>
                      <c:pt idx="66">
                        <c:v>-28.66666</c:v>
                      </c:pt>
                      <c:pt idx="67">
                        <c:v>-46.833330000000004</c:v>
                      </c:pt>
                      <c:pt idx="68">
                        <c:v>-35.16666</c:v>
                      </c:pt>
                      <c:pt idx="69">
                        <c:v>-26.666659999999997</c:v>
                      </c:pt>
                      <c:pt idx="70">
                        <c:v>-24.16666</c:v>
                      </c:pt>
                      <c:pt idx="71">
                        <c:v>-22.16666</c:v>
                      </c:pt>
                      <c:pt idx="72">
                        <c:v>-39.833330000000004</c:v>
                      </c:pt>
                      <c:pt idx="73">
                        <c:v>-21.5</c:v>
                      </c:pt>
                      <c:pt idx="74">
                        <c:v>-20.83333</c:v>
                      </c:pt>
                      <c:pt idx="75">
                        <c:v>-19.66667</c:v>
                      </c:pt>
                      <c:pt idx="76">
                        <c:v>-32</c:v>
                      </c:pt>
                      <c:pt idx="77">
                        <c:v>-14.000000000000002</c:v>
                      </c:pt>
                      <c:pt idx="78">
                        <c:v>-15.03</c:v>
                      </c:pt>
                      <c:pt idx="79">
                        <c:v>-32.192999999999998</c:v>
                      </c:pt>
                      <c:pt idx="80">
                        <c:v>-18.34</c:v>
                      </c:pt>
                      <c:pt idx="81">
                        <c:v>-17.509330000000002</c:v>
                      </c:pt>
                      <c:pt idx="82">
                        <c:v>-18.754670000000001</c:v>
                      </c:pt>
                      <c:pt idx="83">
                        <c:v>-29.520999999999997</c:v>
                      </c:pt>
                      <c:pt idx="84">
                        <c:v>-17.891670000000001</c:v>
                      </c:pt>
                      <c:pt idx="85">
                        <c:v>-18.113330000000001</c:v>
                      </c:pt>
                      <c:pt idx="86">
                        <c:v>-34.261330000000001</c:v>
                      </c:pt>
                      <c:pt idx="87">
                        <c:v>-21.67</c:v>
                      </c:pt>
                      <c:pt idx="88">
                        <c:v>-18.724</c:v>
                      </c:pt>
                      <c:pt idx="89">
                        <c:v>-29.171999999999997</c:v>
                      </c:pt>
                      <c:pt idx="90">
                        <c:v>-25.335329999999999</c:v>
                      </c:pt>
                      <c:pt idx="91">
                        <c:v>-14.013999999999999</c:v>
                      </c:pt>
                      <c:pt idx="92">
                        <c:v>-21.433330000000002</c:v>
                      </c:pt>
                      <c:pt idx="93">
                        <c:v>-11.318670000000001</c:v>
                      </c:pt>
                      <c:pt idx="94">
                        <c:v>-11.988</c:v>
                      </c:pt>
                      <c:pt idx="95">
                        <c:v>-10.864000000000001</c:v>
                      </c:pt>
                      <c:pt idx="96">
                        <c:v>-9.6460000000000008</c:v>
                      </c:pt>
                      <c:pt idx="97">
                        <c:v>-29.526000000000003</c:v>
                      </c:pt>
                      <c:pt idx="98">
                        <c:v>-13.197329999999999</c:v>
                      </c:pt>
                      <c:pt idx="99">
                        <c:v>2.1510000000000002</c:v>
                      </c:pt>
                      <c:pt idx="100">
                        <c:v>-23.295999999999999</c:v>
                      </c:pt>
                      <c:pt idx="101">
                        <c:v>9.7733329999999992</c:v>
                      </c:pt>
                      <c:pt idx="102">
                        <c:v>2.742667</c:v>
                      </c:pt>
                      <c:pt idx="103">
                        <c:v>13.625999999999999</c:v>
                      </c:pt>
                      <c:pt idx="104">
                        <c:v>4.6319999999999997</c:v>
                      </c:pt>
                      <c:pt idx="105">
                        <c:v>24.722000000000001</c:v>
                      </c:pt>
                      <c:pt idx="106">
                        <c:v>-6.6583329999999998</c:v>
                      </c:pt>
                      <c:pt idx="107">
                        <c:v>12.105</c:v>
                      </c:pt>
                      <c:pt idx="108">
                        <c:v>33.538000000000004</c:v>
                      </c:pt>
                      <c:pt idx="109">
                        <c:v>29.56767</c:v>
                      </c:pt>
                      <c:pt idx="110">
                        <c:v>40.880000000000003</c:v>
                      </c:pt>
                      <c:pt idx="111">
                        <c:v>21.507999999999999</c:v>
                      </c:pt>
                      <c:pt idx="112">
                        <c:v>46.655999999999999</c:v>
                      </c:pt>
                      <c:pt idx="113">
                        <c:v>49.47</c:v>
                      </c:pt>
                      <c:pt idx="114">
                        <c:v>51.566670000000002</c:v>
                      </c:pt>
                      <c:pt idx="115">
                        <c:v>55.773330000000001</c:v>
                      </c:pt>
                      <c:pt idx="116">
                        <c:v>58.865330000000007</c:v>
                      </c:pt>
                      <c:pt idx="117">
                        <c:v>41.951999999999998</c:v>
                      </c:pt>
                      <c:pt idx="118">
                        <c:v>87.875</c:v>
                      </c:pt>
                      <c:pt idx="119">
                        <c:v>90.167990000000003</c:v>
                      </c:pt>
                      <c:pt idx="120">
                        <c:v>91.590670000000003</c:v>
                      </c:pt>
                      <c:pt idx="121">
                        <c:v>75.922330000000002</c:v>
                      </c:pt>
                      <c:pt idx="122">
                        <c:v>100.048</c:v>
                      </c:pt>
                      <c:pt idx="123">
                        <c:v>81.803330000000003</c:v>
                      </c:pt>
                      <c:pt idx="124">
                        <c:v>106.27499999999999</c:v>
                      </c:pt>
                      <c:pt idx="125">
                        <c:v>118.3503</c:v>
                      </c:pt>
                      <c:pt idx="126">
                        <c:v>135.45599999999999</c:v>
                      </c:pt>
                      <c:pt idx="127">
                        <c:v>121</c:v>
                      </c:pt>
                      <c:pt idx="128">
                        <c:v>143.85600000000002</c:v>
                      </c:pt>
                      <c:pt idx="129">
                        <c:v>125.87400000000001</c:v>
                      </c:pt>
                      <c:pt idx="130">
                        <c:v>146.85300000000001</c:v>
                      </c:pt>
                      <c:pt idx="131">
                        <c:v>153.02669999999998</c:v>
                      </c:pt>
                      <c:pt idx="132">
                        <c:v>159</c:v>
                      </c:pt>
                      <c:pt idx="133">
                        <c:v>173.3193</c:v>
                      </c:pt>
                      <c:pt idx="134">
                        <c:v>139.0547</c:v>
                      </c:pt>
                      <c:pt idx="135">
                        <c:v>171.828</c:v>
                      </c:pt>
                      <c:pt idx="136">
                        <c:v>137.05870000000002</c:v>
                      </c:pt>
                      <c:pt idx="137">
                        <c:v>176</c:v>
                      </c:pt>
                      <c:pt idx="138">
                        <c:v>185.33330000000001</c:v>
                      </c:pt>
                      <c:pt idx="139">
                        <c:v>187.14600000000002</c:v>
                      </c:pt>
                      <c:pt idx="140">
                        <c:v>193.33330000000001</c:v>
                      </c:pt>
                      <c:pt idx="141">
                        <c:v>188</c:v>
                      </c:pt>
                      <c:pt idx="142">
                        <c:v>188</c:v>
                      </c:pt>
                      <c:pt idx="143">
                        <c:v>172</c:v>
                      </c:pt>
                      <c:pt idx="144">
                        <c:v>192.80700000000002</c:v>
                      </c:pt>
                      <c:pt idx="145">
                        <c:v>159</c:v>
                      </c:pt>
                      <c:pt idx="146">
                        <c:v>193.66669999999999</c:v>
                      </c:pt>
                      <c:pt idx="147">
                        <c:v>206.33330000000001</c:v>
                      </c:pt>
                      <c:pt idx="148">
                        <c:v>202.66669999999999</c:v>
                      </c:pt>
                      <c:pt idx="149">
                        <c:v>203.13</c:v>
                      </c:pt>
                      <c:pt idx="150">
                        <c:v>205.33330000000001</c:v>
                      </c:pt>
                      <c:pt idx="151">
                        <c:v>204.12900000000002</c:v>
                      </c:pt>
                      <c:pt idx="152">
                        <c:v>209.57999999999998</c:v>
                      </c:pt>
                      <c:pt idx="153">
                        <c:v>219.34</c:v>
                      </c:pt>
                      <c:pt idx="154">
                        <c:v>210</c:v>
                      </c:pt>
                      <c:pt idx="155">
                        <c:v>192.33330000000001</c:v>
                      </c:pt>
                      <c:pt idx="156">
                        <c:v>223.44300000000001</c:v>
                      </c:pt>
                      <c:pt idx="157">
                        <c:v>191</c:v>
                      </c:pt>
                      <c:pt idx="158">
                        <c:v>219.78</c:v>
                      </c:pt>
                      <c:pt idx="159">
                        <c:v>185</c:v>
                      </c:pt>
                      <c:pt idx="160">
                        <c:v>183.483</c:v>
                      </c:pt>
                      <c:pt idx="161">
                        <c:v>221.33330000000001</c:v>
                      </c:pt>
                      <c:pt idx="162">
                        <c:v>235.66670000000002</c:v>
                      </c:pt>
                      <c:pt idx="163">
                        <c:v>232.33329999999998</c:v>
                      </c:pt>
                      <c:pt idx="164">
                        <c:v>228.66669999999999</c:v>
                      </c:pt>
                      <c:pt idx="165">
                        <c:v>225</c:v>
                      </c:pt>
                      <c:pt idx="166">
                        <c:v>221.33330000000001</c:v>
                      </c:pt>
                      <c:pt idx="167">
                        <c:v>226.33329999999998</c:v>
                      </c:pt>
                      <c:pt idx="168">
                        <c:v>212</c:v>
                      </c:pt>
                      <c:pt idx="169">
                        <c:v>195.33329999999998</c:v>
                      </c:pt>
                      <c:pt idx="170">
                        <c:v>168.66669999999999</c:v>
                      </c:pt>
                      <c:pt idx="171">
                        <c:v>171.33329999999998</c:v>
                      </c:pt>
                      <c:pt idx="172">
                        <c:v>181.81800000000001</c:v>
                      </c:pt>
                      <c:pt idx="173">
                        <c:v>172.33330000000001</c:v>
                      </c:pt>
                      <c:pt idx="174">
                        <c:v>166.66669999999999</c:v>
                      </c:pt>
                      <c:pt idx="175">
                        <c:v>166.66669999999999</c:v>
                      </c:pt>
                      <c:pt idx="176">
                        <c:v>160.66669999999999</c:v>
                      </c:pt>
                      <c:pt idx="177">
                        <c:v>149.184</c:v>
                      </c:pt>
                      <c:pt idx="178">
                        <c:v>141.66670000000002</c:v>
                      </c:pt>
                      <c:pt idx="179">
                        <c:v>132.86700000000002</c:v>
                      </c:pt>
                      <c:pt idx="180">
                        <c:v>108</c:v>
                      </c:pt>
                      <c:pt idx="181">
                        <c:v>111</c:v>
                      </c:pt>
                      <c:pt idx="182">
                        <c:v>87.333330000000004</c:v>
                      </c:pt>
                      <c:pt idx="183">
                        <c:v>111.66669999999999</c:v>
                      </c:pt>
                      <c:pt idx="184">
                        <c:v>86.666659999999993</c:v>
                      </c:pt>
                      <c:pt idx="185">
                        <c:v>81.333330000000004</c:v>
                      </c:pt>
                      <c:pt idx="186">
                        <c:v>104.66670000000001</c:v>
                      </c:pt>
                      <c:pt idx="187">
                        <c:v>67.333330000000004</c:v>
                      </c:pt>
                      <c:pt idx="188">
                        <c:v>77.333330000000004</c:v>
                      </c:pt>
                      <c:pt idx="189">
                        <c:v>65.333330000000004</c:v>
                      </c:pt>
                      <c:pt idx="190">
                        <c:v>53.891999999999996</c:v>
                      </c:pt>
                      <c:pt idx="191">
                        <c:v>75.999989999999997</c:v>
                      </c:pt>
                      <c:pt idx="192">
                        <c:v>71.119330000000005</c:v>
                      </c:pt>
                      <c:pt idx="193">
                        <c:v>54.333330000000004</c:v>
                      </c:pt>
                      <c:pt idx="194">
                        <c:v>39.333329999999997</c:v>
                      </c:pt>
                      <c:pt idx="195">
                        <c:v>13.986000000000001</c:v>
                      </c:pt>
                      <c:pt idx="196">
                        <c:v>22.66666</c:v>
                      </c:pt>
                      <c:pt idx="197">
                        <c:v>-25</c:v>
                      </c:pt>
                      <c:pt idx="198">
                        <c:v>-17.649000000000001</c:v>
                      </c:pt>
                      <c:pt idx="199">
                        <c:v>-9.3333329999999997</c:v>
                      </c:pt>
                      <c:pt idx="200">
                        <c:v>-14.666670000000002</c:v>
                      </c:pt>
                      <c:pt idx="201">
                        <c:v>-21.26933</c:v>
                      </c:pt>
                      <c:pt idx="202">
                        <c:v>-29.333330000000004</c:v>
                      </c:pt>
                      <c:pt idx="203">
                        <c:v>-38.550669999999997</c:v>
                      </c:pt>
                      <c:pt idx="204">
                        <c:v>-47.66666</c:v>
                      </c:pt>
                      <c:pt idx="205">
                        <c:v>-51.333329999999997</c:v>
                      </c:pt>
                      <c:pt idx="206">
                        <c:v>-55.222660000000005</c:v>
                      </c:pt>
                      <c:pt idx="207">
                        <c:v>-54.278999999999996</c:v>
                      </c:pt>
                      <c:pt idx="208">
                        <c:v>-97.803989999999999</c:v>
                      </c:pt>
                      <c:pt idx="209">
                        <c:v>-107.3437</c:v>
                      </c:pt>
                      <c:pt idx="210">
                        <c:v>-106.3467</c:v>
                      </c:pt>
                      <c:pt idx="211">
                        <c:v>-112.554</c:v>
                      </c:pt>
                      <c:pt idx="212">
                        <c:v>-90.666659999999993</c:v>
                      </c:pt>
                      <c:pt idx="213">
                        <c:v>-110</c:v>
                      </c:pt>
                      <c:pt idx="214">
                        <c:v>-98.136659999999992</c:v>
                      </c:pt>
                      <c:pt idx="215">
                        <c:v>-100.33329999999999</c:v>
                      </c:pt>
                      <c:pt idx="216">
                        <c:v>-108.22500000000001</c:v>
                      </c:pt>
                      <c:pt idx="217">
                        <c:v>-119.66670000000001</c:v>
                      </c:pt>
                      <c:pt idx="218">
                        <c:v>-128.33330000000001</c:v>
                      </c:pt>
                      <c:pt idx="219">
                        <c:v>-130.33330000000001</c:v>
                      </c:pt>
                      <c:pt idx="220">
                        <c:v>-142</c:v>
                      </c:pt>
                      <c:pt idx="221">
                        <c:v>-152.66669999999999</c:v>
                      </c:pt>
                      <c:pt idx="222">
                        <c:v>-188.66669999999999</c:v>
                      </c:pt>
                      <c:pt idx="223">
                        <c:v>-166</c:v>
                      </c:pt>
                      <c:pt idx="224">
                        <c:v>-186.33330000000001</c:v>
                      </c:pt>
                      <c:pt idx="225">
                        <c:v>-163.33329999999998</c:v>
                      </c:pt>
                      <c:pt idx="226">
                        <c:v>-173.66670000000002</c:v>
                      </c:pt>
                      <c:pt idx="227">
                        <c:v>-161</c:v>
                      </c:pt>
                      <c:pt idx="228">
                        <c:v>-162.33330000000001</c:v>
                      </c:pt>
                      <c:pt idx="229">
                        <c:v>-162.34129999999999</c:v>
                      </c:pt>
                      <c:pt idx="230">
                        <c:v>-163.33929999999998</c:v>
                      </c:pt>
                      <c:pt idx="231">
                        <c:v>-165.66800000000001</c:v>
                      </c:pt>
                      <c:pt idx="232">
                        <c:v>-173</c:v>
                      </c:pt>
                      <c:pt idx="233">
                        <c:v>-201.13200000000001</c:v>
                      </c:pt>
                      <c:pt idx="234">
                        <c:v>-185</c:v>
                      </c:pt>
                      <c:pt idx="235">
                        <c:v>-214.33330000000001</c:v>
                      </c:pt>
                      <c:pt idx="236">
                        <c:v>-181</c:v>
                      </c:pt>
                      <c:pt idx="237">
                        <c:v>-193</c:v>
                      </c:pt>
                      <c:pt idx="238">
                        <c:v>-168.66669999999999</c:v>
                      </c:pt>
                      <c:pt idx="239">
                        <c:v>-165.66669999999999</c:v>
                      </c:pt>
                      <c:pt idx="240">
                        <c:v>-160.0127</c:v>
                      </c:pt>
                      <c:pt idx="241">
                        <c:v>-157.33330000000001</c:v>
                      </c:pt>
                      <c:pt idx="242">
                        <c:v>-158</c:v>
                      </c:pt>
                      <c:pt idx="243">
                        <c:v>-148.851</c:v>
                      </c:pt>
                      <c:pt idx="244">
                        <c:v>-139.33329999999998</c:v>
                      </c:pt>
                      <c:pt idx="245">
                        <c:v>-125.4153</c:v>
                      </c:pt>
                      <c:pt idx="246">
                        <c:v>-122.3467</c:v>
                      </c:pt>
                      <c:pt idx="247">
                        <c:v>-108.114</c:v>
                      </c:pt>
                      <c:pt idx="248">
                        <c:v>-102.6117</c:v>
                      </c:pt>
                      <c:pt idx="249">
                        <c:v>-86.766660000000002</c:v>
                      </c:pt>
                      <c:pt idx="250">
                        <c:v>-71.212000000000003</c:v>
                      </c:pt>
                      <c:pt idx="251">
                        <c:v>-60.629330000000003</c:v>
                      </c:pt>
                      <c:pt idx="252">
                        <c:v>-55.325659999999999</c:v>
                      </c:pt>
                      <c:pt idx="253">
                        <c:v>-58.937989999999999</c:v>
                      </c:pt>
                      <c:pt idx="254">
                        <c:v>-86.530659999999997</c:v>
                      </c:pt>
                      <c:pt idx="255">
                        <c:v>-86.71</c:v>
                      </c:pt>
                      <c:pt idx="256">
                        <c:v>-49.758330000000001</c:v>
                      </c:pt>
                      <c:pt idx="257">
                        <c:v>-81.662670000000006</c:v>
                      </c:pt>
                      <c:pt idx="258">
                        <c:v>-51.212000000000003</c:v>
                      </c:pt>
                      <c:pt idx="259">
                        <c:v>-47.25</c:v>
                      </c:pt>
                      <c:pt idx="260">
                        <c:v>-44.100660000000005</c:v>
                      </c:pt>
                      <c:pt idx="261">
                        <c:v>-53.957999999999998</c:v>
                      </c:pt>
                      <c:pt idx="262">
                        <c:v>-40.04</c:v>
                      </c:pt>
                      <c:pt idx="263">
                        <c:v>-40.641329999999996</c:v>
                      </c:pt>
                      <c:pt idx="264">
                        <c:v>-40.835999999999999</c:v>
                      </c:pt>
                      <c:pt idx="265">
                        <c:v>-43.19867</c:v>
                      </c:pt>
                      <c:pt idx="266">
                        <c:v>-59.262</c:v>
                      </c:pt>
                      <c:pt idx="267">
                        <c:v>-43.152000000000001</c:v>
                      </c:pt>
                      <c:pt idx="268">
                        <c:v>-43.611660000000001</c:v>
                      </c:pt>
                      <c:pt idx="269">
                        <c:v>-43.274329999999999</c:v>
                      </c:pt>
                      <c:pt idx="270">
                        <c:v>-43.655999999999999</c:v>
                      </c:pt>
                      <c:pt idx="271">
                        <c:v>-51.66</c:v>
                      </c:pt>
                      <c:pt idx="272">
                        <c:v>-42.367329999999995</c:v>
                      </c:pt>
                      <c:pt idx="273">
                        <c:v>-38.709339999999997</c:v>
                      </c:pt>
                      <c:pt idx="274">
                        <c:v>-40.521659999999997</c:v>
                      </c:pt>
                      <c:pt idx="275">
                        <c:v>-41.494999999999997</c:v>
                      </c:pt>
                      <c:pt idx="276">
                        <c:v>-40.752000000000002</c:v>
                      </c:pt>
                      <c:pt idx="277">
                        <c:v>-41.994999999999997</c:v>
                      </c:pt>
                      <c:pt idx="278">
                        <c:v>-41.389670000000002</c:v>
                      </c:pt>
                      <c:pt idx="279">
                        <c:v>-41.967330000000004</c:v>
                      </c:pt>
                      <c:pt idx="280">
                        <c:v>-43.427999999999997</c:v>
                      </c:pt>
                      <c:pt idx="281">
                        <c:v>-43.586999999999996</c:v>
                      </c:pt>
                      <c:pt idx="282">
                        <c:v>-60.833329999999997</c:v>
                      </c:pt>
                      <c:pt idx="283">
                        <c:v>-60.666659999999993</c:v>
                      </c:pt>
                      <c:pt idx="284">
                        <c:v>-45.16666</c:v>
                      </c:pt>
                      <c:pt idx="285">
                        <c:v>-45.16666</c:v>
                      </c:pt>
                      <c:pt idx="286">
                        <c:v>-46.5</c:v>
                      </c:pt>
                      <c:pt idx="287">
                        <c:v>-57.16666</c:v>
                      </c:pt>
                      <c:pt idx="288">
                        <c:v>-36.66666</c:v>
                      </c:pt>
                      <c:pt idx="289">
                        <c:v>-37.66666</c:v>
                      </c:pt>
                      <c:pt idx="290">
                        <c:v>-40.66666</c:v>
                      </c:pt>
                      <c:pt idx="291">
                        <c:v>-42</c:v>
                      </c:pt>
                      <c:pt idx="292">
                        <c:v>-62.5</c:v>
                      </c:pt>
                      <c:pt idx="293">
                        <c:v>-45.16666</c:v>
                      </c:pt>
                      <c:pt idx="294">
                        <c:v>-45.66666</c:v>
                      </c:pt>
                      <c:pt idx="295">
                        <c:v>-47.833330000000004</c:v>
                      </c:pt>
                      <c:pt idx="296">
                        <c:v>-49.5</c:v>
                      </c:pt>
                      <c:pt idx="297">
                        <c:v>-49.66666</c:v>
                      </c:pt>
                      <c:pt idx="298">
                        <c:v>-75.833330000000004</c:v>
                      </c:pt>
                      <c:pt idx="299">
                        <c:v>-53</c:v>
                      </c:pt>
                      <c:pt idx="300">
                        <c:v>-51.333329999999997</c:v>
                      </c:pt>
                      <c:pt idx="301">
                        <c:v>-52</c:v>
                      </c:pt>
                      <c:pt idx="302">
                        <c:v>-52.333330000000004</c:v>
                      </c:pt>
                      <c:pt idx="303">
                        <c:v>-51.5</c:v>
                      </c:pt>
                      <c:pt idx="304">
                        <c:v>-51.833329999999997</c:v>
                      </c:pt>
                      <c:pt idx="305">
                        <c:v>-51</c:v>
                      </c:pt>
                      <c:pt idx="306">
                        <c:v>-92.333330000000004</c:v>
                      </c:pt>
                      <c:pt idx="307">
                        <c:v>-50.833329999999997</c:v>
                      </c:pt>
                      <c:pt idx="308">
                        <c:v>-50</c:v>
                      </c:pt>
                      <c:pt idx="309">
                        <c:v>-49</c:v>
                      </c:pt>
                      <c:pt idx="310">
                        <c:v>-51</c:v>
                      </c:pt>
                      <c:pt idx="311">
                        <c:v>-51</c:v>
                      </c:pt>
                      <c:pt idx="312">
                        <c:v>-51</c:v>
                      </c:pt>
                      <c:pt idx="313">
                        <c:v>-51</c:v>
                      </c:pt>
                      <c:pt idx="314">
                        <c:v>-51</c:v>
                      </c:pt>
                      <c:pt idx="315">
                        <c:v>-51</c:v>
                      </c:pt>
                      <c:pt idx="316">
                        <c:v>-51</c:v>
                      </c:pt>
                      <c:pt idx="317">
                        <c:v>-51</c:v>
                      </c:pt>
                      <c:pt idx="318">
                        <c:v>-51</c:v>
                      </c:pt>
                      <c:pt idx="319">
                        <c:v>-51</c:v>
                      </c:pt>
                      <c:pt idx="320">
                        <c:v>-51</c:v>
                      </c:pt>
                      <c:pt idx="321">
                        <c:v>-51</c:v>
                      </c:pt>
                      <c:pt idx="322">
                        <c:v>-51</c:v>
                      </c:pt>
                      <c:pt idx="323">
                        <c:v>-51</c:v>
                      </c:pt>
                      <c:pt idx="324">
                        <c:v>-51</c:v>
                      </c:pt>
                      <c:pt idx="325">
                        <c:v>-51</c:v>
                      </c:pt>
                      <c:pt idx="326">
                        <c:v>-51</c:v>
                      </c:pt>
                      <c:pt idx="327">
                        <c:v>-51</c:v>
                      </c:pt>
                      <c:pt idx="328">
                        <c:v>-51</c:v>
                      </c:pt>
                      <c:pt idx="329">
                        <c:v>-51</c:v>
                      </c:pt>
                      <c:pt idx="330">
                        <c:v>-51</c:v>
                      </c:pt>
                      <c:pt idx="331">
                        <c:v>-51</c:v>
                      </c:pt>
                      <c:pt idx="332">
                        <c:v>-51</c:v>
                      </c:pt>
                      <c:pt idx="333">
                        <c:v>-51</c:v>
                      </c:pt>
                      <c:pt idx="334">
                        <c:v>-51</c:v>
                      </c:pt>
                      <c:pt idx="335">
                        <c:v>-51</c:v>
                      </c:pt>
                      <c:pt idx="336">
                        <c:v>-51</c:v>
                      </c:pt>
                      <c:pt idx="337">
                        <c:v>-51</c:v>
                      </c:pt>
                      <c:pt idx="338">
                        <c:v>-51</c:v>
                      </c:pt>
                      <c:pt idx="339">
                        <c:v>-51</c:v>
                      </c:pt>
                      <c:pt idx="340">
                        <c:v>-51</c:v>
                      </c:pt>
                      <c:pt idx="341">
                        <c:v>-51</c:v>
                      </c:pt>
                      <c:pt idx="342">
                        <c:v>-51</c:v>
                      </c:pt>
                      <c:pt idx="343">
                        <c:v>-51</c:v>
                      </c:pt>
                      <c:pt idx="344">
                        <c:v>-51</c:v>
                      </c:pt>
                      <c:pt idx="345">
                        <c:v>-51</c:v>
                      </c:pt>
                      <c:pt idx="346">
                        <c:v>-51</c:v>
                      </c:pt>
                      <c:pt idx="347">
                        <c:v>-51</c:v>
                      </c:pt>
                      <c:pt idx="348">
                        <c:v>-51</c:v>
                      </c:pt>
                      <c:pt idx="349">
                        <c:v>-51</c:v>
                      </c:pt>
                      <c:pt idx="350">
                        <c:v>-51</c:v>
                      </c:pt>
                      <c:pt idx="351">
                        <c:v>-51</c:v>
                      </c:pt>
                      <c:pt idx="352">
                        <c:v>-51</c:v>
                      </c:pt>
                      <c:pt idx="353">
                        <c:v>-51</c:v>
                      </c:pt>
                      <c:pt idx="354">
                        <c:v>-51</c:v>
                      </c:pt>
                      <c:pt idx="355">
                        <c:v>-51</c:v>
                      </c:pt>
                      <c:pt idx="356">
                        <c:v>-51</c:v>
                      </c:pt>
                      <c:pt idx="357">
                        <c:v>-51</c:v>
                      </c:pt>
                      <c:pt idx="358">
                        <c:v>-51</c:v>
                      </c:pt>
                      <c:pt idx="359">
                        <c:v>-51</c:v>
                      </c:pt>
                      <c:pt idx="360">
                        <c:v>-51</c:v>
                      </c:pt>
                      <c:pt idx="361">
                        <c:v>-51</c:v>
                      </c:pt>
                      <c:pt idx="362">
                        <c:v>-51</c:v>
                      </c:pt>
                      <c:pt idx="363">
                        <c:v>-51</c:v>
                      </c:pt>
                      <c:pt idx="364">
                        <c:v>-51</c:v>
                      </c:pt>
                      <c:pt idx="365">
                        <c:v>-51</c:v>
                      </c:pt>
                      <c:pt idx="366">
                        <c:v>-51</c:v>
                      </c:pt>
                      <c:pt idx="367">
                        <c:v>-51</c:v>
                      </c:pt>
                      <c:pt idx="368">
                        <c:v>-51</c:v>
                      </c:pt>
                      <c:pt idx="369">
                        <c:v>-51</c:v>
                      </c:pt>
                      <c:pt idx="370">
                        <c:v>-51</c:v>
                      </c:pt>
                      <c:pt idx="371">
                        <c:v>-51</c:v>
                      </c:pt>
                      <c:pt idx="372">
                        <c:v>-51</c:v>
                      </c:pt>
                      <c:pt idx="373">
                        <c:v>-51</c:v>
                      </c:pt>
                      <c:pt idx="374">
                        <c:v>-51</c:v>
                      </c:pt>
                      <c:pt idx="375">
                        <c:v>-51</c:v>
                      </c:pt>
                      <c:pt idx="376">
                        <c:v>-51</c:v>
                      </c:pt>
                      <c:pt idx="377">
                        <c:v>-51</c:v>
                      </c:pt>
                      <c:pt idx="378">
                        <c:v>-51</c:v>
                      </c:pt>
                      <c:pt idx="379">
                        <c:v>-51</c:v>
                      </c:pt>
                      <c:pt idx="380">
                        <c:v>-51</c:v>
                      </c:pt>
                      <c:pt idx="381">
                        <c:v>-51</c:v>
                      </c:pt>
                      <c:pt idx="382">
                        <c:v>-51</c:v>
                      </c:pt>
                      <c:pt idx="383">
                        <c:v>-51</c:v>
                      </c:pt>
                      <c:pt idx="384">
                        <c:v>-51</c:v>
                      </c:pt>
                      <c:pt idx="385">
                        <c:v>-51</c:v>
                      </c:pt>
                      <c:pt idx="386">
                        <c:v>-51</c:v>
                      </c:pt>
                      <c:pt idx="387">
                        <c:v>-51</c:v>
                      </c:pt>
                      <c:pt idx="388">
                        <c:v>-51</c:v>
                      </c:pt>
                      <c:pt idx="389">
                        <c:v>-51</c:v>
                      </c:pt>
                      <c:pt idx="390">
                        <c:v>-51</c:v>
                      </c:pt>
                      <c:pt idx="391">
                        <c:v>-51</c:v>
                      </c:pt>
                      <c:pt idx="392">
                        <c:v>-51</c:v>
                      </c:pt>
                      <c:pt idx="393">
                        <c:v>-51</c:v>
                      </c:pt>
                      <c:pt idx="394">
                        <c:v>-51</c:v>
                      </c:pt>
                      <c:pt idx="395">
                        <c:v>-51</c:v>
                      </c:pt>
                      <c:pt idx="396">
                        <c:v>-51</c:v>
                      </c:pt>
                      <c:pt idx="397">
                        <c:v>-51</c:v>
                      </c:pt>
                      <c:pt idx="398">
                        <c:v>-51</c:v>
                      </c:pt>
                      <c:pt idx="399">
                        <c:v>-51</c:v>
                      </c:pt>
                      <c:pt idx="400">
                        <c:v>-51</c:v>
                      </c:pt>
                      <c:pt idx="401">
                        <c:v>-51</c:v>
                      </c:pt>
                      <c:pt idx="402">
                        <c:v>-51</c:v>
                      </c:pt>
                      <c:pt idx="403">
                        <c:v>-51</c:v>
                      </c:pt>
                      <c:pt idx="404">
                        <c:v>-51</c:v>
                      </c:pt>
                      <c:pt idx="405">
                        <c:v>-51</c:v>
                      </c:pt>
                      <c:pt idx="406">
                        <c:v>-51</c:v>
                      </c:pt>
                      <c:pt idx="407">
                        <c:v>-51</c:v>
                      </c:pt>
                      <c:pt idx="408">
                        <c:v>-51</c:v>
                      </c:pt>
                      <c:pt idx="409">
                        <c:v>-51</c:v>
                      </c:pt>
                      <c:pt idx="410">
                        <c:v>-51</c:v>
                      </c:pt>
                      <c:pt idx="411">
                        <c:v>-51</c:v>
                      </c:pt>
                      <c:pt idx="412">
                        <c:v>-51</c:v>
                      </c:pt>
                      <c:pt idx="413">
                        <c:v>-51</c:v>
                      </c:pt>
                    </c:numCache>
                  </c:numRef>
                </c: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5-57C8-4497-A495-A8E113FB836F}"/>
                  </c:ext>
                </c:extLst>
              </c15:ser>
            </c15:filteredLineSeries>
            <c15:filteredLineSeries>
              <c15:ser>
                <c:idx val="5"/>
                <c:order val="5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Sheet1!$G$1</c15:sqref>
                        </c15:formulaRef>
                      </c:ext>
                    </c:extLst>
                    <c:strCache>
                      <c:ptCount val="1"/>
                      <c:pt idx="0">
                        <c:v>LPC 포지션</c:v>
                      </c:pt>
                    </c:strCache>
                  </c:strRef>
                </c:tx>
                <c:spPr>
                  <a:ln w="28575" cap="rnd">
                    <a:solidFill>
                      <a:schemeClr val="accent6"/>
                    </a:solidFill>
                    <a:round/>
                  </a:ln>
                  <a:effectLst/>
                </c:spPr>
                <c:marker>
                  <c:symbol val="none"/>
                </c:marker>
                <c:cat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Sheet1!$A$2:$A$415</c15:sqref>
                        </c15:formulaRef>
                      </c:ext>
                    </c:extLst>
                    <c:numCache>
                      <c:formatCode>yyyy/mm/dd\ ddd\ hh:mm:ss</c:formatCode>
                      <c:ptCount val="414"/>
                      <c:pt idx="0">
                        <c:v>45926.421666666669</c:v>
                      </c:pt>
                      <c:pt idx="1">
                        <c:v>45926.421678240738</c:v>
                      </c:pt>
                      <c:pt idx="2">
                        <c:v>45926.421678240738</c:v>
                      </c:pt>
                      <c:pt idx="3">
                        <c:v>45926.421678240738</c:v>
                      </c:pt>
                      <c:pt idx="4">
                        <c:v>45926.421678240738</c:v>
                      </c:pt>
                      <c:pt idx="5">
                        <c:v>45926.421678240738</c:v>
                      </c:pt>
                      <c:pt idx="6">
                        <c:v>45926.421678240738</c:v>
                      </c:pt>
                      <c:pt idx="7">
                        <c:v>45926.421678240738</c:v>
                      </c:pt>
                      <c:pt idx="8">
                        <c:v>45926.421678240738</c:v>
                      </c:pt>
                      <c:pt idx="9">
                        <c:v>45926.421678240738</c:v>
                      </c:pt>
                      <c:pt idx="10">
                        <c:v>45926.421678240738</c:v>
                      </c:pt>
                      <c:pt idx="11">
                        <c:v>45926.421678240738</c:v>
                      </c:pt>
                      <c:pt idx="12">
                        <c:v>45926.421678240738</c:v>
                      </c:pt>
                      <c:pt idx="13">
                        <c:v>45926.421678240738</c:v>
                      </c:pt>
                      <c:pt idx="14">
                        <c:v>45926.421678240738</c:v>
                      </c:pt>
                      <c:pt idx="15">
                        <c:v>45926.421678240738</c:v>
                      </c:pt>
                      <c:pt idx="16">
                        <c:v>45926.421678240738</c:v>
                      </c:pt>
                      <c:pt idx="17">
                        <c:v>45926.421678240738</c:v>
                      </c:pt>
                      <c:pt idx="18">
                        <c:v>45926.421678240738</c:v>
                      </c:pt>
                      <c:pt idx="19">
                        <c:v>45926.421678240738</c:v>
                      </c:pt>
                      <c:pt idx="20">
                        <c:v>45926.421678240738</c:v>
                      </c:pt>
                      <c:pt idx="21">
                        <c:v>45926.421689814815</c:v>
                      </c:pt>
                      <c:pt idx="22">
                        <c:v>45926.421689814815</c:v>
                      </c:pt>
                      <c:pt idx="23">
                        <c:v>45926.421689814815</c:v>
                      </c:pt>
                      <c:pt idx="24">
                        <c:v>45926.421689814815</c:v>
                      </c:pt>
                      <c:pt idx="25">
                        <c:v>45926.421689814815</c:v>
                      </c:pt>
                      <c:pt idx="26">
                        <c:v>45926.421689814815</c:v>
                      </c:pt>
                      <c:pt idx="27">
                        <c:v>45926.421689814815</c:v>
                      </c:pt>
                      <c:pt idx="28">
                        <c:v>45926.421689814815</c:v>
                      </c:pt>
                      <c:pt idx="29">
                        <c:v>45926.421689814815</c:v>
                      </c:pt>
                      <c:pt idx="30">
                        <c:v>45926.421689814815</c:v>
                      </c:pt>
                      <c:pt idx="31">
                        <c:v>45926.421689814815</c:v>
                      </c:pt>
                      <c:pt idx="32">
                        <c:v>45926.421689814815</c:v>
                      </c:pt>
                      <c:pt idx="33">
                        <c:v>45926.421689814815</c:v>
                      </c:pt>
                      <c:pt idx="34">
                        <c:v>45926.421689814815</c:v>
                      </c:pt>
                      <c:pt idx="35">
                        <c:v>45926.421689814815</c:v>
                      </c:pt>
                      <c:pt idx="36">
                        <c:v>45926.421689814815</c:v>
                      </c:pt>
                      <c:pt idx="37">
                        <c:v>45926.421689814815</c:v>
                      </c:pt>
                      <c:pt idx="38">
                        <c:v>45926.421689814815</c:v>
                      </c:pt>
                      <c:pt idx="39">
                        <c:v>45926.421689814815</c:v>
                      </c:pt>
                      <c:pt idx="40">
                        <c:v>45926.421689814815</c:v>
                      </c:pt>
                      <c:pt idx="41">
                        <c:v>45926.421689814815</c:v>
                      </c:pt>
                      <c:pt idx="42">
                        <c:v>45926.421701388892</c:v>
                      </c:pt>
                      <c:pt idx="43">
                        <c:v>45926.421701388892</c:v>
                      </c:pt>
                      <c:pt idx="44">
                        <c:v>45926.421701388892</c:v>
                      </c:pt>
                      <c:pt idx="45">
                        <c:v>45926.421701388892</c:v>
                      </c:pt>
                      <c:pt idx="46">
                        <c:v>45926.421701388892</c:v>
                      </c:pt>
                      <c:pt idx="47">
                        <c:v>45926.421701388892</c:v>
                      </c:pt>
                      <c:pt idx="48">
                        <c:v>45926.421701388892</c:v>
                      </c:pt>
                      <c:pt idx="49">
                        <c:v>45926.421701388892</c:v>
                      </c:pt>
                      <c:pt idx="50">
                        <c:v>45926.421701388892</c:v>
                      </c:pt>
                      <c:pt idx="51">
                        <c:v>45926.421701388892</c:v>
                      </c:pt>
                      <c:pt idx="52">
                        <c:v>45926.421701388892</c:v>
                      </c:pt>
                      <c:pt idx="53">
                        <c:v>45926.421701388892</c:v>
                      </c:pt>
                      <c:pt idx="54">
                        <c:v>45926.421701388892</c:v>
                      </c:pt>
                      <c:pt idx="55">
                        <c:v>45926.421701388892</c:v>
                      </c:pt>
                      <c:pt idx="56">
                        <c:v>45926.421701388892</c:v>
                      </c:pt>
                      <c:pt idx="57">
                        <c:v>45926.421701388892</c:v>
                      </c:pt>
                      <c:pt idx="58">
                        <c:v>45926.421701388892</c:v>
                      </c:pt>
                      <c:pt idx="59">
                        <c:v>45926.421701388892</c:v>
                      </c:pt>
                      <c:pt idx="60">
                        <c:v>45926.421701388892</c:v>
                      </c:pt>
                      <c:pt idx="61">
                        <c:v>45926.421701388892</c:v>
                      </c:pt>
                      <c:pt idx="62">
                        <c:v>45926.421712962961</c:v>
                      </c:pt>
                      <c:pt idx="63">
                        <c:v>45926.421712962961</c:v>
                      </c:pt>
                      <c:pt idx="64">
                        <c:v>45926.421712962961</c:v>
                      </c:pt>
                      <c:pt idx="65">
                        <c:v>45926.421712962961</c:v>
                      </c:pt>
                      <c:pt idx="66">
                        <c:v>45926.421712962961</c:v>
                      </c:pt>
                      <c:pt idx="67">
                        <c:v>45926.421712962961</c:v>
                      </c:pt>
                      <c:pt idx="68">
                        <c:v>45926.421712962961</c:v>
                      </c:pt>
                      <c:pt idx="69">
                        <c:v>45926.421712962961</c:v>
                      </c:pt>
                      <c:pt idx="70">
                        <c:v>45926.421712962961</c:v>
                      </c:pt>
                      <c:pt idx="71">
                        <c:v>45926.421712962961</c:v>
                      </c:pt>
                      <c:pt idx="72">
                        <c:v>45926.421712962961</c:v>
                      </c:pt>
                      <c:pt idx="73">
                        <c:v>45926.421712962961</c:v>
                      </c:pt>
                      <c:pt idx="74">
                        <c:v>45926.421712962961</c:v>
                      </c:pt>
                      <c:pt idx="75">
                        <c:v>45926.421712962961</c:v>
                      </c:pt>
                      <c:pt idx="76">
                        <c:v>45926.421712962961</c:v>
                      </c:pt>
                      <c:pt idx="77">
                        <c:v>45926.421712962961</c:v>
                      </c:pt>
                      <c:pt idx="78">
                        <c:v>45926.421712962961</c:v>
                      </c:pt>
                      <c:pt idx="79">
                        <c:v>45926.421712962961</c:v>
                      </c:pt>
                      <c:pt idx="80">
                        <c:v>45926.421712962961</c:v>
                      </c:pt>
                      <c:pt idx="81">
                        <c:v>45926.421724537038</c:v>
                      </c:pt>
                      <c:pt idx="82">
                        <c:v>45926.421724537038</c:v>
                      </c:pt>
                      <c:pt idx="83">
                        <c:v>45926.421724537038</c:v>
                      </c:pt>
                      <c:pt idx="84">
                        <c:v>45926.421724537038</c:v>
                      </c:pt>
                      <c:pt idx="85">
                        <c:v>45926.421724537038</c:v>
                      </c:pt>
                      <c:pt idx="86">
                        <c:v>45926.421724537038</c:v>
                      </c:pt>
                      <c:pt idx="87">
                        <c:v>45926.421724537038</c:v>
                      </c:pt>
                      <c:pt idx="88">
                        <c:v>45926.421724537038</c:v>
                      </c:pt>
                      <c:pt idx="89">
                        <c:v>45926.421724537038</c:v>
                      </c:pt>
                      <c:pt idx="90">
                        <c:v>45926.421724537038</c:v>
                      </c:pt>
                      <c:pt idx="91">
                        <c:v>45926.421724537038</c:v>
                      </c:pt>
                      <c:pt idx="92">
                        <c:v>45926.421724537038</c:v>
                      </c:pt>
                      <c:pt idx="93">
                        <c:v>45926.421724537038</c:v>
                      </c:pt>
                      <c:pt idx="94">
                        <c:v>45926.421724537038</c:v>
                      </c:pt>
                      <c:pt idx="95">
                        <c:v>45926.421724537038</c:v>
                      </c:pt>
                      <c:pt idx="96">
                        <c:v>45926.421724537038</c:v>
                      </c:pt>
                      <c:pt idx="97">
                        <c:v>45926.421724537038</c:v>
                      </c:pt>
                      <c:pt idx="98">
                        <c:v>45926.421724537038</c:v>
                      </c:pt>
                      <c:pt idx="99">
                        <c:v>45926.421724537038</c:v>
                      </c:pt>
                      <c:pt idx="100">
                        <c:v>45926.421724537038</c:v>
                      </c:pt>
                      <c:pt idx="101">
                        <c:v>45926.421736111108</c:v>
                      </c:pt>
                      <c:pt idx="102">
                        <c:v>45926.421736111108</c:v>
                      </c:pt>
                      <c:pt idx="103">
                        <c:v>45926.421736111108</c:v>
                      </c:pt>
                      <c:pt idx="104">
                        <c:v>45926.421736111108</c:v>
                      </c:pt>
                      <c:pt idx="105">
                        <c:v>45926.421736111108</c:v>
                      </c:pt>
                      <c:pt idx="106">
                        <c:v>45926.421736111108</c:v>
                      </c:pt>
                      <c:pt idx="107">
                        <c:v>45926.421736111108</c:v>
                      </c:pt>
                      <c:pt idx="108">
                        <c:v>45926.421736111108</c:v>
                      </c:pt>
                      <c:pt idx="109">
                        <c:v>45926.421736111108</c:v>
                      </c:pt>
                      <c:pt idx="110">
                        <c:v>45926.421736111108</c:v>
                      </c:pt>
                      <c:pt idx="111">
                        <c:v>45926.421736111108</c:v>
                      </c:pt>
                      <c:pt idx="112">
                        <c:v>45926.421736111108</c:v>
                      </c:pt>
                      <c:pt idx="113">
                        <c:v>45926.421736111108</c:v>
                      </c:pt>
                      <c:pt idx="114">
                        <c:v>45926.421736111108</c:v>
                      </c:pt>
                      <c:pt idx="115">
                        <c:v>45926.421736111108</c:v>
                      </c:pt>
                      <c:pt idx="116">
                        <c:v>45926.421736111108</c:v>
                      </c:pt>
                      <c:pt idx="117">
                        <c:v>45926.421736111108</c:v>
                      </c:pt>
                      <c:pt idx="118">
                        <c:v>45926.421736111108</c:v>
                      </c:pt>
                      <c:pt idx="119">
                        <c:v>45926.421747685185</c:v>
                      </c:pt>
                      <c:pt idx="120">
                        <c:v>45926.421747685185</c:v>
                      </c:pt>
                      <c:pt idx="121">
                        <c:v>45926.421747685185</c:v>
                      </c:pt>
                      <c:pt idx="122">
                        <c:v>45926.421747685185</c:v>
                      </c:pt>
                      <c:pt idx="123">
                        <c:v>45926.421747685185</c:v>
                      </c:pt>
                      <c:pt idx="124">
                        <c:v>45926.421747685185</c:v>
                      </c:pt>
                      <c:pt idx="125">
                        <c:v>45926.421747685185</c:v>
                      </c:pt>
                      <c:pt idx="126">
                        <c:v>45926.421747685185</c:v>
                      </c:pt>
                      <c:pt idx="127">
                        <c:v>45926.421747685185</c:v>
                      </c:pt>
                      <c:pt idx="128">
                        <c:v>45926.421747685185</c:v>
                      </c:pt>
                      <c:pt idx="129">
                        <c:v>45926.421747685185</c:v>
                      </c:pt>
                      <c:pt idx="130">
                        <c:v>45926.421747685185</c:v>
                      </c:pt>
                      <c:pt idx="131">
                        <c:v>45926.421747685185</c:v>
                      </c:pt>
                      <c:pt idx="132">
                        <c:v>45926.421747685185</c:v>
                      </c:pt>
                      <c:pt idx="133">
                        <c:v>45926.421747685185</c:v>
                      </c:pt>
                      <c:pt idx="134">
                        <c:v>45926.421747685185</c:v>
                      </c:pt>
                      <c:pt idx="135">
                        <c:v>45926.421747685185</c:v>
                      </c:pt>
                      <c:pt idx="136">
                        <c:v>45926.421747685185</c:v>
                      </c:pt>
                      <c:pt idx="137">
                        <c:v>45926.421747685185</c:v>
                      </c:pt>
                      <c:pt idx="138">
                        <c:v>45926.421747685185</c:v>
                      </c:pt>
                      <c:pt idx="139">
                        <c:v>45926.421759259261</c:v>
                      </c:pt>
                      <c:pt idx="140">
                        <c:v>45926.421759259261</c:v>
                      </c:pt>
                      <c:pt idx="141">
                        <c:v>45926.421759259261</c:v>
                      </c:pt>
                      <c:pt idx="142">
                        <c:v>45926.421759259261</c:v>
                      </c:pt>
                      <c:pt idx="143">
                        <c:v>45926.421759259261</c:v>
                      </c:pt>
                      <c:pt idx="144">
                        <c:v>45926.421759259261</c:v>
                      </c:pt>
                      <c:pt idx="145">
                        <c:v>45926.421759259261</c:v>
                      </c:pt>
                      <c:pt idx="146">
                        <c:v>45926.421759259261</c:v>
                      </c:pt>
                      <c:pt idx="147">
                        <c:v>45926.421759259261</c:v>
                      </c:pt>
                      <c:pt idx="148">
                        <c:v>45926.421759259261</c:v>
                      </c:pt>
                      <c:pt idx="149">
                        <c:v>45926.421759259261</c:v>
                      </c:pt>
                      <c:pt idx="150">
                        <c:v>45926.421759259261</c:v>
                      </c:pt>
                      <c:pt idx="151">
                        <c:v>45926.421759259261</c:v>
                      </c:pt>
                      <c:pt idx="152">
                        <c:v>45926.421759259261</c:v>
                      </c:pt>
                      <c:pt idx="153">
                        <c:v>45926.421759259261</c:v>
                      </c:pt>
                      <c:pt idx="154">
                        <c:v>45926.421759259261</c:v>
                      </c:pt>
                      <c:pt idx="155">
                        <c:v>45926.421759259261</c:v>
                      </c:pt>
                      <c:pt idx="156">
                        <c:v>45926.421759259261</c:v>
                      </c:pt>
                      <c:pt idx="157">
                        <c:v>45926.421759259261</c:v>
                      </c:pt>
                      <c:pt idx="158">
                        <c:v>45926.421759259261</c:v>
                      </c:pt>
                      <c:pt idx="159">
                        <c:v>45926.421770833331</c:v>
                      </c:pt>
                      <c:pt idx="160">
                        <c:v>45926.421770833331</c:v>
                      </c:pt>
                      <c:pt idx="161">
                        <c:v>45926.421770833331</c:v>
                      </c:pt>
                      <c:pt idx="162">
                        <c:v>45926.421770833331</c:v>
                      </c:pt>
                      <c:pt idx="163">
                        <c:v>45926.421770833331</c:v>
                      </c:pt>
                      <c:pt idx="164">
                        <c:v>45926.421770833331</c:v>
                      </c:pt>
                      <c:pt idx="165">
                        <c:v>45926.421770833331</c:v>
                      </c:pt>
                      <c:pt idx="166">
                        <c:v>45926.421770833331</c:v>
                      </c:pt>
                      <c:pt idx="167">
                        <c:v>45926.421770833331</c:v>
                      </c:pt>
                      <c:pt idx="168">
                        <c:v>45926.421770833331</c:v>
                      </c:pt>
                      <c:pt idx="169">
                        <c:v>45926.421770833331</c:v>
                      </c:pt>
                      <c:pt idx="170">
                        <c:v>45926.421770833331</c:v>
                      </c:pt>
                      <c:pt idx="171">
                        <c:v>45926.421770833331</c:v>
                      </c:pt>
                      <c:pt idx="172">
                        <c:v>45926.421770833331</c:v>
                      </c:pt>
                      <c:pt idx="173">
                        <c:v>45926.421770833331</c:v>
                      </c:pt>
                      <c:pt idx="174">
                        <c:v>45926.421770833331</c:v>
                      </c:pt>
                      <c:pt idx="175">
                        <c:v>45926.421770833331</c:v>
                      </c:pt>
                      <c:pt idx="176">
                        <c:v>45926.421770833331</c:v>
                      </c:pt>
                      <c:pt idx="177">
                        <c:v>45926.421782407408</c:v>
                      </c:pt>
                      <c:pt idx="178">
                        <c:v>45926.421782407408</c:v>
                      </c:pt>
                      <c:pt idx="179">
                        <c:v>45926.421782407408</c:v>
                      </c:pt>
                      <c:pt idx="180">
                        <c:v>45926.421782407408</c:v>
                      </c:pt>
                      <c:pt idx="181">
                        <c:v>45926.421782407408</c:v>
                      </c:pt>
                      <c:pt idx="182">
                        <c:v>45926.421782407408</c:v>
                      </c:pt>
                      <c:pt idx="183">
                        <c:v>45926.421782407408</c:v>
                      </c:pt>
                      <c:pt idx="184">
                        <c:v>45926.421782407408</c:v>
                      </c:pt>
                      <c:pt idx="185">
                        <c:v>45926.421782407408</c:v>
                      </c:pt>
                      <c:pt idx="186">
                        <c:v>45926.421782407408</c:v>
                      </c:pt>
                      <c:pt idx="187">
                        <c:v>45926.421782407408</c:v>
                      </c:pt>
                      <c:pt idx="188">
                        <c:v>45926.421782407408</c:v>
                      </c:pt>
                      <c:pt idx="189">
                        <c:v>45926.421782407408</c:v>
                      </c:pt>
                      <c:pt idx="190">
                        <c:v>45926.421782407408</c:v>
                      </c:pt>
                      <c:pt idx="191">
                        <c:v>45926.421782407408</c:v>
                      </c:pt>
                      <c:pt idx="192">
                        <c:v>45926.421782407408</c:v>
                      </c:pt>
                      <c:pt idx="193">
                        <c:v>45926.421782407408</c:v>
                      </c:pt>
                      <c:pt idx="194">
                        <c:v>45926.421782407408</c:v>
                      </c:pt>
                      <c:pt idx="195">
                        <c:v>45926.421782407408</c:v>
                      </c:pt>
                      <c:pt idx="196">
                        <c:v>45926.421782407408</c:v>
                      </c:pt>
                      <c:pt idx="197">
                        <c:v>45926.421782407408</c:v>
                      </c:pt>
                      <c:pt idx="198">
                        <c:v>45926.421782407408</c:v>
                      </c:pt>
                      <c:pt idx="199">
                        <c:v>45926.421793981484</c:v>
                      </c:pt>
                      <c:pt idx="200">
                        <c:v>45926.421793981484</c:v>
                      </c:pt>
                      <c:pt idx="201">
                        <c:v>45926.421793981484</c:v>
                      </c:pt>
                      <c:pt idx="202">
                        <c:v>45926.421793981484</c:v>
                      </c:pt>
                      <c:pt idx="203">
                        <c:v>45926.421793981484</c:v>
                      </c:pt>
                      <c:pt idx="204">
                        <c:v>45926.421793981484</c:v>
                      </c:pt>
                      <c:pt idx="205">
                        <c:v>45926.421793981484</c:v>
                      </c:pt>
                      <c:pt idx="206">
                        <c:v>45926.421793981484</c:v>
                      </c:pt>
                      <c:pt idx="207">
                        <c:v>45926.421793981484</c:v>
                      </c:pt>
                      <c:pt idx="208">
                        <c:v>45926.421793981484</c:v>
                      </c:pt>
                      <c:pt idx="209">
                        <c:v>45926.421793981484</c:v>
                      </c:pt>
                      <c:pt idx="210">
                        <c:v>45926.421793981484</c:v>
                      </c:pt>
                      <c:pt idx="211">
                        <c:v>45926.421793981484</c:v>
                      </c:pt>
                      <c:pt idx="212">
                        <c:v>45926.421793981484</c:v>
                      </c:pt>
                      <c:pt idx="213">
                        <c:v>45926.421793981484</c:v>
                      </c:pt>
                      <c:pt idx="214">
                        <c:v>45926.421793981484</c:v>
                      </c:pt>
                      <c:pt idx="215">
                        <c:v>45926.421793981484</c:v>
                      </c:pt>
                      <c:pt idx="216">
                        <c:v>45926.421793981484</c:v>
                      </c:pt>
                      <c:pt idx="217">
                        <c:v>45926.421793981484</c:v>
                      </c:pt>
                      <c:pt idx="218">
                        <c:v>45926.421793981484</c:v>
                      </c:pt>
                      <c:pt idx="219">
                        <c:v>45926.421793981484</c:v>
                      </c:pt>
                      <c:pt idx="220">
                        <c:v>45926.421805555554</c:v>
                      </c:pt>
                      <c:pt idx="221">
                        <c:v>45926.421805555554</c:v>
                      </c:pt>
                      <c:pt idx="222">
                        <c:v>45926.421805555554</c:v>
                      </c:pt>
                      <c:pt idx="223">
                        <c:v>45926.421805555554</c:v>
                      </c:pt>
                      <c:pt idx="224">
                        <c:v>45926.421805555554</c:v>
                      </c:pt>
                      <c:pt idx="225">
                        <c:v>45926.421805555554</c:v>
                      </c:pt>
                      <c:pt idx="226">
                        <c:v>45926.421805555554</c:v>
                      </c:pt>
                      <c:pt idx="227">
                        <c:v>45926.421805555554</c:v>
                      </c:pt>
                      <c:pt idx="228">
                        <c:v>45926.421805555554</c:v>
                      </c:pt>
                      <c:pt idx="229">
                        <c:v>45926.421805555554</c:v>
                      </c:pt>
                      <c:pt idx="230">
                        <c:v>45926.421805555554</c:v>
                      </c:pt>
                      <c:pt idx="231">
                        <c:v>45926.421805555554</c:v>
                      </c:pt>
                      <c:pt idx="232">
                        <c:v>45926.421805555554</c:v>
                      </c:pt>
                      <c:pt idx="233">
                        <c:v>45926.421805555554</c:v>
                      </c:pt>
                      <c:pt idx="234">
                        <c:v>45926.421805555554</c:v>
                      </c:pt>
                      <c:pt idx="235">
                        <c:v>45926.421805555554</c:v>
                      </c:pt>
                      <c:pt idx="236">
                        <c:v>45926.421805555554</c:v>
                      </c:pt>
                      <c:pt idx="237">
                        <c:v>45926.421805555554</c:v>
                      </c:pt>
                      <c:pt idx="238">
                        <c:v>45926.421805555554</c:v>
                      </c:pt>
                      <c:pt idx="239">
                        <c:v>45926.421805555554</c:v>
                      </c:pt>
                      <c:pt idx="240">
                        <c:v>45926.421805555554</c:v>
                      </c:pt>
                      <c:pt idx="241">
                        <c:v>45926.421817129631</c:v>
                      </c:pt>
                      <c:pt idx="242">
                        <c:v>45926.421817129631</c:v>
                      </c:pt>
                      <c:pt idx="243">
                        <c:v>45926.421817129631</c:v>
                      </c:pt>
                      <c:pt idx="244">
                        <c:v>45926.421817129631</c:v>
                      </c:pt>
                      <c:pt idx="245">
                        <c:v>45926.421817129631</c:v>
                      </c:pt>
                      <c:pt idx="246">
                        <c:v>45926.421817129631</c:v>
                      </c:pt>
                      <c:pt idx="247">
                        <c:v>45926.421817129631</c:v>
                      </c:pt>
                      <c:pt idx="248">
                        <c:v>45926.421817129631</c:v>
                      </c:pt>
                      <c:pt idx="249">
                        <c:v>45926.421817129631</c:v>
                      </c:pt>
                      <c:pt idx="250">
                        <c:v>45926.421817129631</c:v>
                      </c:pt>
                      <c:pt idx="251">
                        <c:v>45926.421817129631</c:v>
                      </c:pt>
                      <c:pt idx="252">
                        <c:v>45926.421817129631</c:v>
                      </c:pt>
                      <c:pt idx="253">
                        <c:v>45926.421817129631</c:v>
                      </c:pt>
                      <c:pt idx="254">
                        <c:v>45926.421817129631</c:v>
                      </c:pt>
                      <c:pt idx="255">
                        <c:v>45926.421817129631</c:v>
                      </c:pt>
                      <c:pt idx="256">
                        <c:v>45926.421817129631</c:v>
                      </c:pt>
                      <c:pt idx="257">
                        <c:v>45926.421817129631</c:v>
                      </c:pt>
                      <c:pt idx="258">
                        <c:v>45926.421817129631</c:v>
                      </c:pt>
                      <c:pt idx="259">
                        <c:v>45926.421817129631</c:v>
                      </c:pt>
                      <c:pt idx="260">
                        <c:v>45926.421817129631</c:v>
                      </c:pt>
                      <c:pt idx="261">
                        <c:v>45926.4218287037</c:v>
                      </c:pt>
                      <c:pt idx="262">
                        <c:v>45926.4218287037</c:v>
                      </c:pt>
                      <c:pt idx="263">
                        <c:v>45926.4218287037</c:v>
                      </c:pt>
                      <c:pt idx="264">
                        <c:v>45926.4218287037</c:v>
                      </c:pt>
                      <c:pt idx="265">
                        <c:v>45926.4218287037</c:v>
                      </c:pt>
                      <c:pt idx="266">
                        <c:v>45926.4218287037</c:v>
                      </c:pt>
                      <c:pt idx="267">
                        <c:v>45926.4218287037</c:v>
                      </c:pt>
                      <c:pt idx="268">
                        <c:v>45926.4218287037</c:v>
                      </c:pt>
                      <c:pt idx="269">
                        <c:v>45926.4218287037</c:v>
                      </c:pt>
                      <c:pt idx="270">
                        <c:v>45926.4218287037</c:v>
                      </c:pt>
                      <c:pt idx="271">
                        <c:v>45926.4218287037</c:v>
                      </c:pt>
                      <c:pt idx="272">
                        <c:v>45926.4218287037</c:v>
                      </c:pt>
                      <c:pt idx="273">
                        <c:v>45926.4218287037</c:v>
                      </c:pt>
                      <c:pt idx="274">
                        <c:v>45926.4218287037</c:v>
                      </c:pt>
                      <c:pt idx="275">
                        <c:v>45926.4218287037</c:v>
                      </c:pt>
                      <c:pt idx="276">
                        <c:v>45926.4218287037</c:v>
                      </c:pt>
                      <c:pt idx="277">
                        <c:v>45926.4218287037</c:v>
                      </c:pt>
                      <c:pt idx="278">
                        <c:v>45926.4218287037</c:v>
                      </c:pt>
                      <c:pt idx="279">
                        <c:v>45926.4218287037</c:v>
                      </c:pt>
                      <c:pt idx="280">
                        <c:v>45926.4218287037</c:v>
                      </c:pt>
                      <c:pt idx="281">
                        <c:v>45926.421840277777</c:v>
                      </c:pt>
                      <c:pt idx="282">
                        <c:v>45926.421840277777</c:v>
                      </c:pt>
                      <c:pt idx="283">
                        <c:v>45926.421840277777</c:v>
                      </c:pt>
                      <c:pt idx="284">
                        <c:v>45926.421840277777</c:v>
                      </c:pt>
                      <c:pt idx="285">
                        <c:v>45926.421840277777</c:v>
                      </c:pt>
                      <c:pt idx="286">
                        <c:v>45926.421840277777</c:v>
                      </c:pt>
                      <c:pt idx="287">
                        <c:v>45926.421840277777</c:v>
                      </c:pt>
                      <c:pt idx="288">
                        <c:v>45926.421840277777</c:v>
                      </c:pt>
                      <c:pt idx="289">
                        <c:v>45926.421840277777</c:v>
                      </c:pt>
                      <c:pt idx="290">
                        <c:v>45926.421840277777</c:v>
                      </c:pt>
                      <c:pt idx="291">
                        <c:v>45926.421840277777</c:v>
                      </c:pt>
                      <c:pt idx="292">
                        <c:v>45926.421840277777</c:v>
                      </c:pt>
                      <c:pt idx="293">
                        <c:v>45926.421840277777</c:v>
                      </c:pt>
                      <c:pt idx="294">
                        <c:v>45926.421840277777</c:v>
                      </c:pt>
                      <c:pt idx="295">
                        <c:v>45926.421840277777</c:v>
                      </c:pt>
                      <c:pt idx="296">
                        <c:v>45926.421840277777</c:v>
                      </c:pt>
                      <c:pt idx="297">
                        <c:v>45926.421840277777</c:v>
                      </c:pt>
                      <c:pt idx="298">
                        <c:v>45926.421840277777</c:v>
                      </c:pt>
                      <c:pt idx="299">
                        <c:v>45926.421840277777</c:v>
                      </c:pt>
                      <c:pt idx="300">
                        <c:v>45926.421840277777</c:v>
                      </c:pt>
                      <c:pt idx="301">
                        <c:v>45926.421840277777</c:v>
                      </c:pt>
                      <c:pt idx="302">
                        <c:v>45926.421851851854</c:v>
                      </c:pt>
                      <c:pt idx="303">
                        <c:v>45926.421851851854</c:v>
                      </c:pt>
                      <c:pt idx="304">
                        <c:v>45926.421851851854</c:v>
                      </c:pt>
                      <c:pt idx="305">
                        <c:v>45926.421851851854</c:v>
                      </c:pt>
                      <c:pt idx="306">
                        <c:v>45926.421851851854</c:v>
                      </c:pt>
                      <c:pt idx="307">
                        <c:v>45926.421851851854</c:v>
                      </c:pt>
                      <c:pt idx="308">
                        <c:v>45926.421851851854</c:v>
                      </c:pt>
                      <c:pt idx="309">
                        <c:v>45926.421851851854</c:v>
                      </c:pt>
                      <c:pt idx="310">
                        <c:v>45926.421851851854</c:v>
                      </c:pt>
                      <c:pt idx="311">
                        <c:v>45926.421851851854</c:v>
                      </c:pt>
                      <c:pt idx="312">
                        <c:v>45926.421851851854</c:v>
                      </c:pt>
                      <c:pt idx="313">
                        <c:v>45926.421851851854</c:v>
                      </c:pt>
                      <c:pt idx="314">
                        <c:v>45926.421851851854</c:v>
                      </c:pt>
                      <c:pt idx="315">
                        <c:v>45926.421851851854</c:v>
                      </c:pt>
                      <c:pt idx="316">
                        <c:v>45926.421851851854</c:v>
                      </c:pt>
                      <c:pt idx="317">
                        <c:v>45926.421851851854</c:v>
                      </c:pt>
                      <c:pt idx="318">
                        <c:v>45926.421851851854</c:v>
                      </c:pt>
                      <c:pt idx="319">
                        <c:v>45926.421851851854</c:v>
                      </c:pt>
                      <c:pt idx="320">
                        <c:v>45926.421851851854</c:v>
                      </c:pt>
                      <c:pt idx="321">
                        <c:v>45926.421851851854</c:v>
                      </c:pt>
                      <c:pt idx="322">
                        <c:v>45926.421863425923</c:v>
                      </c:pt>
                      <c:pt idx="323">
                        <c:v>45926.421863425923</c:v>
                      </c:pt>
                      <c:pt idx="324">
                        <c:v>45926.421863425923</c:v>
                      </c:pt>
                      <c:pt idx="325">
                        <c:v>45926.421863425923</c:v>
                      </c:pt>
                      <c:pt idx="326">
                        <c:v>45926.421863425923</c:v>
                      </c:pt>
                      <c:pt idx="327">
                        <c:v>45926.421863425923</c:v>
                      </c:pt>
                      <c:pt idx="328">
                        <c:v>45926.421863425923</c:v>
                      </c:pt>
                      <c:pt idx="329">
                        <c:v>45926.421863425923</c:v>
                      </c:pt>
                      <c:pt idx="330">
                        <c:v>45926.421863425923</c:v>
                      </c:pt>
                      <c:pt idx="331">
                        <c:v>45926.421863425923</c:v>
                      </c:pt>
                      <c:pt idx="332">
                        <c:v>45926.421863425923</c:v>
                      </c:pt>
                      <c:pt idx="333">
                        <c:v>45926.421863425923</c:v>
                      </c:pt>
                      <c:pt idx="334">
                        <c:v>45926.421863425923</c:v>
                      </c:pt>
                      <c:pt idx="335">
                        <c:v>45926.421863425923</c:v>
                      </c:pt>
                      <c:pt idx="336">
                        <c:v>45926.421863425923</c:v>
                      </c:pt>
                      <c:pt idx="337">
                        <c:v>45926.421863425923</c:v>
                      </c:pt>
                      <c:pt idx="338">
                        <c:v>45926.421863425923</c:v>
                      </c:pt>
                      <c:pt idx="339">
                        <c:v>45926.421863425923</c:v>
                      </c:pt>
                      <c:pt idx="340">
                        <c:v>45926.421863425923</c:v>
                      </c:pt>
                      <c:pt idx="341">
                        <c:v>45926.421875</c:v>
                      </c:pt>
                      <c:pt idx="342">
                        <c:v>45926.421875</c:v>
                      </c:pt>
                      <c:pt idx="343">
                        <c:v>45926.421875</c:v>
                      </c:pt>
                      <c:pt idx="344">
                        <c:v>45926.421875</c:v>
                      </c:pt>
                      <c:pt idx="345">
                        <c:v>45926.421875</c:v>
                      </c:pt>
                      <c:pt idx="346">
                        <c:v>45926.421875</c:v>
                      </c:pt>
                      <c:pt idx="347">
                        <c:v>45926.421875</c:v>
                      </c:pt>
                      <c:pt idx="348">
                        <c:v>45926.421875</c:v>
                      </c:pt>
                      <c:pt idx="349">
                        <c:v>45926.421875</c:v>
                      </c:pt>
                      <c:pt idx="350">
                        <c:v>45926.421875</c:v>
                      </c:pt>
                      <c:pt idx="351">
                        <c:v>45926.421875</c:v>
                      </c:pt>
                      <c:pt idx="352">
                        <c:v>45926.421875</c:v>
                      </c:pt>
                      <c:pt idx="353">
                        <c:v>45926.421875</c:v>
                      </c:pt>
                      <c:pt idx="354">
                        <c:v>45926.421875</c:v>
                      </c:pt>
                      <c:pt idx="355">
                        <c:v>45926.421875</c:v>
                      </c:pt>
                      <c:pt idx="356">
                        <c:v>45926.421875</c:v>
                      </c:pt>
                      <c:pt idx="357">
                        <c:v>45926.421875</c:v>
                      </c:pt>
                      <c:pt idx="358">
                        <c:v>45926.421875</c:v>
                      </c:pt>
                      <c:pt idx="359">
                        <c:v>45926.421875</c:v>
                      </c:pt>
                      <c:pt idx="360">
                        <c:v>45926.421875</c:v>
                      </c:pt>
                      <c:pt idx="361">
                        <c:v>45926.421886574077</c:v>
                      </c:pt>
                      <c:pt idx="362">
                        <c:v>45926.421886574077</c:v>
                      </c:pt>
                      <c:pt idx="363">
                        <c:v>45926.421886574077</c:v>
                      </c:pt>
                      <c:pt idx="364">
                        <c:v>45926.421886574077</c:v>
                      </c:pt>
                      <c:pt idx="365">
                        <c:v>45926.421886574077</c:v>
                      </c:pt>
                      <c:pt idx="366">
                        <c:v>45926.421886574077</c:v>
                      </c:pt>
                      <c:pt idx="367">
                        <c:v>45926.421886574077</c:v>
                      </c:pt>
                      <c:pt idx="368">
                        <c:v>45926.421886574077</c:v>
                      </c:pt>
                      <c:pt idx="369">
                        <c:v>45926.421886574077</c:v>
                      </c:pt>
                      <c:pt idx="370">
                        <c:v>45926.421886574077</c:v>
                      </c:pt>
                      <c:pt idx="371">
                        <c:v>45926.421886574077</c:v>
                      </c:pt>
                      <c:pt idx="372">
                        <c:v>45926.421886574077</c:v>
                      </c:pt>
                      <c:pt idx="373">
                        <c:v>45926.421886574077</c:v>
                      </c:pt>
                      <c:pt idx="374">
                        <c:v>45926.421886574077</c:v>
                      </c:pt>
                      <c:pt idx="375">
                        <c:v>45926.421886574077</c:v>
                      </c:pt>
                      <c:pt idx="376">
                        <c:v>45926.421886574077</c:v>
                      </c:pt>
                      <c:pt idx="377">
                        <c:v>45926.421886574077</c:v>
                      </c:pt>
                      <c:pt idx="378">
                        <c:v>45926.421886574077</c:v>
                      </c:pt>
                      <c:pt idx="379">
                        <c:v>45926.421886574077</c:v>
                      </c:pt>
                      <c:pt idx="380">
                        <c:v>45926.421886574077</c:v>
                      </c:pt>
                      <c:pt idx="381">
                        <c:v>45926.421898148146</c:v>
                      </c:pt>
                      <c:pt idx="382">
                        <c:v>45926.421898148146</c:v>
                      </c:pt>
                      <c:pt idx="383">
                        <c:v>45926.421898148146</c:v>
                      </c:pt>
                      <c:pt idx="384">
                        <c:v>45926.421898148146</c:v>
                      </c:pt>
                      <c:pt idx="385">
                        <c:v>45926.421898148146</c:v>
                      </c:pt>
                      <c:pt idx="386">
                        <c:v>45926.421898148146</c:v>
                      </c:pt>
                      <c:pt idx="387">
                        <c:v>45926.421898148146</c:v>
                      </c:pt>
                      <c:pt idx="388">
                        <c:v>45926.421898148146</c:v>
                      </c:pt>
                      <c:pt idx="389">
                        <c:v>45926.421898148146</c:v>
                      </c:pt>
                      <c:pt idx="390">
                        <c:v>45926.421898148146</c:v>
                      </c:pt>
                      <c:pt idx="391">
                        <c:v>45926.421898148146</c:v>
                      </c:pt>
                      <c:pt idx="392">
                        <c:v>45926.421898148146</c:v>
                      </c:pt>
                      <c:pt idx="393">
                        <c:v>45926.421898148146</c:v>
                      </c:pt>
                      <c:pt idx="394">
                        <c:v>45926.421898148146</c:v>
                      </c:pt>
                      <c:pt idx="395">
                        <c:v>45926.421898148146</c:v>
                      </c:pt>
                      <c:pt idx="396">
                        <c:v>45926.421898148146</c:v>
                      </c:pt>
                      <c:pt idx="397">
                        <c:v>45926.421898148146</c:v>
                      </c:pt>
                      <c:pt idx="398">
                        <c:v>45926.421898148146</c:v>
                      </c:pt>
                      <c:pt idx="399">
                        <c:v>45926.421898148146</c:v>
                      </c:pt>
                      <c:pt idx="400">
                        <c:v>45926.421909722223</c:v>
                      </c:pt>
                      <c:pt idx="401">
                        <c:v>45926.421909722223</c:v>
                      </c:pt>
                      <c:pt idx="402">
                        <c:v>45926.421909722223</c:v>
                      </c:pt>
                      <c:pt idx="403">
                        <c:v>45926.421909722223</c:v>
                      </c:pt>
                      <c:pt idx="404">
                        <c:v>45926.421909722223</c:v>
                      </c:pt>
                      <c:pt idx="405">
                        <c:v>45926.421909722223</c:v>
                      </c:pt>
                      <c:pt idx="406">
                        <c:v>45926.421909722223</c:v>
                      </c:pt>
                      <c:pt idx="407">
                        <c:v>45926.421909722223</c:v>
                      </c:pt>
                      <c:pt idx="408">
                        <c:v>45926.421909722223</c:v>
                      </c:pt>
                      <c:pt idx="409">
                        <c:v>45926.421909722223</c:v>
                      </c:pt>
                      <c:pt idx="410">
                        <c:v>45926.421909722223</c:v>
                      </c:pt>
                      <c:pt idx="411">
                        <c:v>45926.421909722223</c:v>
                      </c:pt>
                      <c:pt idx="412">
                        <c:v>45926.421909722223</c:v>
                      </c:pt>
                      <c:pt idx="413">
                        <c:v>45926.421909722223</c:v>
                      </c:pt>
                    </c:numCache>
                  </c:num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Sheet1!$G$2:$G$415</c15:sqref>
                        </c15:formulaRef>
                      </c:ext>
                    </c:extLst>
                    <c:numCache>
                      <c:formatCode>General</c:formatCode>
                      <c:ptCount val="414"/>
                      <c:pt idx="0">
                        <c:v>2.573</c:v>
                      </c:pt>
                      <c:pt idx="1">
                        <c:v>2.573</c:v>
                      </c:pt>
                      <c:pt idx="2">
                        <c:v>2.573</c:v>
                      </c:pt>
                      <c:pt idx="3">
                        <c:v>2.573</c:v>
                      </c:pt>
                      <c:pt idx="4">
                        <c:v>2.573</c:v>
                      </c:pt>
                      <c:pt idx="5">
                        <c:v>2.573</c:v>
                      </c:pt>
                      <c:pt idx="6">
                        <c:v>2.573</c:v>
                      </c:pt>
                      <c:pt idx="7">
                        <c:v>2.573</c:v>
                      </c:pt>
                      <c:pt idx="8">
                        <c:v>2.573</c:v>
                      </c:pt>
                      <c:pt idx="9">
                        <c:v>2.573</c:v>
                      </c:pt>
                      <c:pt idx="10">
                        <c:v>2.573</c:v>
                      </c:pt>
                      <c:pt idx="11">
                        <c:v>2.573</c:v>
                      </c:pt>
                      <c:pt idx="12">
                        <c:v>2.573</c:v>
                      </c:pt>
                      <c:pt idx="13">
                        <c:v>2.573</c:v>
                      </c:pt>
                      <c:pt idx="14">
                        <c:v>2.573</c:v>
                      </c:pt>
                      <c:pt idx="15">
                        <c:v>2.573</c:v>
                      </c:pt>
                      <c:pt idx="16">
                        <c:v>2.573</c:v>
                      </c:pt>
                      <c:pt idx="17">
                        <c:v>2.573</c:v>
                      </c:pt>
                      <c:pt idx="18">
                        <c:v>2.573</c:v>
                      </c:pt>
                      <c:pt idx="19">
                        <c:v>2.573</c:v>
                      </c:pt>
                      <c:pt idx="20">
                        <c:v>2.573</c:v>
                      </c:pt>
                      <c:pt idx="21">
                        <c:v>2.573</c:v>
                      </c:pt>
                      <c:pt idx="22">
                        <c:v>2.573</c:v>
                      </c:pt>
                      <c:pt idx="23">
                        <c:v>2.573</c:v>
                      </c:pt>
                      <c:pt idx="24">
                        <c:v>2.573</c:v>
                      </c:pt>
                      <c:pt idx="25">
                        <c:v>2.573</c:v>
                      </c:pt>
                      <c:pt idx="26">
                        <c:v>2.573</c:v>
                      </c:pt>
                      <c:pt idx="27">
                        <c:v>2.573</c:v>
                      </c:pt>
                      <c:pt idx="28">
                        <c:v>2.573</c:v>
                      </c:pt>
                      <c:pt idx="29">
                        <c:v>2.573</c:v>
                      </c:pt>
                      <c:pt idx="30">
                        <c:v>2.573</c:v>
                      </c:pt>
                      <c:pt idx="31">
                        <c:v>2.573</c:v>
                      </c:pt>
                      <c:pt idx="32">
                        <c:v>2.573</c:v>
                      </c:pt>
                      <c:pt idx="33">
                        <c:v>2.573</c:v>
                      </c:pt>
                      <c:pt idx="34">
                        <c:v>2.573</c:v>
                      </c:pt>
                      <c:pt idx="35">
                        <c:v>2.573</c:v>
                      </c:pt>
                      <c:pt idx="36">
                        <c:v>2.573</c:v>
                      </c:pt>
                      <c:pt idx="37">
                        <c:v>2.573</c:v>
                      </c:pt>
                      <c:pt idx="38">
                        <c:v>2.573</c:v>
                      </c:pt>
                      <c:pt idx="39">
                        <c:v>2.573</c:v>
                      </c:pt>
                      <c:pt idx="40">
                        <c:v>2.5720000000000001</c:v>
                      </c:pt>
                      <c:pt idx="41">
                        <c:v>2.5720000000000001</c:v>
                      </c:pt>
                      <c:pt idx="42">
                        <c:v>2.5710000000000002</c:v>
                      </c:pt>
                      <c:pt idx="43">
                        <c:v>2.57</c:v>
                      </c:pt>
                      <c:pt idx="44">
                        <c:v>2.569</c:v>
                      </c:pt>
                      <c:pt idx="45">
                        <c:v>2.5680000000000001</c:v>
                      </c:pt>
                      <c:pt idx="46">
                        <c:v>2.5680000000000001</c:v>
                      </c:pt>
                      <c:pt idx="47">
                        <c:v>2.5670000000000002</c:v>
                      </c:pt>
                      <c:pt idx="48">
                        <c:v>2.5659999999999998</c:v>
                      </c:pt>
                      <c:pt idx="49">
                        <c:v>2.5630000000000002</c:v>
                      </c:pt>
                      <c:pt idx="50">
                        <c:v>2.5630000000000002</c:v>
                      </c:pt>
                      <c:pt idx="51">
                        <c:v>2.5630000000000002</c:v>
                      </c:pt>
                      <c:pt idx="52">
                        <c:v>2.5619999999999998</c:v>
                      </c:pt>
                      <c:pt idx="53">
                        <c:v>2.5609999999999999</c:v>
                      </c:pt>
                      <c:pt idx="54">
                        <c:v>2.56</c:v>
                      </c:pt>
                      <c:pt idx="55">
                        <c:v>2.5590000000000002</c:v>
                      </c:pt>
                      <c:pt idx="56">
                        <c:v>2.5579999999999998</c:v>
                      </c:pt>
                      <c:pt idx="57">
                        <c:v>2.5569999999999999</c:v>
                      </c:pt>
                      <c:pt idx="58">
                        <c:v>2.5569999999999999</c:v>
                      </c:pt>
                      <c:pt idx="59">
                        <c:v>2.556</c:v>
                      </c:pt>
                      <c:pt idx="60">
                        <c:v>2.556</c:v>
                      </c:pt>
                      <c:pt idx="61">
                        <c:v>2.5550000000000002</c:v>
                      </c:pt>
                      <c:pt idx="62">
                        <c:v>2.5539999999999998</c:v>
                      </c:pt>
                      <c:pt idx="63">
                        <c:v>2.552</c:v>
                      </c:pt>
                      <c:pt idx="64">
                        <c:v>2.552</c:v>
                      </c:pt>
                      <c:pt idx="65">
                        <c:v>2.552</c:v>
                      </c:pt>
                      <c:pt idx="66">
                        <c:v>2.552</c:v>
                      </c:pt>
                      <c:pt idx="67">
                        <c:v>2.5510000000000002</c:v>
                      </c:pt>
                      <c:pt idx="68">
                        <c:v>2.5499999999999998</c:v>
                      </c:pt>
                      <c:pt idx="69">
                        <c:v>2.5489999999999999</c:v>
                      </c:pt>
                      <c:pt idx="70">
                        <c:v>2.5489999999999999</c:v>
                      </c:pt>
                      <c:pt idx="71">
                        <c:v>2.5489999999999999</c:v>
                      </c:pt>
                      <c:pt idx="72">
                        <c:v>2.5470000000000002</c:v>
                      </c:pt>
                      <c:pt idx="73">
                        <c:v>2.5470000000000002</c:v>
                      </c:pt>
                      <c:pt idx="74">
                        <c:v>2.5470000000000002</c:v>
                      </c:pt>
                      <c:pt idx="75">
                        <c:v>2.5459999999999998</c:v>
                      </c:pt>
                      <c:pt idx="76">
                        <c:v>2.5459999999999998</c:v>
                      </c:pt>
                      <c:pt idx="77">
                        <c:v>2.5449999999999999</c:v>
                      </c:pt>
                      <c:pt idx="78">
                        <c:v>2.544</c:v>
                      </c:pt>
                      <c:pt idx="79">
                        <c:v>2.544</c:v>
                      </c:pt>
                      <c:pt idx="80">
                        <c:v>2.5430000000000001</c:v>
                      </c:pt>
                      <c:pt idx="81">
                        <c:v>2.5430000000000001</c:v>
                      </c:pt>
                      <c:pt idx="82">
                        <c:v>2.5419999999999998</c:v>
                      </c:pt>
                      <c:pt idx="83">
                        <c:v>2.5409999999999999</c:v>
                      </c:pt>
                      <c:pt idx="84">
                        <c:v>2.54</c:v>
                      </c:pt>
                      <c:pt idx="85">
                        <c:v>2.54</c:v>
                      </c:pt>
                      <c:pt idx="86">
                        <c:v>2.54</c:v>
                      </c:pt>
                      <c:pt idx="87">
                        <c:v>2.5390000000000001</c:v>
                      </c:pt>
                      <c:pt idx="88">
                        <c:v>2.5379999999999998</c:v>
                      </c:pt>
                      <c:pt idx="89">
                        <c:v>2.5379999999999998</c:v>
                      </c:pt>
                      <c:pt idx="90">
                        <c:v>2.5369999999999999</c:v>
                      </c:pt>
                      <c:pt idx="91">
                        <c:v>2.5369999999999999</c:v>
                      </c:pt>
                      <c:pt idx="92">
                        <c:v>2.536</c:v>
                      </c:pt>
                      <c:pt idx="93">
                        <c:v>2.536</c:v>
                      </c:pt>
                      <c:pt idx="94">
                        <c:v>2.5350000000000001</c:v>
                      </c:pt>
                      <c:pt idx="95">
                        <c:v>2.5350000000000001</c:v>
                      </c:pt>
                      <c:pt idx="96">
                        <c:v>2.5350000000000001</c:v>
                      </c:pt>
                      <c:pt idx="97">
                        <c:v>2.5350000000000001</c:v>
                      </c:pt>
                      <c:pt idx="98">
                        <c:v>2.5339999999999998</c:v>
                      </c:pt>
                      <c:pt idx="99">
                        <c:v>2.5339999999999998</c:v>
                      </c:pt>
                      <c:pt idx="100">
                        <c:v>2.5339999999999998</c:v>
                      </c:pt>
                      <c:pt idx="101">
                        <c:v>2.5329999999999999</c:v>
                      </c:pt>
                      <c:pt idx="102">
                        <c:v>2.5329999999999999</c:v>
                      </c:pt>
                      <c:pt idx="103">
                        <c:v>2.5329999999999999</c:v>
                      </c:pt>
                      <c:pt idx="104">
                        <c:v>2.5329999999999999</c:v>
                      </c:pt>
                      <c:pt idx="105">
                        <c:v>2.5329999999999999</c:v>
                      </c:pt>
                      <c:pt idx="106">
                        <c:v>2.5339999999999998</c:v>
                      </c:pt>
                      <c:pt idx="107">
                        <c:v>2.5339999999999998</c:v>
                      </c:pt>
                      <c:pt idx="108">
                        <c:v>2.5339999999999998</c:v>
                      </c:pt>
                      <c:pt idx="109">
                        <c:v>2.5350000000000001</c:v>
                      </c:pt>
                      <c:pt idx="110">
                        <c:v>2.536</c:v>
                      </c:pt>
                      <c:pt idx="111">
                        <c:v>2.5369999999999999</c:v>
                      </c:pt>
                      <c:pt idx="112">
                        <c:v>2.5379999999999998</c:v>
                      </c:pt>
                      <c:pt idx="113">
                        <c:v>2.5390000000000001</c:v>
                      </c:pt>
                      <c:pt idx="114">
                        <c:v>2.54</c:v>
                      </c:pt>
                      <c:pt idx="115">
                        <c:v>2.5409999999999999</c:v>
                      </c:pt>
                      <c:pt idx="116">
                        <c:v>2.5430000000000001</c:v>
                      </c:pt>
                      <c:pt idx="117">
                        <c:v>2.544</c:v>
                      </c:pt>
                      <c:pt idx="118">
                        <c:v>2.5459999999999998</c:v>
                      </c:pt>
                      <c:pt idx="119">
                        <c:v>2.5499999999999998</c:v>
                      </c:pt>
                      <c:pt idx="120">
                        <c:v>2.552</c:v>
                      </c:pt>
                      <c:pt idx="121">
                        <c:v>2.5539999999999998</c:v>
                      </c:pt>
                      <c:pt idx="122">
                        <c:v>2.5539999999999998</c:v>
                      </c:pt>
                      <c:pt idx="123">
                        <c:v>2.5550000000000002</c:v>
                      </c:pt>
                      <c:pt idx="124">
                        <c:v>2.5590000000000002</c:v>
                      </c:pt>
                      <c:pt idx="125">
                        <c:v>2.5619999999999998</c:v>
                      </c:pt>
                      <c:pt idx="126">
                        <c:v>2.5670000000000002</c:v>
                      </c:pt>
                      <c:pt idx="127">
                        <c:v>2.5720000000000001</c:v>
                      </c:pt>
                      <c:pt idx="128">
                        <c:v>2.5760000000000001</c:v>
                      </c:pt>
                      <c:pt idx="129">
                        <c:v>2.5819999999999999</c:v>
                      </c:pt>
                      <c:pt idx="130">
                        <c:v>2.5880000000000001</c:v>
                      </c:pt>
                      <c:pt idx="131">
                        <c:v>2.5939999999999999</c:v>
                      </c:pt>
                      <c:pt idx="132">
                        <c:v>2.5990000000000002</c:v>
                      </c:pt>
                      <c:pt idx="133">
                        <c:v>2.605</c:v>
                      </c:pt>
                      <c:pt idx="134">
                        <c:v>2.6120000000000001</c:v>
                      </c:pt>
                      <c:pt idx="135">
                        <c:v>2.6120000000000001</c:v>
                      </c:pt>
                      <c:pt idx="136">
                        <c:v>2.6120000000000001</c:v>
                      </c:pt>
                      <c:pt idx="137">
                        <c:v>2.6179999999999999</c:v>
                      </c:pt>
                      <c:pt idx="138">
                        <c:v>2.629</c:v>
                      </c:pt>
                      <c:pt idx="139">
                        <c:v>2.637</c:v>
                      </c:pt>
                      <c:pt idx="140">
                        <c:v>2.6429999999999998</c:v>
                      </c:pt>
                      <c:pt idx="141">
                        <c:v>2.6520000000000001</c:v>
                      </c:pt>
                      <c:pt idx="142">
                        <c:v>2.661</c:v>
                      </c:pt>
                      <c:pt idx="143">
                        <c:v>2.6709999999999998</c:v>
                      </c:pt>
                      <c:pt idx="144">
                        <c:v>2.6789999999999998</c:v>
                      </c:pt>
                      <c:pt idx="145">
                        <c:v>2.6869999999999998</c:v>
                      </c:pt>
                      <c:pt idx="146">
                        <c:v>2.6869999999999998</c:v>
                      </c:pt>
                      <c:pt idx="147">
                        <c:v>2.6869999999999998</c:v>
                      </c:pt>
                      <c:pt idx="148">
                        <c:v>2.69</c:v>
                      </c:pt>
                      <c:pt idx="149">
                        <c:v>2.7</c:v>
                      </c:pt>
                      <c:pt idx="150">
                        <c:v>2.7090000000000001</c:v>
                      </c:pt>
                      <c:pt idx="151">
                        <c:v>2.72</c:v>
                      </c:pt>
                      <c:pt idx="152">
                        <c:v>2.7290000000000001</c:v>
                      </c:pt>
                      <c:pt idx="153">
                        <c:v>2.7429999999999999</c:v>
                      </c:pt>
                      <c:pt idx="154">
                        <c:v>2.7559999999999998</c:v>
                      </c:pt>
                      <c:pt idx="155">
                        <c:v>2.7650000000000001</c:v>
                      </c:pt>
                      <c:pt idx="156">
                        <c:v>2.7749999999999999</c:v>
                      </c:pt>
                      <c:pt idx="157">
                        <c:v>2.782</c:v>
                      </c:pt>
                      <c:pt idx="158">
                        <c:v>2.7930000000000001</c:v>
                      </c:pt>
                      <c:pt idx="159">
                        <c:v>2.802</c:v>
                      </c:pt>
                      <c:pt idx="160">
                        <c:v>2.8079999999999998</c:v>
                      </c:pt>
                      <c:pt idx="161">
                        <c:v>2.82</c:v>
                      </c:pt>
                      <c:pt idx="162">
                        <c:v>2.831</c:v>
                      </c:pt>
                      <c:pt idx="163">
                        <c:v>2.8410000000000002</c:v>
                      </c:pt>
                      <c:pt idx="164">
                        <c:v>2.855</c:v>
                      </c:pt>
                      <c:pt idx="165">
                        <c:v>2.8660000000000001</c:v>
                      </c:pt>
                      <c:pt idx="166">
                        <c:v>2.88</c:v>
                      </c:pt>
                      <c:pt idx="167">
                        <c:v>2.89</c:v>
                      </c:pt>
                      <c:pt idx="168">
                        <c:v>2.9009999999999998</c:v>
                      </c:pt>
                      <c:pt idx="169">
                        <c:v>2.9129999999999998</c:v>
                      </c:pt>
                      <c:pt idx="170">
                        <c:v>2.927</c:v>
                      </c:pt>
                      <c:pt idx="171">
                        <c:v>2.9380000000000002</c:v>
                      </c:pt>
                      <c:pt idx="172">
                        <c:v>2.95</c:v>
                      </c:pt>
                      <c:pt idx="173">
                        <c:v>2.96</c:v>
                      </c:pt>
                      <c:pt idx="174">
                        <c:v>2.9710000000000001</c:v>
                      </c:pt>
                      <c:pt idx="175">
                        <c:v>2.9780000000000002</c:v>
                      </c:pt>
                      <c:pt idx="176">
                        <c:v>2.9860000000000002</c:v>
                      </c:pt>
                      <c:pt idx="177">
                        <c:v>2.9870000000000001</c:v>
                      </c:pt>
                      <c:pt idx="178">
                        <c:v>2.9870000000000001</c:v>
                      </c:pt>
                      <c:pt idx="179">
                        <c:v>2.9870000000000001</c:v>
                      </c:pt>
                      <c:pt idx="180">
                        <c:v>2.9870000000000001</c:v>
                      </c:pt>
                      <c:pt idx="181">
                        <c:v>2.988</c:v>
                      </c:pt>
                      <c:pt idx="182">
                        <c:v>2.992</c:v>
                      </c:pt>
                      <c:pt idx="183">
                        <c:v>2.9940000000000002</c:v>
                      </c:pt>
                      <c:pt idx="184">
                        <c:v>2.9990000000000001</c:v>
                      </c:pt>
                      <c:pt idx="185">
                        <c:v>3.0009999999999999</c:v>
                      </c:pt>
                      <c:pt idx="186">
                        <c:v>3.0009999999999999</c:v>
                      </c:pt>
                      <c:pt idx="187">
                        <c:v>3.0009999999999999</c:v>
                      </c:pt>
                      <c:pt idx="188">
                        <c:v>3.0019999999999998</c:v>
                      </c:pt>
                      <c:pt idx="189">
                        <c:v>3.0019999999999998</c:v>
                      </c:pt>
                      <c:pt idx="190">
                        <c:v>3.0030000000000001</c:v>
                      </c:pt>
                      <c:pt idx="191">
                        <c:v>3.0049999999999999</c:v>
                      </c:pt>
                      <c:pt idx="192">
                        <c:v>3.0059999999999998</c:v>
                      </c:pt>
                      <c:pt idx="193">
                        <c:v>3.008</c:v>
                      </c:pt>
                      <c:pt idx="194">
                        <c:v>3.0089999999999999</c:v>
                      </c:pt>
                      <c:pt idx="195">
                        <c:v>3.0089999999999999</c:v>
                      </c:pt>
                      <c:pt idx="196">
                        <c:v>3.01</c:v>
                      </c:pt>
                      <c:pt idx="197">
                        <c:v>3.01</c:v>
                      </c:pt>
                      <c:pt idx="198">
                        <c:v>3.01</c:v>
                      </c:pt>
                      <c:pt idx="199">
                        <c:v>3.01</c:v>
                      </c:pt>
                      <c:pt idx="200">
                        <c:v>3.01</c:v>
                      </c:pt>
                      <c:pt idx="201">
                        <c:v>3.0089999999999999</c:v>
                      </c:pt>
                      <c:pt idx="202">
                        <c:v>3.0089999999999999</c:v>
                      </c:pt>
                      <c:pt idx="203">
                        <c:v>3.008</c:v>
                      </c:pt>
                      <c:pt idx="204">
                        <c:v>3.0070000000000001</c:v>
                      </c:pt>
                      <c:pt idx="205">
                        <c:v>3.0059999999999998</c:v>
                      </c:pt>
                      <c:pt idx="206">
                        <c:v>3.0049999999999999</c:v>
                      </c:pt>
                      <c:pt idx="207">
                        <c:v>3.004</c:v>
                      </c:pt>
                      <c:pt idx="208">
                        <c:v>3.0030000000000001</c:v>
                      </c:pt>
                      <c:pt idx="209">
                        <c:v>3</c:v>
                      </c:pt>
                      <c:pt idx="210">
                        <c:v>2.9980000000000002</c:v>
                      </c:pt>
                      <c:pt idx="211">
                        <c:v>2.9980000000000002</c:v>
                      </c:pt>
                      <c:pt idx="212">
                        <c:v>2.9950000000000001</c:v>
                      </c:pt>
                      <c:pt idx="213">
                        <c:v>2.992</c:v>
                      </c:pt>
                      <c:pt idx="214">
                        <c:v>2.988</c:v>
                      </c:pt>
                      <c:pt idx="215">
                        <c:v>2.9849999999999999</c:v>
                      </c:pt>
                      <c:pt idx="216">
                        <c:v>2.9809999999999999</c:v>
                      </c:pt>
                      <c:pt idx="217">
                        <c:v>2.9769999999999999</c:v>
                      </c:pt>
                      <c:pt idx="218">
                        <c:v>2.972</c:v>
                      </c:pt>
                      <c:pt idx="219">
                        <c:v>2.9689999999999999</c:v>
                      </c:pt>
                      <c:pt idx="220">
                        <c:v>2.964</c:v>
                      </c:pt>
                      <c:pt idx="221">
                        <c:v>2.9569999999999999</c:v>
                      </c:pt>
                      <c:pt idx="222">
                        <c:v>2.9510000000000001</c:v>
                      </c:pt>
                      <c:pt idx="223">
                        <c:v>2.9430000000000001</c:v>
                      </c:pt>
                      <c:pt idx="224">
                        <c:v>2.9409999999999998</c:v>
                      </c:pt>
                      <c:pt idx="225">
                        <c:v>2.9409999999999998</c:v>
                      </c:pt>
                      <c:pt idx="226">
                        <c:v>2.9409999999999998</c:v>
                      </c:pt>
                      <c:pt idx="227">
                        <c:v>2.9409999999999998</c:v>
                      </c:pt>
                      <c:pt idx="228">
                        <c:v>2.9359999999999999</c:v>
                      </c:pt>
                      <c:pt idx="229">
                        <c:v>2.9279999999999999</c:v>
                      </c:pt>
                      <c:pt idx="230">
                        <c:v>2.919</c:v>
                      </c:pt>
                      <c:pt idx="231">
                        <c:v>2.9119999999999999</c:v>
                      </c:pt>
                      <c:pt idx="232">
                        <c:v>2.9039999999999999</c:v>
                      </c:pt>
                      <c:pt idx="233">
                        <c:v>2.895</c:v>
                      </c:pt>
                      <c:pt idx="234">
                        <c:v>2.8849999999999998</c:v>
                      </c:pt>
                      <c:pt idx="235">
                        <c:v>2.8769999999999998</c:v>
                      </c:pt>
                      <c:pt idx="236">
                        <c:v>2.8650000000000002</c:v>
                      </c:pt>
                      <c:pt idx="237">
                        <c:v>2.855</c:v>
                      </c:pt>
                      <c:pt idx="238">
                        <c:v>2.847</c:v>
                      </c:pt>
                      <c:pt idx="239">
                        <c:v>2.8370000000000002</c:v>
                      </c:pt>
                      <c:pt idx="240">
                        <c:v>2.83</c:v>
                      </c:pt>
                      <c:pt idx="241">
                        <c:v>2.827</c:v>
                      </c:pt>
                      <c:pt idx="242">
                        <c:v>2.827</c:v>
                      </c:pt>
                      <c:pt idx="243">
                        <c:v>2.827</c:v>
                      </c:pt>
                      <c:pt idx="244">
                        <c:v>2.8250000000000002</c:v>
                      </c:pt>
                      <c:pt idx="245">
                        <c:v>2.8180000000000001</c:v>
                      </c:pt>
                      <c:pt idx="246">
                        <c:v>2.8130000000000002</c:v>
                      </c:pt>
                      <c:pt idx="247">
                        <c:v>2.8090000000000002</c:v>
                      </c:pt>
                      <c:pt idx="248">
                        <c:v>2.8050000000000002</c:v>
                      </c:pt>
                      <c:pt idx="249">
                        <c:v>2.802</c:v>
                      </c:pt>
                      <c:pt idx="250">
                        <c:v>2.7989999999999999</c:v>
                      </c:pt>
                      <c:pt idx="251">
                        <c:v>2.7989999999999999</c:v>
                      </c:pt>
                      <c:pt idx="252">
                        <c:v>2.7989999999999999</c:v>
                      </c:pt>
                      <c:pt idx="253">
                        <c:v>2.794</c:v>
                      </c:pt>
                      <c:pt idx="254">
                        <c:v>2.794</c:v>
                      </c:pt>
                      <c:pt idx="255">
                        <c:v>2.794</c:v>
                      </c:pt>
                      <c:pt idx="256">
                        <c:v>2.794</c:v>
                      </c:pt>
                      <c:pt idx="257">
                        <c:v>2.7909999999999999</c:v>
                      </c:pt>
                      <c:pt idx="258">
                        <c:v>2.79</c:v>
                      </c:pt>
                      <c:pt idx="259">
                        <c:v>2.79</c:v>
                      </c:pt>
                      <c:pt idx="260">
                        <c:v>2.79</c:v>
                      </c:pt>
                      <c:pt idx="261">
                        <c:v>2.7879999999999998</c:v>
                      </c:pt>
                      <c:pt idx="262">
                        <c:v>2.7869999999999999</c:v>
                      </c:pt>
                      <c:pt idx="263">
                        <c:v>2.786</c:v>
                      </c:pt>
                      <c:pt idx="264">
                        <c:v>2.7850000000000001</c:v>
                      </c:pt>
                      <c:pt idx="265">
                        <c:v>2.7839999999999998</c:v>
                      </c:pt>
                      <c:pt idx="266">
                        <c:v>2.7829999999999999</c:v>
                      </c:pt>
                      <c:pt idx="267">
                        <c:v>2.7810000000000001</c:v>
                      </c:pt>
                      <c:pt idx="268">
                        <c:v>2.78</c:v>
                      </c:pt>
                      <c:pt idx="269">
                        <c:v>2.7789999999999999</c:v>
                      </c:pt>
                      <c:pt idx="270">
                        <c:v>2.7770000000000001</c:v>
                      </c:pt>
                      <c:pt idx="271">
                        <c:v>2.7759999999999998</c:v>
                      </c:pt>
                      <c:pt idx="272">
                        <c:v>2.7759999999999998</c:v>
                      </c:pt>
                      <c:pt idx="273">
                        <c:v>2.7759999999999998</c:v>
                      </c:pt>
                      <c:pt idx="274">
                        <c:v>2.7749999999999999</c:v>
                      </c:pt>
                      <c:pt idx="275">
                        <c:v>2.774</c:v>
                      </c:pt>
                      <c:pt idx="276">
                        <c:v>2.7730000000000001</c:v>
                      </c:pt>
                      <c:pt idx="277">
                        <c:v>2.7719999999999998</c:v>
                      </c:pt>
                      <c:pt idx="278">
                        <c:v>2.7719999999999998</c:v>
                      </c:pt>
                      <c:pt idx="279">
                        <c:v>2.7709999999999999</c:v>
                      </c:pt>
                      <c:pt idx="280">
                        <c:v>2.77</c:v>
                      </c:pt>
                      <c:pt idx="281">
                        <c:v>2.7679999999999998</c:v>
                      </c:pt>
                      <c:pt idx="282">
                        <c:v>2.7669999999999999</c:v>
                      </c:pt>
                      <c:pt idx="283">
                        <c:v>2.7650000000000001</c:v>
                      </c:pt>
                      <c:pt idx="284">
                        <c:v>2.7629999999999999</c:v>
                      </c:pt>
                      <c:pt idx="285">
                        <c:v>2.7610000000000001</c:v>
                      </c:pt>
                      <c:pt idx="286">
                        <c:v>2.76</c:v>
                      </c:pt>
                      <c:pt idx="287">
                        <c:v>2.758</c:v>
                      </c:pt>
                      <c:pt idx="288">
                        <c:v>2.7559999999999998</c:v>
                      </c:pt>
                      <c:pt idx="289">
                        <c:v>2.7559999999999998</c:v>
                      </c:pt>
                      <c:pt idx="290">
                        <c:v>2.7549999999999999</c:v>
                      </c:pt>
                      <c:pt idx="291">
                        <c:v>2.754</c:v>
                      </c:pt>
                      <c:pt idx="292">
                        <c:v>2.7519999999999998</c:v>
                      </c:pt>
                      <c:pt idx="293">
                        <c:v>2.75</c:v>
                      </c:pt>
                      <c:pt idx="294">
                        <c:v>2.7490000000000001</c:v>
                      </c:pt>
                      <c:pt idx="295">
                        <c:v>2.7469999999999999</c:v>
                      </c:pt>
                      <c:pt idx="296">
                        <c:v>2.7450000000000001</c:v>
                      </c:pt>
                      <c:pt idx="297">
                        <c:v>2.7429999999999999</c:v>
                      </c:pt>
                      <c:pt idx="298">
                        <c:v>2.7410000000000001</c:v>
                      </c:pt>
                      <c:pt idx="299">
                        <c:v>2.7389999999999999</c:v>
                      </c:pt>
                      <c:pt idx="300">
                        <c:v>2.7370000000000001</c:v>
                      </c:pt>
                      <c:pt idx="301">
                        <c:v>2.734</c:v>
                      </c:pt>
                      <c:pt idx="302">
                        <c:v>2.7320000000000002</c:v>
                      </c:pt>
                      <c:pt idx="303">
                        <c:v>2.73</c:v>
                      </c:pt>
                      <c:pt idx="304">
                        <c:v>2.7280000000000002</c:v>
                      </c:pt>
                      <c:pt idx="305">
                        <c:v>2.726</c:v>
                      </c:pt>
                      <c:pt idx="306">
                        <c:v>2.7240000000000002</c:v>
                      </c:pt>
                      <c:pt idx="307">
                        <c:v>2.72</c:v>
                      </c:pt>
                      <c:pt idx="308">
                        <c:v>2.72</c:v>
                      </c:pt>
                      <c:pt idx="309">
                        <c:v>2.72</c:v>
                      </c:pt>
                      <c:pt idx="310">
                        <c:v>2.72</c:v>
                      </c:pt>
                      <c:pt idx="311">
                        <c:v>2.72</c:v>
                      </c:pt>
                      <c:pt idx="312">
                        <c:v>2.72</c:v>
                      </c:pt>
                      <c:pt idx="313">
                        <c:v>2.72</c:v>
                      </c:pt>
                      <c:pt idx="314">
                        <c:v>2.72</c:v>
                      </c:pt>
                      <c:pt idx="315">
                        <c:v>2.72</c:v>
                      </c:pt>
                      <c:pt idx="316">
                        <c:v>2.72</c:v>
                      </c:pt>
                      <c:pt idx="317">
                        <c:v>2.72</c:v>
                      </c:pt>
                      <c:pt idx="318">
                        <c:v>2.72</c:v>
                      </c:pt>
                      <c:pt idx="319">
                        <c:v>2.72</c:v>
                      </c:pt>
                      <c:pt idx="320">
                        <c:v>2.72</c:v>
                      </c:pt>
                      <c:pt idx="321">
                        <c:v>2.72</c:v>
                      </c:pt>
                      <c:pt idx="322">
                        <c:v>2.72</c:v>
                      </c:pt>
                      <c:pt idx="323">
                        <c:v>2.72</c:v>
                      </c:pt>
                      <c:pt idx="324">
                        <c:v>2.72</c:v>
                      </c:pt>
                      <c:pt idx="325">
                        <c:v>2.72</c:v>
                      </c:pt>
                      <c:pt idx="326">
                        <c:v>2.72</c:v>
                      </c:pt>
                      <c:pt idx="327">
                        <c:v>2.72</c:v>
                      </c:pt>
                      <c:pt idx="328">
                        <c:v>2.72</c:v>
                      </c:pt>
                      <c:pt idx="329">
                        <c:v>2.72</c:v>
                      </c:pt>
                      <c:pt idx="330">
                        <c:v>2.72</c:v>
                      </c:pt>
                      <c:pt idx="331">
                        <c:v>2.72</c:v>
                      </c:pt>
                      <c:pt idx="332">
                        <c:v>2.72</c:v>
                      </c:pt>
                      <c:pt idx="333">
                        <c:v>2.72</c:v>
                      </c:pt>
                      <c:pt idx="334">
                        <c:v>2.72</c:v>
                      </c:pt>
                      <c:pt idx="335">
                        <c:v>2.72</c:v>
                      </c:pt>
                      <c:pt idx="336">
                        <c:v>2.72</c:v>
                      </c:pt>
                      <c:pt idx="337">
                        <c:v>2.72</c:v>
                      </c:pt>
                      <c:pt idx="338">
                        <c:v>2.72</c:v>
                      </c:pt>
                      <c:pt idx="339">
                        <c:v>2.72</c:v>
                      </c:pt>
                      <c:pt idx="340">
                        <c:v>2.72</c:v>
                      </c:pt>
                      <c:pt idx="341">
                        <c:v>2.72</c:v>
                      </c:pt>
                      <c:pt idx="342">
                        <c:v>2.72</c:v>
                      </c:pt>
                      <c:pt idx="343">
                        <c:v>2.72</c:v>
                      </c:pt>
                      <c:pt idx="344">
                        <c:v>2.72</c:v>
                      </c:pt>
                      <c:pt idx="345">
                        <c:v>2.72</c:v>
                      </c:pt>
                      <c:pt idx="346">
                        <c:v>2.72</c:v>
                      </c:pt>
                      <c:pt idx="347">
                        <c:v>2.72</c:v>
                      </c:pt>
                      <c:pt idx="348">
                        <c:v>2.72</c:v>
                      </c:pt>
                      <c:pt idx="349">
                        <c:v>2.72</c:v>
                      </c:pt>
                      <c:pt idx="350">
                        <c:v>2.72</c:v>
                      </c:pt>
                      <c:pt idx="351">
                        <c:v>2.72</c:v>
                      </c:pt>
                      <c:pt idx="352">
                        <c:v>2.72</c:v>
                      </c:pt>
                      <c:pt idx="353">
                        <c:v>2.72</c:v>
                      </c:pt>
                      <c:pt idx="354">
                        <c:v>2.72</c:v>
                      </c:pt>
                      <c:pt idx="355">
                        <c:v>2.72</c:v>
                      </c:pt>
                      <c:pt idx="356">
                        <c:v>2.72</c:v>
                      </c:pt>
                      <c:pt idx="357">
                        <c:v>2.72</c:v>
                      </c:pt>
                      <c:pt idx="358">
                        <c:v>2.72</c:v>
                      </c:pt>
                      <c:pt idx="359">
                        <c:v>2.72</c:v>
                      </c:pt>
                      <c:pt idx="360">
                        <c:v>2.72</c:v>
                      </c:pt>
                      <c:pt idx="361">
                        <c:v>2.72</c:v>
                      </c:pt>
                      <c:pt idx="362">
                        <c:v>2.72</c:v>
                      </c:pt>
                      <c:pt idx="363">
                        <c:v>2.72</c:v>
                      </c:pt>
                      <c:pt idx="364">
                        <c:v>2.72</c:v>
                      </c:pt>
                      <c:pt idx="365">
                        <c:v>2.72</c:v>
                      </c:pt>
                      <c:pt idx="366">
                        <c:v>2.72</c:v>
                      </c:pt>
                      <c:pt idx="367">
                        <c:v>2.72</c:v>
                      </c:pt>
                      <c:pt idx="368">
                        <c:v>2.72</c:v>
                      </c:pt>
                      <c:pt idx="369">
                        <c:v>2.72</c:v>
                      </c:pt>
                      <c:pt idx="370">
                        <c:v>2.72</c:v>
                      </c:pt>
                      <c:pt idx="371">
                        <c:v>2.72</c:v>
                      </c:pt>
                      <c:pt idx="372">
                        <c:v>2.72</c:v>
                      </c:pt>
                      <c:pt idx="373">
                        <c:v>2.72</c:v>
                      </c:pt>
                      <c:pt idx="374">
                        <c:v>2.72</c:v>
                      </c:pt>
                      <c:pt idx="375">
                        <c:v>2.72</c:v>
                      </c:pt>
                      <c:pt idx="376">
                        <c:v>2.72</c:v>
                      </c:pt>
                      <c:pt idx="377">
                        <c:v>2.72</c:v>
                      </c:pt>
                      <c:pt idx="378">
                        <c:v>2.72</c:v>
                      </c:pt>
                      <c:pt idx="379">
                        <c:v>2.72</c:v>
                      </c:pt>
                      <c:pt idx="380">
                        <c:v>2.72</c:v>
                      </c:pt>
                      <c:pt idx="381">
                        <c:v>2.72</c:v>
                      </c:pt>
                      <c:pt idx="382">
                        <c:v>2.72</c:v>
                      </c:pt>
                      <c:pt idx="383">
                        <c:v>2.72</c:v>
                      </c:pt>
                      <c:pt idx="384">
                        <c:v>2.72</c:v>
                      </c:pt>
                      <c:pt idx="385">
                        <c:v>2.72</c:v>
                      </c:pt>
                      <c:pt idx="386">
                        <c:v>2.72</c:v>
                      </c:pt>
                      <c:pt idx="387">
                        <c:v>2.72</c:v>
                      </c:pt>
                      <c:pt idx="388">
                        <c:v>2.72</c:v>
                      </c:pt>
                      <c:pt idx="389">
                        <c:v>2.72</c:v>
                      </c:pt>
                      <c:pt idx="390">
                        <c:v>2.72</c:v>
                      </c:pt>
                      <c:pt idx="391">
                        <c:v>2.72</c:v>
                      </c:pt>
                      <c:pt idx="392">
                        <c:v>2.72</c:v>
                      </c:pt>
                      <c:pt idx="393">
                        <c:v>2.72</c:v>
                      </c:pt>
                      <c:pt idx="394">
                        <c:v>2.72</c:v>
                      </c:pt>
                      <c:pt idx="395">
                        <c:v>2.72</c:v>
                      </c:pt>
                      <c:pt idx="396">
                        <c:v>2.72</c:v>
                      </c:pt>
                      <c:pt idx="397">
                        <c:v>2.72</c:v>
                      </c:pt>
                      <c:pt idx="398">
                        <c:v>2.72</c:v>
                      </c:pt>
                      <c:pt idx="399">
                        <c:v>2.72</c:v>
                      </c:pt>
                      <c:pt idx="400">
                        <c:v>2.72</c:v>
                      </c:pt>
                      <c:pt idx="401">
                        <c:v>2.72</c:v>
                      </c:pt>
                      <c:pt idx="402">
                        <c:v>2.72</c:v>
                      </c:pt>
                      <c:pt idx="403">
                        <c:v>2.72</c:v>
                      </c:pt>
                      <c:pt idx="404">
                        <c:v>2.72</c:v>
                      </c:pt>
                      <c:pt idx="405">
                        <c:v>2.72</c:v>
                      </c:pt>
                      <c:pt idx="406">
                        <c:v>2.72</c:v>
                      </c:pt>
                      <c:pt idx="407">
                        <c:v>2.72</c:v>
                      </c:pt>
                      <c:pt idx="408">
                        <c:v>2.72</c:v>
                      </c:pt>
                      <c:pt idx="409">
                        <c:v>2.72</c:v>
                      </c:pt>
                      <c:pt idx="410">
                        <c:v>2.72</c:v>
                      </c:pt>
                      <c:pt idx="411">
                        <c:v>2.72</c:v>
                      </c:pt>
                      <c:pt idx="412">
                        <c:v>2.72</c:v>
                      </c:pt>
                      <c:pt idx="413">
                        <c:v>2.72</c:v>
                      </c:pt>
                    </c:numCache>
                  </c:numRef>
                </c: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6-57C8-4497-A495-A8E113FB836F}"/>
                  </c:ext>
                </c:extLst>
              </c15:ser>
            </c15:filteredLineSeries>
            <c15:filteredLineSeries>
              <c15:ser>
                <c:idx val="6"/>
                <c:order val="6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Sheet1!$H$1</c15:sqref>
                        </c15:formulaRef>
                      </c:ext>
                    </c:extLst>
                    <c:strCache>
                      <c:ptCount val="1"/>
                      <c:pt idx="0">
                        <c:v>M8000
제어 mode</c:v>
                      </c:pt>
                    </c:strCache>
                  </c:strRef>
                </c:tx>
                <c:spPr>
                  <a:ln w="28575" cap="rnd">
                    <a:solidFill>
                      <a:schemeClr val="accent1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cat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Sheet1!$A$2:$A$415</c15:sqref>
                        </c15:formulaRef>
                      </c:ext>
                    </c:extLst>
                    <c:numCache>
                      <c:formatCode>yyyy/mm/dd\ ddd\ hh:mm:ss</c:formatCode>
                      <c:ptCount val="414"/>
                      <c:pt idx="0">
                        <c:v>45926.421666666669</c:v>
                      </c:pt>
                      <c:pt idx="1">
                        <c:v>45926.421678240738</c:v>
                      </c:pt>
                      <c:pt idx="2">
                        <c:v>45926.421678240738</c:v>
                      </c:pt>
                      <c:pt idx="3">
                        <c:v>45926.421678240738</c:v>
                      </c:pt>
                      <c:pt idx="4">
                        <c:v>45926.421678240738</c:v>
                      </c:pt>
                      <c:pt idx="5">
                        <c:v>45926.421678240738</c:v>
                      </c:pt>
                      <c:pt idx="6">
                        <c:v>45926.421678240738</c:v>
                      </c:pt>
                      <c:pt idx="7">
                        <c:v>45926.421678240738</c:v>
                      </c:pt>
                      <c:pt idx="8">
                        <c:v>45926.421678240738</c:v>
                      </c:pt>
                      <c:pt idx="9">
                        <c:v>45926.421678240738</c:v>
                      </c:pt>
                      <c:pt idx="10">
                        <c:v>45926.421678240738</c:v>
                      </c:pt>
                      <c:pt idx="11">
                        <c:v>45926.421678240738</c:v>
                      </c:pt>
                      <c:pt idx="12">
                        <c:v>45926.421678240738</c:v>
                      </c:pt>
                      <c:pt idx="13">
                        <c:v>45926.421678240738</c:v>
                      </c:pt>
                      <c:pt idx="14">
                        <c:v>45926.421678240738</c:v>
                      </c:pt>
                      <c:pt idx="15">
                        <c:v>45926.421678240738</c:v>
                      </c:pt>
                      <c:pt idx="16">
                        <c:v>45926.421678240738</c:v>
                      </c:pt>
                      <c:pt idx="17">
                        <c:v>45926.421678240738</c:v>
                      </c:pt>
                      <c:pt idx="18">
                        <c:v>45926.421678240738</c:v>
                      </c:pt>
                      <c:pt idx="19">
                        <c:v>45926.421678240738</c:v>
                      </c:pt>
                      <c:pt idx="20">
                        <c:v>45926.421678240738</c:v>
                      </c:pt>
                      <c:pt idx="21">
                        <c:v>45926.421689814815</c:v>
                      </c:pt>
                      <c:pt idx="22">
                        <c:v>45926.421689814815</c:v>
                      </c:pt>
                      <c:pt idx="23">
                        <c:v>45926.421689814815</c:v>
                      </c:pt>
                      <c:pt idx="24">
                        <c:v>45926.421689814815</c:v>
                      </c:pt>
                      <c:pt idx="25">
                        <c:v>45926.421689814815</c:v>
                      </c:pt>
                      <c:pt idx="26">
                        <c:v>45926.421689814815</c:v>
                      </c:pt>
                      <c:pt idx="27">
                        <c:v>45926.421689814815</c:v>
                      </c:pt>
                      <c:pt idx="28">
                        <c:v>45926.421689814815</c:v>
                      </c:pt>
                      <c:pt idx="29">
                        <c:v>45926.421689814815</c:v>
                      </c:pt>
                      <c:pt idx="30">
                        <c:v>45926.421689814815</c:v>
                      </c:pt>
                      <c:pt idx="31">
                        <c:v>45926.421689814815</c:v>
                      </c:pt>
                      <c:pt idx="32">
                        <c:v>45926.421689814815</c:v>
                      </c:pt>
                      <c:pt idx="33">
                        <c:v>45926.421689814815</c:v>
                      </c:pt>
                      <c:pt idx="34">
                        <c:v>45926.421689814815</c:v>
                      </c:pt>
                      <c:pt idx="35">
                        <c:v>45926.421689814815</c:v>
                      </c:pt>
                      <c:pt idx="36">
                        <c:v>45926.421689814815</c:v>
                      </c:pt>
                      <c:pt idx="37">
                        <c:v>45926.421689814815</c:v>
                      </c:pt>
                      <c:pt idx="38">
                        <c:v>45926.421689814815</c:v>
                      </c:pt>
                      <c:pt idx="39">
                        <c:v>45926.421689814815</c:v>
                      </c:pt>
                      <c:pt idx="40">
                        <c:v>45926.421689814815</c:v>
                      </c:pt>
                      <c:pt idx="41">
                        <c:v>45926.421689814815</c:v>
                      </c:pt>
                      <c:pt idx="42">
                        <c:v>45926.421701388892</c:v>
                      </c:pt>
                      <c:pt idx="43">
                        <c:v>45926.421701388892</c:v>
                      </c:pt>
                      <c:pt idx="44">
                        <c:v>45926.421701388892</c:v>
                      </c:pt>
                      <c:pt idx="45">
                        <c:v>45926.421701388892</c:v>
                      </c:pt>
                      <c:pt idx="46">
                        <c:v>45926.421701388892</c:v>
                      </c:pt>
                      <c:pt idx="47">
                        <c:v>45926.421701388892</c:v>
                      </c:pt>
                      <c:pt idx="48">
                        <c:v>45926.421701388892</c:v>
                      </c:pt>
                      <c:pt idx="49">
                        <c:v>45926.421701388892</c:v>
                      </c:pt>
                      <c:pt idx="50">
                        <c:v>45926.421701388892</c:v>
                      </c:pt>
                      <c:pt idx="51">
                        <c:v>45926.421701388892</c:v>
                      </c:pt>
                      <c:pt idx="52">
                        <c:v>45926.421701388892</c:v>
                      </c:pt>
                      <c:pt idx="53">
                        <c:v>45926.421701388892</c:v>
                      </c:pt>
                      <c:pt idx="54">
                        <c:v>45926.421701388892</c:v>
                      </c:pt>
                      <c:pt idx="55">
                        <c:v>45926.421701388892</c:v>
                      </c:pt>
                      <c:pt idx="56">
                        <c:v>45926.421701388892</c:v>
                      </c:pt>
                      <c:pt idx="57">
                        <c:v>45926.421701388892</c:v>
                      </c:pt>
                      <c:pt idx="58">
                        <c:v>45926.421701388892</c:v>
                      </c:pt>
                      <c:pt idx="59">
                        <c:v>45926.421701388892</c:v>
                      </c:pt>
                      <c:pt idx="60">
                        <c:v>45926.421701388892</c:v>
                      </c:pt>
                      <c:pt idx="61">
                        <c:v>45926.421701388892</c:v>
                      </c:pt>
                      <c:pt idx="62">
                        <c:v>45926.421712962961</c:v>
                      </c:pt>
                      <c:pt idx="63">
                        <c:v>45926.421712962961</c:v>
                      </c:pt>
                      <c:pt idx="64">
                        <c:v>45926.421712962961</c:v>
                      </c:pt>
                      <c:pt idx="65">
                        <c:v>45926.421712962961</c:v>
                      </c:pt>
                      <c:pt idx="66">
                        <c:v>45926.421712962961</c:v>
                      </c:pt>
                      <c:pt idx="67">
                        <c:v>45926.421712962961</c:v>
                      </c:pt>
                      <c:pt idx="68">
                        <c:v>45926.421712962961</c:v>
                      </c:pt>
                      <c:pt idx="69">
                        <c:v>45926.421712962961</c:v>
                      </c:pt>
                      <c:pt idx="70">
                        <c:v>45926.421712962961</c:v>
                      </c:pt>
                      <c:pt idx="71">
                        <c:v>45926.421712962961</c:v>
                      </c:pt>
                      <c:pt idx="72">
                        <c:v>45926.421712962961</c:v>
                      </c:pt>
                      <c:pt idx="73">
                        <c:v>45926.421712962961</c:v>
                      </c:pt>
                      <c:pt idx="74">
                        <c:v>45926.421712962961</c:v>
                      </c:pt>
                      <c:pt idx="75">
                        <c:v>45926.421712962961</c:v>
                      </c:pt>
                      <c:pt idx="76">
                        <c:v>45926.421712962961</c:v>
                      </c:pt>
                      <c:pt idx="77">
                        <c:v>45926.421712962961</c:v>
                      </c:pt>
                      <c:pt idx="78">
                        <c:v>45926.421712962961</c:v>
                      </c:pt>
                      <c:pt idx="79">
                        <c:v>45926.421712962961</c:v>
                      </c:pt>
                      <c:pt idx="80">
                        <c:v>45926.421712962961</c:v>
                      </c:pt>
                      <c:pt idx="81">
                        <c:v>45926.421724537038</c:v>
                      </c:pt>
                      <c:pt idx="82">
                        <c:v>45926.421724537038</c:v>
                      </c:pt>
                      <c:pt idx="83">
                        <c:v>45926.421724537038</c:v>
                      </c:pt>
                      <c:pt idx="84">
                        <c:v>45926.421724537038</c:v>
                      </c:pt>
                      <c:pt idx="85">
                        <c:v>45926.421724537038</c:v>
                      </c:pt>
                      <c:pt idx="86">
                        <c:v>45926.421724537038</c:v>
                      </c:pt>
                      <c:pt idx="87">
                        <c:v>45926.421724537038</c:v>
                      </c:pt>
                      <c:pt idx="88">
                        <c:v>45926.421724537038</c:v>
                      </c:pt>
                      <c:pt idx="89">
                        <c:v>45926.421724537038</c:v>
                      </c:pt>
                      <c:pt idx="90">
                        <c:v>45926.421724537038</c:v>
                      </c:pt>
                      <c:pt idx="91">
                        <c:v>45926.421724537038</c:v>
                      </c:pt>
                      <c:pt idx="92">
                        <c:v>45926.421724537038</c:v>
                      </c:pt>
                      <c:pt idx="93">
                        <c:v>45926.421724537038</c:v>
                      </c:pt>
                      <c:pt idx="94">
                        <c:v>45926.421724537038</c:v>
                      </c:pt>
                      <c:pt idx="95">
                        <c:v>45926.421724537038</c:v>
                      </c:pt>
                      <c:pt idx="96">
                        <c:v>45926.421724537038</c:v>
                      </c:pt>
                      <c:pt idx="97">
                        <c:v>45926.421724537038</c:v>
                      </c:pt>
                      <c:pt idx="98">
                        <c:v>45926.421724537038</c:v>
                      </c:pt>
                      <c:pt idx="99">
                        <c:v>45926.421724537038</c:v>
                      </c:pt>
                      <c:pt idx="100">
                        <c:v>45926.421724537038</c:v>
                      </c:pt>
                      <c:pt idx="101">
                        <c:v>45926.421736111108</c:v>
                      </c:pt>
                      <c:pt idx="102">
                        <c:v>45926.421736111108</c:v>
                      </c:pt>
                      <c:pt idx="103">
                        <c:v>45926.421736111108</c:v>
                      </c:pt>
                      <c:pt idx="104">
                        <c:v>45926.421736111108</c:v>
                      </c:pt>
                      <c:pt idx="105">
                        <c:v>45926.421736111108</c:v>
                      </c:pt>
                      <c:pt idx="106">
                        <c:v>45926.421736111108</c:v>
                      </c:pt>
                      <c:pt idx="107">
                        <c:v>45926.421736111108</c:v>
                      </c:pt>
                      <c:pt idx="108">
                        <c:v>45926.421736111108</c:v>
                      </c:pt>
                      <c:pt idx="109">
                        <c:v>45926.421736111108</c:v>
                      </c:pt>
                      <c:pt idx="110">
                        <c:v>45926.421736111108</c:v>
                      </c:pt>
                      <c:pt idx="111">
                        <c:v>45926.421736111108</c:v>
                      </c:pt>
                      <c:pt idx="112">
                        <c:v>45926.421736111108</c:v>
                      </c:pt>
                      <c:pt idx="113">
                        <c:v>45926.421736111108</c:v>
                      </c:pt>
                      <c:pt idx="114">
                        <c:v>45926.421736111108</c:v>
                      </c:pt>
                      <c:pt idx="115">
                        <c:v>45926.421736111108</c:v>
                      </c:pt>
                      <c:pt idx="116">
                        <c:v>45926.421736111108</c:v>
                      </c:pt>
                      <c:pt idx="117">
                        <c:v>45926.421736111108</c:v>
                      </c:pt>
                      <c:pt idx="118">
                        <c:v>45926.421736111108</c:v>
                      </c:pt>
                      <c:pt idx="119">
                        <c:v>45926.421747685185</c:v>
                      </c:pt>
                      <c:pt idx="120">
                        <c:v>45926.421747685185</c:v>
                      </c:pt>
                      <c:pt idx="121">
                        <c:v>45926.421747685185</c:v>
                      </c:pt>
                      <c:pt idx="122">
                        <c:v>45926.421747685185</c:v>
                      </c:pt>
                      <c:pt idx="123">
                        <c:v>45926.421747685185</c:v>
                      </c:pt>
                      <c:pt idx="124">
                        <c:v>45926.421747685185</c:v>
                      </c:pt>
                      <c:pt idx="125">
                        <c:v>45926.421747685185</c:v>
                      </c:pt>
                      <c:pt idx="126">
                        <c:v>45926.421747685185</c:v>
                      </c:pt>
                      <c:pt idx="127">
                        <c:v>45926.421747685185</c:v>
                      </c:pt>
                      <c:pt idx="128">
                        <c:v>45926.421747685185</c:v>
                      </c:pt>
                      <c:pt idx="129">
                        <c:v>45926.421747685185</c:v>
                      </c:pt>
                      <c:pt idx="130">
                        <c:v>45926.421747685185</c:v>
                      </c:pt>
                      <c:pt idx="131">
                        <c:v>45926.421747685185</c:v>
                      </c:pt>
                      <c:pt idx="132">
                        <c:v>45926.421747685185</c:v>
                      </c:pt>
                      <c:pt idx="133">
                        <c:v>45926.421747685185</c:v>
                      </c:pt>
                      <c:pt idx="134">
                        <c:v>45926.421747685185</c:v>
                      </c:pt>
                      <c:pt idx="135">
                        <c:v>45926.421747685185</c:v>
                      </c:pt>
                      <c:pt idx="136">
                        <c:v>45926.421747685185</c:v>
                      </c:pt>
                      <c:pt idx="137">
                        <c:v>45926.421747685185</c:v>
                      </c:pt>
                      <c:pt idx="138">
                        <c:v>45926.421747685185</c:v>
                      </c:pt>
                      <c:pt idx="139">
                        <c:v>45926.421759259261</c:v>
                      </c:pt>
                      <c:pt idx="140">
                        <c:v>45926.421759259261</c:v>
                      </c:pt>
                      <c:pt idx="141">
                        <c:v>45926.421759259261</c:v>
                      </c:pt>
                      <c:pt idx="142">
                        <c:v>45926.421759259261</c:v>
                      </c:pt>
                      <c:pt idx="143">
                        <c:v>45926.421759259261</c:v>
                      </c:pt>
                      <c:pt idx="144">
                        <c:v>45926.421759259261</c:v>
                      </c:pt>
                      <c:pt idx="145">
                        <c:v>45926.421759259261</c:v>
                      </c:pt>
                      <c:pt idx="146">
                        <c:v>45926.421759259261</c:v>
                      </c:pt>
                      <c:pt idx="147">
                        <c:v>45926.421759259261</c:v>
                      </c:pt>
                      <c:pt idx="148">
                        <c:v>45926.421759259261</c:v>
                      </c:pt>
                      <c:pt idx="149">
                        <c:v>45926.421759259261</c:v>
                      </c:pt>
                      <c:pt idx="150">
                        <c:v>45926.421759259261</c:v>
                      </c:pt>
                      <c:pt idx="151">
                        <c:v>45926.421759259261</c:v>
                      </c:pt>
                      <c:pt idx="152">
                        <c:v>45926.421759259261</c:v>
                      </c:pt>
                      <c:pt idx="153">
                        <c:v>45926.421759259261</c:v>
                      </c:pt>
                      <c:pt idx="154">
                        <c:v>45926.421759259261</c:v>
                      </c:pt>
                      <c:pt idx="155">
                        <c:v>45926.421759259261</c:v>
                      </c:pt>
                      <c:pt idx="156">
                        <c:v>45926.421759259261</c:v>
                      </c:pt>
                      <c:pt idx="157">
                        <c:v>45926.421759259261</c:v>
                      </c:pt>
                      <c:pt idx="158">
                        <c:v>45926.421759259261</c:v>
                      </c:pt>
                      <c:pt idx="159">
                        <c:v>45926.421770833331</c:v>
                      </c:pt>
                      <c:pt idx="160">
                        <c:v>45926.421770833331</c:v>
                      </c:pt>
                      <c:pt idx="161">
                        <c:v>45926.421770833331</c:v>
                      </c:pt>
                      <c:pt idx="162">
                        <c:v>45926.421770833331</c:v>
                      </c:pt>
                      <c:pt idx="163">
                        <c:v>45926.421770833331</c:v>
                      </c:pt>
                      <c:pt idx="164">
                        <c:v>45926.421770833331</c:v>
                      </c:pt>
                      <c:pt idx="165">
                        <c:v>45926.421770833331</c:v>
                      </c:pt>
                      <c:pt idx="166">
                        <c:v>45926.421770833331</c:v>
                      </c:pt>
                      <c:pt idx="167">
                        <c:v>45926.421770833331</c:v>
                      </c:pt>
                      <c:pt idx="168">
                        <c:v>45926.421770833331</c:v>
                      </c:pt>
                      <c:pt idx="169">
                        <c:v>45926.421770833331</c:v>
                      </c:pt>
                      <c:pt idx="170">
                        <c:v>45926.421770833331</c:v>
                      </c:pt>
                      <c:pt idx="171">
                        <c:v>45926.421770833331</c:v>
                      </c:pt>
                      <c:pt idx="172">
                        <c:v>45926.421770833331</c:v>
                      </c:pt>
                      <c:pt idx="173">
                        <c:v>45926.421770833331</c:v>
                      </c:pt>
                      <c:pt idx="174">
                        <c:v>45926.421770833331</c:v>
                      </c:pt>
                      <c:pt idx="175">
                        <c:v>45926.421770833331</c:v>
                      </c:pt>
                      <c:pt idx="176">
                        <c:v>45926.421770833331</c:v>
                      </c:pt>
                      <c:pt idx="177">
                        <c:v>45926.421782407408</c:v>
                      </c:pt>
                      <c:pt idx="178">
                        <c:v>45926.421782407408</c:v>
                      </c:pt>
                      <c:pt idx="179">
                        <c:v>45926.421782407408</c:v>
                      </c:pt>
                      <c:pt idx="180">
                        <c:v>45926.421782407408</c:v>
                      </c:pt>
                      <c:pt idx="181">
                        <c:v>45926.421782407408</c:v>
                      </c:pt>
                      <c:pt idx="182">
                        <c:v>45926.421782407408</c:v>
                      </c:pt>
                      <c:pt idx="183">
                        <c:v>45926.421782407408</c:v>
                      </c:pt>
                      <c:pt idx="184">
                        <c:v>45926.421782407408</c:v>
                      </c:pt>
                      <c:pt idx="185">
                        <c:v>45926.421782407408</c:v>
                      </c:pt>
                      <c:pt idx="186">
                        <c:v>45926.421782407408</c:v>
                      </c:pt>
                      <c:pt idx="187">
                        <c:v>45926.421782407408</c:v>
                      </c:pt>
                      <c:pt idx="188">
                        <c:v>45926.421782407408</c:v>
                      </c:pt>
                      <c:pt idx="189">
                        <c:v>45926.421782407408</c:v>
                      </c:pt>
                      <c:pt idx="190">
                        <c:v>45926.421782407408</c:v>
                      </c:pt>
                      <c:pt idx="191">
                        <c:v>45926.421782407408</c:v>
                      </c:pt>
                      <c:pt idx="192">
                        <c:v>45926.421782407408</c:v>
                      </c:pt>
                      <c:pt idx="193">
                        <c:v>45926.421782407408</c:v>
                      </c:pt>
                      <c:pt idx="194">
                        <c:v>45926.421782407408</c:v>
                      </c:pt>
                      <c:pt idx="195">
                        <c:v>45926.421782407408</c:v>
                      </c:pt>
                      <c:pt idx="196">
                        <c:v>45926.421782407408</c:v>
                      </c:pt>
                      <c:pt idx="197">
                        <c:v>45926.421782407408</c:v>
                      </c:pt>
                      <c:pt idx="198">
                        <c:v>45926.421782407408</c:v>
                      </c:pt>
                      <c:pt idx="199">
                        <c:v>45926.421793981484</c:v>
                      </c:pt>
                      <c:pt idx="200">
                        <c:v>45926.421793981484</c:v>
                      </c:pt>
                      <c:pt idx="201">
                        <c:v>45926.421793981484</c:v>
                      </c:pt>
                      <c:pt idx="202">
                        <c:v>45926.421793981484</c:v>
                      </c:pt>
                      <c:pt idx="203">
                        <c:v>45926.421793981484</c:v>
                      </c:pt>
                      <c:pt idx="204">
                        <c:v>45926.421793981484</c:v>
                      </c:pt>
                      <c:pt idx="205">
                        <c:v>45926.421793981484</c:v>
                      </c:pt>
                      <c:pt idx="206">
                        <c:v>45926.421793981484</c:v>
                      </c:pt>
                      <c:pt idx="207">
                        <c:v>45926.421793981484</c:v>
                      </c:pt>
                      <c:pt idx="208">
                        <c:v>45926.421793981484</c:v>
                      </c:pt>
                      <c:pt idx="209">
                        <c:v>45926.421793981484</c:v>
                      </c:pt>
                      <c:pt idx="210">
                        <c:v>45926.421793981484</c:v>
                      </c:pt>
                      <c:pt idx="211">
                        <c:v>45926.421793981484</c:v>
                      </c:pt>
                      <c:pt idx="212">
                        <c:v>45926.421793981484</c:v>
                      </c:pt>
                      <c:pt idx="213">
                        <c:v>45926.421793981484</c:v>
                      </c:pt>
                      <c:pt idx="214">
                        <c:v>45926.421793981484</c:v>
                      </c:pt>
                      <c:pt idx="215">
                        <c:v>45926.421793981484</c:v>
                      </c:pt>
                      <c:pt idx="216">
                        <c:v>45926.421793981484</c:v>
                      </c:pt>
                      <c:pt idx="217">
                        <c:v>45926.421793981484</c:v>
                      </c:pt>
                      <c:pt idx="218">
                        <c:v>45926.421793981484</c:v>
                      </c:pt>
                      <c:pt idx="219">
                        <c:v>45926.421793981484</c:v>
                      </c:pt>
                      <c:pt idx="220">
                        <c:v>45926.421805555554</c:v>
                      </c:pt>
                      <c:pt idx="221">
                        <c:v>45926.421805555554</c:v>
                      </c:pt>
                      <c:pt idx="222">
                        <c:v>45926.421805555554</c:v>
                      </c:pt>
                      <c:pt idx="223">
                        <c:v>45926.421805555554</c:v>
                      </c:pt>
                      <c:pt idx="224">
                        <c:v>45926.421805555554</c:v>
                      </c:pt>
                      <c:pt idx="225">
                        <c:v>45926.421805555554</c:v>
                      </c:pt>
                      <c:pt idx="226">
                        <c:v>45926.421805555554</c:v>
                      </c:pt>
                      <c:pt idx="227">
                        <c:v>45926.421805555554</c:v>
                      </c:pt>
                      <c:pt idx="228">
                        <c:v>45926.421805555554</c:v>
                      </c:pt>
                      <c:pt idx="229">
                        <c:v>45926.421805555554</c:v>
                      </c:pt>
                      <c:pt idx="230">
                        <c:v>45926.421805555554</c:v>
                      </c:pt>
                      <c:pt idx="231">
                        <c:v>45926.421805555554</c:v>
                      </c:pt>
                      <c:pt idx="232">
                        <c:v>45926.421805555554</c:v>
                      </c:pt>
                      <c:pt idx="233">
                        <c:v>45926.421805555554</c:v>
                      </c:pt>
                      <c:pt idx="234">
                        <c:v>45926.421805555554</c:v>
                      </c:pt>
                      <c:pt idx="235">
                        <c:v>45926.421805555554</c:v>
                      </c:pt>
                      <c:pt idx="236">
                        <c:v>45926.421805555554</c:v>
                      </c:pt>
                      <c:pt idx="237">
                        <c:v>45926.421805555554</c:v>
                      </c:pt>
                      <c:pt idx="238">
                        <c:v>45926.421805555554</c:v>
                      </c:pt>
                      <c:pt idx="239">
                        <c:v>45926.421805555554</c:v>
                      </c:pt>
                      <c:pt idx="240">
                        <c:v>45926.421805555554</c:v>
                      </c:pt>
                      <c:pt idx="241">
                        <c:v>45926.421817129631</c:v>
                      </c:pt>
                      <c:pt idx="242">
                        <c:v>45926.421817129631</c:v>
                      </c:pt>
                      <c:pt idx="243">
                        <c:v>45926.421817129631</c:v>
                      </c:pt>
                      <c:pt idx="244">
                        <c:v>45926.421817129631</c:v>
                      </c:pt>
                      <c:pt idx="245">
                        <c:v>45926.421817129631</c:v>
                      </c:pt>
                      <c:pt idx="246">
                        <c:v>45926.421817129631</c:v>
                      </c:pt>
                      <c:pt idx="247">
                        <c:v>45926.421817129631</c:v>
                      </c:pt>
                      <c:pt idx="248">
                        <c:v>45926.421817129631</c:v>
                      </c:pt>
                      <c:pt idx="249">
                        <c:v>45926.421817129631</c:v>
                      </c:pt>
                      <c:pt idx="250">
                        <c:v>45926.421817129631</c:v>
                      </c:pt>
                      <c:pt idx="251">
                        <c:v>45926.421817129631</c:v>
                      </c:pt>
                      <c:pt idx="252">
                        <c:v>45926.421817129631</c:v>
                      </c:pt>
                      <c:pt idx="253">
                        <c:v>45926.421817129631</c:v>
                      </c:pt>
                      <c:pt idx="254">
                        <c:v>45926.421817129631</c:v>
                      </c:pt>
                      <c:pt idx="255">
                        <c:v>45926.421817129631</c:v>
                      </c:pt>
                      <c:pt idx="256">
                        <c:v>45926.421817129631</c:v>
                      </c:pt>
                      <c:pt idx="257">
                        <c:v>45926.421817129631</c:v>
                      </c:pt>
                      <c:pt idx="258">
                        <c:v>45926.421817129631</c:v>
                      </c:pt>
                      <c:pt idx="259">
                        <c:v>45926.421817129631</c:v>
                      </c:pt>
                      <c:pt idx="260">
                        <c:v>45926.421817129631</c:v>
                      </c:pt>
                      <c:pt idx="261">
                        <c:v>45926.4218287037</c:v>
                      </c:pt>
                      <c:pt idx="262">
                        <c:v>45926.4218287037</c:v>
                      </c:pt>
                      <c:pt idx="263">
                        <c:v>45926.4218287037</c:v>
                      </c:pt>
                      <c:pt idx="264">
                        <c:v>45926.4218287037</c:v>
                      </c:pt>
                      <c:pt idx="265">
                        <c:v>45926.4218287037</c:v>
                      </c:pt>
                      <c:pt idx="266">
                        <c:v>45926.4218287037</c:v>
                      </c:pt>
                      <c:pt idx="267">
                        <c:v>45926.4218287037</c:v>
                      </c:pt>
                      <c:pt idx="268">
                        <c:v>45926.4218287037</c:v>
                      </c:pt>
                      <c:pt idx="269">
                        <c:v>45926.4218287037</c:v>
                      </c:pt>
                      <c:pt idx="270">
                        <c:v>45926.4218287037</c:v>
                      </c:pt>
                      <c:pt idx="271">
                        <c:v>45926.4218287037</c:v>
                      </c:pt>
                      <c:pt idx="272">
                        <c:v>45926.4218287037</c:v>
                      </c:pt>
                      <c:pt idx="273">
                        <c:v>45926.4218287037</c:v>
                      </c:pt>
                      <c:pt idx="274">
                        <c:v>45926.4218287037</c:v>
                      </c:pt>
                      <c:pt idx="275">
                        <c:v>45926.4218287037</c:v>
                      </c:pt>
                      <c:pt idx="276">
                        <c:v>45926.4218287037</c:v>
                      </c:pt>
                      <c:pt idx="277">
                        <c:v>45926.4218287037</c:v>
                      </c:pt>
                      <c:pt idx="278">
                        <c:v>45926.4218287037</c:v>
                      </c:pt>
                      <c:pt idx="279">
                        <c:v>45926.4218287037</c:v>
                      </c:pt>
                      <c:pt idx="280">
                        <c:v>45926.4218287037</c:v>
                      </c:pt>
                      <c:pt idx="281">
                        <c:v>45926.421840277777</c:v>
                      </c:pt>
                      <c:pt idx="282">
                        <c:v>45926.421840277777</c:v>
                      </c:pt>
                      <c:pt idx="283">
                        <c:v>45926.421840277777</c:v>
                      </c:pt>
                      <c:pt idx="284">
                        <c:v>45926.421840277777</c:v>
                      </c:pt>
                      <c:pt idx="285">
                        <c:v>45926.421840277777</c:v>
                      </c:pt>
                      <c:pt idx="286">
                        <c:v>45926.421840277777</c:v>
                      </c:pt>
                      <c:pt idx="287">
                        <c:v>45926.421840277777</c:v>
                      </c:pt>
                      <c:pt idx="288">
                        <c:v>45926.421840277777</c:v>
                      </c:pt>
                      <c:pt idx="289">
                        <c:v>45926.421840277777</c:v>
                      </c:pt>
                      <c:pt idx="290">
                        <c:v>45926.421840277777</c:v>
                      </c:pt>
                      <c:pt idx="291">
                        <c:v>45926.421840277777</c:v>
                      </c:pt>
                      <c:pt idx="292">
                        <c:v>45926.421840277777</c:v>
                      </c:pt>
                      <c:pt idx="293">
                        <c:v>45926.421840277777</c:v>
                      </c:pt>
                      <c:pt idx="294">
                        <c:v>45926.421840277777</c:v>
                      </c:pt>
                      <c:pt idx="295">
                        <c:v>45926.421840277777</c:v>
                      </c:pt>
                      <c:pt idx="296">
                        <c:v>45926.421840277777</c:v>
                      </c:pt>
                      <c:pt idx="297">
                        <c:v>45926.421840277777</c:v>
                      </c:pt>
                      <c:pt idx="298">
                        <c:v>45926.421840277777</c:v>
                      </c:pt>
                      <c:pt idx="299">
                        <c:v>45926.421840277777</c:v>
                      </c:pt>
                      <c:pt idx="300">
                        <c:v>45926.421840277777</c:v>
                      </c:pt>
                      <c:pt idx="301">
                        <c:v>45926.421840277777</c:v>
                      </c:pt>
                      <c:pt idx="302">
                        <c:v>45926.421851851854</c:v>
                      </c:pt>
                      <c:pt idx="303">
                        <c:v>45926.421851851854</c:v>
                      </c:pt>
                      <c:pt idx="304">
                        <c:v>45926.421851851854</c:v>
                      </c:pt>
                      <c:pt idx="305">
                        <c:v>45926.421851851854</c:v>
                      </c:pt>
                      <c:pt idx="306">
                        <c:v>45926.421851851854</c:v>
                      </c:pt>
                      <c:pt idx="307">
                        <c:v>45926.421851851854</c:v>
                      </c:pt>
                      <c:pt idx="308">
                        <c:v>45926.421851851854</c:v>
                      </c:pt>
                      <c:pt idx="309">
                        <c:v>45926.421851851854</c:v>
                      </c:pt>
                      <c:pt idx="310">
                        <c:v>45926.421851851854</c:v>
                      </c:pt>
                      <c:pt idx="311">
                        <c:v>45926.421851851854</c:v>
                      </c:pt>
                      <c:pt idx="312">
                        <c:v>45926.421851851854</c:v>
                      </c:pt>
                      <c:pt idx="313">
                        <c:v>45926.421851851854</c:v>
                      </c:pt>
                      <c:pt idx="314">
                        <c:v>45926.421851851854</c:v>
                      </c:pt>
                      <c:pt idx="315">
                        <c:v>45926.421851851854</c:v>
                      </c:pt>
                      <c:pt idx="316">
                        <c:v>45926.421851851854</c:v>
                      </c:pt>
                      <c:pt idx="317">
                        <c:v>45926.421851851854</c:v>
                      </c:pt>
                      <c:pt idx="318">
                        <c:v>45926.421851851854</c:v>
                      </c:pt>
                      <c:pt idx="319">
                        <c:v>45926.421851851854</c:v>
                      </c:pt>
                      <c:pt idx="320">
                        <c:v>45926.421851851854</c:v>
                      </c:pt>
                      <c:pt idx="321">
                        <c:v>45926.421851851854</c:v>
                      </c:pt>
                      <c:pt idx="322">
                        <c:v>45926.421863425923</c:v>
                      </c:pt>
                      <c:pt idx="323">
                        <c:v>45926.421863425923</c:v>
                      </c:pt>
                      <c:pt idx="324">
                        <c:v>45926.421863425923</c:v>
                      </c:pt>
                      <c:pt idx="325">
                        <c:v>45926.421863425923</c:v>
                      </c:pt>
                      <c:pt idx="326">
                        <c:v>45926.421863425923</c:v>
                      </c:pt>
                      <c:pt idx="327">
                        <c:v>45926.421863425923</c:v>
                      </c:pt>
                      <c:pt idx="328">
                        <c:v>45926.421863425923</c:v>
                      </c:pt>
                      <c:pt idx="329">
                        <c:v>45926.421863425923</c:v>
                      </c:pt>
                      <c:pt idx="330">
                        <c:v>45926.421863425923</c:v>
                      </c:pt>
                      <c:pt idx="331">
                        <c:v>45926.421863425923</c:v>
                      </c:pt>
                      <c:pt idx="332">
                        <c:v>45926.421863425923</c:v>
                      </c:pt>
                      <c:pt idx="333">
                        <c:v>45926.421863425923</c:v>
                      </c:pt>
                      <c:pt idx="334">
                        <c:v>45926.421863425923</c:v>
                      </c:pt>
                      <c:pt idx="335">
                        <c:v>45926.421863425923</c:v>
                      </c:pt>
                      <c:pt idx="336">
                        <c:v>45926.421863425923</c:v>
                      </c:pt>
                      <c:pt idx="337">
                        <c:v>45926.421863425923</c:v>
                      </c:pt>
                      <c:pt idx="338">
                        <c:v>45926.421863425923</c:v>
                      </c:pt>
                      <c:pt idx="339">
                        <c:v>45926.421863425923</c:v>
                      </c:pt>
                      <c:pt idx="340">
                        <c:v>45926.421863425923</c:v>
                      </c:pt>
                      <c:pt idx="341">
                        <c:v>45926.421875</c:v>
                      </c:pt>
                      <c:pt idx="342">
                        <c:v>45926.421875</c:v>
                      </c:pt>
                      <c:pt idx="343">
                        <c:v>45926.421875</c:v>
                      </c:pt>
                      <c:pt idx="344">
                        <c:v>45926.421875</c:v>
                      </c:pt>
                      <c:pt idx="345">
                        <c:v>45926.421875</c:v>
                      </c:pt>
                      <c:pt idx="346">
                        <c:v>45926.421875</c:v>
                      </c:pt>
                      <c:pt idx="347">
                        <c:v>45926.421875</c:v>
                      </c:pt>
                      <c:pt idx="348">
                        <c:v>45926.421875</c:v>
                      </c:pt>
                      <c:pt idx="349">
                        <c:v>45926.421875</c:v>
                      </c:pt>
                      <c:pt idx="350">
                        <c:v>45926.421875</c:v>
                      </c:pt>
                      <c:pt idx="351">
                        <c:v>45926.421875</c:v>
                      </c:pt>
                      <c:pt idx="352">
                        <c:v>45926.421875</c:v>
                      </c:pt>
                      <c:pt idx="353">
                        <c:v>45926.421875</c:v>
                      </c:pt>
                      <c:pt idx="354">
                        <c:v>45926.421875</c:v>
                      </c:pt>
                      <c:pt idx="355">
                        <c:v>45926.421875</c:v>
                      </c:pt>
                      <c:pt idx="356">
                        <c:v>45926.421875</c:v>
                      </c:pt>
                      <c:pt idx="357">
                        <c:v>45926.421875</c:v>
                      </c:pt>
                      <c:pt idx="358">
                        <c:v>45926.421875</c:v>
                      </c:pt>
                      <c:pt idx="359">
                        <c:v>45926.421875</c:v>
                      </c:pt>
                      <c:pt idx="360">
                        <c:v>45926.421875</c:v>
                      </c:pt>
                      <c:pt idx="361">
                        <c:v>45926.421886574077</c:v>
                      </c:pt>
                      <c:pt idx="362">
                        <c:v>45926.421886574077</c:v>
                      </c:pt>
                      <c:pt idx="363">
                        <c:v>45926.421886574077</c:v>
                      </c:pt>
                      <c:pt idx="364">
                        <c:v>45926.421886574077</c:v>
                      </c:pt>
                      <c:pt idx="365">
                        <c:v>45926.421886574077</c:v>
                      </c:pt>
                      <c:pt idx="366">
                        <c:v>45926.421886574077</c:v>
                      </c:pt>
                      <c:pt idx="367">
                        <c:v>45926.421886574077</c:v>
                      </c:pt>
                      <c:pt idx="368">
                        <c:v>45926.421886574077</c:v>
                      </c:pt>
                      <c:pt idx="369">
                        <c:v>45926.421886574077</c:v>
                      </c:pt>
                      <c:pt idx="370">
                        <c:v>45926.421886574077</c:v>
                      </c:pt>
                      <c:pt idx="371">
                        <c:v>45926.421886574077</c:v>
                      </c:pt>
                      <c:pt idx="372">
                        <c:v>45926.421886574077</c:v>
                      </c:pt>
                      <c:pt idx="373">
                        <c:v>45926.421886574077</c:v>
                      </c:pt>
                      <c:pt idx="374">
                        <c:v>45926.421886574077</c:v>
                      </c:pt>
                      <c:pt idx="375">
                        <c:v>45926.421886574077</c:v>
                      </c:pt>
                      <c:pt idx="376">
                        <c:v>45926.421886574077</c:v>
                      </c:pt>
                      <c:pt idx="377">
                        <c:v>45926.421886574077</c:v>
                      </c:pt>
                      <c:pt idx="378">
                        <c:v>45926.421886574077</c:v>
                      </c:pt>
                      <c:pt idx="379">
                        <c:v>45926.421886574077</c:v>
                      </c:pt>
                      <c:pt idx="380">
                        <c:v>45926.421886574077</c:v>
                      </c:pt>
                      <c:pt idx="381">
                        <c:v>45926.421898148146</c:v>
                      </c:pt>
                      <c:pt idx="382">
                        <c:v>45926.421898148146</c:v>
                      </c:pt>
                      <c:pt idx="383">
                        <c:v>45926.421898148146</c:v>
                      </c:pt>
                      <c:pt idx="384">
                        <c:v>45926.421898148146</c:v>
                      </c:pt>
                      <c:pt idx="385">
                        <c:v>45926.421898148146</c:v>
                      </c:pt>
                      <c:pt idx="386">
                        <c:v>45926.421898148146</c:v>
                      </c:pt>
                      <c:pt idx="387">
                        <c:v>45926.421898148146</c:v>
                      </c:pt>
                      <c:pt idx="388">
                        <c:v>45926.421898148146</c:v>
                      </c:pt>
                      <c:pt idx="389">
                        <c:v>45926.421898148146</c:v>
                      </c:pt>
                      <c:pt idx="390">
                        <c:v>45926.421898148146</c:v>
                      </c:pt>
                      <c:pt idx="391">
                        <c:v>45926.421898148146</c:v>
                      </c:pt>
                      <c:pt idx="392">
                        <c:v>45926.421898148146</c:v>
                      </c:pt>
                      <c:pt idx="393">
                        <c:v>45926.421898148146</c:v>
                      </c:pt>
                      <c:pt idx="394">
                        <c:v>45926.421898148146</c:v>
                      </c:pt>
                      <c:pt idx="395">
                        <c:v>45926.421898148146</c:v>
                      </c:pt>
                      <c:pt idx="396">
                        <c:v>45926.421898148146</c:v>
                      </c:pt>
                      <c:pt idx="397">
                        <c:v>45926.421898148146</c:v>
                      </c:pt>
                      <c:pt idx="398">
                        <c:v>45926.421898148146</c:v>
                      </c:pt>
                      <c:pt idx="399">
                        <c:v>45926.421898148146</c:v>
                      </c:pt>
                      <c:pt idx="400">
                        <c:v>45926.421909722223</c:v>
                      </c:pt>
                      <c:pt idx="401">
                        <c:v>45926.421909722223</c:v>
                      </c:pt>
                      <c:pt idx="402">
                        <c:v>45926.421909722223</c:v>
                      </c:pt>
                      <c:pt idx="403">
                        <c:v>45926.421909722223</c:v>
                      </c:pt>
                      <c:pt idx="404">
                        <c:v>45926.421909722223</c:v>
                      </c:pt>
                      <c:pt idx="405">
                        <c:v>45926.421909722223</c:v>
                      </c:pt>
                      <c:pt idx="406">
                        <c:v>45926.421909722223</c:v>
                      </c:pt>
                      <c:pt idx="407">
                        <c:v>45926.421909722223</c:v>
                      </c:pt>
                      <c:pt idx="408">
                        <c:v>45926.421909722223</c:v>
                      </c:pt>
                      <c:pt idx="409">
                        <c:v>45926.421909722223</c:v>
                      </c:pt>
                      <c:pt idx="410">
                        <c:v>45926.421909722223</c:v>
                      </c:pt>
                      <c:pt idx="411">
                        <c:v>45926.421909722223</c:v>
                      </c:pt>
                      <c:pt idx="412">
                        <c:v>45926.421909722223</c:v>
                      </c:pt>
                      <c:pt idx="413">
                        <c:v>45926.421909722223</c:v>
                      </c:pt>
                    </c:numCache>
                  </c:num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Sheet1!$H$2:$H$415</c15:sqref>
                        </c15:formulaRef>
                      </c:ext>
                    </c:extLst>
                    <c:numCache>
                      <c:formatCode>General</c:formatCode>
                      <c:ptCount val="414"/>
                      <c:pt idx="0">
                        <c:v>0</c:v>
                      </c:pt>
                      <c:pt idx="1">
                        <c:v>0</c:v>
                      </c:pt>
                      <c:pt idx="2">
                        <c:v>0</c:v>
                      </c:pt>
                      <c:pt idx="3">
                        <c:v>0</c:v>
                      </c:pt>
                      <c:pt idx="4">
                        <c:v>0</c:v>
                      </c:pt>
                      <c:pt idx="5">
                        <c:v>0</c:v>
                      </c:pt>
                      <c:pt idx="6">
                        <c:v>0</c:v>
                      </c:pt>
                      <c:pt idx="7">
                        <c:v>0</c:v>
                      </c:pt>
                      <c:pt idx="8">
                        <c:v>0</c:v>
                      </c:pt>
                      <c:pt idx="9">
                        <c:v>0</c:v>
                      </c:pt>
                      <c:pt idx="10">
                        <c:v>0</c:v>
                      </c:pt>
                      <c:pt idx="11">
                        <c:v>0</c:v>
                      </c:pt>
                      <c:pt idx="12">
                        <c:v>0</c:v>
                      </c:pt>
                      <c:pt idx="13">
                        <c:v>0</c:v>
                      </c:pt>
                      <c:pt idx="14">
                        <c:v>0</c:v>
                      </c:pt>
                      <c:pt idx="15">
                        <c:v>0</c:v>
                      </c:pt>
                      <c:pt idx="16">
                        <c:v>0</c:v>
                      </c:pt>
                      <c:pt idx="17">
                        <c:v>0</c:v>
                      </c:pt>
                      <c:pt idx="18">
                        <c:v>0</c:v>
                      </c:pt>
                      <c:pt idx="19">
                        <c:v>0</c:v>
                      </c:pt>
                      <c:pt idx="20">
                        <c:v>0</c:v>
                      </c:pt>
                      <c:pt idx="21">
                        <c:v>0</c:v>
                      </c:pt>
                      <c:pt idx="22">
                        <c:v>0</c:v>
                      </c:pt>
                      <c:pt idx="23">
                        <c:v>0</c:v>
                      </c:pt>
                      <c:pt idx="24">
                        <c:v>0</c:v>
                      </c:pt>
                      <c:pt idx="25">
                        <c:v>0</c:v>
                      </c:pt>
                      <c:pt idx="26">
                        <c:v>0</c:v>
                      </c:pt>
                      <c:pt idx="27">
                        <c:v>0</c:v>
                      </c:pt>
                      <c:pt idx="28">
                        <c:v>0</c:v>
                      </c:pt>
                      <c:pt idx="29">
                        <c:v>0</c:v>
                      </c:pt>
                      <c:pt idx="30">
                        <c:v>0</c:v>
                      </c:pt>
                      <c:pt idx="31">
                        <c:v>0</c:v>
                      </c:pt>
                      <c:pt idx="32">
                        <c:v>0</c:v>
                      </c:pt>
                      <c:pt idx="33">
                        <c:v>0</c:v>
                      </c:pt>
                      <c:pt idx="34">
                        <c:v>0</c:v>
                      </c:pt>
                      <c:pt idx="35">
                        <c:v>0</c:v>
                      </c:pt>
                      <c:pt idx="36">
                        <c:v>0</c:v>
                      </c:pt>
                      <c:pt idx="37">
                        <c:v>0</c:v>
                      </c:pt>
                      <c:pt idx="38">
                        <c:v>1</c:v>
                      </c:pt>
                      <c:pt idx="39">
                        <c:v>1</c:v>
                      </c:pt>
                      <c:pt idx="40">
                        <c:v>1</c:v>
                      </c:pt>
                      <c:pt idx="41">
                        <c:v>1</c:v>
                      </c:pt>
                      <c:pt idx="42">
                        <c:v>1</c:v>
                      </c:pt>
                      <c:pt idx="43">
                        <c:v>1</c:v>
                      </c:pt>
                      <c:pt idx="44">
                        <c:v>1</c:v>
                      </c:pt>
                      <c:pt idx="45">
                        <c:v>1</c:v>
                      </c:pt>
                      <c:pt idx="46">
                        <c:v>1</c:v>
                      </c:pt>
                      <c:pt idx="47">
                        <c:v>1</c:v>
                      </c:pt>
                      <c:pt idx="48">
                        <c:v>1</c:v>
                      </c:pt>
                      <c:pt idx="49">
                        <c:v>1</c:v>
                      </c:pt>
                      <c:pt idx="50">
                        <c:v>1</c:v>
                      </c:pt>
                      <c:pt idx="51">
                        <c:v>1</c:v>
                      </c:pt>
                      <c:pt idx="52">
                        <c:v>1</c:v>
                      </c:pt>
                      <c:pt idx="53">
                        <c:v>1</c:v>
                      </c:pt>
                      <c:pt idx="54">
                        <c:v>1</c:v>
                      </c:pt>
                      <c:pt idx="55">
                        <c:v>1</c:v>
                      </c:pt>
                      <c:pt idx="56">
                        <c:v>1</c:v>
                      </c:pt>
                      <c:pt idx="57">
                        <c:v>1</c:v>
                      </c:pt>
                      <c:pt idx="58">
                        <c:v>1</c:v>
                      </c:pt>
                      <c:pt idx="59">
                        <c:v>1</c:v>
                      </c:pt>
                      <c:pt idx="60">
                        <c:v>1</c:v>
                      </c:pt>
                      <c:pt idx="61">
                        <c:v>1</c:v>
                      </c:pt>
                      <c:pt idx="62">
                        <c:v>1</c:v>
                      </c:pt>
                      <c:pt idx="63">
                        <c:v>1</c:v>
                      </c:pt>
                      <c:pt idx="64">
                        <c:v>1</c:v>
                      </c:pt>
                      <c:pt idx="65">
                        <c:v>1</c:v>
                      </c:pt>
                      <c:pt idx="66">
                        <c:v>1</c:v>
                      </c:pt>
                      <c:pt idx="67">
                        <c:v>1</c:v>
                      </c:pt>
                      <c:pt idx="68">
                        <c:v>1</c:v>
                      </c:pt>
                      <c:pt idx="69">
                        <c:v>1</c:v>
                      </c:pt>
                      <c:pt idx="70">
                        <c:v>1</c:v>
                      </c:pt>
                      <c:pt idx="71">
                        <c:v>1</c:v>
                      </c:pt>
                      <c:pt idx="72">
                        <c:v>1</c:v>
                      </c:pt>
                      <c:pt idx="73">
                        <c:v>1</c:v>
                      </c:pt>
                      <c:pt idx="74">
                        <c:v>1</c:v>
                      </c:pt>
                      <c:pt idx="75">
                        <c:v>1</c:v>
                      </c:pt>
                      <c:pt idx="76">
                        <c:v>1</c:v>
                      </c:pt>
                      <c:pt idx="77">
                        <c:v>1</c:v>
                      </c:pt>
                      <c:pt idx="78">
                        <c:v>1</c:v>
                      </c:pt>
                      <c:pt idx="79">
                        <c:v>1</c:v>
                      </c:pt>
                      <c:pt idx="80">
                        <c:v>1</c:v>
                      </c:pt>
                      <c:pt idx="81">
                        <c:v>1</c:v>
                      </c:pt>
                      <c:pt idx="82">
                        <c:v>1</c:v>
                      </c:pt>
                      <c:pt idx="83">
                        <c:v>1</c:v>
                      </c:pt>
                      <c:pt idx="84">
                        <c:v>1</c:v>
                      </c:pt>
                      <c:pt idx="85">
                        <c:v>1</c:v>
                      </c:pt>
                      <c:pt idx="86">
                        <c:v>1</c:v>
                      </c:pt>
                      <c:pt idx="87">
                        <c:v>1</c:v>
                      </c:pt>
                      <c:pt idx="88">
                        <c:v>1</c:v>
                      </c:pt>
                      <c:pt idx="89">
                        <c:v>1</c:v>
                      </c:pt>
                      <c:pt idx="90">
                        <c:v>1</c:v>
                      </c:pt>
                      <c:pt idx="91">
                        <c:v>1</c:v>
                      </c:pt>
                      <c:pt idx="92">
                        <c:v>1</c:v>
                      </c:pt>
                      <c:pt idx="93">
                        <c:v>1</c:v>
                      </c:pt>
                      <c:pt idx="94">
                        <c:v>1</c:v>
                      </c:pt>
                      <c:pt idx="95">
                        <c:v>1</c:v>
                      </c:pt>
                      <c:pt idx="96">
                        <c:v>1</c:v>
                      </c:pt>
                      <c:pt idx="97">
                        <c:v>1</c:v>
                      </c:pt>
                      <c:pt idx="98">
                        <c:v>1</c:v>
                      </c:pt>
                      <c:pt idx="99">
                        <c:v>1</c:v>
                      </c:pt>
                      <c:pt idx="100">
                        <c:v>1</c:v>
                      </c:pt>
                      <c:pt idx="101">
                        <c:v>1</c:v>
                      </c:pt>
                      <c:pt idx="102">
                        <c:v>1</c:v>
                      </c:pt>
                      <c:pt idx="103">
                        <c:v>1</c:v>
                      </c:pt>
                      <c:pt idx="104">
                        <c:v>1</c:v>
                      </c:pt>
                      <c:pt idx="105">
                        <c:v>1</c:v>
                      </c:pt>
                      <c:pt idx="106">
                        <c:v>1</c:v>
                      </c:pt>
                      <c:pt idx="107">
                        <c:v>1</c:v>
                      </c:pt>
                      <c:pt idx="108">
                        <c:v>1</c:v>
                      </c:pt>
                      <c:pt idx="109">
                        <c:v>1</c:v>
                      </c:pt>
                      <c:pt idx="110">
                        <c:v>1</c:v>
                      </c:pt>
                      <c:pt idx="111">
                        <c:v>1</c:v>
                      </c:pt>
                      <c:pt idx="112">
                        <c:v>1</c:v>
                      </c:pt>
                      <c:pt idx="113">
                        <c:v>1</c:v>
                      </c:pt>
                      <c:pt idx="114">
                        <c:v>1</c:v>
                      </c:pt>
                      <c:pt idx="115">
                        <c:v>1</c:v>
                      </c:pt>
                      <c:pt idx="116">
                        <c:v>1</c:v>
                      </c:pt>
                      <c:pt idx="117">
                        <c:v>1</c:v>
                      </c:pt>
                      <c:pt idx="118">
                        <c:v>1</c:v>
                      </c:pt>
                      <c:pt idx="119">
                        <c:v>1</c:v>
                      </c:pt>
                      <c:pt idx="120">
                        <c:v>1</c:v>
                      </c:pt>
                      <c:pt idx="121">
                        <c:v>1</c:v>
                      </c:pt>
                      <c:pt idx="122">
                        <c:v>1</c:v>
                      </c:pt>
                      <c:pt idx="123">
                        <c:v>1</c:v>
                      </c:pt>
                      <c:pt idx="124">
                        <c:v>1</c:v>
                      </c:pt>
                      <c:pt idx="125">
                        <c:v>1</c:v>
                      </c:pt>
                      <c:pt idx="126">
                        <c:v>1</c:v>
                      </c:pt>
                      <c:pt idx="127">
                        <c:v>1</c:v>
                      </c:pt>
                      <c:pt idx="128">
                        <c:v>1</c:v>
                      </c:pt>
                      <c:pt idx="129">
                        <c:v>1</c:v>
                      </c:pt>
                      <c:pt idx="130">
                        <c:v>1</c:v>
                      </c:pt>
                      <c:pt idx="131">
                        <c:v>1</c:v>
                      </c:pt>
                      <c:pt idx="132">
                        <c:v>1</c:v>
                      </c:pt>
                      <c:pt idx="133">
                        <c:v>1</c:v>
                      </c:pt>
                      <c:pt idx="134">
                        <c:v>1</c:v>
                      </c:pt>
                      <c:pt idx="135">
                        <c:v>1</c:v>
                      </c:pt>
                      <c:pt idx="136">
                        <c:v>1</c:v>
                      </c:pt>
                      <c:pt idx="137">
                        <c:v>1</c:v>
                      </c:pt>
                      <c:pt idx="138">
                        <c:v>1</c:v>
                      </c:pt>
                      <c:pt idx="139">
                        <c:v>1</c:v>
                      </c:pt>
                      <c:pt idx="140">
                        <c:v>1</c:v>
                      </c:pt>
                      <c:pt idx="141">
                        <c:v>1</c:v>
                      </c:pt>
                      <c:pt idx="142">
                        <c:v>1</c:v>
                      </c:pt>
                      <c:pt idx="143">
                        <c:v>1</c:v>
                      </c:pt>
                      <c:pt idx="144">
                        <c:v>1</c:v>
                      </c:pt>
                      <c:pt idx="145">
                        <c:v>1</c:v>
                      </c:pt>
                      <c:pt idx="146">
                        <c:v>1</c:v>
                      </c:pt>
                      <c:pt idx="147">
                        <c:v>1</c:v>
                      </c:pt>
                      <c:pt idx="148">
                        <c:v>1</c:v>
                      </c:pt>
                      <c:pt idx="149">
                        <c:v>1</c:v>
                      </c:pt>
                      <c:pt idx="150">
                        <c:v>1</c:v>
                      </c:pt>
                      <c:pt idx="151">
                        <c:v>1</c:v>
                      </c:pt>
                      <c:pt idx="152">
                        <c:v>1</c:v>
                      </c:pt>
                      <c:pt idx="153">
                        <c:v>1</c:v>
                      </c:pt>
                      <c:pt idx="154">
                        <c:v>1</c:v>
                      </c:pt>
                      <c:pt idx="155">
                        <c:v>1</c:v>
                      </c:pt>
                      <c:pt idx="156">
                        <c:v>1</c:v>
                      </c:pt>
                      <c:pt idx="157">
                        <c:v>1</c:v>
                      </c:pt>
                      <c:pt idx="158">
                        <c:v>1</c:v>
                      </c:pt>
                      <c:pt idx="159">
                        <c:v>1</c:v>
                      </c:pt>
                      <c:pt idx="160">
                        <c:v>1</c:v>
                      </c:pt>
                      <c:pt idx="161">
                        <c:v>1</c:v>
                      </c:pt>
                      <c:pt idx="162">
                        <c:v>1</c:v>
                      </c:pt>
                      <c:pt idx="163">
                        <c:v>1</c:v>
                      </c:pt>
                      <c:pt idx="164">
                        <c:v>1</c:v>
                      </c:pt>
                      <c:pt idx="165">
                        <c:v>1</c:v>
                      </c:pt>
                      <c:pt idx="166">
                        <c:v>1</c:v>
                      </c:pt>
                      <c:pt idx="167">
                        <c:v>1</c:v>
                      </c:pt>
                      <c:pt idx="168">
                        <c:v>1</c:v>
                      </c:pt>
                      <c:pt idx="169">
                        <c:v>1</c:v>
                      </c:pt>
                      <c:pt idx="170">
                        <c:v>1</c:v>
                      </c:pt>
                      <c:pt idx="171">
                        <c:v>1</c:v>
                      </c:pt>
                      <c:pt idx="172">
                        <c:v>1</c:v>
                      </c:pt>
                      <c:pt idx="173">
                        <c:v>1</c:v>
                      </c:pt>
                      <c:pt idx="174">
                        <c:v>1</c:v>
                      </c:pt>
                      <c:pt idx="175">
                        <c:v>1</c:v>
                      </c:pt>
                      <c:pt idx="176">
                        <c:v>1</c:v>
                      </c:pt>
                      <c:pt idx="177">
                        <c:v>1</c:v>
                      </c:pt>
                      <c:pt idx="178">
                        <c:v>1</c:v>
                      </c:pt>
                      <c:pt idx="179">
                        <c:v>1</c:v>
                      </c:pt>
                      <c:pt idx="180">
                        <c:v>1</c:v>
                      </c:pt>
                      <c:pt idx="181">
                        <c:v>1</c:v>
                      </c:pt>
                      <c:pt idx="182">
                        <c:v>1</c:v>
                      </c:pt>
                      <c:pt idx="183">
                        <c:v>1</c:v>
                      </c:pt>
                      <c:pt idx="184">
                        <c:v>1</c:v>
                      </c:pt>
                      <c:pt idx="185">
                        <c:v>1</c:v>
                      </c:pt>
                      <c:pt idx="186">
                        <c:v>1</c:v>
                      </c:pt>
                      <c:pt idx="187">
                        <c:v>1</c:v>
                      </c:pt>
                      <c:pt idx="188">
                        <c:v>1</c:v>
                      </c:pt>
                      <c:pt idx="189">
                        <c:v>1</c:v>
                      </c:pt>
                      <c:pt idx="190">
                        <c:v>1</c:v>
                      </c:pt>
                      <c:pt idx="191">
                        <c:v>1</c:v>
                      </c:pt>
                      <c:pt idx="192">
                        <c:v>1</c:v>
                      </c:pt>
                      <c:pt idx="193">
                        <c:v>1</c:v>
                      </c:pt>
                      <c:pt idx="194">
                        <c:v>1</c:v>
                      </c:pt>
                      <c:pt idx="195">
                        <c:v>1</c:v>
                      </c:pt>
                      <c:pt idx="196">
                        <c:v>1</c:v>
                      </c:pt>
                      <c:pt idx="197">
                        <c:v>1</c:v>
                      </c:pt>
                      <c:pt idx="198">
                        <c:v>1</c:v>
                      </c:pt>
                      <c:pt idx="199">
                        <c:v>1</c:v>
                      </c:pt>
                      <c:pt idx="200">
                        <c:v>1</c:v>
                      </c:pt>
                      <c:pt idx="201">
                        <c:v>1</c:v>
                      </c:pt>
                      <c:pt idx="202">
                        <c:v>1</c:v>
                      </c:pt>
                      <c:pt idx="203">
                        <c:v>1</c:v>
                      </c:pt>
                      <c:pt idx="204">
                        <c:v>1</c:v>
                      </c:pt>
                      <c:pt idx="205">
                        <c:v>1</c:v>
                      </c:pt>
                      <c:pt idx="206">
                        <c:v>1</c:v>
                      </c:pt>
                      <c:pt idx="207">
                        <c:v>1</c:v>
                      </c:pt>
                      <c:pt idx="208">
                        <c:v>1</c:v>
                      </c:pt>
                      <c:pt idx="209">
                        <c:v>1</c:v>
                      </c:pt>
                      <c:pt idx="210">
                        <c:v>1</c:v>
                      </c:pt>
                      <c:pt idx="211">
                        <c:v>1</c:v>
                      </c:pt>
                      <c:pt idx="212">
                        <c:v>1</c:v>
                      </c:pt>
                      <c:pt idx="213">
                        <c:v>1</c:v>
                      </c:pt>
                      <c:pt idx="214">
                        <c:v>1</c:v>
                      </c:pt>
                      <c:pt idx="215">
                        <c:v>1</c:v>
                      </c:pt>
                      <c:pt idx="216">
                        <c:v>1</c:v>
                      </c:pt>
                      <c:pt idx="217">
                        <c:v>1</c:v>
                      </c:pt>
                      <c:pt idx="218">
                        <c:v>1</c:v>
                      </c:pt>
                      <c:pt idx="219">
                        <c:v>1</c:v>
                      </c:pt>
                      <c:pt idx="220">
                        <c:v>1</c:v>
                      </c:pt>
                      <c:pt idx="221">
                        <c:v>1</c:v>
                      </c:pt>
                      <c:pt idx="222">
                        <c:v>1</c:v>
                      </c:pt>
                      <c:pt idx="223">
                        <c:v>1</c:v>
                      </c:pt>
                      <c:pt idx="224">
                        <c:v>1</c:v>
                      </c:pt>
                      <c:pt idx="225">
                        <c:v>1</c:v>
                      </c:pt>
                      <c:pt idx="226">
                        <c:v>1</c:v>
                      </c:pt>
                      <c:pt idx="227">
                        <c:v>1</c:v>
                      </c:pt>
                      <c:pt idx="228">
                        <c:v>1</c:v>
                      </c:pt>
                      <c:pt idx="229">
                        <c:v>1</c:v>
                      </c:pt>
                      <c:pt idx="230">
                        <c:v>1</c:v>
                      </c:pt>
                      <c:pt idx="231">
                        <c:v>1</c:v>
                      </c:pt>
                      <c:pt idx="232">
                        <c:v>1</c:v>
                      </c:pt>
                      <c:pt idx="233">
                        <c:v>1</c:v>
                      </c:pt>
                      <c:pt idx="234">
                        <c:v>1</c:v>
                      </c:pt>
                      <c:pt idx="235">
                        <c:v>1</c:v>
                      </c:pt>
                      <c:pt idx="236">
                        <c:v>1</c:v>
                      </c:pt>
                      <c:pt idx="237">
                        <c:v>1</c:v>
                      </c:pt>
                      <c:pt idx="238">
                        <c:v>1</c:v>
                      </c:pt>
                      <c:pt idx="239">
                        <c:v>1</c:v>
                      </c:pt>
                      <c:pt idx="240">
                        <c:v>1</c:v>
                      </c:pt>
                      <c:pt idx="241">
                        <c:v>1</c:v>
                      </c:pt>
                      <c:pt idx="242">
                        <c:v>1</c:v>
                      </c:pt>
                      <c:pt idx="243">
                        <c:v>1</c:v>
                      </c:pt>
                      <c:pt idx="244">
                        <c:v>1</c:v>
                      </c:pt>
                      <c:pt idx="245">
                        <c:v>1</c:v>
                      </c:pt>
                      <c:pt idx="246">
                        <c:v>1</c:v>
                      </c:pt>
                      <c:pt idx="247">
                        <c:v>1</c:v>
                      </c:pt>
                      <c:pt idx="248">
                        <c:v>1</c:v>
                      </c:pt>
                      <c:pt idx="249">
                        <c:v>1</c:v>
                      </c:pt>
                      <c:pt idx="250">
                        <c:v>1</c:v>
                      </c:pt>
                      <c:pt idx="251">
                        <c:v>1</c:v>
                      </c:pt>
                      <c:pt idx="252">
                        <c:v>1</c:v>
                      </c:pt>
                      <c:pt idx="253">
                        <c:v>1</c:v>
                      </c:pt>
                      <c:pt idx="254">
                        <c:v>1</c:v>
                      </c:pt>
                      <c:pt idx="255">
                        <c:v>1</c:v>
                      </c:pt>
                      <c:pt idx="256">
                        <c:v>1</c:v>
                      </c:pt>
                      <c:pt idx="257">
                        <c:v>1</c:v>
                      </c:pt>
                      <c:pt idx="258">
                        <c:v>1</c:v>
                      </c:pt>
                      <c:pt idx="259">
                        <c:v>1</c:v>
                      </c:pt>
                      <c:pt idx="260">
                        <c:v>1</c:v>
                      </c:pt>
                      <c:pt idx="261">
                        <c:v>1</c:v>
                      </c:pt>
                      <c:pt idx="262">
                        <c:v>1</c:v>
                      </c:pt>
                      <c:pt idx="263">
                        <c:v>1</c:v>
                      </c:pt>
                      <c:pt idx="264">
                        <c:v>1</c:v>
                      </c:pt>
                      <c:pt idx="265">
                        <c:v>1</c:v>
                      </c:pt>
                      <c:pt idx="266">
                        <c:v>1</c:v>
                      </c:pt>
                      <c:pt idx="267">
                        <c:v>1</c:v>
                      </c:pt>
                      <c:pt idx="268">
                        <c:v>1</c:v>
                      </c:pt>
                      <c:pt idx="269">
                        <c:v>1</c:v>
                      </c:pt>
                      <c:pt idx="270">
                        <c:v>1</c:v>
                      </c:pt>
                      <c:pt idx="271">
                        <c:v>1</c:v>
                      </c:pt>
                      <c:pt idx="272">
                        <c:v>1</c:v>
                      </c:pt>
                      <c:pt idx="273">
                        <c:v>1</c:v>
                      </c:pt>
                      <c:pt idx="274">
                        <c:v>1</c:v>
                      </c:pt>
                      <c:pt idx="275">
                        <c:v>1</c:v>
                      </c:pt>
                      <c:pt idx="276">
                        <c:v>1</c:v>
                      </c:pt>
                      <c:pt idx="277">
                        <c:v>1</c:v>
                      </c:pt>
                      <c:pt idx="278">
                        <c:v>1</c:v>
                      </c:pt>
                      <c:pt idx="279">
                        <c:v>1</c:v>
                      </c:pt>
                      <c:pt idx="280">
                        <c:v>1</c:v>
                      </c:pt>
                      <c:pt idx="281">
                        <c:v>1</c:v>
                      </c:pt>
                      <c:pt idx="282">
                        <c:v>1</c:v>
                      </c:pt>
                      <c:pt idx="283">
                        <c:v>1</c:v>
                      </c:pt>
                      <c:pt idx="284">
                        <c:v>1</c:v>
                      </c:pt>
                      <c:pt idx="285">
                        <c:v>1</c:v>
                      </c:pt>
                      <c:pt idx="286">
                        <c:v>1</c:v>
                      </c:pt>
                      <c:pt idx="287">
                        <c:v>1</c:v>
                      </c:pt>
                      <c:pt idx="288">
                        <c:v>1</c:v>
                      </c:pt>
                      <c:pt idx="289">
                        <c:v>1</c:v>
                      </c:pt>
                      <c:pt idx="290">
                        <c:v>1</c:v>
                      </c:pt>
                      <c:pt idx="291">
                        <c:v>1</c:v>
                      </c:pt>
                      <c:pt idx="292">
                        <c:v>1</c:v>
                      </c:pt>
                      <c:pt idx="293">
                        <c:v>1</c:v>
                      </c:pt>
                      <c:pt idx="294">
                        <c:v>1</c:v>
                      </c:pt>
                      <c:pt idx="295">
                        <c:v>1</c:v>
                      </c:pt>
                      <c:pt idx="296">
                        <c:v>1</c:v>
                      </c:pt>
                      <c:pt idx="297">
                        <c:v>1</c:v>
                      </c:pt>
                      <c:pt idx="298">
                        <c:v>1</c:v>
                      </c:pt>
                      <c:pt idx="299">
                        <c:v>1</c:v>
                      </c:pt>
                      <c:pt idx="300">
                        <c:v>1</c:v>
                      </c:pt>
                      <c:pt idx="301">
                        <c:v>1</c:v>
                      </c:pt>
                      <c:pt idx="302">
                        <c:v>1</c:v>
                      </c:pt>
                      <c:pt idx="303">
                        <c:v>1</c:v>
                      </c:pt>
                      <c:pt idx="304">
                        <c:v>1</c:v>
                      </c:pt>
                      <c:pt idx="305">
                        <c:v>1</c:v>
                      </c:pt>
                      <c:pt idx="306">
                        <c:v>1</c:v>
                      </c:pt>
                      <c:pt idx="307">
                        <c:v>1</c:v>
                      </c:pt>
                      <c:pt idx="308">
                        <c:v>1</c:v>
                      </c:pt>
                      <c:pt idx="309">
                        <c:v>1</c:v>
                      </c:pt>
                      <c:pt idx="310">
                        <c:v>0</c:v>
                      </c:pt>
                      <c:pt idx="311">
                        <c:v>0</c:v>
                      </c:pt>
                      <c:pt idx="312">
                        <c:v>0</c:v>
                      </c:pt>
                      <c:pt idx="313">
                        <c:v>0</c:v>
                      </c:pt>
                      <c:pt idx="314">
                        <c:v>0</c:v>
                      </c:pt>
                      <c:pt idx="315">
                        <c:v>0</c:v>
                      </c:pt>
                      <c:pt idx="316">
                        <c:v>0</c:v>
                      </c:pt>
                      <c:pt idx="317">
                        <c:v>0</c:v>
                      </c:pt>
                      <c:pt idx="318">
                        <c:v>0</c:v>
                      </c:pt>
                      <c:pt idx="319">
                        <c:v>0</c:v>
                      </c:pt>
                      <c:pt idx="320">
                        <c:v>0</c:v>
                      </c:pt>
                      <c:pt idx="321">
                        <c:v>0</c:v>
                      </c:pt>
                      <c:pt idx="322">
                        <c:v>0</c:v>
                      </c:pt>
                      <c:pt idx="323">
                        <c:v>0</c:v>
                      </c:pt>
                      <c:pt idx="324">
                        <c:v>0</c:v>
                      </c:pt>
                      <c:pt idx="325">
                        <c:v>0</c:v>
                      </c:pt>
                      <c:pt idx="326">
                        <c:v>0</c:v>
                      </c:pt>
                      <c:pt idx="327">
                        <c:v>0</c:v>
                      </c:pt>
                      <c:pt idx="328">
                        <c:v>0</c:v>
                      </c:pt>
                      <c:pt idx="329">
                        <c:v>0</c:v>
                      </c:pt>
                      <c:pt idx="330">
                        <c:v>0</c:v>
                      </c:pt>
                      <c:pt idx="331">
                        <c:v>0</c:v>
                      </c:pt>
                      <c:pt idx="332">
                        <c:v>0</c:v>
                      </c:pt>
                      <c:pt idx="333">
                        <c:v>0</c:v>
                      </c:pt>
                      <c:pt idx="334">
                        <c:v>0</c:v>
                      </c:pt>
                      <c:pt idx="335">
                        <c:v>0</c:v>
                      </c:pt>
                      <c:pt idx="336">
                        <c:v>0</c:v>
                      </c:pt>
                      <c:pt idx="337">
                        <c:v>0</c:v>
                      </c:pt>
                      <c:pt idx="338">
                        <c:v>0</c:v>
                      </c:pt>
                      <c:pt idx="339">
                        <c:v>0</c:v>
                      </c:pt>
                      <c:pt idx="340">
                        <c:v>0</c:v>
                      </c:pt>
                      <c:pt idx="341">
                        <c:v>0</c:v>
                      </c:pt>
                      <c:pt idx="342">
                        <c:v>0</c:v>
                      </c:pt>
                      <c:pt idx="343">
                        <c:v>0</c:v>
                      </c:pt>
                      <c:pt idx="344">
                        <c:v>0</c:v>
                      </c:pt>
                      <c:pt idx="345">
                        <c:v>0</c:v>
                      </c:pt>
                      <c:pt idx="346">
                        <c:v>0</c:v>
                      </c:pt>
                      <c:pt idx="347">
                        <c:v>0</c:v>
                      </c:pt>
                      <c:pt idx="348">
                        <c:v>0</c:v>
                      </c:pt>
                      <c:pt idx="349">
                        <c:v>0</c:v>
                      </c:pt>
                      <c:pt idx="350">
                        <c:v>0</c:v>
                      </c:pt>
                      <c:pt idx="351">
                        <c:v>0</c:v>
                      </c:pt>
                      <c:pt idx="352">
                        <c:v>0</c:v>
                      </c:pt>
                      <c:pt idx="353">
                        <c:v>0</c:v>
                      </c:pt>
                      <c:pt idx="354">
                        <c:v>0</c:v>
                      </c:pt>
                      <c:pt idx="355">
                        <c:v>0</c:v>
                      </c:pt>
                      <c:pt idx="356">
                        <c:v>0</c:v>
                      </c:pt>
                      <c:pt idx="357">
                        <c:v>0</c:v>
                      </c:pt>
                      <c:pt idx="358">
                        <c:v>0</c:v>
                      </c:pt>
                      <c:pt idx="359">
                        <c:v>0</c:v>
                      </c:pt>
                      <c:pt idx="360">
                        <c:v>0</c:v>
                      </c:pt>
                      <c:pt idx="361">
                        <c:v>0</c:v>
                      </c:pt>
                      <c:pt idx="362">
                        <c:v>0</c:v>
                      </c:pt>
                      <c:pt idx="363">
                        <c:v>0</c:v>
                      </c:pt>
                      <c:pt idx="364">
                        <c:v>0</c:v>
                      </c:pt>
                      <c:pt idx="365">
                        <c:v>0</c:v>
                      </c:pt>
                      <c:pt idx="366">
                        <c:v>0</c:v>
                      </c:pt>
                      <c:pt idx="367">
                        <c:v>0</c:v>
                      </c:pt>
                      <c:pt idx="368">
                        <c:v>0</c:v>
                      </c:pt>
                      <c:pt idx="369">
                        <c:v>0</c:v>
                      </c:pt>
                      <c:pt idx="370">
                        <c:v>0</c:v>
                      </c:pt>
                      <c:pt idx="371">
                        <c:v>0</c:v>
                      </c:pt>
                      <c:pt idx="372">
                        <c:v>0</c:v>
                      </c:pt>
                      <c:pt idx="373">
                        <c:v>0</c:v>
                      </c:pt>
                      <c:pt idx="374">
                        <c:v>0</c:v>
                      </c:pt>
                      <c:pt idx="375">
                        <c:v>0</c:v>
                      </c:pt>
                      <c:pt idx="376">
                        <c:v>0</c:v>
                      </c:pt>
                      <c:pt idx="377">
                        <c:v>0</c:v>
                      </c:pt>
                      <c:pt idx="378">
                        <c:v>0</c:v>
                      </c:pt>
                      <c:pt idx="379">
                        <c:v>0</c:v>
                      </c:pt>
                      <c:pt idx="380">
                        <c:v>0</c:v>
                      </c:pt>
                      <c:pt idx="381">
                        <c:v>0</c:v>
                      </c:pt>
                      <c:pt idx="382">
                        <c:v>0</c:v>
                      </c:pt>
                      <c:pt idx="383">
                        <c:v>0</c:v>
                      </c:pt>
                      <c:pt idx="384">
                        <c:v>0</c:v>
                      </c:pt>
                      <c:pt idx="385">
                        <c:v>0</c:v>
                      </c:pt>
                      <c:pt idx="386">
                        <c:v>0</c:v>
                      </c:pt>
                      <c:pt idx="387">
                        <c:v>0</c:v>
                      </c:pt>
                      <c:pt idx="388">
                        <c:v>0</c:v>
                      </c:pt>
                      <c:pt idx="389">
                        <c:v>0</c:v>
                      </c:pt>
                      <c:pt idx="390">
                        <c:v>0</c:v>
                      </c:pt>
                      <c:pt idx="391">
                        <c:v>0</c:v>
                      </c:pt>
                      <c:pt idx="392">
                        <c:v>0</c:v>
                      </c:pt>
                      <c:pt idx="393">
                        <c:v>0</c:v>
                      </c:pt>
                      <c:pt idx="394">
                        <c:v>0</c:v>
                      </c:pt>
                      <c:pt idx="395">
                        <c:v>0</c:v>
                      </c:pt>
                      <c:pt idx="396">
                        <c:v>0</c:v>
                      </c:pt>
                      <c:pt idx="397">
                        <c:v>0</c:v>
                      </c:pt>
                      <c:pt idx="398">
                        <c:v>0</c:v>
                      </c:pt>
                      <c:pt idx="399">
                        <c:v>0</c:v>
                      </c:pt>
                      <c:pt idx="400">
                        <c:v>0</c:v>
                      </c:pt>
                      <c:pt idx="401">
                        <c:v>0</c:v>
                      </c:pt>
                      <c:pt idx="402">
                        <c:v>0</c:v>
                      </c:pt>
                      <c:pt idx="403">
                        <c:v>0</c:v>
                      </c:pt>
                      <c:pt idx="404">
                        <c:v>0</c:v>
                      </c:pt>
                      <c:pt idx="405">
                        <c:v>0</c:v>
                      </c:pt>
                      <c:pt idx="406">
                        <c:v>0</c:v>
                      </c:pt>
                      <c:pt idx="407">
                        <c:v>0</c:v>
                      </c:pt>
                      <c:pt idx="408">
                        <c:v>0</c:v>
                      </c:pt>
                      <c:pt idx="409">
                        <c:v>0</c:v>
                      </c:pt>
                      <c:pt idx="410">
                        <c:v>0</c:v>
                      </c:pt>
                      <c:pt idx="411">
                        <c:v>0</c:v>
                      </c:pt>
                      <c:pt idx="412">
                        <c:v>0</c:v>
                      </c:pt>
                      <c:pt idx="413">
                        <c:v>0</c:v>
                      </c:pt>
                    </c:numCache>
                  </c:numRef>
                </c: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7-57C8-4497-A495-A8E113FB836F}"/>
                  </c:ext>
                </c:extLst>
              </c15:ser>
            </c15:filteredLineSeries>
            <c15:filteredLineSeries>
              <c15:ser>
                <c:idx val="7"/>
                <c:order val="7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Sheet1!$I$1</c15:sqref>
                        </c15:formulaRef>
                      </c:ext>
                    </c:extLst>
                    <c:strCache>
                      <c:ptCount val="1"/>
                      <c:pt idx="0">
                        <c:v>W1000
설비 타겟속도</c:v>
                      </c:pt>
                    </c:strCache>
                  </c:strRef>
                </c:tx>
                <c:spPr>
                  <a:ln w="28575" cap="rnd">
                    <a:solidFill>
                      <a:schemeClr val="accent2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cat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Sheet1!$A$2:$A$415</c15:sqref>
                        </c15:formulaRef>
                      </c:ext>
                    </c:extLst>
                    <c:numCache>
                      <c:formatCode>yyyy/mm/dd\ ddd\ hh:mm:ss</c:formatCode>
                      <c:ptCount val="414"/>
                      <c:pt idx="0">
                        <c:v>45926.421666666669</c:v>
                      </c:pt>
                      <c:pt idx="1">
                        <c:v>45926.421678240738</c:v>
                      </c:pt>
                      <c:pt idx="2">
                        <c:v>45926.421678240738</c:v>
                      </c:pt>
                      <c:pt idx="3">
                        <c:v>45926.421678240738</c:v>
                      </c:pt>
                      <c:pt idx="4">
                        <c:v>45926.421678240738</c:v>
                      </c:pt>
                      <c:pt idx="5">
                        <c:v>45926.421678240738</c:v>
                      </c:pt>
                      <c:pt idx="6">
                        <c:v>45926.421678240738</c:v>
                      </c:pt>
                      <c:pt idx="7">
                        <c:v>45926.421678240738</c:v>
                      </c:pt>
                      <c:pt idx="8">
                        <c:v>45926.421678240738</c:v>
                      </c:pt>
                      <c:pt idx="9">
                        <c:v>45926.421678240738</c:v>
                      </c:pt>
                      <c:pt idx="10">
                        <c:v>45926.421678240738</c:v>
                      </c:pt>
                      <c:pt idx="11">
                        <c:v>45926.421678240738</c:v>
                      </c:pt>
                      <c:pt idx="12">
                        <c:v>45926.421678240738</c:v>
                      </c:pt>
                      <c:pt idx="13">
                        <c:v>45926.421678240738</c:v>
                      </c:pt>
                      <c:pt idx="14">
                        <c:v>45926.421678240738</c:v>
                      </c:pt>
                      <c:pt idx="15">
                        <c:v>45926.421678240738</c:v>
                      </c:pt>
                      <c:pt idx="16">
                        <c:v>45926.421678240738</c:v>
                      </c:pt>
                      <c:pt idx="17">
                        <c:v>45926.421678240738</c:v>
                      </c:pt>
                      <c:pt idx="18">
                        <c:v>45926.421678240738</c:v>
                      </c:pt>
                      <c:pt idx="19">
                        <c:v>45926.421678240738</c:v>
                      </c:pt>
                      <c:pt idx="20">
                        <c:v>45926.421678240738</c:v>
                      </c:pt>
                      <c:pt idx="21">
                        <c:v>45926.421689814815</c:v>
                      </c:pt>
                      <c:pt idx="22">
                        <c:v>45926.421689814815</c:v>
                      </c:pt>
                      <c:pt idx="23">
                        <c:v>45926.421689814815</c:v>
                      </c:pt>
                      <c:pt idx="24">
                        <c:v>45926.421689814815</c:v>
                      </c:pt>
                      <c:pt idx="25">
                        <c:v>45926.421689814815</c:v>
                      </c:pt>
                      <c:pt idx="26">
                        <c:v>45926.421689814815</c:v>
                      </c:pt>
                      <c:pt idx="27">
                        <c:v>45926.421689814815</c:v>
                      </c:pt>
                      <c:pt idx="28">
                        <c:v>45926.421689814815</c:v>
                      </c:pt>
                      <c:pt idx="29">
                        <c:v>45926.421689814815</c:v>
                      </c:pt>
                      <c:pt idx="30">
                        <c:v>45926.421689814815</c:v>
                      </c:pt>
                      <c:pt idx="31">
                        <c:v>45926.421689814815</c:v>
                      </c:pt>
                      <c:pt idx="32">
                        <c:v>45926.421689814815</c:v>
                      </c:pt>
                      <c:pt idx="33">
                        <c:v>45926.421689814815</c:v>
                      </c:pt>
                      <c:pt idx="34">
                        <c:v>45926.421689814815</c:v>
                      </c:pt>
                      <c:pt idx="35">
                        <c:v>45926.421689814815</c:v>
                      </c:pt>
                      <c:pt idx="36">
                        <c:v>45926.421689814815</c:v>
                      </c:pt>
                      <c:pt idx="37">
                        <c:v>45926.421689814815</c:v>
                      </c:pt>
                      <c:pt idx="38">
                        <c:v>45926.421689814815</c:v>
                      </c:pt>
                      <c:pt idx="39">
                        <c:v>45926.421689814815</c:v>
                      </c:pt>
                      <c:pt idx="40">
                        <c:v>45926.421689814815</c:v>
                      </c:pt>
                      <c:pt idx="41">
                        <c:v>45926.421689814815</c:v>
                      </c:pt>
                      <c:pt idx="42">
                        <c:v>45926.421701388892</c:v>
                      </c:pt>
                      <c:pt idx="43">
                        <c:v>45926.421701388892</c:v>
                      </c:pt>
                      <c:pt idx="44">
                        <c:v>45926.421701388892</c:v>
                      </c:pt>
                      <c:pt idx="45">
                        <c:v>45926.421701388892</c:v>
                      </c:pt>
                      <c:pt idx="46">
                        <c:v>45926.421701388892</c:v>
                      </c:pt>
                      <c:pt idx="47">
                        <c:v>45926.421701388892</c:v>
                      </c:pt>
                      <c:pt idx="48">
                        <c:v>45926.421701388892</c:v>
                      </c:pt>
                      <c:pt idx="49">
                        <c:v>45926.421701388892</c:v>
                      </c:pt>
                      <c:pt idx="50">
                        <c:v>45926.421701388892</c:v>
                      </c:pt>
                      <c:pt idx="51">
                        <c:v>45926.421701388892</c:v>
                      </c:pt>
                      <c:pt idx="52">
                        <c:v>45926.421701388892</c:v>
                      </c:pt>
                      <c:pt idx="53">
                        <c:v>45926.421701388892</c:v>
                      </c:pt>
                      <c:pt idx="54">
                        <c:v>45926.421701388892</c:v>
                      </c:pt>
                      <c:pt idx="55">
                        <c:v>45926.421701388892</c:v>
                      </c:pt>
                      <c:pt idx="56">
                        <c:v>45926.421701388892</c:v>
                      </c:pt>
                      <c:pt idx="57">
                        <c:v>45926.421701388892</c:v>
                      </c:pt>
                      <c:pt idx="58">
                        <c:v>45926.421701388892</c:v>
                      </c:pt>
                      <c:pt idx="59">
                        <c:v>45926.421701388892</c:v>
                      </c:pt>
                      <c:pt idx="60">
                        <c:v>45926.421701388892</c:v>
                      </c:pt>
                      <c:pt idx="61">
                        <c:v>45926.421701388892</c:v>
                      </c:pt>
                      <c:pt idx="62">
                        <c:v>45926.421712962961</c:v>
                      </c:pt>
                      <c:pt idx="63">
                        <c:v>45926.421712962961</c:v>
                      </c:pt>
                      <c:pt idx="64">
                        <c:v>45926.421712962961</c:v>
                      </c:pt>
                      <c:pt idx="65">
                        <c:v>45926.421712962961</c:v>
                      </c:pt>
                      <c:pt idx="66">
                        <c:v>45926.421712962961</c:v>
                      </c:pt>
                      <c:pt idx="67">
                        <c:v>45926.421712962961</c:v>
                      </c:pt>
                      <c:pt idx="68">
                        <c:v>45926.421712962961</c:v>
                      </c:pt>
                      <c:pt idx="69">
                        <c:v>45926.421712962961</c:v>
                      </c:pt>
                      <c:pt idx="70">
                        <c:v>45926.421712962961</c:v>
                      </c:pt>
                      <c:pt idx="71">
                        <c:v>45926.421712962961</c:v>
                      </c:pt>
                      <c:pt idx="72">
                        <c:v>45926.421712962961</c:v>
                      </c:pt>
                      <c:pt idx="73">
                        <c:v>45926.421712962961</c:v>
                      </c:pt>
                      <c:pt idx="74">
                        <c:v>45926.421712962961</c:v>
                      </c:pt>
                      <c:pt idx="75">
                        <c:v>45926.421712962961</c:v>
                      </c:pt>
                      <c:pt idx="76">
                        <c:v>45926.421712962961</c:v>
                      </c:pt>
                      <c:pt idx="77">
                        <c:v>45926.421712962961</c:v>
                      </c:pt>
                      <c:pt idx="78">
                        <c:v>45926.421712962961</c:v>
                      </c:pt>
                      <c:pt idx="79">
                        <c:v>45926.421712962961</c:v>
                      </c:pt>
                      <c:pt idx="80">
                        <c:v>45926.421712962961</c:v>
                      </c:pt>
                      <c:pt idx="81">
                        <c:v>45926.421724537038</c:v>
                      </c:pt>
                      <c:pt idx="82">
                        <c:v>45926.421724537038</c:v>
                      </c:pt>
                      <c:pt idx="83">
                        <c:v>45926.421724537038</c:v>
                      </c:pt>
                      <c:pt idx="84">
                        <c:v>45926.421724537038</c:v>
                      </c:pt>
                      <c:pt idx="85">
                        <c:v>45926.421724537038</c:v>
                      </c:pt>
                      <c:pt idx="86">
                        <c:v>45926.421724537038</c:v>
                      </c:pt>
                      <c:pt idx="87">
                        <c:v>45926.421724537038</c:v>
                      </c:pt>
                      <c:pt idx="88">
                        <c:v>45926.421724537038</c:v>
                      </c:pt>
                      <c:pt idx="89">
                        <c:v>45926.421724537038</c:v>
                      </c:pt>
                      <c:pt idx="90">
                        <c:v>45926.421724537038</c:v>
                      </c:pt>
                      <c:pt idx="91">
                        <c:v>45926.421724537038</c:v>
                      </c:pt>
                      <c:pt idx="92">
                        <c:v>45926.421724537038</c:v>
                      </c:pt>
                      <c:pt idx="93">
                        <c:v>45926.421724537038</c:v>
                      </c:pt>
                      <c:pt idx="94">
                        <c:v>45926.421724537038</c:v>
                      </c:pt>
                      <c:pt idx="95">
                        <c:v>45926.421724537038</c:v>
                      </c:pt>
                      <c:pt idx="96">
                        <c:v>45926.421724537038</c:v>
                      </c:pt>
                      <c:pt idx="97">
                        <c:v>45926.421724537038</c:v>
                      </c:pt>
                      <c:pt idx="98">
                        <c:v>45926.421724537038</c:v>
                      </c:pt>
                      <c:pt idx="99">
                        <c:v>45926.421724537038</c:v>
                      </c:pt>
                      <c:pt idx="100">
                        <c:v>45926.421724537038</c:v>
                      </c:pt>
                      <c:pt idx="101">
                        <c:v>45926.421736111108</c:v>
                      </c:pt>
                      <c:pt idx="102">
                        <c:v>45926.421736111108</c:v>
                      </c:pt>
                      <c:pt idx="103">
                        <c:v>45926.421736111108</c:v>
                      </c:pt>
                      <c:pt idx="104">
                        <c:v>45926.421736111108</c:v>
                      </c:pt>
                      <c:pt idx="105">
                        <c:v>45926.421736111108</c:v>
                      </c:pt>
                      <c:pt idx="106">
                        <c:v>45926.421736111108</c:v>
                      </c:pt>
                      <c:pt idx="107">
                        <c:v>45926.421736111108</c:v>
                      </c:pt>
                      <c:pt idx="108">
                        <c:v>45926.421736111108</c:v>
                      </c:pt>
                      <c:pt idx="109">
                        <c:v>45926.421736111108</c:v>
                      </c:pt>
                      <c:pt idx="110">
                        <c:v>45926.421736111108</c:v>
                      </c:pt>
                      <c:pt idx="111">
                        <c:v>45926.421736111108</c:v>
                      </c:pt>
                      <c:pt idx="112">
                        <c:v>45926.421736111108</c:v>
                      </c:pt>
                      <c:pt idx="113">
                        <c:v>45926.421736111108</c:v>
                      </c:pt>
                      <c:pt idx="114">
                        <c:v>45926.421736111108</c:v>
                      </c:pt>
                      <c:pt idx="115">
                        <c:v>45926.421736111108</c:v>
                      </c:pt>
                      <c:pt idx="116">
                        <c:v>45926.421736111108</c:v>
                      </c:pt>
                      <c:pt idx="117">
                        <c:v>45926.421736111108</c:v>
                      </c:pt>
                      <c:pt idx="118">
                        <c:v>45926.421736111108</c:v>
                      </c:pt>
                      <c:pt idx="119">
                        <c:v>45926.421747685185</c:v>
                      </c:pt>
                      <c:pt idx="120">
                        <c:v>45926.421747685185</c:v>
                      </c:pt>
                      <c:pt idx="121">
                        <c:v>45926.421747685185</c:v>
                      </c:pt>
                      <c:pt idx="122">
                        <c:v>45926.421747685185</c:v>
                      </c:pt>
                      <c:pt idx="123">
                        <c:v>45926.421747685185</c:v>
                      </c:pt>
                      <c:pt idx="124">
                        <c:v>45926.421747685185</c:v>
                      </c:pt>
                      <c:pt idx="125">
                        <c:v>45926.421747685185</c:v>
                      </c:pt>
                      <c:pt idx="126">
                        <c:v>45926.421747685185</c:v>
                      </c:pt>
                      <c:pt idx="127">
                        <c:v>45926.421747685185</c:v>
                      </c:pt>
                      <c:pt idx="128">
                        <c:v>45926.421747685185</c:v>
                      </c:pt>
                      <c:pt idx="129">
                        <c:v>45926.421747685185</c:v>
                      </c:pt>
                      <c:pt idx="130">
                        <c:v>45926.421747685185</c:v>
                      </c:pt>
                      <c:pt idx="131">
                        <c:v>45926.421747685185</c:v>
                      </c:pt>
                      <c:pt idx="132">
                        <c:v>45926.421747685185</c:v>
                      </c:pt>
                      <c:pt idx="133">
                        <c:v>45926.421747685185</c:v>
                      </c:pt>
                      <c:pt idx="134">
                        <c:v>45926.421747685185</c:v>
                      </c:pt>
                      <c:pt idx="135">
                        <c:v>45926.421747685185</c:v>
                      </c:pt>
                      <c:pt idx="136">
                        <c:v>45926.421747685185</c:v>
                      </c:pt>
                      <c:pt idx="137">
                        <c:v>45926.421747685185</c:v>
                      </c:pt>
                      <c:pt idx="138">
                        <c:v>45926.421747685185</c:v>
                      </c:pt>
                      <c:pt idx="139">
                        <c:v>45926.421759259261</c:v>
                      </c:pt>
                      <c:pt idx="140">
                        <c:v>45926.421759259261</c:v>
                      </c:pt>
                      <c:pt idx="141">
                        <c:v>45926.421759259261</c:v>
                      </c:pt>
                      <c:pt idx="142">
                        <c:v>45926.421759259261</c:v>
                      </c:pt>
                      <c:pt idx="143">
                        <c:v>45926.421759259261</c:v>
                      </c:pt>
                      <c:pt idx="144">
                        <c:v>45926.421759259261</c:v>
                      </c:pt>
                      <c:pt idx="145">
                        <c:v>45926.421759259261</c:v>
                      </c:pt>
                      <c:pt idx="146">
                        <c:v>45926.421759259261</c:v>
                      </c:pt>
                      <c:pt idx="147">
                        <c:v>45926.421759259261</c:v>
                      </c:pt>
                      <c:pt idx="148">
                        <c:v>45926.421759259261</c:v>
                      </c:pt>
                      <c:pt idx="149">
                        <c:v>45926.421759259261</c:v>
                      </c:pt>
                      <c:pt idx="150">
                        <c:v>45926.421759259261</c:v>
                      </c:pt>
                      <c:pt idx="151">
                        <c:v>45926.421759259261</c:v>
                      </c:pt>
                      <c:pt idx="152">
                        <c:v>45926.421759259261</c:v>
                      </c:pt>
                      <c:pt idx="153">
                        <c:v>45926.421759259261</c:v>
                      </c:pt>
                      <c:pt idx="154">
                        <c:v>45926.421759259261</c:v>
                      </c:pt>
                      <c:pt idx="155">
                        <c:v>45926.421759259261</c:v>
                      </c:pt>
                      <c:pt idx="156">
                        <c:v>45926.421759259261</c:v>
                      </c:pt>
                      <c:pt idx="157">
                        <c:v>45926.421759259261</c:v>
                      </c:pt>
                      <c:pt idx="158">
                        <c:v>45926.421759259261</c:v>
                      </c:pt>
                      <c:pt idx="159">
                        <c:v>45926.421770833331</c:v>
                      </c:pt>
                      <c:pt idx="160">
                        <c:v>45926.421770833331</c:v>
                      </c:pt>
                      <c:pt idx="161">
                        <c:v>45926.421770833331</c:v>
                      </c:pt>
                      <c:pt idx="162">
                        <c:v>45926.421770833331</c:v>
                      </c:pt>
                      <c:pt idx="163">
                        <c:v>45926.421770833331</c:v>
                      </c:pt>
                      <c:pt idx="164">
                        <c:v>45926.421770833331</c:v>
                      </c:pt>
                      <c:pt idx="165">
                        <c:v>45926.421770833331</c:v>
                      </c:pt>
                      <c:pt idx="166">
                        <c:v>45926.421770833331</c:v>
                      </c:pt>
                      <c:pt idx="167">
                        <c:v>45926.421770833331</c:v>
                      </c:pt>
                      <c:pt idx="168">
                        <c:v>45926.421770833331</c:v>
                      </c:pt>
                      <c:pt idx="169">
                        <c:v>45926.421770833331</c:v>
                      </c:pt>
                      <c:pt idx="170">
                        <c:v>45926.421770833331</c:v>
                      </c:pt>
                      <c:pt idx="171">
                        <c:v>45926.421770833331</c:v>
                      </c:pt>
                      <c:pt idx="172">
                        <c:v>45926.421770833331</c:v>
                      </c:pt>
                      <c:pt idx="173">
                        <c:v>45926.421770833331</c:v>
                      </c:pt>
                      <c:pt idx="174">
                        <c:v>45926.421770833331</c:v>
                      </c:pt>
                      <c:pt idx="175">
                        <c:v>45926.421770833331</c:v>
                      </c:pt>
                      <c:pt idx="176">
                        <c:v>45926.421770833331</c:v>
                      </c:pt>
                      <c:pt idx="177">
                        <c:v>45926.421782407408</c:v>
                      </c:pt>
                      <c:pt idx="178">
                        <c:v>45926.421782407408</c:v>
                      </c:pt>
                      <c:pt idx="179">
                        <c:v>45926.421782407408</c:v>
                      </c:pt>
                      <c:pt idx="180">
                        <c:v>45926.421782407408</c:v>
                      </c:pt>
                      <c:pt idx="181">
                        <c:v>45926.421782407408</c:v>
                      </c:pt>
                      <c:pt idx="182">
                        <c:v>45926.421782407408</c:v>
                      </c:pt>
                      <c:pt idx="183">
                        <c:v>45926.421782407408</c:v>
                      </c:pt>
                      <c:pt idx="184">
                        <c:v>45926.421782407408</c:v>
                      </c:pt>
                      <c:pt idx="185">
                        <c:v>45926.421782407408</c:v>
                      </c:pt>
                      <c:pt idx="186">
                        <c:v>45926.421782407408</c:v>
                      </c:pt>
                      <c:pt idx="187">
                        <c:v>45926.421782407408</c:v>
                      </c:pt>
                      <c:pt idx="188">
                        <c:v>45926.421782407408</c:v>
                      </c:pt>
                      <c:pt idx="189">
                        <c:v>45926.421782407408</c:v>
                      </c:pt>
                      <c:pt idx="190">
                        <c:v>45926.421782407408</c:v>
                      </c:pt>
                      <c:pt idx="191">
                        <c:v>45926.421782407408</c:v>
                      </c:pt>
                      <c:pt idx="192">
                        <c:v>45926.421782407408</c:v>
                      </c:pt>
                      <c:pt idx="193">
                        <c:v>45926.421782407408</c:v>
                      </c:pt>
                      <c:pt idx="194">
                        <c:v>45926.421782407408</c:v>
                      </c:pt>
                      <c:pt idx="195">
                        <c:v>45926.421782407408</c:v>
                      </c:pt>
                      <c:pt idx="196">
                        <c:v>45926.421782407408</c:v>
                      </c:pt>
                      <c:pt idx="197">
                        <c:v>45926.421782407408</c:v>
                      </c:pt>
                      <c:pt idx="198">
                        <c:v>45926.421782407408</c:v>
                      </c:pt>
                      <c:pt idx="199">
                        <c:v>45926.421793981484</c:v>
                      </c:pt>
                      <c:pt idx="200">
                        <c:v>45926.421793981484</c:v>
                      </c:pt>
                      <c:pt idx="201">
                        <c:v>45926.421793981484</c:v>
                      </c:pt>
                      <c:pt idx="202">
                        <c:v>45926.421793981484</c:v>
                      </c:pt>
                      <c:pt idx="203">
                        <c:v>45926.421793981484</c:v>
                      </c:pt>
                      <c:pt idx="204">
                        <c:v>45926.421793981484</c:v>
                      </c:pt>
                      <c:pt idx="205">
                        <c:v>45926.421793981484</c:v>
                      </c:pt>
                      <c:pt idx="206">
                        <c:v>45926.421793981484</c:v>
                      </c:pt>
                      <c:pt idx="207">
                        <c:v>45926.421793981484</c:v>
                      </c:pt>
                      <c:pt idx="208">
                        <c:v>45926.421793981484</c:v>
                      </c:pt>
                      <c:pt idx="209">
                        <c:v>45926.421793981484</c:v>
                      </c:pt>
                      <c:pt idx="210">
                        <c:v>45926.421793981484</c:v>
                      </c:pt>
                      <c:pt idx="211">
                        <c:v>45926.421793981484</c:v>
                      </c:pt>
                      <c:pt idx="212">
                        <c:v>45926.421793981484</c:v>
                      </c:pt>
                      <c:pt idx="213">
                        <c:v>45926.421793981484</c:v>
                      </c:pt>
                      <c:pt idx="214">
                        <c:v>45926.421793981484</c:v>
                      </c:pt>
                      <c:pt idx="215">
                        <c:v>45926.421793981484</c:v>
                      </c:pt>
                      <c:pt idx="216">
                        <c:v>45926.421793981484</c:v>
                      </c:pt>
                      <c:pt idx="217">
                        <c:v>45926.421793981484</c:v>
                      </c:pt>
                      <c:pt idx="218">
                        <c:v>45926.421793981484</c:v>
                      </c:pt>
                      <c:pt idx="219">
                        <c:v>45926.421793981484</c:v>
                      </c:pt>
                      <c:pt idx="220">
                        <c:v>45926.421805555554</c:v>
                      </c:pt>
                      <c:pt idx="221">
                        <c:v>45926.421805555554</c:v>
                      </c:pt>
                      <c:pt idx="222">
                        <c:v>45926.421805555554</c:v>
                      </c:pt>
                      <c:pt idx="223">
                        <c:v>45926.421805555554</c:v>
                      </c:pt>
                      <c:pt idx="224">
                        <c:v>45926.421805555554</c:v>
                      </c:pt>
                      <c:pt idx="225">
                        <c:v>45926.421805555554</c:v>
                      </c:pt>
                      <c:pt idx="226">
                        <c:v>45926.421805555554</c:v>
                      </c:pt>
                      <c:pt idx="227">
                        <c:v>45926.421805555554</c:v>
                      </c:pt>
                      <c:pt idx="228">
                        <c:v>45926.421805555554</c:v>
                      </c:pt>
                      <c:pt idx="229">
                        <c:v>45926.421805555554</c:v>
                      </c:pt>
                      <c:pt idx="230">
                        <c:v>45926.421805555554</c:v>
                      </c:pt>
                      <c:pt idx="231">
                        <c:v>45926.421805555554</c:v>
                      </c:pt>
                      <c:pt idx="232">
                        <c:v>45926.421805555554</c:v>
                      </c:pt>
                      <c:pt idx="233">
                        <c:v>45926.421805555554</c:v>
                      </c:pt>
                      <c:pt idx="234">
                        <c:v>45926.421805555554</c:v>
                      </c:pt>
                      <c:pt idx="235">
                        <c:v>45926.421805555554</c:v>
                      </c:pt>
                      <c:pt idx="236">
                        <c:v>45926.421805555554</c:v>
                      </c:pt>
                      <c:pt idx="237">
                        <c:v>45926.421805555554</c:v>
                      </c:pt>
                      <c:pt idx="238">
                        <c:v>45926.421805555554</c:v>
                      </c:pt>
                      <c:pt idx="239">
                        <c:v>45926.421805555554</c:v>
                      </c:pt>
                      <c:pt idx="240">
                        <c:v>45926.421805555554</c:v>
                      </c:pt>
                      <c:pt idx="241">
                        <c:v>45926.421817129631</c:v>
                      </c:pt>
                      <c:pt idx="242">
                        <c:v>45926.421817129631</c:v>
                      </c:pt>
                      <c:pt idx="243">
                        <c:v>45926.421817129631</c:v>
                      </c:pt>
                      <c:pt idx="244">
                        <c:v>45926.421817129631</c:v>
                      </c:pt>
                      <c:pt idx="245">
                        <c:v>45926.421817129631</c:v>
                      </c:pt>
                      <c:pt idx="246">
                        <c:v>45926.421817129631</c:v>
                      </c:pt>
                      <c:pt idx="247">
                        <c:v>45926.421817129631</c:v>
                      </c:pt>
                      <c:pt idx="248">
                        <c:v>45926.421817129631</c:v>
                      </c:pt>
                      <c:pt idx="249">
                        <c:v>45926.421817129631</c:v>
                      </c:pt>
                      <c:pt idx="250">
                        <c:v>45926.421817129631</c:v>
                      </c:pt>
                      <c:pt idx="251">
                        <c:v>45926.421817129631</c:v>
                      </c:pt>
                      <c:pt idx="252">
                        <c:v>45926.421817129631</c:v>
                      </c:pt>
                      <c:pt idx="253">
                        <c:v>45926.421817129631</c:v>
                      </c:pt>
                      <c:pt idx="254">
                        <c:v>45926.421817129631</c:v>
                      </c:pt>
                      <c:pt idx="255">
                        <c:v>45926.421817129631</c:v>
                      </c:pt>
                      <c:pt idx="256">
                        <c:v>45926.421817129631</c:v>
                      </c:pt>
                      <c:pt idx="257">
                        <c:v>45926.421817129631</c:v>
                      </c:pt>
                      <c:pt idx="258">
                        <c:v>45926.421817129631</c:v>
                      </c:pt>
                      <c:pt idx="259">
                        <c:v>45926.421817129631</c:v>
                      </c:pt>
                      <c:pt idx="260">
                        <c:v>45926.421817129631</c:v>
                      </c:pt>
                      <c:pt idx="261">
                        <c:v>45926.4218287037</c:v>
                      </c:pt>
                      <c:pt idx="262">
                        <c:v>45926.4218287037</c:v>
                      </c:pt>
                      <c:pt idx="263">
                        <c:v>45926.4218287037</c:v>
                      </c:pt>
                      <c:pt idx="264">
                        <c:v>45926.4218287037</c:v>
                      </c:pt>
                      <c:pt idx="265">
                        <c:v>45926.4218287037</c:v>
                      </c:pt>
                      <c:pt idx="266">
                        <c:v>45926.4218287037</c:v>
                      </c:pt>
                      <c:pt idx="267">
                        <c:v>45926.4218287037</c:v>
                      </c:pt>
                      <c:pt idx="268">
                        <c:v>45926.4218287037</c:v>
                      </c:pt>
                      <c:pt idx="269">
                        <c:v>45926.4218287037</c:v>
                      </c:pt>
                      <c:pt idx="270">
                        <c:v>45926.4218287037</c:v>
                      </c:pt>
                      <c:pt idx="271">
                        <c:v>45926.4218287037</c:v>
                      </c:pt>
                      <c:pt idx="272">
                        <c:v>45926.4218287037</c:v>
                      </c:pt>
                      <c:pt idx="273">
                        <c:v>45926.4218287037</c:v>
                      </c:pt>
                      <c:pt idx="274">
                        <c:v>45926.4218287037</c:v>
                      </c:pt>
                      <c:pt idx="275">
                        <c:v>45926.4218287037</c:v>
                      </c:pt>
                      <c:pt idx="276">
                        <c:v>45926.4218287037</c:v>
                      </c:pt>
                      <c:pt idx="277">
                        <c:v>45926.4218287037</c:v>
                      </c:pt>
                      <c:pt idx="278">
                        <c:v>45926.4218287037</c:v>
                      </c:pt>
                      <c:pt idx="279">
                        <c:v>45926.4218287037</c:v>
                      </c:pt>
                      <c:pt idx="280">
                        <c:v>45926.4218287037</c:v>
                      </c:pt>
                      <c:pt idx="281">
                        <c:v>45926.421840277777</c:v>
                      </c:pt>
                      <c:pt idx="282">
                        <c:v>45926.421840277777</c:v>
                      </c:pt>
                      <c:pt idx="283">
                        <c:v>45926.421840277777</c:v>
                      </c:pt>
                      <c:pt idx="284">
                        <c:v>45926.421840277777</c:v>
                      </c:pt>
                      <c:pt idx="285">
                        <c:v>45926.421840277777</c:v>
                      </c:pt>
                      <c:pt idx="286">
                        <c:v>45926.421840277777</c:v>
                      </c:pt>
                      <c:pt idx="287">
                        <c:v>45926.421840277777</c:v>
                      </c:pt>
                      <c:pt idx="288">
                        <c:v>45926.421840277777</c:v>
                      </c:pt>
                      <c:pt idx="289">
                        <c:v>45926.421840277777</c:v>
                      </c:pt>
                      <c:pt idx="290">
                        <c:v>45926.421840277777</c:v>
                      </c:pt>
                      <c:pt idx="291">
                        <c:v>45926.421840277777</c:v>
                      </c:pt>
                      <c:pt idx="292">
                        <c:v>45926.421840277777</c:v>
                      </c:pt>
                      <c:pt idx="293">
                        <c:v>45926.421840277777</c:v>
                      </c:pt>
                      <c:pt idx="294">
                        <c:v>45926.421840277777</c:v>
                      </c:pt>
                      <c:pt idx="295">
                        <c:v>45926.421840277777</c:v>
                      </c:pt>
                      <c:pt idx="296">
                        <c:v>45926.421840277777</c:v>
                      </c:pt>
                      <c:pt idx="297">
                        <c:v>45926.421840277777</c:v>
                      </c:pt>
                      <c:pt idx="298">
                        <c:v>45926.421840277777</c:v>
                      </c:pt>
                      <c:pt idx="299">
                        <c:v>45926.421840277777</c:v>
                      </c:pt>
                      <c:pt idx="300">
                        <c:v>45926.421840277777</c:v>
                      </c:pt>
                      <c:pt idx="301">
                        <c:v>45926.421840277777</c:v>
                      </c:pt>
                      <c:pt idx="302">
                        <c:v>45926.421851851854</c:v>
                      </c:pt>
                      <c:pt idx="303">
                        <c:v>45926.421851851854</c:v>
                      </c:pt>
                      <c:pt idx="304">
                        <c:v>45926.421851851854</c:v>
                      </c:pt>
                      <c:pt idx="305">
                        <c:v>45926.421851851854</c:v>
                      </c:pt>
                      <c:pt idx="306">
                        <c:v>45926.421851851854</c:v>
                      </c:pt>
                      <c:pt idx="307">
                        <c:v>45926.421851851854</c:v>
                      </c:pt>
                      <c:pt idx="308">
                        <c:v>45926.421851851854</c:v>
                      </c:pt>
                      <c:pt idx="309">
                        <c:v>45926.421851851854</c:v>
                      </c:pt>
                      <c:pt idx="310">
                        <c:v>45926.421851851854</c:v>
                      </c:pt>
                      <c:pt idx="311">
                        <c:v>45926.421851851854</c:v>
                      </c:pt>
                      <c:pt idx="312">
                        <c:v>45926.421851851854</c:v>
                      </c:pt>
                      <c:pt idx="313">
                        <c:v>45926.421851851854</c:v>
                      </c:pt>
                      <c:pt idx="314">
                        <c:v>45926.421851851854</c:v>
                      </c:pt>
                      <c:pt idx="315">
                        <c:v>45926.421851851854</c:v>
                      </c:pt>
                      <c:pt idx="316">
                        <c:v>45926.421851851854</c:v>
                      </c:pt>
                      <c:pt idx="317">
                        <c:v>45926.421851851854</c:v>
                      </c:pt>
                      <c:pt idx="318">
                        <c:v>45926.421851851854</c:v>
                      </c:pt>
                      <c:pt idx="319">
                        <c:v>45926.421851851854</c:v>
                      </c:pt>
                      <c:pt idx="320">
                        <c:v>45926.421851851854</c:v>
                      </c:pt>
                      <c:pt idx="321">
                        <c:v>45926.421851851854</c:v>
                      </c:pt>
                      <c:pt idx="322">
                        <c:v>45926.421863425923</c:v>
                      </c:pt>
                      <c:pt idx="323">
                        <c:v>45926.421863425923</c:v>
                      </c:pt>
                      <c:pt idx="324">
                        <c:v>45926.421863425923</c:v>
                      </c:pt>
                      <c:pt idx="325">
                        <c:v>45926.421863425923</c:v>
                      </c:pt>
                      <c:pt idx="326">
                        <c:v>45926.421863425923</c:v>
                      </c:pt>
                      <c:pt idx="327">
                        <c:v>45926.421863425923</c:v>
                      </c:pt>
                      <c:pt idx="328">
                        <c:v>45926.421863425923</c:v>
                      </c:pt>
                      <c:pt idx="329">
                        <c:v>45926.421863425923</c:v>
                      </c:pt>
                      <c:pt idx="330">
                        <c:v>45926.421863425923</c:v>
                      </c:pt>
                      <c:pt idx="331">
                        <c:v>45926.421863425923</c:v>
                      </c:pt>
                      <c:pt idx="332">
                        <c:v>45926.421863425923</c:v>
                      </c:pt>
                      <c:pt idx="333">
                        <c:v>45926.421863425923</c:v>
                      </c:pt>
                      <c:pt idx="334">
                        <c:v>45926.421863425923</c:v>
                      </c:pt>
                      <c:pt idx="335">
                        <c:v>45926.421863425923</c:v>
                      </c:pt>
                      <c:pt idx="336">
                        <c:v>45926.421863425923</c:v>
                      </c:pt>
                      <c:pt idx="337">
                        <c:v>45926.421863425923</c:v>
                      </c:pt>
                      <c:pt idx="338">
                        <c:v>45926.421863425923</c:v>
                      </c:pt>
                      <c:pt idx="339">
                        <c:v>45926.421863425923</c:v>
                      </c:pt>
                      <c:pt idx="340">
                        <c:v>45926.421863425923</c:v>
                      </c:pt>
                      <c:pt idx="341">
                        <c:v>45926.421875</c:v>
                      </c:pt>
                      <c:pt idx="342">
                        <c:v>45926.421875</c:v>
                      </c:pt>
                      <c:pt idx="343">
                        <c:v>45926.421875</c:v>
                      </c:pt>
                      <c:pt idx="344">
                        <c:v>45926.421875</c:v>
                      </c:pt>
                      <c:pt idx="345">
                        <c:v>45926.421875</c:v>
                      </c:pt>
                      <c:pt idx="346">
                        <c:v>45926.421875</c:v>
                      </c:pt>
                      <c:pt idx="347">
                        <c:v>45926.421875</c:v>
                      </c:pt>
                      <c:pt idx="348">
                        <c:v>45926.421875</c:v>
                      </c:pt>
                      <c:pt idx="349">
                        <c:v>45926.421875</c:v>
                      </c:pt>
                      <c:pt idx="350">
                        <c:v>45926.421875</c:v>
                      </c:pt>
                      <c:pt idx="351">
                        <c:v>45926.421875</c:v>
                      </c:pt>
                      <c:pt idx="352">
                        <c:v>45926.421875</c:v>
                      </c:pt>
                      <c:pt idx="353">
                        <c:v>45926.421875</c:v>
                      </c:pt>
                      <c:pt idx="354">
                        <c:v>45926.421875</c:v>
                      </c:pt>
                      <c:pt idx="355">
                        <c:v>45926.421875</c:v>
                      </c:pt>
                      <c:pt idx="356">
                        <c:v>45926.421875</c:v>
                      </c:pt>
                      <c:pt idx="357">
                        <c:v>45926.421875</c:v>
                      </c:pt>
                      <c:pt idx="358">
                        <c:v>45926.421875</c:v>
                      </c:pt>
                      <c:pt idx="359">
                        <c:v>45926.421875</c:v>
                      </c:pt>
                      <c:pt idx="360">
                        <c:v>45926.421875</c:v>
                      </c:pt>
                      <c:pt idx="361">
                        <c:v>45926.421886574077</c:v>
                      </c:pt>
                      <c:pt idx="362">
                        <c:v>45926.421886574077</c:v>
                      </c:pt>
                      <c:pt idx="363">
                        <c:v>45926.421886574077</c:v>
                      </c:pt>
                      <c:pt idx="364">
                        <c:v>45926.421886574077</c:v>
                      </c:pt>
                      <c:pt idx="365">
                        <c:v>45926.421886574077</c:v>
                      </c:pt>
                      <c:pt idx="366">
                        <c:v>45926.421886574077</c:v>
                      </c:pt>
                      <c:pt idx="367">
                        <c:v>45926.421886574077</c:v>
                      </c:pt>
                      <c:pt idx="368">
                        <c:v>45926.421886574077</c:v>
                      </c:pt>
                      <c:pt idx="369">
                        <c:v>45926.421886574077</c:v>
                      </c:pt>
                      <c:pt idx="370">
                        <c:v>45926.421886574077</c:v>
                      </c:pt>
                      <c:pt idx="371">
                        <c:v>45926.421886574077</c:v>
                      </c:pt>
                      <c:pt idx="372">
                        <c:v>45926.421886574077</c:v>
                      </c:pt>
                      <c:pt idx="373">
                        <c:v>45926.421886574077</c:v>
                      </c:pt>
                      <c:pt idx="374">
                        <c:v>45926.421886574077</c:v>
                      </c:pt>
                      <c:pt idx="375">
                        <c:v>45926.421886574077</c:v>
                      </c:pt>
                      <c:pt idx="376">
                        <c:v>45926.421886574077</c:v>
                      </c:pt>
                      <c:pt idx="377">
                        <c:v>45926.421886574077</c:v>
                      </c:pt>
                      <c:pt idx="378">
                        <c:v>45926.421886574077</c:v>
                      </c:pt>
                      <c:pt idx="379">
                        <c:v>45926.421886574077</c:v>
                      </c:pt>
                      <c:pt idx="380">
                        <c:v>45926.421886574077</c:v>
                      </c:pt>
                      <c:pt idx="381">
                        <c:v>45926.421898148146</c:v>
                      </c:pt>
                      <c:pt idx="382">
                        <c:v>45926.421898148146</c:v>
                      </c:pt>
                      <c:pt idx="383">
                        <c:v>45926.421898148146</c:v>
                      </c:pt>
                      <c:pt idx="384">
                        <c:v>45926.421898148146</c:v>
                      </c:pt>
                      <c:pt idx="385">
                        <c:v>45926.421898148146</c:v>
                      </c:pt>
                      <c:pt idx="386">
                        <c:v>45926.421898148146</c:v>
                      </c:pt>
                      <c:pt idx="387">
                        <c:v>45926.421898148146</c:v>
                      </c:pt>
                      <c:pt idx="388">
                        <c:v>45926.421898148146</c:v>
                      </c:pt>
                      <c:pt idx="389">
                        <c:v>45926.421898148146</c:v>
                      </c:pt>
                      <c:pt idx="390">
                        <c:v>45926.421898148146</c:v>
                      </c:pt>
                      <c:pt idx="391">
                        <c:v>45926.421898148146</c:v>
                      </c:pt>
                      <c:pt idx="392">
                        <c:v>45926.421898148146</c:v>
                      </c:pt>
                      <c:pt idx="393">
                        <c:v>45926.421898148146</c:v>
                      </c:pt>
                      <c:pt idx="394">
                        <c:v>45926.421898148146</c:v>
                      </c:pt>
                      <c:pt idx="395">
                        <c:v>45926.421898148146</c:v>
                      </c:pt>
                      <c:pt idx="396">
                        <c:v>45926.421898148146</c:v>
                      </c:pt>
                      <c:pt idx="397">
                        <c:v>45926.421898148146</c:v>
                      </c:pt>
                      <c:pt idx="398">
                        <c:v>45926.421898148146</c:v>
                      </c:pt>
                      <c:pt idx="399">
                        <c:v>45926.421898148146</c:v>
                      </c:pt>
                      <c:pt idx="400">
                        <c:v>45926.421909722223</c:v>
                      </c:pt>
                      <c:pt idx="401">
                        <c:v>45926.421909722223</c:v>
                      </c:pt>
                      <c:pt idx="402">
                        <c:v>45926.421909722223</c:v>
                      </c:pt>
                      <c:pt idx="403">
                        <c:v>45926.421909722223</c:v>
                      </c:pt>
                      <c:pt idx="404">
                        <c:v>45926.421909722223</c:v>
                      </c:pt>
                      <c:pt idx="405">
                        <c:v>45926.421909722223</c:v>
                      </c:pt>
                      <c:pt idx="406">
                        <c:v>45926.421909722223</c:v>
                      </c:pt>
                      <c:pt idx="407">
                        <c:v>45926.421909722223</c:v>
                      </c:pt>
                      <c:pt idx="408">
                        <c:v>45926.421909722223</c:v>
                      </c:pt>
                      <c:pt idx="409">
                        <c:v>45926.421909722223</c:v>
                      </c:pt>
                      <c:pt idx="410">
                        <c:v>45926.421909722223</c:v>
                      </c:pt>
                      <c:pt idx="411">
                        <c:v>45926.421909722223</c:v>
                      </c:pt>
                      <c:pt idx="412">
                        <c:v>45926.421909722223</c:v>
                      </c:pt>
                      <c:pt idx="413">
                        <c:v>45926.421909722223</c:v>
                      </c:pt>
                    </c:numCache>
                  </c:num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Sheet1!$I$2:$I$415</c15:sqref>
                        </c15:formulaRef>
                      </c:ext>
                    </c:extLst>
                    <c:numCache>
                      <c:formatCode>General</c:formatCode>
                      <c:ptCount val="414"/>
                      <c:pt idx="0">
                        <c:v>500</c:v>
                      </c:pt>
                      <c:pt idx="1">
                        <c:v>500</c:v>
                      </c:pt>
                      <c:pt idx="2">
                        <c:v>500</c:v>
                      </c:pt>
                      <c:pt idx="3">
                        <c:v>500</c:v>
                      </c:pt>
                      <c:pt idx="4">
                        <c:v>500</c:v>
                      </c:pt>
                      <c:pt idx="5">
                        <c:v>500</c:v>
                      </c:pt>
                      <c:pt idx="6">
                        <c:v>500</c:v>
                      </c:pt>
                      <c:pt idx="7">
                        <c:v>500</c:v>
                      </c:pt>
                      <c:pt idx="8">
                        <c:v>500</c:v>
                      </c:pt>
                      <c:pt idx="9">
                        <c:v>500</c:v>
                      </c:pt>
                      <c:pt idx="10">
                        <c:v>500</c:v>
                      </c:pt>
                      <c:pt idx="11">
                        <c:v>500</c:v>
                      </c:pt>
                      <c:pt idx="12">
                        <c:v>500</c:v>
                      </c:pt>
                      <c:pt idx="13">
                        <c:v>500</c:v>
                      </c:pt>
                      <c:pt idx="14">
                        <c:v>500</c:v>
                      </c:pt>
                      <c:pt idx="15">
                        <c:v>500</c:v>
                      </c:pt>
                      <c:pt idx="16">
                        <c:v>500</c:v>
                      </c:pt>
                      <c:pt idx="17">
                        <c:v>500</c:v>
                      </c:pt>
                      <c:pt idx="18">
                        <c:v>500</c:v>
                      </c:pt>
                      <c:pt idx="19">
                        <c:v>500</c:v>
                      </c:pt>
                      <c:pt idx="20">
                        <c:v>500</c:v>
                      </c:pt>
                      <c:pt idx="21">
                        <c:v>500</c:v>
                      </c:pt>
                      <c:pt idx="22">
                        <c:v>500</c:v>
                      </c:pt>
                      <c:pt idx="23">
                        <c:v>500</c:v>
                      </c:pt>
                      <c:pt idx="24">
                        <c:v>500</c:v>
                      </c:pt>
                      <c:pt idx="25">
                        <c:v>500</c:v>
                      </c:pt>
                      <c:pt idx="26">
                        <c:v>500</c:v>
                      </c:pt>
                      <c:pt idx="27">
                        <c:v>500</c:v>
                      </c:pt>
                      <c:pt idx="28">
                        <c:v>500</c:v>
                      </c:pt>
                      <c:pt idx="29">
                        <c:v>500</c:v>
                      </c:pt>
                      <c:pt idx="30">
                        <c:v>500</c:v>
                      </c:pt>
                      <c:pt idx="31">
                        <c:v>500</c:v>
                      </c:pt>
                      <c:pt idx="32">
                        <c:v>500</c:v>
                      </c:pt>
                      <c:pt idx="33">
                        <c:v>500</c:v>
                      </c:pt>
                      <c:pt idx="34">
                        <c:v>500</c:v>
                      </c:pt>
                      <c:pt idx="35">
                        <c:v>500</c:v>
                      </c:pt>
                      <c:pt idx="36">
                        <c:v>500</c:v>
                      </c:pt>
                      <c:pt idx="37">
                        <c:v>500</c:v>
                      </c:pt>
                      <c:pt idx="38">
                        <c:v>500</c:v>
                      </c:pt>
                      <c:pt idx="39">
                        <c:v>500</c:v>
                      </c:pt>
                      <c:pt idx="40">
                        <c:v>500</c:v>
                      </c:pt>
                      <c:pt idx="41">
                        <c:v>500</c:v>
                      </c:pt>
                      <c:pt idx="42">
                        <c:v>500</c:v>
                      </c:pt>
                      <c:pt idx="43">
                        <c:v>500</c:v>
                      </c:pt>
                      <c:pt idx="44">
                        <c:v>500</c:v>
                      </c:pt>
                      <c:pt idx="45">
                        <c:v>500</c:v>
                      </c:pt>
                      <c:pt idx="46">
                        <c:v>500</c:v>
                      </c:pt>
                      <c:pt idx="47">
                        <c:v>500</c:v>
                      </c:pt>
                      <c:pt idx="48">
                        <c:v>500</c:v>
                      </c:pt>
                      <c:pt idx="49">
                        <c:v>500</c:v>
                      </c:pt>
                      <c:pt idx="50">
                        <c:v>500</c:v>
                      </c:pt>
                      <c:pt idx="51">
                        <c:v>500</c:v>
                      </c:pt>
                      <c:pt idx="52">
                        <c:v>500</c:v>
                      </c:pt>
                      <c:pt idx="53">
                        <c:v>500</c:v>
                      </c:pt>
                      <c:pt idx="54">
                        <c:v>500</c:v>
                      </c:pt>
                      <c:pt idx="55">
                        <c:v>500</c:v>
                      </c:pt>
                      <c:pt idx="56">
                        <c:v>500</c:v>
                      </c:pt>
                      <c:pt idx="57">
                        <c:v>500</c:v>
                      </c:pt>
                      <c:pt idx="58">
                        <c:v>500</c:v>
                      </c:pt>
                      <c:pt idx="59">
                        <c:v>500</c:v>
                      </c:pt>
                      <c:pt idx="60">
                        <c:v>500</c:v>
                      </c:pt>
                      <c:pt idx="61">
                        <c:v>500</c:v>
                      </c:pt>
                      <c:pt idx="62">
                        <c:v>500</c:v>
                      </c:pt>
                      <c:pt idx="63">
                        <c:v>500</c:v>
                      </c:pt>
                      <c:pt idx="64">
                        <c:v>500</c:v>
                      </c:pt>
                      <c:pt idx="65">
                        <c:v>500</c:v>
                      </c:pt>
                      <c:pt idx="66">
                        <c:v>500</c:v>
                      </c:pt>
                      <c:pt idx="67">
                        <c:v>500</c:v>
                      </c:pt>
                      <c:pt idx="68">
                        <c:v>500</c:v>
                      </c:pt>
                      <c:pt idx="69">
                        <c:v>1000</c:v>
                      </c:pt>
                      <c:pt idx="70">
                        <c:v>1000</c:v>
                      </c:pt>
                      <c:pt idx="71">
                        <c:v>1000</c:v>
                      </c:pt>
                      <c:pt idx="72">
                        <c:v>1000</c:v>
                      </c:pt>
                      <c:pt idx="73">
                        <c:v>1000</c:v>
                      </c:pt>
                      <c:pt idx="74">
                        <c:v>1000</c:v>
                      </c:pt>
                      <c:pt idx="75">
                        <c:v>1000</c:v>
                      </c:pt>
                      <c:pt idx="76">
                        <c:v>1000</c:v>
                      </c:pt>
                      <c:pt idx="77">
                        <c:v>1000</c:v>
                      </c:pt>
                      <c:pt idx="78">
                        <c:v>1000</c:v>
                      </c:pt>
                      <c:pt idx="79">
                        <c:v>1000</c:v>
                      </c:pt>
                      <c:pt idx="80">
                        <c:v>1000</c:v>
                      </c:pt>
                      <c:pt idx="81">
                        <c:v>1000</c:v>
                      </c:pt>
                      <c:pt idx="82">
                        <c:v>1000</c:v>
                      </c:pt>
                      <c:pt idx="83">
                        <c:v>1000</c:v>
                      </c:pt>
                      <c:pt idx="84">
                        <c:v>1000</c:v>
                      </c:pt>
                      <c:pt idx="85">
                        <c:v>1000</c:v>
                      </c:pt>
                      <c:pt idx="86">
                        <c:v>1000</c:v>
                      </c:pt>
                      <c:pt idx="87">
                        <c:v>1000</c:v>
                      </c:pt>
                      <c:pt idx="88">
                        <c:v>1000</c:v>
                      </c:pt>
                      <c:pt idx="89">
                        <c:v>1000</c:v>
                      </c:pt>
                      <c:pt idx="90">
                        <c:v>1000</c:v>
                      </c:pt>
                      <c:pt idx="91">
                        <c:v>1000</c:v>
                      </c:pt>
                      <c:pt idx="92">
                        <c:v>1000</c:v>
                      </c:pt>
                      <c:pt idx="93">
                        <c:v>1000</c:v>
                      </c:pt>
                      <c:pt idx="94">
                        <c:v>1000</c:v>
                      </c:pt>
                      <c:pt idx="95">
                        <c:v>1000</c:v>
                      </c:pt>
                      <c:pt idx="96">
                        <c:v>1000</c:v>
                      </c:pt>
                      <c:pt idx="97">
                        <c:v>1000</c:v>
                      </c:pt>
                      <c:pt idx="98">
                        <c:v>1000</c:v>
                      </c:pt>
                      <c:pt idx="99">
                        <c:v>1000</c:v>
                      </c:pt>
                      <c:pt idx="100">
                        <c:v>1000</c:v>
                      </c:pt>
                      <c:pt idx="101">
                        <c:v>1000</c:v>
                      </c:pt>
                      <c:pt idx="102">
                        <c:v>1000</c:v>
                      </c:pt>
                      <c:pt idx="103">
                        <c:v>1000</c:v>
                      </c:pt>
                      <c:pt idx="104">
                        <c:v>1000</c:v>
                      </c:pt>
                      <c:pt idx="105">
                        <c:v>1000</c:v>
                      </c:pt>
                      <c:pt idx="106">
                        <c:v>1000</c:v>
                      </c:pt>
                      <c:pt idx="107">
                        <c:v>1000</c:v>
                      </c:pt>
                      <c:pt idx="108">
                        <c:v>1000</c:v>
                      </c:pt>
                      <c:pt idx="109">
                        <c:v>1000</c:v>
                      </c:pt>
                      <c:pt idx="110">
                        <c:v>1000</c:v>
                      </c:pt>
                      <c:pt idx="111">
                        <c:v>1000</c:v>
                      </c:pt>
                      <c:pt idx="112">
                        <c:v>1000</c:v>
                      </c:pt>
                      <c:pt idx="113">
                        <c:v>1000</c:v>
                      </c:pt>
                      <c:pt idx="114">
                        <c:v>1000</c:v>
                      </c:pt>
                      <c:pt idx="115">
                        <c:v>1000</c:v>
                      </c:pt>
                      <c:pt idx="116">
                        <c:v>1000</c:v>
                      </c:pt>
                      <c:pt idx="117">
                        <c:v>1000</c:v>
                      </c:pt>
                      <c:pt idx="118">
                        <c:v>1000</c:v>
                      </c:pt>
                      <c:pt idx="119">
                        <c:v>1000</c:v>
                      </c:pt>
                      <c:pt idx="120">
                        <c:v>1000</c:v>
                      </c:pt>
                      <c:pt idx="121">
                        <c:v>1000</c:v>
                      </c:pt>
                      <c:pt idx="122">
                        <c:v>1000</c:v>
                      </c:pt>
                      <c:pt idx="123">
                        <c:v>1000</c:v>
                      </c:pt>
                      <c:pt idx="124">
                        <c:v>1000</c:v>
                      </c:pt>
                      <c:pt idx="125">
                        <c:v>1000</c:v>
                      </c:pt>
                      <c:pt idx="126">
                        <c:v>1000</c:v>
                      </c:pt>
                      <c:pt idx="127">
                        <c:v>1000</c:v>
                      </c:pt>
                      <c:pt idx="128">
                        <c:v>1000</c:v>
                      </c:pt>
                      <c:pt idx="129">
                        <c:v>1000</c:v>
                      </c:pt>
                      <c:pt idx="130">
                        <c:v>1000</c:v>
                      </c:pt>
                      <c:pt idx="131">
                        <c:v>1000</c:v>
                      </c:pt>
                      <c:pt idx="132">
                        <c:v>1000</c:v>
                      </c:pt>
                      <c:pt idx="133">
                        <c:v>1000</c:v>
                      </c:pt>
                      <c:pt idx="134">
                        <c:v>1000</c:v>
                      </c:pt>
                      <c:pt idx="135">
                        <c:v>1000</c:v>
                      </c:pt>
                      <c:pt idx="136">
                        <c:v>1000</c:v>
                      </c:pt>
                      <c:pt idx="137">
                        <c:v>1000</c:v>
                      </c:pt>
                      <c:pt idx="138">
                        <c:v>1000</c:v>
                      </c:pt>
                      <c:pt idx="139">
                        <c:v>1000</c:v>
                      </c:pt>
                      <c:pt idx="140">
                        <c:v>1000</c:v>
                      </c:pt>
                      <c:pt idx="141">
                        <c:v>1000</c:v>
                      </c:pt>
                      <c:pt idx="142">
                        <c:v>1000</c:v>
                      </c:pt>
                      <c:pt idx="143">
                        <c:v>1000</c:v>
                      </c:pt>
                      <c:pt idx="144">
                        <c:v>1000</c:v>
                      </c:pt>
                      <c:pt idx="145">
                        <c:v>1000</c:v>
                      </c:pt>
                      <c:pt idx="146">
                        <c:v>1000</c:v>
                      </c:pt>
                      <c:pt idx="147">
                        <c:v>1000</c:v>
                      </c:pt>
                      <c:pt idx="148">
                        <c:v>1000</c:v>
                      </c:pt>
                      <c:pt idx="149">
                        <c:v>1000</c:v>
                      </c:pt>
                      <c:pt idx="150">
                        <c:v>1000</c:v>
                      </c:pt>
                      <c:pt idx="151">
                        <c:v>1000</c:v>
                      </c:pt>
                      <c:pt idx="152">
                        <c:v>1000</c:v>
                      </c:pt>
                      <c:pt idx="153">
                        <c:v>1000</c:v>
                      </c:pt>
                      <c:pt idx="154">
                        <c:v>1000</c:v>
                      </c:pt>
                      <c:pt idx="155">
                        <c:v>1000</c:v>
                      </c:pt>
                      <c:pt idx="156">
                        <c:v>1000</c:v>
                      </c:pt>
                      <c:pt idx="157">
                        <c:v>1000</c:v>
                      </c:pt>
                      <c:pt idx="158">
                        <c:v>1000</c:v>
                      </c:pt>
                      <c:pt idx="159">
                        <c:v>1000</c:v>
                      </c:pt>
                      <c:pt idx="160">
                        <c:v>1000</c:v>
                      </c:pt>
                      <c:pt idx="161">
                        <c:v>1000</c:v>
                      </c:pt>
                      <c:pt idx="162">
                        <c:v>1000</c:v>
                      </c:pt>
                      <c:pt idx="163">
                        <c:v>1000</c:v>
                      </c:pt>
                      <c:pt idx="164">
                        <c:v>1000</c:v>
                      </c:pt>
                      <c:pt idx="165">
                        <c:v>1000</c:v>
                      </c:pt>
                      <c:pt idx="166">
                        <c:v>1000</c:v>
                      </c:pt>
                      <c:pt idx="167">
                        <c:v>1000</c:v>
                      </c:pt>
                      <c:pt idx="168">
                        <c:v>1000</c:v>
                      </c:pt>
                      <c:pt idx="169">
                        <c:v>1000</c:v>
                      </c:pt>
                      <c:pt idx="170">
                        <c:v>1000</c:v>
                      </c:pt>
                      <c:pt idx="171">
                        <c:v>1000</c:v>
                      </c:pt>
                      <c:pt idx="172">
                        <c:v>1000</c:v>
                      </c:pt>
                      <c:pt idx="173">
                        <c:v>1000</c:v>
                      </c:pt>
                      <c:pt idx="174">
                        <c:v>1000</c:v>
                      </c:pt>
                      <c:pt idx="175">
                        <c:v>1000</c:v>
                      </c:pt>
                      <c:pt idx="176">
                        <c:v>1000</c:v>
                      </c:pt>
                      <c:pt idx="177">
                        <c:v>1000</c:v>
                      </c:pt>
                      <c:pt idx="178">
                        <c:v>1000</c:v>
                      </c:pt>
                      <c:pt idx="179">
                        <c:v>1000</c:v>
                      </c:pt>
                      <c:pt idx="180">
                        <c:v>1000</c:v>
                      </c:pt>
                      <c:pt idx="181">
                        <c:v>1000</c:v>
                      </c:pt>
                      <c:pt idx="182">
                        <c:v>1000</c:v>
                      </c:pt>
                      <c:pt idx="183">
                        <c:v>1000</c:v>
                      </c:pt>
                      <c:pt idx="184">
                        <c:v>1000</c:v>
                      </c:pt>
                      <c:pt idx="185">
                        <c:v>1000</c:v>
                      </c:pt>
                      <c:pt idx="186">
                        <c:v>1000</c:v>
                      </c:pt>
                      <c:pt idx="187">
                        <c:v>1000</c:v>
                      </c:pt>
                      <c:pt idx="188">
                        <c:v>1000</c:v>
                      </c:pt>
                      <c:pt idx="189">
                        <c:v>1000</c:v>
                      </c:pt>
                      <c:pt idx="190">
                        <c:v>1000</c:v>
                      </c:pt>
                      <c:pt idx="191">
                        <c:v>1000</c:v>
                      </c:pt>
                      <c:pt idx="192">
                        <c:v>1000</c:v>
                      </c:pt>
                      <c:pt idx="193">
                        <c:v>1000</c:v>
                      </c:pt>
                      <c:pt idx="194">
                        <c:v>1000</c:v>
                      </c:pt>
                      <c:pt idx="195">
                        <c:v>1000</c:v>
                      </c:pt>
                      <c:pt idx="196">
                        <c:v>1000</c:v>
                      </c:pt>
                      <c:pt idx="197">
                        <c:v>1000</c:v>
                      </c:pt>
                      <c:pt idx="198">
                        <c:v>1000</c:v>
                      </c:pt>
                      <c:pt idx="199">
                        <c:v>1000</c:v>
                      </c:pt>
                      <c:pt idx="200">
                        <c:v>1000</c:v>
                      </c:pt>
                      <c:pt idx="201">
                        <c:v>1000</c:v>
                      </c:pt>
                      <c:pt idx="202">
                        <c:v>1000</c:v>
                      </c:pt>
                      <c:pt idx="203">
                        <c:v>1000</c:v>
                      </c:pt>
                      <c:pt idx="204">
                        <c:v>1000</c:v>
                      </c:pt>
                      <c:pt idx="205">
                        <c:v>1000</c:v>
                      </c:pt>
                      <c:pt idx="206">
                        <c:v>1000</c:v>
                      </c:pt>
                      <c:pt idx="207">
                        <c:v>1000</c:v>
                      </c:pt>
                      <c:pt idx="208">
                        <c:v>1000</c:v>
                      </c:pt>
                      <c:pt idx="209">
                        <c:v>1000</c:v>
                      </c:pt>
                      <c:pt idx="210">
                        <c:v>1000</c:v>
                      </c:pt>
                      <c:pt idx="211">
                        <c:v>1000</c:v>
                      </c:pt>
                      <c:pt idx="212">
                        <c:v>1000</c:v>
                      </c:pt>
                      <c:pt idx="213">
                        <c:v>1000</c:v>
                      </c:pt>
                      <c:pt idx="214">
                        <c:v>1000</c:v>
                      </c:pt>
                      <c:pt idx="215">
                        <c:v>1000</c:v>
                      </c:pt>
                      <c:pt idx="216">
                        <c:v>1000</c:v>
                      </c:pt>
                      <c:pt idx="217">
                        <c:v>1000</c:v>
                      </c:pt>
                      <c:pt idx="218">
                        <c:v>1000</c:v>
                      </c:pt>
                      <c:pt idx="219">
                        <c:v>1000</c:v>
                      </c:pt>
                      <c:pt idx="220">
                        <c:v>1000</c:v>
                      </c:pt>
                      <c:pt idx="221">
                        <c:v>1000</c:v>
                      </c:pt>
                      <c:pt idx="222">
                        <c:v>1000</c:v>
                      </c:pt>
                      <c:pt idx="223">
                        <c:v>1000</c:v>
                      </c:pt>
                      <c:pt idx="224">
                        <c:v>1000</c:v>
                      </c:pt>
                      <c:pt idx="225">
                        <c:v>1000</c:v>
                      </c:pt>
                      <c:pt idx="226">
                        <c:v>1000</c:v>
                      </c:pt>
                      <c:pt idx="227">
                        <c:v>1000</c:v>
                      </c:pt>
                      <c:pt idx="228">
                        <c:v>1000</c:v>
                      </c:pt>
                      <c:pt idx="229">
                        <c:v>1000</c:v>
                      </c:pt>
                      <c:pt idx="230">
                        <c:v>1000</c:v>
                      </c:pt>
                      <c:pt idx="231">
                        <c:v>1000</c:v>
                      </c:pt>
                      <c:pt idx="232">
                        <c:v>1000</c:v>
                      </c:pt>
                      <c:pt idx="233">
                        <c:v>1000</c:v>
                      </c:pt>
                      <c:pt idx="234">
                        <c:v>1000</c:v>
                      </c:pt>
                      <c:pt idx="235">
                        <c:v>1000</c:v>
                      </c:pt>
                      <c:pt idx="236">
                        <c:v>1000</c:v>
                      </c:pt>
                      <c:pt idx="237">
                        <c:v>1000</c:v>
                      </c:pt>
                      <c:pt idx="238">
                        <c:v>1000</c:v>
                      </c:pt>
                      <c:pt idx="239">
                        <c:v>1000</c:v>
                      </c:pt>
                      <c:pt idx="240">
                        <c:v>1000</c:v>
                      </c:pt>
                      <c:pt idx="241">
                        <c:v>1000</c:v>
                      </c:pt>
                      <c:pt idx="242">
                        <c:v>1000</c:v>
                      </c:pt>
                      <c:pt idx="243">
                        <c:v>1000</c:v>
                      </c:pt>
                      <c:pt idx="244">
                        <c:v>1000</c:v>
                      </c:pt>
                      <c:pt idx="245">
                        <c:v>1000</c:v>
                      </c:pt>
                      <c:pt idx="246">
                        <c:v>1000</c:v>
                      </c:pt>
                      <c:pt idx="247">
                        <c:v>1000</c:v>
                      </c:pt>
                      <c:pt idx="248">
                        <c:v>1000</c:v>
                      </c:pt>
                      <c:pt idx="249">
                        <c:v>1000</c:v>
                      </c:pt>
                      <c:pt idx="250">
                        <c:v>1000</c:v>
                      </c:pt>
                      <c:pt idx="251">
                        <c:v>1000</c:v>
                      </c:pt>
                      <c:pt idx="252">
                        <c:v>1000</c:v>
                      </c:pt>
                      <c:pt idx="253">
                        <c:v>1000</c:v>
                      </c:pt>
                      <c:pt idx="254">
                        <c:v>1000</c:v>
                      </c:pt>
                      <c:pt idx="255">
                        <c:v>1000</c:v>
                      </c:pt>
                      <c:pt idx="256">
                        <c:v>1000</c:v>
                      </c:pt>
                      <c:pt idx="257">
                        <c:v>1000</c:v>
                      </c:pt>
                      <c:pt idx="258">
                        <c:v>1000</c:v>
                      </c:pt>
                      <c:pt idx="259">
                        <c:v>1000</c:v>
                      </c:pt>
                      <c:pt idx="260">
                        <c:v>1000</c:v>
                      </c:pt>
                      <c:pt idx="261">
                        <c:v>1000</c:v>
                      </c:pt>
                      <c:pt idx="262">
                        <c:v>1000</c:v>
                      </c:pt>
                      <c:pt idx="263">
                        <c:v>1000</c:v>
                      </c:pt>
                      <c:pt idx="264">
                        <c:v>1000</c:v>
                      </c:pt>
                      <c:pt idx="265">
                        <c:v>1000</c:v>
                      </c:pt>
                      <c:pt idx="266">
                        <c:v>1000</c:v>
                      </c:pt>
                      <c:pt idx="267">
                        <c:v>1000</c:v>
                      </c:pt>
                      <c:pt idx="268">
                        <c:v>1000</c:v>
                      </c:pt>
                      <c:pt idx="269">
                        <c:v>1000</c:v>
                      </c:pt>
                      <c:pt idx="270">
                        <c:v>1000</c:v>
                      </c:pt>
                      <c:pt idx="271">
                        <c:v>1000</c:v>
                      </c:pt>
                      <c:pt idx="272">
                        <c:v>1000</c:v>
                      </c:pt>
                      <c:pt idx="273">
                        <c:v>1000</c:v>
                      </c:pt>
                      <c:pt idx="274">
                        <c:v>1000</c:v>
                      </c:pt>
                      <c:pt idx="275">
                        <c:v>1000</c:v>
                      </c:pt>
                      <c:pt idx="276">
                        <c:v>1000</c:v>
                      </c:pt>
                      <c:pt idx="277">
                        <c:v>1000</c:v>
                      </c:pt>
                      <c:pt idx="278">
                        <c:v>1000</c:v>
                      </c:pt>
                      <c:pt idx="279">
                        <c:v>1000</c:v>
                      </c:pt>
                      <c:pt idx="280">
                        <c:v>1000</c:v>
                      </c:pt>
                      <c:pt idx="281">
                        <c:v>1000</c:v>
                      </c:pt>
                      <c:pt idx="282">
                        <c:v>1000</c:v>
                      </c:pt>
                      <c:pt idx="283">
                        <c:v>1000</c:v>
                      </c:pt>
                      <c:pt idx="284">
                        <c:v>1000</c:v>
                      </c:pt>
                      <c:pt idx="285">
                        <c:v>1000</c:v>
                      </c:pt>
                      <c:pt idx="286">
                        <c:v>1000</c:v>
                      </c:pt>
                      <c:pt idx="287">
                        <c:v>1000</c:v>
                      </c:pt>
                      <c:pt idx="288">
                        <c:v>1000</c:v>
                      </c:pt>
                      <c:pt idx="289">
                        <c:v>1000</c:v>
                      </c:pt>
                      <c:pt idx="290">
                        <c:v>1000</c:v>
                      </c:pt>
                      <c:pt idx="291">
                        <c:v>1000</c:v>
                      </c:pt>
                      <c:pt idx="292">
                        <c:v>1000</c:v>
                      </c:pt>
                      <c:pt idx="293">
                        <c:v>1000</c:v>
                      </c:pt>
                      <c:pt idx="294">
                        <c:v>1000</c:v>
                      </c:pt>
                      <c:pt idx="295">
                        <c:v>1000</c:v>
                      </c:pt>
                      <c:pt idx="296">
                        <c:v>1000</c:v>
                      </c:pt>
                      <c:pt idx="297">
                        <c:v>1000</c:v>
                      </c:pt>
                      <c:pt idx="298">
                        <c:v>1000</c:v>
                      </c:pt>
                      <c:pt idx="299">
                        <c:v>1000</c:v>
                      </c:pt>
                      <c:pt idx="300">
                        <c:v>1000</c:v>
                      </c:pt>
                      <c:pt idx="301">
                        <c:v>1000</c:v>
                      </c:pt>
                      <c:pt idx="302">
                        <c:v>1000</c:v>
                      </c:pt>
                      <c:pt idx="303">
                        <c:v>1000</c:v>
                      </c:pt>
                      <c:pt idx="304">
                        <c:v>1000</c:v>
                      </c:pt>
                      <c:pt idx="305">
                        <c:v>1000</c:v>
                      </c:pt>
                      <c:pt idx="306">
                        <c:v>1000</c:v>
                      </c:pt>
                      <c:pt idx="307">
                        <c:v>1000</c:v>
                      </c:pt>
                      <c:pt idx="308">
                        <c:v>1000</c:v>
                      </c:pt>
                      <c:pt idx="309">
                        <c:v>1000</c:v>
                      </c:pt>
                      <c:pt idx="310">
                        <c:v>1000</c:v>
                      </c:pt>
                      <c:pt idx="311">
                        <c:v>1000</c:v>
                      </c:pt>
                      <c:pt idx="312">
                        <c:v>1000</c:v>
                      </c:pt>
                      <c:pt idx="313">
                        <c:v>1000</c:v>
                      </c:pt>
                      <c:pt idx="314">
                        <c:v>1000</c:v>
                      </c:pt>
                      <c:pt idx="315">
                        <c:v>1000</c:v>
                      </c:pt>
                      <c:pt idx="316">
                        <c:v>1000</c:v>
                      </c:pt>
                      <c:pt idx="317">
                        <c:v>1000</c:v>
                      </c:pt>
                      <c:pt idx="318">
                        <c:v>1000</c:v>
                      </c:pt>
                      <c:pt idx="319">
                        <c:v>1000</c:v>
                      </c:pt>
                      <c:pt idx="320">
                        <c:v>1000</c:v>
                      </c:pt>
                      <c:pt idx="321">
                        <c:v>1000</c:v>
                      </c:pt>
                      <c:pt idx="322">
                        <c:v>1000</c:v>
                      </c:pt>
                      <c:pt idx="323">
                        <c:v>1000</c:v>
                      </c:pt>
                      <c:pt idx="324">
                        <c:v>1000</c:v>
                      </c:pt>
                      <c:pt idx="325">
                        <c:v>1000</c:v>
                      </c:pt>
                      <c:pt idx="326">
                        <c:v>1000</c:v>
                      </c:pt>
                      <c:pt idx="327">
                        <c:v>1000</c:v>
                      </c:pt>
                      <c:pt idx="328">
                        <c:v>1000</c:v>
                      </c:pt>
                      <c:pt idx="329">
                        <c:v>1000</c:v>
                      </c:pt>
                      <c:pt idx="330">
                        <c:v>1000</c:v>
                      </c:pt>
                      <c:pt idx="331">
                        <c:v>1000</c:v>
                      </c:pt>
                      <c:pt idx="332">
                        <c:v>1000</c:v>
                      </c:pt>
                      <c:pt idx="333">
                        <c:v>1000</c:v>
                      </c:pt>
                      <c:pt idx="334">
                        <c:v>1000</c:v>
                      </c:pt>
                      <c:pt idx="335">
                        <c:v>500</c:v>
                      </c:pt>
                      <c:pt idx="336">
                        <c:v>500</c:v>
                      </c:pt>
                      <c:pt idx="337">
                        <c:v>500</c:v>
                      </c:pt>
                      <c:pt idx="338">
                        <c:v>500</c:v>
                      </c:pt>
                      <c:pt idx="339">
                        <c:v>500</c:v>
                      </c:pt>
                      <c:pt idx="340">
                        <c:v>500</c:v>
                      </c:pt>
                      <c:pt idx="341">
                        <c:v>500</c:v>
                      </c:pt>
                      <c:pt idx="342">
                        <c:v>500</c:v>
                      </c:pt>
                      <c:pt idx="343">
                        <c:v>500</c:v>
                      </c:pt>
                      <c:pt idx="344">
                        <c:v>500</c:v>
                      </c:pt>
                      <c:pt idx="345">
                        <c:v>500</c:v>
                      </c:pt>
                      <c:pt idx="346">
                        <c:v>500</c:v>
                      </c:pt>
                      <c:pt idx="347">
                        <c:v>500</c:v>
                      </c:pt>
                      <c:pt idx="348">
                        <c:v>500</c:v>
                      </c:pt>
                      <c:pt idx="349">
                        <c:v>500</c:v>
                      </c:pt>
                      <c:pt idx="350">
                        <c:v>500</c:v>
                      </c:pt>
                      <c:pt idx="351">
                        <c:v>500</c:v>
                      </c:pt>
                      <c:pt idx="352">
                        <c:v>500</c:v>
                      </c:pt>
                      <c:pt idx="353">
                        <c:v>500</c:v>
                      </c:pt>
                      <c:pt idx="354">
                        <c:v>500</c:v>
                      </c:pt>
                      <c:pt idx="355">
                        <c:v>500</c:v>
                      </c:pt>
                      <c:pt idx="356">
                        <c:v>500</c:v>
                      </c:pt>
                      <c:pt idx="357">
                        <c:v>500</c:v>
                      </c:pt>
                      <c:pt idx="358">
                        <c:v>500</c:v>
                      </c:pt>
                      <c:pt idx="359">
                        <c:v>500</c:v>
                      </c:pt>
                      <c:pt idx="360">
                        <c:v>500</c:v>
                      </c:pt>
                      <c:pt idx="361">
                        <c:v>500</c:v>
                      </c:pt>
                      <c:pt idx="362">
                        <c:v>500</c:v>
                      </c:pt>
                      <c:pt idx="363">
                        <c:v>500</c:v>
                      </c:pt>
                      <c:pt idx="364">
                        <c:v>500</c:v>
                      </c:pt>
                      <c:pt idx="365">
                        <c:v>500</c:v>
                      </c:pt>
                      <c:pt idx="366">
                        <c:v>500</c:v>
                      </c:pt>
                      <c:pt idx="367">
                        <c:v>500</c:v>
                      </c:pt>
                      <c:pt idx="368">
                        <c:v>500</c:v>
                      </c:pt>
                      <c:pt idx="369">
                        <c:v>500</c:v>
                      </c:pt>
                      <c:pt idx="370">
                        <c:v>500</c:v>
                      </c:pt>
                      <c:pt idx="371">
                        <c:v>500</c:v>
                      </c:pt>
                      <c:pt idx="372">
                        <c:v>500</c:v>
                      </c:pt>
                      <c:pt idx="373">
                        <c:v>500</c:v>
                      </c:pt>
                      <c:pt idx="374">
                        <c:v>500</c:v>
                      </c:pt>
                      <c:pt idx="375">
                        <c:v>500</c:v>
                      </c:pt>
                      <c:pt idx="376">
                        <c:v>500</c:v>
                      </c:pt>
                      <c:pt idx="377">
                        <c:v>500</c:v>
                      </c:pt>
                      <c:pt idx="378">
                        <c:v>500</c:v>
                      </c:pt>
                      <c:pt idx="379">
                        <c:v>500</c:v>
                      </c:pt>
                      <c:pt idx="380">
                        <c:v>500</c:v>
                      </c:pt>
                      <c:pt idx="381">
                        <c:v>500</c:v>
                      </c:pt>
                      <c:pt idx="382">
                        <c:v>500</c:v>
                      </c:pt>
                      <c:pt idx="383">
                        <c:v>500</c:v>
                      </c:pt>
                      <c:pt idx="384">
                        <c:v>500</c:v>
                      </c:pt>
                      <c:pt idx="385">
                        <c:v>500</c:v>
                      </c:pt>
                      <c:pt idx="386">
                        <c:v>500</c:v>
                      </c:pt>
                      <c:pt idx="387">
                        <c:v>500</c:v>
                      </c:pt>
                      <c:pt idx="388">
                        <c:v>500</c:v>
                      </c:pt>
                      <c:pt idx="389">
                        <c:v>500</c:v>
                      </c:pt>
                      <c:pt idx="390">
                        <c:v>500</c:v>
                      </c:pt>
                      <c:pt idx="391">
                        <c:v>500</c:v>
                      </c:pt>
                      <c:pt idx="392">
                        <c:v>500</c:v>
                      </c:pt>
                      <c:pt idx="393">
                        <c:v>500</c:v>
                      </c:pt>
                      <c:pt idx="394">
                        <c:v>500</c:v>
                      </c:pt>
                      <c:pt idx="395">
                        <c:v>500</c:v>
                      </c:pt>
                      <c:pt idx="396">
                        <c:v>500</c:v>
                      </c:pt>
                      <c:pt idx="397">
                        <c:v>500</c:v>
                      </c:pt>
                      <c:pt idx="398">
                        <c:v>500</c:v>
                      </c:pt>
                      <c:pt idx="399">
                        <c:v>500</c:v>
                      </c:pt>
                      <c:pt idx="400">
                        <c:v>500</c:v>
                      </c:pt>
                      <c:pt idx="401">
                        <c:v>500</c:v>
                      </c:pt>
                      <c:pt idx="402">
                        <c:v>500</c:v>
                      </c:pt>
                      <c:pt idx="403">
                        <c:v>500</c:v>
                      </c:pt>
                      <c:pt idx="404">
                        <c:v>500</c:v>
                      </c:pt>
                      <c:pt idx="405">
                        <c:v>500</c:v>
                      </c:pt>
                      <c:pt idx="406">
                        <c:v>500</c:v>
                      </c:pt>
                      <c:pt idx="407">
                        <c:v>500</c:v>
                      </c:pt>
                      <c:pt idx="408">
                        <c:v>500</c:v>
                      </c:pt>
                      <c:pt idx="409">
                        <c:v>500</c:v>
                      </c:pt>
                      <c:pt idx="410">
                        <c:v>500</c:v>
                      </c:pt>
                      <c:pt idx="411">
                        <c:v>500</c:v>
                      </c:pt>
                      <c:pt idx="412">
                        <c:v>500</c:v>
                      </c:pt>
                      <c:pt idx="413">
                        <c:v>500</c:v>
                      </c:pt>
                    </c:numCache>
                  </c:numRef>
                </c: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8-57C8-4497-A495-A8E113FB836F}"/>
                  </c:ext>
                </c:extLst>
              </c15:ser>
            </c15:filteredLineSeries>
          </c:ext>
        </c:extLst>
      </c:lineChart>
      <c:catAx>
        <c:axId val="1256004272"/>
        <c:scaling>
          <c:orientation val="minMax"/>
        </c:scaling>
        <c:delete val="0"/>
        <c:axPos val="b"/>
        <c:numFmt formatCode="mm:ss" sourceLinked="0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1145325008"/>
        <c:crosses val="autoZero"/>
        <c:auto val="0"/>
        <c:lblAlgn val="ctr"/>
        <c:lblOffset val="100"/>
        <c:noMultiLvlLbl val="0"/>
      </c:catAx>
      <c:valAx>
        <c:axId val="1145325008"/>
        <c:scaling>
          <c:orientation val="minMax"/>
          <c:max val="1600"/>
          <c:min val="-150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1256004272"/>
        <c:crosses val="autoZero"/>
        <c:crossBetween val="between"/>
        <c:majorUnit val="500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4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lineChart>
        <c:grouping val="standard"/>
        <c:varyColors val="0"/>
        <c:ser>
          <c:idx val="5"/>
          <c:order val="5"/>
          <c:tx>
            <c:strRef>
              <c:f>Sheet1!$G$1</c:f>
              <c:strCache>
                <c:ptCount val="1"/>
                <c:pt idx="0">
                  <c:v>LPC 포지션</c:v>
                </c:pt>
              </c:strCache>
            </c:strRef>
          </c:tx>
          <c:spPr>
            <a:ln w="12700" cap="rnd">
              <a:solidFill>
                <a:schemeClr val="accent6"/>
              </a:solidFill>
              <a:round/>
            </a:ln>
            <a:effectLst/>
          </c:spPr>
          <c:marker>
            <c:symbol val="none"/>
          </c:marker>
          <c:cat>
            <c:numRef>
              <c:f>Sheet1!$A$2:$A$415</c:f>
              <c:numCache>
                <c:formatCode>yyyy/mm/dd\ ddd\ hh:mm:ss</c:formatCode>
                <c:ptCount val="414"/>
                <c:pt idx="0">
                  <c:v>45926.421666666669</c:v>
                </c:pt>
                <c:pt idx="1">
                  <c:v>45926.421678240738</c:v>
                </c:pt>
                <c:pt idx="2">
                  <c:v>45926.421678240738</c:v>
                </c:pt>
                <c:pt idx="3">
                  <c:v>45926.421678240738</c:v>
                </c:pt>
                <c:pt idx="4">
                  <c:v>45926.421678240738</c:v>
                </c:pt>
                <c:pt idx="5">
                  <c:v>45926.421678240738</c:v>
                </c:pt>
                <c:pt idx="6">
                  <c:v>45926.421678240738</c:v>
                </c:pt>
                <c:pt idx="7">
                  <c:v>45926.421678240738</c:v>
                </c:pt>
                <c:pt idx="8">
                  <c:v>45926.421678240738</c:v>
                </c:pt>
                <c:pt idx="9">
                  <c:v>45926.421678240738</c:v>
                </c:pt>
                <c:pt idx="10">
                  <c:v>45926.421678240738</c:v>
                </c:pt>
                <c:pt idx="11">
                  <c:v>45926.421678240738</c:v>
                </c:pt>
                <c:pt idx="12">
                  <c:v>45926.421678240738</c:v>
                </c:pt>
                <c:pt idx="13">
                  <c:v>45926.421678240738</c:v>
                </c:pt>
                <c:pt idx="14">
                  <c:v>45926.421678240738</c:v>
                </c:pt>
                <c:pt idx="15">
                  <c:v>45926.421678240738</c:v>
                </c:pt>
                <c:pt idx="16">
                  <c:v>45926.421678240738</c:v>
                </c:pt>
                <c:pt idx="17">
                  <c:v>45926.421678240738</c:v>
                </c:pt>
                <c:pt idx="18">
                  <c:v>45926.421678240738</c:v>
                </c:pt>
                <c:pt idx="19">
                  <c:v>45926.421678240738</c:v>
                </c:pt>
                <c:pt idx="20">
                  <c:v>45926.421678240738</c:v>
                </c:pt>
                <c:pt idx="21">
                  <c:v>45926.421689814815</c:v>
                </c:pt>
                <c:pt idx="22">
                  <c:v>45926.421689814815</c:v>
                </c:pt>
                <c:pt idx="23">
                  <c:v>45926.421689814815</c:v>
                </c:pt>
                <c:pt idx="24">
                  <c:v>45926.421689814815</c:v>
                </c:pt>
                <c:pt idx="25">
                  <c:v>45926.421689814815</c:v>
                </c:pt>
                <c:pt idx="26">
                  <c:v>45926.421689814815</c:v>
                </c:pt>
                <c:pt idx="27">
                  <c:v>45926.421689814815</c:v>
                </c:pt>
                <c:pt idx="28">
                  <c:v>45926.421689814815</c:v>
                </c:pt>
                <c:pt idx="29">
                  <c:v>45926.421689814815</c:v>
                </c:pt>
                <c:pt idx="30">
                  <c:v>45926.421689814815</c:v>
                </c:pt>
                <c:pt idx="31">
                  <c:v>45926.421689814815</c:v>
                </c:pt>
                <c:pt idx="32">
                  <c:v>45926.421689814815</c:v>
                </c:pt>
                <c:pt idx="33">
                  <c:v>45926.421689814815</c:v>
                </c:pt>
                <c:pt idx="34">
                  <c:v>45926.421689814815</c:v>
                </c:pt>
                <c:pt idx="35">
                  <c:v>45926.421689814815</c:v>
                </c:pt>
                <c:pt idx="36">
                  <c:v>45926.421689814815</c:v>
                </c:pt>
                <c:pt idx="37">
                  <c:v>45926.421689814815</c:v>
                </c:pt>
                <c:pt idx="38">
                  <c:v>45926.421689814815</c:v>
                </c:pt>
                <c:pt idx="39">
                  <c:v>45926.421689814815</c:v>
                </c:pt>
                <c:pt idx="40">
                  <c:v>45926.421689814815</c:v>
                </c:pt>
                <c:pt idx="41">
                  <c:v>45926.421689814815</c:v>
                </c:pt>
                <c:pt idx="42">
                  <c:v>45926.421701388892</c:v>
                </c:pt>
                <c:pt idx="43">
                  <c:v>45926.421701388892</c:v>
                </c:pt>
                <c:pt idx="44">
                  <c:v>45926.421701388892</c:v>
                </c:pt>
                <c:pt idx="45">
                  <c:v>45926.421701388892</c:v>
                </c:pt>
                <c:pt idx="46">
                  <c:v>45926.421701388892</c:v>
                </c:pt>
                <c:pt idx="47">
                  <c:v>45926.421701388892</c:v>
                </c:pt>
                <c:pt idx="48">
                  <c:v>45926.421701388892</c:v>
                </c:pt>
                <c:pt idx="49">
                  <c:v>45926.421701388892</c:v>
                </c:pt>
                <c:pt idx="50">
                  <c:v>45926.421701388892</c:v>
                </c:pt>
                <c:pt idx="51">
                  <c:v>45926.421701388892</c:v>
                </c:pt>
                <c:pt idx="52">
                  <c:v>45926.421701388892</c:v>
                </c:pt>
                <c:pt idx="53">
                  <c:v>45926.421701388892</c:v>
                </c:pt>
                <c:pt idx="54">
                  <c:v>45926.421701388892</c:v>
                </c:pt>
                <c:pt idx="55">
                  <c:v>45926.421701388892</c:v>
                </c:pt>
                <c:pt idx="56">
                  <c:v>45926.421701388892</c:v>
                </c:pt>
                <c:pt idx="57">
                  <c:v>45926.421701388892</c:v>
                </c:pt>
                <c:pt idx="58">
                  <c:v>45926.421701388892</c:v>
                </c:pt>
                <c:pt idx="59">
                  <c:v>45926.421701388892</c:v>
                </c:pt>
                <c:pt idx="60">
                  <c:v>45926.421701388892</c:v>
                </c:pt>
                <c:pt idx="61">
                  <c:v>45926.421701388892</c:v>
                </c:pt>
                <c:pt idx="62">
                  <c:v>45926.421712962961</c:v>
                </c:pt>
                <c:pt idx="63">
                  <c:v>45926.421712962961</c:v>
                </c:pt>
                <c:pt idx="64">
                  <c:v>45926.421712962961</c:v>
                </c:pt>
                <c:pt idx="65">
                  <c:v>45926.421712962961</c:v>
                </c:pt>
                <c:pt idx="66">
                  <c:v>45926.421712962961</c:v>
                </c:pt>
                <c:pt idx="67">
                  <c:v>45926.421712962961</c:v>
                </c:pt>
                <c:pt idx="68">
                  <c:v>45926.421712962961</c:v>
                </c:pt>
                <c:pt idx="69">
                  <c:v>45926.421712962961</c:v>
                </c:pt>
                <c:pt idx="70">
                  <c:v>45926.421712962961</c:v>
                </c:pt>
                <c:pt idx="71">
                  <c:v>45926.421712962961</c:v>
                </c:pt>
                <c:pt idx="72">
                  <c:v>45926.421712962961</c:v>
                </c:pt>
                <c:pt idx="73">
                  <c:v>45926.421712962961</c:v>
                </c:pt>
                <c:pt idx="74">
                  <c:v>45926.421712962961</c:v>
                </c:pt>
                <c:pt idx="75">
                  <c:v>45926.421712962961</c:v>
                </c:pt>
                <c:pt idx="76">
                  <c:v>45926.421712962961</c:v>
                </c:pt>
                <c:pt idx="77">
                  <c:v>45926.421712962961</c:v>
                </c:pt>
                <c:pt idx="78">
                  <c:v>45926.421712962961</c:v>
                </c:pt>
                <c:pt idx="79">
                  <c:v>45926.421712962961</c:v>
                </c:pt>
                <c:pt idx="80">
                  <c:v>45926.421712962961</c:v>
                </c:pt>
                <c:pt idx="81">
                  <c:v>45926.421724537038</c:v>
                </c:pt>
                <c:pt idx="82">
                  <c:v>45926.421724537038</c:v>
                </c:pt>
                <c:pt idx="83">
                  <c:v>45926.421724537038</c:v>
                </c:pt>
                <c:pt idx="84">
                  <c:v>45926.421724537038</c:v>
                </c:pt>
                <c:pt idx="85">
                  <c:v>45926.421724537038</c:v>
                </c:pt>
                <c:pt idx="86">
                  <c:v>45926.421724537038</c:v>
                </c:pt>
                <c:pt idx="87">
                  <c:v>45926.421724537038</c:v>
                </c:pt>
                <c:pt idx="88">
                  <c:v>45926.421724537038</c:v>
                </c:pt>
                <c:pt idx="89">
                  <c:v>45926.421724537038</c:v>
                </c:pt>
                <c:pt idx="90">
                  <c:v>45926.421724537038</c:v>
                </c:pt>
                <c:pt idx="91">
                  <c:v>45926.421724537038</c:v>
                </c:pt>
                <c:pt idx="92">
                  <c:v>45926.421724537038</c:v>
                </c:pt>
                <c:pt idx="93">
                  <c:v>45926.421724537038</c:v>
                </c:pt>
                <c:pt idx="94">
                  <c:v>45926.421724537038</c:v>
                </c:pt>
                <c:pt idx="95">
                  <c:v>45926.421724537038</c:v>
                </c:pt>
                <c:pt idx="96">
                  <c:v>45926.421724537038</c:v>
                </c:pt>
                <c:pt idx="97">
                  <c:v>45926.421724537038</c:v>
                </c:pt>
                <c:pt idx="98">
                  <c:v>45926.421724537038</c:v>
                </c:pt>
                <c:pt idx="99">
                  <c:v>45926.421724537038</c:v>
                </c:pt>
                <c:pt idx="100">
                  <c:v>45926.421724537038</c:v>
                </c:pt>
                <c:pt idx="101">
                  <c:v>45926.421736111108</c:v>
                </c:pt>
                <c:pt idx="102">
                  <c:v>45926.421736111108</c:v>
                </c:pt>
                <c:pt idx="103">
                  <c:v>45926.421736111108</c:v>
                </c:pt>
                <c:pt idx="104">
                  <c:v>45926.421736111108</c:v>
                </c:pt>
                <c:pt idx="105">
                  <c:v>45926.421736111108</c:v>
                </c:pt>
                <c:pt idx="106">
                  <c:v>45926.421736111108</c:v>
                </c:pt>
                <c:pt idx="107">
                  <c:v>45926.421736111108</c:v>
                </c:pt>
                <c:pt idx="108">
                  <c:v>45926.421736111108</c:v>
                </c:pt>
                <c:pt idx="109">
                  <c:v>45926.421736111108</c:v>
                </c:pt>
                <c:pt idx="110">
                  <c:v>45926.421736111108</c:v>
                </c:pt>
                <c:pt idx="111">
                  <c:v>45926.421736111108</c:v>
                </c:pt>
                <c:pt idx="112">
                  <c:v>45926.421736111108</c:v>
                </c:pt>
                <c:pt idx="113">
                  <c:v>45926.421736111108</c:v>
                </c:pt>
                <c:pt idx="114">
                  <c:v>45926.421736111108</c:v>
                </c:pt>
                <c:pt idx="115">
                  <c:v>45926.421736111108</c:v>
                </c:pt>
                <c:pt idx="116">
                  <c:v>45926.421736111108</c:v>
                </c:pt>
                <c:pt idx="117">
                  <c:v>45926.421736111108</c:v>
                </c:pt>
                <c:pt idx="118">
                  <c:v>45926.421736111108</c:v>
                </c:pt>
                <c:pt idx="119">
                  <c:v>45926.421747685185</c:v>
                </c:pt>
                <c:pt idx="120">
                  <c:v>45926.421747685185</c:v>
                </c:pt>
                <c:pt idx="121">
                  <c:v>45926.421747685185</c:v>
                </c:pt>
                <c:pt idx="122">
                  <c:v>45926.421747685185</c:v>
                </c:pt>
                <c:pt idx="123">
                  <c:v>45926.421747685185</c:v>
                </c:pt>
                <c:pt idx="124">
                  <c:v>45926.421747685185</c:v>
                </c:pt>
                <c:pt idx="125">
                  <c:v>45926.421747685185</c:v>
                </c:pt>
                <c:pt idx="126">
                  <c:v>45926.421747685185</c:v>
                </c:pt>
                <c:pt idx="127">
                  <c:v>45926.421747685185</c:v>
                </c:pt>
                <c:pt idx="128">
                  <c:v>45926.421747685185</c:v>
                </c:pt>
                <c:pt idx="129">
                  <c:v>45926.421747685185</c:v>
                </c:pt>
                <c:pt idx="130">
                  <c:v>45926.421747685185</c:v>
                </c:pt>
                <c:pt idx="131">
                  <c:v>45926.421747685185</c:v>
                </c:pt>
                <c:pt idx="132">
                  <c:v>45926.421747685185</c:v>
                </c:pt>
                <c:pt idx="133">
                  <c:v>45926.421747685185</c:v>
                </c:pt>
                <c:pt idx="134">
                  <c:v>45926.421747685185</c:v>
                </c:pt>
                <c:pt idx="135">
                  <c:v>45926.421747685185</c:v>
                </c:pt>
                <c:pt idx="136">
                  <c:v>45926.421747685185</c:v>
                </c:pt>
                <c:pt idx="137">
                  <c:v>45926.421747685185</c:v>
                </c:pt>
                <c:pt idx="138">
                  <c:v>45926.421747685185</c:v>
                </c:pt>
                <c:pt idx="139">
                  <c:v>45926.421759259261</c:v>
                </c:pt>
                <c:pt idx="140">
                  <c:v>45926.421759259261</c:v>
                </c:pt>
                <c:pt idx="141">
                  <c:v>45926.421759259261</c:v>
                </c:pt>
                <c:pt idx="142">
                  <c:v>45926.421759259261</c:v>
                </c:pt>
                <c:pt idx="143">
                  <c:v>45926.421759259261</c:v>
                </c:pt>
                <c:pt idx="144">
                  <c:v>45926.421759259261</c:v>
                </c:pt>
                <c:pt idx="145">
                  <c:v>45926.421759259261</c:v>
                </c:pt>
                <c:pt idx="146">
                  <c:v>45926.421759259261</c:v>
                </c:pt>
                <c:pt idx="147">
                  <c:v>45926.421759259261</c:v>
                </c:pt>
                <c:pt idx="148">
                  <c:v>45926.421759259261</c:v>
                </c:pt>
                <c:pt idx="149">
                  <c:v>45926.421759259261</c:v>
                </c:pt>
                <c:pt idx="150">
                  <c:v>45926.421759259261</c:v>
                </c:pt>
                <c:pt idx="151">
                  <c:v>45926.421759259261</c:v>
                </c:pt>
                <c:pt idx="152">
                  <c:v>45926.421759259261</c:v>
                </c:pt>
                <c:pt idx="153">
                  <c:v>45926.421759259261</c:v>
                </c:pt>
                <c:pt idx="154">
                  <c:v>45926.421759259261</c:v>
                </c:pt>
                <c:pt idx="155">
                  <c:v>45926.421759259261</c:v>
                </c:pt>
                <c:pt idx="156">
                  <c:v>45926.421759259261</c:v>
                </c:pt>
                <c:pt idx="157">
                  <c:v>45926.421759259261</c:v>
                </c:pt>
                <c:pt idx="158">
                  <c:v>45926.421759259261</c:v>
                </c:pt>
                <c:pt idx="159">
                  <c:v>45926.421770833331</c:v>
                </c:pt>
                <c:pt idx="160">
                  <c:v>45926.421770833331</c:v>
                </c:pt>
                <c:pt idx="161">
                  <c:v>45926.421770833331</c:v>
                </c:pt>
                <c:pt idx="162">
                  <c:v>45926.421770833331</c:v>
                </c:pt>
                <c:pt idx="163">
                  <c:v>45926.421770833331</c:v>
                </c:pt>
                <c:pt idx="164">
                  <c:v>45926.421770833331</c:v>
                </c:pt>
                <c:pt idx="165">
                  <c:v>45926.421770833331</c:v>
                </c:pt>
                <c:pt idx="166">
                  <c:v>45926.421770833331</c:v>
                </c:pt>
                <c:pt idx="167">
                  <c:v>45926.421770833331</c:v>
                </c:pt>
                <c:pt idx="168">
                  <c:v>45926.421770833331</c:v>
                </c:pt>
                <c:pt idx="169">
                  <c:v>45926.421770833331</c:v>
                </c:pt>
                <c:pt idx="170">
                  <c:v>45926.421770833331</c:v>
                </c:pt>
                <c:pt idx="171">
                  <c:v>45926.421770833331</c:v>
                </c:pt>
                <c:pt idx="172">
                  <c:v>45926.421770833331</c:v>
                </c:pt>
                <c:pt idx="173">
                  <c:v>45926.421770833331</c:v>
                </c:pt>
                <c:pt idx="174">
                  <c:v>45926.421770833331</c:v>
                </c:pt>
                <c:pt idx="175">
                  <c:v>45926.421770833331</c:v>
                </c:pt>
                <c:pt idx="176">
                  <c:v>45926.421770833331</c:v>
                </c:pt>
                <c:pt idx="177">
                  <c:v>45926.421782407408</c:v>
                </c:pt>
                <c:pt idx="178">
                  <c:v>45926.421782407408</c:v>
                </c:pt>
                <c:pt idx="179">
                  <c:v>45926.421782407408</c:v>
                </c:pt>
                <c:pt idx="180">
                  <c:v>45926.421782407408</c:v>
                </c:pt>
                <c:pt idx="181">
                  <c:v>45926.421782407408</c:v>
                </c:pt>
                <c:pt idx="182">
                  <c:v>45926.421782407408</c:v>
                </c:pt>
                <c:pt idx="183">
                  <c:v>45926.421782407408</c:v>
                </c:pt>
                <c:pt idx="184">
                  <c:v>45926.421782407408</c:v>
                </c:pt>
                <c:pt idx="185">
                  <c:v>45926.421782407408</c:v>
                </c:pt>
                <c:pt idx="186">
                  <c:v>45926.421782407408</c:v>
                </c:pt>
                <c:pt idx="187">
                  <c:v>45926.421782407408</c:v>
                </c:pt>
                <c:pt idx="188">
                  <c:v>45926.421782407408</c:v>
                </c:pt>
                <c:pt idx="189">
                  <c:v>45926.421782407408</c:v>
                </c:pt>
                <c:pt idx="190">
                  <c:v>45926.421782407408</c:v>
                </c:pt>
                <c:pt idx="191">
                  <c:v>45926.421782407408</c:v>
                </c:pt>
                <c:pt idx="192">
                  <c:v>45926.421782407408</c:v>
                </c:pt>
                <c:pt idx="193">
                  <c:v>45926.421782407408</c:v>
                </c:pt>
                <c:pt idx="194">
                  <c:v>45926.421782407408</c:v>
                </c:pt>
                <c:pt idx="195">
                  <c:v>45926.421782407408</c:v>
                </c:pt>
                <c:pt idx="196">
                  <c:v>45926.421782407408</c:v>
                </c:pt>
                <c:pt idx="197">
                  <c:v>45926.421782407408</c:v>
                </c:pt>
                <c:pt idx="198">
                  <c:v>45926.421782407408</c:v>
                </c:pt>
                <c:pt idx="199">
                  <c:v>45926.421793981484</c:v>
                </c:pt>
                <c:pt idx="200">
                  <c:v>45926.421793981484</c:v>
                </c:pt>
                <c:pt idx="201">
                  <c:v>45926.421793981484</c:v>
                </c:pt>
                <c:pt idx="202">
                  <c:v>45926.421793981484</c:v>
                </c:pt>
                <c:pt idx="203">
                  <c:v>45926.421793981484</c:v>
                </c:pt>
                <c:pt idx="204">
                  <c:v>45926.421793981484</c:v>
                </c:pt>
                <c:pt idx="205">
                  <c:v>45926.421793981484</c:v>
                </c:pt>
                <c:pt idx="206">
                  <c:v>45926.421793981484</c:v>
                </c:pt>
                <c:pt idx="207">
                  <c:v>45926.421793981484</c:v>
                </c:pt>
                <c:pt idx="208">
                  <c:v>45926.421793981484</c:v>
                </c:pt>
                <c:pt idx="209">
                  <c:v>45926.421793981484</c:v>
                </c:pt>
                <c:pt idx="210">
                  <c:v>45926.421793981484</c:v>
                </c:pt>
                <c:pt idx="211">
                  <c:v>45926.421793981484</c:v>
                </c:pt>
                <c:pt idx="212">
                  <c:v>45926.421793981484</c:v>
                </c:pt>
                <c:pt idx="213">
                  <c:v>45926.421793981484</c:v>
                </c:pt>
                <c:pt idx="214">
                  <c:v>45926.421793981484</c:v>
                </c:pt>
                <c:pt idx="215">
                  <c:v>45926.421793981484</c:v>
                </c:pt>
                <c:pt idx="216">
                  <c:v>45926.421793981484</c:v>
                </c:pt>
                <c:pt idx="217">
                  <c:v>45926.421793981484</c:v>
                </c:pt>
                <c:pt idx="218">
                  <c:v>45926.421793981484</c:v>
                </c:pt>
                <c:pt idx="219">
                  <c:v>45926.421793981484</c:v>
                </c:pt>
                <c:pt idx="220">
                  <c:v>45926.421805555554</c:v>
                </c:pt>
                <c:pt idx="221">
                  <c:v>45926.421805555554</c:v>
                </c:pt>
                <c:pt idx="222">
                  <c:v>45926.421805555554</c:v>
                </c:pt>
                <c:pt idx="223">
                  <c:v>45926.421805555554</c:v>
                </c:pt>
                <c:pt idx="224">
                  <c:v>45926.421805555554</c:v>
                </c:pt>
                <c:pt idx="225">
                  <c:v>45926.421805555554</c:v>
                </c:pt>
                <c:pt idx="226">
                  <c:v>45926.421805555554</c:v>
                </c:pt>
                <c:pt idx="227">
                  <c:v>45926.421805555554</c:v>
                </c:pt>
                <c:pt idx="228">
                  <c:v>45926.421805555554</c:v>
                </c:pt>
                <c:pt idx="229">
                  <c:v>45926.421805555554</c:v>
                </c:pt>
                <c:pt idx="230">
                  <c:v>45926.421805555554</c:v>
                </c:pt>
                <c:pt idx="231">
                  <c:v>45926.421805555554</c:v>
                </c:pt>
                <c:pt idx="232">
                  <c:v>45926.421805555554</c:v>
                </c:pt>
                <c:pt idx="233">
                  <c:v>45926.421805555554</c:v>
                </c:pt>
                <c:pt idx="234">
                  <c:v>45926.421805555554</c:v>
                </c:pt>
                <c:pt idx="235">
                  <c:v>45926.421805555554</c:v>
                </c:pt>
                <c:pt idx="236">
                  <c:v>45926.421805555554</c:v>
                </c:pt>
                <c:pt idx="237">
                  <c:v>45926.421805555554</c:v>
                </c:pt>
                <c:pt idx="238">
                  <c:v>45926.421805555554</c:v>
                </c:pt>
                <c:pt idx="239">
                  <c:v>45926.421805555554</c:v>
                </c:pt>
                <c:pt idx="240">
                  <c:v>45926.421805555554</c:v>
                </c:pt>
                <c:pt idx="241">
                  <c:v>45926.421817129631</c:v>
                </c:pt>
                <c:pt idx="242">
                  <c:v>45926.421817129631</c:v>
                </c:pt>
                <c:pt idx="243">
                  <c:v>45926.421817129631</c:v>
                </c:pt>
                <c:pt idx="244">
                  <c:v>45926.421817129631</c:v>
                </c:pt>
                <c:pt idx="245">
                  <c:v>45926.421817129631</c:v>
                </c:pt>
                <c:pt idx="246">
                  <c:v>45926.421817129631</c:v>
                </c:pt>
                <c:pt idx="247">
                  <c:v>45926.421817129631</c:v>
                </c:pt>
                <c:pt idx="248">
                  <c:v>45926.421817129631</c:v>
                </c:pt>
                <c:pt idx="249">
                  <c:v>45926.421817129631</c:v>
                </c:pt>
                <c:pt idx="250">
                  <c:v>45926.421817129631</c:v>
                </c:pt>
                <c:pt idx="251">
                  <c:v>45926.421817129631</c:v>
                </c:pt>
                <c:pt idx="252">
                  <c:v>45926.421817129631</c:v>
                </c:pt>
                <c:pt idx="253">
                  <c:v>45926.421817129631</c:v>
                </c:pt>
                <c:pt idx="254">
                  <c:v>45926.421817129631</c:v>
                </c:pt>
                <c:pt idx="255">
                  <c:v>45926.421817129631</c:v>
                </c:pt>
                <c:pt idx="256">
                  <c:v>45926.421817129631</c:v>
                </c:pt>
                <c:pt idx="257">
                  <c:v>45926.421817129631</c:v>
                </c:pt>
                <c:pt idx="258">
                  <c:v>45926.421817129631</c:v>
                </c:pt>
                <c:pt idx="259">
                  <c:v>45926.421817129631</c:v>
                </c:pt>
                <c:pt idx="260">
                  <c:v>45926.421817129631</c:v>
                </c:pt>
                <c:pt idx="261">
                  <c:v>45926.4218287037</c:v>
                </c:pt>
                <c:pt idx="262">
                  <c:v>45926.4218287037</c:v>
                </c:pt>
                <c:pt idx="263">
                  <c:v>45926.4218287037</c:v>
                </c:pt>
                <c:pt idx="264">
                  <c:v>45926.4218287037</c:v>
                </c:pt>
                <c:pt idx="265">
                  <c:v>45926.4218287037</c:v>
                </c:pt>
                <c:pt idx="266">
                  <c:v>45926.4218287037</c:v>
                </c:pt>
                <c:pt idx="267">
                  <c:v>45926.4218287037</c:v>
                </c:pt>
                <c:pt idx="268">
                  <c:v>45926.4218287037</c:v>
                </c:pt>
                <c:pt idx="269">
                  <c:v>45926.4218287037</c:v>
                </c:pt>
                <c:pt idx="270">
                  <c:v>45926.4218287037</c:v>
                </c:pt>
                <c:pt idx="271">
                  <c:v>45926.4218287037</c:v>
                </c:pt>
                <c:pt idx="272">
                  <c:v>45926.4218287037</c:v>
                </c:pt>
                <c:pt idx="273">
                  <c:v>45926.4218287037</c:v>
                </c:pt>
                <c:pt idx="274">
                  <c:v>45926.4218287037</c:v>
                </c:pt>
                <c:pt idx="275">
                  <c:v>45926.4218287037</c:v>
                </c:pt>
                <c:pt idx="276">
                  <c:v>45926.4218287037</c:v>
                </c:pt>
                <c:pt idx="277">
                  <c:v>45926.4218287037</c:v>
                </c:pt>
                <c:pt idx="278">
                  <c:v>45926.4218287037</c:v>
                </c:pt>
                <c:pt idx="279">
                  <c:v>45926.4218287037</c:v>
                </c:pt>
                <c:pt idx="280">
                  <c:v>45926.4218287037</c:v>
                </c:pt>
                <c:pt idx="281">
                  <c:v>45926.421840277777</c:v>
                </c:pt>
                <c:pt idx="282">
                  <c:v>45926.421840277777</c:v>
                </c:pt>
                <c:pt idx="283">
                  <c:v>45926.421840277777</c:v>
                </c:pt>
                <c:pt idx="284">
                  <c:v>45926.421840277777</c:v>
                </c:pt>
                <c:pt idx="285">
                  <c:v>45926.421840277777</c:v>
                </c:pt>
                <c:pt idx="286">
                  <c:v>45926.421840277777</c:v>
                </c:pt>
                <c:pt idx="287">
                  <c:v>45926.421840277777</c:v>
                </c:pt>
                <c:pt idx="288">
                  <c:v>45926.421840277777</c:v>
                </c:pt>
                <c:pt idx="289">
                  <c:v>45926.421840277777</c:v>
                </c:pt>
                <c:pt idx="290">
                  <c:v>45926.421840277777</c:v>
                </c:pt>
                <c:pt idx="291">
                  <c:v>45926.421840277777</c:v>
                </c:pt>
                <c:pt idx="292">
                  <c:v>45926.421840277777</c:v>
                </c:pt>
                <c:pt idx="293">
                  <c:v>45926.421840277777</c:v>
                </c:pt>
                <c:pt idx="294">
                  <c:v>45926.421840277777</c:v>
                </c:pt>
                <c:pt idx="295">
                  <c:v>45926.421840277777</c:v>
                </c:pt>
                <c:pt idx="296">
                  <c:v>45926.421840277777</c:v>
                </c:pt>
                <c:pt idx="297">
                  <c:v>45926.421840277777</c:v>
                </c:pt>
                <c:pt idx="298">
                  <c:v>45926.421840277777</c:v>
                </c:pt>
                <c:pt idx="299">
                  <c:v>45926.421840277777</c:v>
                </c:pt>
                <c:pt idx="300">
                  <c:v>45926.421840277777</c:v>
                </c:pt>
                <c:pt idx="301">
                  <c:v>45926.421840277777</c:v>
                </c:pt>
                <c:pt idx="302">
                  <c:v>45926.421851851854</c:v>
                </c:pt>
                <c:pt idx="303">
                  <c:v>45926.421851851854</c:v>
                </c:pt>
                <c:pt idx="304">
                  <c:v>45926.421851851854</c:v>
                </c:pt>
                <c:pt idx="305">
                  <c:v>45926.421851851854</c:v>
                </c:pt>
                <c:pt idx="306">
                  <c:v>45926.421851851854</c:v>
                </c:pt>
                <c:pt idx="307">
                  <c:v>45926.421851851854</c:v>
                </c:pt>
                <c:pt idx="308">
                  <c:v>45926.421851851854</c:v>
                </c:pt>
                <c:pt idx="309">
                  <c:v>45926.421851851854</c:v>
                </c:pt>
                <c:pt idx="310">
                  <c:v>45926.421851851854</c:v>
                </c:pt>
                <c:pt idx="311">
                  <c:v>45926.421851851854</c:v>
                </c:pt>
                <c:pt idx="312">
                  <c:v>45926.421851851854</c:v>
                </c:pt>
                <c:pt idx="313">
                  <c:v>45926.421851851854</c:v>
                </c:pt>
                <c:pt idx="314">
                  <c:v>45926.421851851854</c:v>
                </c:pt>
                <c:pt idx="315">
                  <c:v>45926.421851851854</c:v>
                </c:pt>
                <c:pt idx="316">
                  <c:v>45926.421851851854</c:v>
                </c:pt>
                <c:pt idx="317">
                  <c:v>45926.421851851854</c:v>
                </c:pt>
                <c:pt idx="318">
                  <c:v>45926.421851851854</c:v>
                </c:pt>
                <c:pt idx="319">
                  <c:v>45926.421851851854</c:v>
                </c:pt>
                <c:pt idx="320">
                  <c:v>45926.421851851854</c:v>
                </c:pt>
                <c:pt idx="321">
                  <c:v>45926.421851851854</c:v>
                </c:pt>
                <c:pt idx="322">
                  <c:v>45926.421863425923</c:v>
                </c:pt>
                <c:pt idx="323">
                  <c:v>45926.421863425923</c:v>
                </c:pt>
                <c:pt idx="324">
                  <c:v>45926.421863425923</c:v>
                </c:pt>
                <c:pt idx="325">
                  <c:v>45926.421863425923</c:v>
                </c:pt>
                <c:pt idx="326">
                  <c:v>45926.421863425923</c:v>
                </c:pt>
                <c:pt idx="327">
                  <c:v>45926.421863425923</c:v>
                </c:pt>
                <c:pt idx="328">
                  <c:v>45926.421863425923</c:v>
                </c:pt>
                <c:pt idx="329">
                  <c:v>45926.421863425923</c:v>
                </c:pt>
                <c:pt idx="330">
                  <c:v>45926.421863425923</c:v>
                </c:pt>
                <c:pt idx="331">
                  <c:v>45926.421863425923</c:v>
                </c:pt>
                <c:pt idx="332">
                  <c:v>45926.421863425923</c:v>
                </c:pt>
                <c:pt idx="333">
                  <c:v>45926.421863425923</c:v>
                </c:pt>
                <c:pt idx="334">
                  <c:v>45926.421863425923</c:v>
                </c:pt>
                <c:pt idx="335">
                  <c:v>45926.421863425923</c:v>
                </c:pt>
                <c:pt idx="336">
                  <c:v>45926.421863425923</c:v>
                </c:pt>
                <c:pt idx="337">
                  <c:v>45926.421863425923</c:v>
                </c:pt>
                <c:pt idx="338">
                  <c:v>45926.421863425923</c:v>
                </c:pt>
                <c:pt idx="339">
                  <c:v>45926.421863425923</c:v>
                </c:pt>
                <c:pt idx="340">
                  <c:v>45926.421863425923</c:v>
                </c:pt>
                <c:pt idx="341">
                  <c:v>45926.421875</c:v>
                </c:pt>
                <c:pt idx="342">
                  <c:v>45926.421875</c:v>
                </c:pt>
                <c:pt idx="343">
                  <c:v>45926.421875</c:v>
                </c:pt>
                <c:pt idx="344">
                  <c:v>45926.421875</c:v>
                </c:pt>
                <c:pt idx="345">
                  <c:v>45926.421875</c:v>
                </c:pt>
                <c:pt idx="346">
                  <c:v>45926.421875</c:v>
                </c:pt>
                <c:pt idx="347">
                  <c:v>45926.421875</c:v>
                </c:pt>
                <c:pt idx="348">
                  <c:v>45926.421875</c:v>
                </c:pt>
                <c:pt idx="349">
                  <c:v>45926.421875</c:v>
                </c:pt>
                <c:pt idx="350">
                  <c:v>45926.421875</c:v>
                </c:pt>
                <c:pt idx="351">
                  <c:v>45926.421875</c:v>
                </c:pt>
                <c:pt idx="352">
                  <c:v>45926.421875</c:v>
                </c:pt>
                <c:pt idx="353">
                  <c:v>45926.421875</c:v>
                </c:pt>
                <c:pt idx="354">
                  <c:v>45926.421875</c:v>
                </c:pt>
                <c:pt idx="355">
                  <c:v>45926.421875</c:v>
                </c:pt>
                <c:pt idx="356">
                  <c:v>45926.421875</c:v>
                </c:pt>
                <c:pt idx="357">
                  <c:v>45926.421875</c:v>
                </c:pt>
                <c:pt idx="358">
                  <c:v>45926.421875</c:v>
                </c:pt>
                <c:pt idx="359">
                  <c:v>45926.421875</c:v>
                </c:pt>
                <c:pt idx="360">
                  <c:v>45926.421875</c:v>
                </c:pt>
                <c:pt idx="361">
                  <c:v>45926.421886574077</c:v>
                </c:pt>
                <c:pt idx="362">
                  <c:v>45926.421886574077</c:v>
                </c:pt>
                <c:pt idx="363">
                  <c:v>45926.421886574077</c:v>
                </c:pt>
                <c:pt idx="364">
                  <c:v>45926.421886574077</c:v>
                </c:pt>
                <c:pt idx="365">
                  <c:v>45926.421886574077</c:v>
                </c:pt>
                <c:pt idx="366">
                  <c:v>45926.421886574077</c:v>
                </c:pt>
                <c:pt idx="367">
                  <c:v>45926.421886574077</c:v>
                </c:pt>
                <c:pt idx="368">
                  <c:v>45926.421886574077</c:v>
                </c:pt>
                <c:pt idx="369">
                  <c:v>45926.421886574077</c:v>
                </c:pt>
                <c:pt idx="370">
                  <c:v>45926.421886574077</c:v>
                </c:pt>
                <c:pt idx="371">
                  <c:v>45926.421886574077</c:v>
                </c:pt>
                <c:pt idx="372">
                  <c:v>45926.421886574077</c:v>
                </c:pt>
                <c:pt idx="373">
                  <c:v>45926.421886574077</c:v>
                </c:pt>
                <c:pt idx="374">
                  <c:v>45926.421886574077</c:v>
                </c:pt>
                <c:pt idx="375">
                  <c:v>45926.421886574077</c:v>
                </c:pt>
                <c:pt idx="376">
                  <c:v>45926.421886574077</c:v>
                </c:pt>
                <c:pt idx="377">
                  <c:v>45926.421886574077</c:v>
                </c:pt>
                <c:pt idx="378">
                  <c:v>45926.421886574077</c:v>
                </c:pt>
                <c:pt idx="379">
                  <c:v>45926.421886574077</c:v>
                </c:pt>
                <c:pt idx="380">
                  <c:v>45926.421886574077</c:v>
                </c:pt>
                <c:pt idx="381">
                  <c:v>45926.421898148146</c:v>
                </c:pt>
                <c:pt idx="382">
                  <c:v>45926.421898148146</c:v>
                </c:pt>
                <c:pt idx="383">
                  <c:v>45926.421898148146</c:v>
                </c:pt>
                <c:pt idx="384">
                  <c:v>45926.421898148146</c:v>
                </c:pt>
                <c:pt idx="385">
                  <c:v>45926.421898148146</c:v>
                </c:pt>
                <c:pt idx="386">
                  <c:v>45926.421898148146</c:v>
                </c:pt>
                <c:pt idx="387">
                  <c:v>45926.421898148146</c:v>
                </c:pt>
                <c:pt idx="388">
                  <c:v>45926.421898148146</c:v>
                </c:pt>
                <c:pt idx="389">
                  <c:v>45926.421898148146</c:v>
                </c:pt>
                <c:pt idx="390">
                  <c:v>45926.421898148146</c:v>
                </c:pt>
                <c:pt idx="391">
                  <c:v>45926.421898148146</c:v>
                </c:pt>
                <c:pt idx="392">
                  <c:v>45926.421898148146</c:v>
                </c:pt>
                <c:pt idx="393">
                  <c:v>45926.421898148146</c:v>
                </c:pt>
                <c:pt idx="394">
                  <c:v>45926.421898148146</c:v>
                </c:pt>
                <c:pt idx="395">
                  <c:v>45926.421898148146</c:v>
                </c:pt>
                <c:pt idx="396">
                  <c:v>45926.421898148146</c:v>
                </c:pt>
                <c:pt idx="397">
                  <c:v>45926.421898148146</c:v>
                </c:pt>
                <c:pt idx="398">
                  <c:v>45926.421898148146</c:v>
                </c:pt>
                <c:pt idx="399">
                  <c:v>45926.421898148146</c:v>
                </c:pt>
                <c:pt idx="400">
                  <c:v>45926.421909722223</c:v>
                </c:pt>
                <c:pt idx="401">
                  <c:v>45926.421909722223</c:v>
                </c:pt>
                <c:pt idx="402">
                  <c:v>45926.421909722223</c:v>
                </c:pt>
                <c:pt idx="403">
                  <c:v>45926.421909722223</c:v>
                </c:pt>
                <c:pt idx="404">
                  <c:v>45926.421909722223</c:v>
                </c:pt>
                <c:pt idx="405">
                  <c:v>45926.421909722223</c:v>
                </c:pt>
                <c:pt idx="406">
                  <c:v>45926.421909722223</c:v>
                </c:pt>
                <c:pt idx="407">
                  <c:v>45926.421909722223</c:v>
                </c:pt>
                <c:pt idx="408">
                  <c:v>45926.421909722223</c:v>
                </c:pt>
                <c:pt idx="409">
                  <c:v>45926.421909722223</c:v>
                </c:pt>
                <c:pt idx="410">
                  <c:v>45926.421909722223</c:v>
                </c:pt>
                <c:pt idx="411">
                  <c:v>45926.421909722223</c:v>
                </c:pt>
                <c:pt idx="412">
                  <c:v>45926.421909722223</c:v>
                </c:pt>
                <c:pt idx="413">
                  <c:v>45926.421909722223</c:v>
                </c:pt>
              </c:numCache>
            </c:numRef>
          </c:cat>
          <c:val>
            <c:numRef>
              <c:f>Sheet1!$G$2:$G$415</c:f>
              <c:numCache>
                <c:formatCode>General</c:formatCode>
                <c:ptCount val="414"/>
                <c:pt idx="0">
                  <c:v>2.573</c:v>
                </c:pt>
                <c:pt idx="1">
                  <c:v>2.573</c:v>
                </c:pt>
                <c:pt idx="2">
                  <c:v>2.573</c:v>
                </c:pt>
                <c:pt idx="3">
                  <c:v>2.573</c:v>
                </c:pt>
                <c:pt idx="4">
                  <c:v>2.573</c:v>
                </c:pt>
                <c:pt idx="5">
                  <c:v>2.573</c:v>
                </c:pt>
                <c:pt idx="6">
                  <c:v>2.573</c:v>
                </c:pt>
                <c:pt idx="7">
                  <c:v>2.573</c:v>
                </c:pt>
                <c:pt idx="8">
                  <c:v>2.573</c:v>
                </c:pt>
                <c:pt idx="9">
                  <c:v>2.573</c:v>
                </c:pt>
                <c:pt idx="10">
                  <c:v>2.573</c:v>
                </c:pt>
                <c:pt idx="11">
                  <c:v>2.573</c:v>
                </c:pt>
                <c:pt idx="12">
                  <c:v>2.573</c:v>
                </c:pt>
                <c:pt idx="13">
                  <c:v>2.573</c:v>
                </c:pt>
                <c:pt idx="14">
                  <c:v>2.573</c:v>
                </c:pt>
                <c:pt idx="15">
                  <c:v>2.573</c:v>
                </c:pt>
                <c:pt idx="16">
                  <c:v>2.573</c:v>
                </c:pt>
                <c:pt idx="17">
                  <c:v>2.573</c:v>
                </c:pt>
                <c:pt idx="18">
                  <c:v>2.573</c:v>
                </c:pt>
                <c:pt idx="19">
                  <c:v>2.573</c:v>
                </c:pt>
                <c:pt idx="20">
                  <c:v>2.573</c:v>
                </c:pt>
                <c:pt idx="21">
                  <c:v>2.573</c:v>
                </c:pt>
                <c:pt idx="22">
                  <c:v>2.573</c:v>
                </c:pt>
                <c:pt idx="23">
                  <c:v>2.573</c:v>
                </c:pt>
                <c:pt idx="24">
                  <c:v>2.573</c:v>
                </c:pt>
                <c:pt idx="25">
                  <c:v>2.573</c:v>
                </c:pt>
                <c:pt idx="26">
                  <c:v>2.573</c:v>
                </c:pt>
                <c:pt idx="27">
                  <c:v>2.573</c:v>
                </c:pt>
                <c:pt idx="28">
                  <c:v>2.573</c:v>
                </c:pt>
                <c:pt idx="29">
                  <c:v>2.573</c:v>
                </c:pt>
                <c:pt idx="30">
                  <c:v>2.573</c:v>
                </c:pt>
                <c:pt idx="31">
                  <c:v>2.573</c:v>
                </c:pt>
                <c:pt idx="32">
                  <c:v>2.573</c:v>
                </c:pt>
                <c:pt idx="33">
                  <c:v>2.573</c:v>
                </c:pt>
                <c:pt idx="34">
                  <c:v>2.573</c:v>
                </c:pt>
                <c:pt idx="35">
                  <c:v>2.573</c:v>
                </c:pt>
                <c:pt idx="36">
                  <c:v>2.573</c:v>
                </c:pt>
                <c:pt idx="37">
                  <c:v>2.573</c:v>
                </c:pt>
                <c:pt idx="38">
                  <c:v>2.573</c:v>
                </c:pt>
                <c:pt idx="39">
                  <c:v>2.573</c:v>
                </c:pt>
                <c:pt idx="40">
                  <c:v>2.5720000000000001</c:v>
                </c:pt>
                <c:pt idx="41">
                  <c:v>2.5720000000000001</c:v>
                </c:pt>
                <c:pt idx="42">
                  <c:v>2.5710000000000002</c:v>
                </c:pt>
                <c:pt idx="43">
                  <c:v>2.57</c:v>
                </c:pt>
                <c:pt idx="44">
                  <c:v>2.569</c:v>
                </c:pt>
                <c:pt idx="45">
                  <c:v>2.5680000000000001</c:v>
                </c:pt>
                <c:pt idx="46">
                  <c:v>2.5680000000000001</c:v>
                </c:pt>
                <c:pt idx="47">
                  <c:v>2.5670000000000002</c:v>
                </c:pt>
                <c:pt idx="48">
                  <c:v>2.5659999999999998</c:v>
                </c:pt>
                <c:pt idx="49">
                  <c:v>2.5630000000000002</c:v>
                </c:pt>
                <c:pt idx="50">
                  <c:v>2.5630000000000002</c:v>
                </c:pt>
                <c:pt idx="51">
                  <c:v>2.5630000000000002</c:v>
                </c:pt>
                <c:pt idx="52">
                  <c:v>2.5619999999999998</c:v>
                </c:pt>
                <c:pt idx="53">
                  <c:v>2.5609999999999999</c:v>
                </c:pt>
                <c:pt idx="54">
                  <c:v>2.56</c:v>
                </c:pt>
                <c:pt idx="55">
                  <c:v>2.5590000000000002</c:v>
                </c:pt>
                <c:pt idx="56">
                  <c:v>2.5579999999999998</c:v>
                </c:pt>
                <c:pt idx="57">
                  <c:v>2.5569999999999999</c:v>
                </c:pt>
                <c:pt idx="58">
                  <c:v>2.5569999999999999</c:v>
                </c:pt>
                <c:pt idx="59">
                  <c:v>2.556</c:v>
                </c:pt>
                <c:pt idx="60">
                  <c:v>2.556</c:v>
                </c:pt>
                <c:pt idx="61">
                  <c:v>2.5550000000000002</c:v>
                </c:pt>
                <c:pt idx="62">
                  <c:v>2.5539999999999998</c:v>
                </c:pt>
                <c:pt idx="63">
                  <c:v>2.552</c:v>
                </c:pt>
                <c:pt idx="64">
                  <c:v>2.552</c:v>
                </c:pt>
                <c:pt idx="65">
                  <c:v>2.552</c:v>
                </c:pt>
                <c:pt idx="66">
                  <c:v>2.552</c:v>
                </c:pt>
                <c:pt idx="67">
                  <c:v>2.5510000000000002</c:v>
                </c:pt>
                <c:pt idx="68">
                  <c:v>2.5499999999999998</c:v>
                </c:pt>
                <c:pt idx="69">
                  <c:v>2.5489999999999999</c:v>
                </c:pt>
                <c:pt idx="70">
                  <c:v>2.5489999999999999</c:v>
                </c:pt>
                <c:pt idx="71">
                  <c:v>2.5489999999999999</c:v>
                </c:pt>
                <c:pt idx="72">
                  <c:v>2.5470000000000002</c:v>
                </c:pt>
                <c:pt idx="73">
                  <c:v>2.5470000000000002</c:v>
                </c:pt>
                <c:pt idx="74">
                  <c:v>2.5470000000000002</c:v>
                </c:pt>
                <c:pt idx="75">
                  <c:v>2.5459999999999998</c:v>
                </c:pt>
                <c:pt idx="76">
                  <c:v>2.5459999999999998</c:v>
                </c:pt>
                <c:pt idx="77">
                  <c:v>2.5449999999999999</c:v>
                </c:pt>
                <c:pt idx="78">
                  <c:v>2.544</c:v>
                </c:pt>
                <c:pt idx="79">
                  <c:v>2.544</c:v>
                </c:pt>
                <c:pt idx="80">
                  <c:v>2.5430000000000001</c:v>
                </c:pt>
                <c:pt idx="81">
                  <c:v>2.5430000000000001</c:v>
                </c:pt>
                <c:pt idx="82">
                  <c:v>2.5419999999999998</c:v>
                </c:pt>
                <c:pt idx="83">
                  <c:v>2.5409999999999999</c:v>
                </c:pt>
                <c:pt idx="84">
                  <c:v>2.54</c:v>
                </c:pt>
                <c:pt idx="85">
                  <c:v>2.54</c:v>
                </c:pt>
                <c:pt idx="86">
                  <c:v>2.54</c:v>
                </c:pt>
                <c:pt idx="87">
                  <c:v>2.5390000000000001</c:v>
                </c:pt>
                <c:pt idx="88">
                  <c:v>2.5379999999999998</c:v>
                </c:pt>
                <c:pt idx="89">
                  <c:v>2.5379999999999998</c:v>
                </c:pt>
                <c:pt idx="90">
                  <c:v>2.5369999999999999</c:v>
                </c:pt>
                <c:pt idx="91">
                  <c:v>2.5369999999999999</c:v>
                </c:pt>
                <c:pt idx="92">
                  <c:v>2.536</c:v>
                </c:pt>
                <c:pt idx="93">
                  <c:v>2.536</c:v>
                </c:pt>
                <c:pt idx="94">
                  <c:v>2.5350000000000001</c:v>
                </c:pt>
                <c:pt idx="95">
                  <c:v>2.5350000000000001</c:v>
                </c:pt>
                <c:pt idx="96">
                  <c:v>2.5350000000000001</c:v>
                </c:pt>
                <c:pt idx="97">
                  <c:v>2.5350000000000001</c:v>
                </c:pt>
                <c:pt idx="98">
                  <c:v>2.5339999999999998</c:v>
                </c:pt>
                <c:pt idx="99">
                  <c:v>2.5339999999999998</c:v>
                </c:pt>
                <c:pt idx="100">
                  <c:v>2.5339999999999998</c:v>
                </c:pt>
                <c:pt idx="101">
                  <c:v>2.5329999999999999</c:v>
                </c:pt>
                <c:pt idx="102">
                  <c:v>2.5329999999999999</c:v>
                </c:pt>
                <c:pt idx="103">
                  <c:v>2.5329999999999999</c:v>
                </c:pt>
                <c:pt idx="104">
                  <c:v>2.5329999999999999</c:v>
                </c:pt>
                <c:pt idx="105">
                  <c:v>2.5329999999999999</c:v>
                </c:pt>
                <c:pt idx="106">
                  <c:v>2.5339999999999998</c:v>
                </c:pt>
                <c:pt idx="107">
                  <c:v>2.5339999999999998</c:v>
                </c:pt>
                <c:pt idx="108">
                  <c:v>2.5339999999999998</c:v>
                </c:pt>
                <c:pt idx="109">
                  <c:v>2.5350000000000001</c:v>
                </c:pt>
                <c:pt idx="110">
                  <c:v>2.536</c:v>
                </c:pt>
                <c:pt idx="111">
                  <c:v>2.5369999999999999</c:v>
                </c:pt>
                <c:pt idx="112">
                  <c:v>2.5379999999999998</c:v>
                </c:pt>
                <c:pt idx="113">
                  <c:v>2.5390000000000001</c:v>
                </c:pt>
                <c:pt idx="114">
                  <c:v>2.54</c:v>
                </c:pt>
                <c:pt idx="115">
                  <c:v>2.5409999999999999</c:v>
                </c:pt>
                <c:pt idx="116">
                  <c:v>2.5430000000000001</c:v>
                </c:pt>
                <c:pt idx="117">
                  <c:v>2.544</c:v>
                </c:pt>
                <c:pt idx="118">
                  <c:v>2.5459999999999998</c:v>
                </c:pt>
                <c:pt idx="119">
                  <c:v>2.5499999999999998</c:v>
                </c:pt>
                <c:pt idx="120">
                  <c:v>2.552</c:v>
                </c:pt>
                <c:pt idx="121">
                  <c:v>2.5539999999999998</c:v>
                </c:pt>
                <c:pt idx="122">
                  <c:v>2.5539999999999998</c:v>
                </c:pt>
                <c:pt idx="123">
                  <c:v>2.5550000000000002</c:v>
                </c:pt>
                <c:pt idx="124">
                  <c:v>2.5590000000000002</c:v>
                </c:pt>
                <c:pt idx="125">
                  <c:v>2.5619999999999998</c:v>
                </c:pt>
                <c:pt idx="126">
                  <c:v>2.5670000000000002</c:v>
                </c:pt>
                <c:pt idx="127">
                  <c:v>2.5720000000000001</c:v>
                </c:pt>
                <c:pt idx="128">
                  <c:v>2.5760000000000001</c:v>
                </c:pt>
                <c:pt idx="129">
                  <c:v>2.5819999999999999</c:v>
                </c:pt>
                <c:pt idx="130">
                  <c:v>2.5880000000000001</c:v>
                </c:pt>
                <c:pt idx="131">
                  <c:v>2.5939999999999999</c:v>
                </c:pt>
                <c:pt idx="132">
                  <c:v>2.5990000000000002</c:v>
                </c:pt>
                <c:pt idx="133">
                  <c:v>2.605</c:v>
                </c:pt>
                <c:pt idx="134">
                  <c:v>2.6120000000000001</c:v>
                </c:pt>
                <c:pt idx="135">
                  <c:v>2.6120000000000001</c:v>
                </c:pt>
                <c:pt idx="136">
                  <c:v>2.6120000000000001</c:v>
                </c:pt>
                <c:pt idx="137">
                  <c:v>2.6179999999999999</c:v>
                </c:pt>
                <c:pt idx="138">
                  <c:v>2.629</c:v>
                </c:pt>
                <c:pt idx="139">
                  <c:v>2.637</c:v>
                </c:pt>
                <c:pt idx="140">
                  <c:v>2.6429999999999998</c:v>
                </c:pt>
                <c:pt idx="141">
                  <c:v>2.6520000000000001</c:v>
                </c:pt>
                <c:pt idx="142">
                  <c:v>2.661</c:v>
                </c:pt>
                <c:pt idx="143">
                  <c:v>2.6709999999999998</c:v>
                </c:pt>
                <c:pt idx="144">
                  <c:v>2.6789999999999998</c:v>
                </c:pt>
                <c:pt idx="145">
                  <c:v>2.6869999999999998</c:v>
                </c:pt>
                <c:pt idx="146">
                  <c:v>2.6869999999999998</c:v>
                </c:pt>
                <c:pt idx="147">
                  <c:v>2.6869999999999998</c:v>
                </c:pt>
                <c:pt idx="148">
                  <c:v>2.69</c:v>
                </c:pt>
                <c:pt idx="149">
                  <c:v>2.7</c:v>
                </c:pt>
                <c:pt idx="150">
                  <c:v>2.7090000000000001</c:v>
                </c:pt>
                <c:pt idx="151">
                  <c:v>2.72</c:v>
                </c:pt>
                <c:pt idx="152">
                  <c:v>2.7290000000000001</c:v>
                </c:pt>
                <c:pt idx="153">
                  <c:v>2.7429999999999999</c:v>
                </c:pt>
                <c:pt idx="154">
                  <c:v>2.7559999999999998</c:v>
                </c:pt>
                <c:pt idx="155">
                  <c:v>2.7650000000000001</c:v>
                </c:pt>
                <c:pt idx="156">
                  <c:v>2.7749999999999999</c:v>
                </c:pt>
                <c:pt idx="157">
                  <c:v>2.782</c:v>
                </c:pt>
                <c:pt idx="158">
                  <c:v>2.7930000000000001</c:v>
                </c:pt>
                <c:pt idx="159">
                  <c:v>2.802</c:v>
                </c:pt>
                <c:pt idx="160">
                  <c:v>2.8079999999999998</c:v>
                </c:pt>
                <c:pt idx="161">
                  <c:v>2.82</c:v>
                </c:pt>
                <c:pt idx="162">
                  <c:v>2.831</c:v>
                </c:pt>
                <c:pt idx="163">
                  <c:v>2.8410000000000002</c:v>
                </c:pt>
                <c:pt idx="164">
                  <c:v>2.855</c:v>
                </c:pt>
                <c:pt idx="165">
                  <c:v>2.8660000000000001</c:v>
                </c:pt>
                <c:pt idx="166">
                  <c:v>2.88</c:v>
                </c:pt>
                <c:pt idx="167">
                  <c:v>2.89</c:v>
                </c:pt>
                <c:pt idx="168">
                  <c:v>2.9009999999999998</c:v>
                </c:pt>
                <c:pt idx="169">
                  <c:v>2.9129999999999998</c:v>
                </c:pt>
                <c:pt idx="170">
                  <c:v>2.927</c:v>
                </c:pt>
                <c:pt idx="171">
                  <c:v>2.9380000000000002</c:v>
                </c:pt>
                <c:pt idx="172">
                  <c:v>2.95</c:v>
                </c:pt>
                <c:pt idx="173">
                  <c:v>2.96</c:v>
                </c:pt>
                <c:pt idx="174">
                  <c:v>2.9710000000000001</c:v>
                </c:pt>
                <c:pt idx="175">
                  <c:v>2.9780000000000002</c:v>
                </c:pt>
                <c:pt idx="176">
                  <c:v>2.9860000000000002</c:v>
                </c:pt>
                <c:pt idx="177">
                  <c:v>2.9870000000000001</c:v>
                </c:pt>
                <c:pt idx="178">
                  <c:v>2.9870000000000001</c:v>
                </c:pt>
                <c:pt idx="179">
                  <c:v>2.9870000000000001</c:v>
                </c:pt>
                <c:pt idx="180">
                  <c:v>2.9870000000000001</c:v>
                </c:pt>
                <c:pt idx="181">
                  <c:v>2.988</c:v>
                </c:pt>
                <c:pt idx="182">
                  <c:v>2.992</c:v>
                </c:pt>
                <c:pt idx="183">
                  <c:v>2.9940000000000002</c:v>
                </c:pt>
                <c:pt idx="184">
                  <c:v>2.9990000000000001</c:v>
                </c:pt>
                <c:pt idx="185">
                  <c:v>3.0009999999999999</c:v>
                </c:pt>
                <c:pt idx="186">
                  <c:v>3.0009999999999999</c:v>
                </c:pt>
                <c:pt idx="187">
                  <c:v>3.0009999999999999</c:v>
                </c:pt>
                <c:pt idx="188">
                  <c:v>3.0019999999999998</c:v>
                </c:pt>
                <c:pt idx="189">
                  <c:v>3.0019999999999998</c:v>
                </c:pt>
                <c:pt idx="190">
                  <c:v>3.0030000000000001</c:v>
                </c:pt>
                <c:pt idx="191">
                  <c:v>3.0049999999999999</c:v>
                </c:pt>
                <c:pt idx="192">
                  <c:v>3.0059999999999998</c:v>
                </c:pt>
                <c:pt idx="193">
                  <c:v>3.008</c:v>
                </c:pt>
                <c:pt idx="194">
                  <c:v>3.0089999999999999</c:v>
                </c:pt>
                <c:pt idx="195">
                  <c:v>3.0089999999999999</c:v>
                </c:pt>
                <c:pt idx="196">
                  <c:v>3.01</c:v>
                </c:pt>
                <c:pt idx="197">
                  <c:v>3.01</c:v>
                </c:pt>
                <c:pt idx="198">
                  <c:v>3.01</c:v>
                </c:pt>
                <c:pt idx="199">
                  <c:v>3.01</c:v>
                </c:pt>
                <c:pt idx="200">
                  <c:v>3.01</c:v>
                </c:pt>
                <c:pt idx="201">
                  <c:v>3.0089999999999999</c:v>
                </c:pt>
                <c:pt idx="202">
                  <c:v>3.0089999999999999</c:v>
                </c:pt>
                <c:pt idx="203">
                  <c:v>3.008</c:v>
                </c:pt>
                <c:pt idx="204">
                  <c:v>3.0070000000000001</c:v>
                </c:pt>
                <c:pt idx="205">
                  <c:v>3.0059999999999998</c:v>
                </c:pt>
                <c:pt idx="206">
                  <c:v>3.0049999999999999</c:v>
                </c:pt>
                <c:pt idx="207">
                  <c:v>3.004</c:v>
                </c:pt>
                <c:pt idx="208">
                  <c:v>3.0030000000000001</c:v>
                </c:pt>
                <c:pt idx="209">
                  <c:v>3</c:v>
                </c:pt>
                <c:pt idx="210">
                  <c:v>2.9980000000000002</c:v>
                </c:pt>
                <c:pt idx="211">
                  <c:v>2.9980000000000002</c:v>
                </c:pt>
                <c:pt idx="212">
                  <c:v>2.9950000000000001</c:v>
                </c:pt>
                <c:pt idx="213">
                  <c:v>2.992</c:v>
                </c:pt>
                <c:pt idx="214">
                  <c:v>2.988</c:v>
                </c:pt>
                <c:pt idx="215">
                  <c:v>2.9849999999999999</c:v>
                </c:pt>
                <c:pt idx="216">
                  <c:v>2.9809999999999999</c:v>
                </c:pt>
                <c:pt idx="217">
                  <c:v>2.9769999999999999</c:v>
                </c:pt>
                <c:pt idx="218">
                  <c:v>2.972</c:v>
                </c:pt>
                <c:pt idx="219">
                  <c:v>2.9689999999999999</c:v>
                </c:pt>
                <c:pt idx="220">
                  <c:v>2.964</c:v>
                </c:pt>
                <c:pt idx="221">
                  <c:v>2.9569999999999999</c:v>
                </c:pt>
                <c:pt idx="222">
                  <c:v>2.9510000000000001</c:v>
                </c:pt>
                <c:pt idx="223">
                  <c:v>2.9430000000000001</c:v>
                </c:pt>
                <c:pt idx="224">
                  <c:v>2.9409999999999998</c:v>
                </c:pt>
                <c:pt idx="225">
                  <c:v>2.9409999999999998</c:v>
                </c:pt>
                <c:pt idx="226">
                  <c:v>2.9409999999999998</c:v>
                </c:pt>
                <c:pt idx="227">
                  <c:v>2.9409999999999998</c:v>
                </c:pt>
                <c:pt idx="228">
                  <c:v>2.9359999999999999</c:v>
                </c:pt>
                <c:pt idx="229">
                  <c:v>2.9279999999999999</c:v>
                </c:pt>
                <c:pt idx="230">
                  <c:v>2.919</c:v>
                </c:pt>
                <c:pt idx="231">
                  <c:v>2.9119999999999999</c:v>
                </c:pt>
                <c:pt idx="232">
                  <c:v>2.9039999999999999</c:v>
                </c:pt>
                <c:pt idx="233">
                  <c:v>2.895</c:v>
                </c:pt>
                <c:pt idx="234">
                  <c:v>2.8849999999999998</c:v>
                </c:pt>
                <c:pt idx="235">
                  <c:v>2.8769999999999998</c:v>
                </c:pt>
                <c:pt idx="236">
                  <c:v>2.8650000000000002</c:v>
                </c:pt>
                <c:pt idx="237">
                  <c:v>2.855</c:v>
                </c:pt>
                <c:pt idx="238">
                  <c:v>2.847</c:v>
                </c:pt>
                <c:pt idx="239">
                  <c:v>2.8370000000000002</c:v>
                </c:pt>
                <c:pt idx="240">
                  <c:v>2.83</c:v>
                </c:pt>
                <c:pt idx="241">
                  <c:v>2.827</c:v>
                </c:pt>
                <c:pt idx="242">
                  <c:v>2.827</c:v>
                </c:pt>
                <c:pt idx="243">
                  <c:v>2.827</c:v>
                </c:pt>
                <c:pt idx="244">
                  <c:v>2.8250000000000002</c:v>
                </c:pt>
                <c:pt idx="245">
                  <c:v>2.8180000000000001</c:v>
                </c:pt>
                <c:pt idx="246">
                  <c:v>2.8130000000000002</c:v>
                </c:pt>
                <c:pt idx="247">
                  <c:v>2.8090000000000002</c:v>
                </c:pt>
                <c:pt idx="248">
                  <c:v>2.8050000000000002</c:v>
                </c:pt>
                <c:pt idx="249">
                  <c:v>2.802</c:v>
                </c:pt>
                <c:pt idx="250">
                  <c:v>2.7989999999999999</c:v>
                </c:pt>
                <c:pt idx="251">
                  <c:v>2.7989999999999999</c:v>
                </c:pt>
                <c:pt idx="252">
                  <c:v>2.7989999999999999</c:v>
                </c:pt>
                <c:pt idx="253">
                  <c:v>2.794</c:v>
                </c:pt>
                <c:pt idx="254">
                  <c:v>2.794</c:v>
                </c:pt>
                <c:pt idx="255">
                  <c:v>2.794</c:v>
                </c:pt>
                <c:pt idx="256">
                  <c:v>2.794</c:v>
                </c:pt>
                <c:pt idx="257">
                  <c:v>2.7909999999999999</c:v>
                </c:pt>
                <c:pt idx="258">
                  <c:v>2.79</c:v>
                </c:pt>
                <c:pt idx="259">
                  <c:v>2.79</c:v>
                </c:pt>
                <c:pt idx="260">
                  <c:v>2.79</c:v>
                </c:pt>
                <c:pt idx="261">
                  <c:v>2.7879999999999998</c:v>
                </c:pt>
                <c:pt idx="262">
                  <c:v>2.7869999999999999</c:v>
                </c:pt>
                <c:pt idx="263">
                  <c:v>2.786</c:v>
                </c:pt>
                <c:pt idx="264">
                  <c:v>2.7850000000000001</c:v>
                </c:pt>
                <c:pt idx="265">
                  <c:v>2.7839999999999998</c:v>
                </c:pt>
                <c:pt idx="266">
                  <c:v>2.7829999999999999</c:v>
                </c:pt>
                <c:pt idx="267">
                  <c:v>2.7810000000000001</c:v>
                </c:pt>
                <c:pt idx="268">
                  <c:v>2.78</c:v>
                </c:pt>
                <c:pt idx="269">
                  <c:v>2.7789999999999999</c:v>
                </c:pt>
                <c:pt idx="270">
                  <c:v>2.7770000000000001</c:v>
                </c:pt>
                <c:pt idx="271">
                  <c:v>2.7759999999999998</c:v>
                </c:pt>
                <c:pt idx="272">
                  <c:v>2.7759999999999998</c:v>
                </c:pt>
                <c:pt idx="273">
                  <c:v>2.7759999999999998</c:v>
                </c:pt>
                <c:pt idx="274">
                  <c:v>2.7749999999999999</c:v>
                </c:pt>
                <c:pt idx="275">
                  <c:v>2.774</c:v>
                </c:pt>
                <c:pt idx="276">
                  <c:v>2.7730000000000001</c:v>
                </c:pt>
                <c:pt idx="277">
                  <c:v>2.7719999999999998</c:v>
                </c:pt>
                <c:pt idx="278">
                  <c:v>2.7719999999999998</c:v>
                </c:pt>
                <c:pt idx="279">
                  <c:v>2.7709999999999999</c:v>
                </c:pt>
                <c:pt idx="280">
                  <c:v>2.77</c:v>
                </c:pt>
                <c:pt idx="281">
                  <c:v>2.7679999999999998</c:v>
                </c:pt>
                <c:pt idx="282">
                  <c:v>2.7669999999999999</c:v>
                </c:pt>
                <c:pt idx="283">
                  <c:v>2.7650000000000001</c:v>
                </c:pt>
                <c:pt idx="284">
                  <c:v>2.7629999999999999</c:v>
                </c:pt>
                <c:pt idx="285">
                  <c:v>2.7610000000000001</c:v>
                </c:pt>
                <c:pt idx="286">
                  <c:v>2.76</c:v>
                </c:pt>
                <c:pt idx="287">
                  <c:v>2.758</c:v>
                </c:pt>
                <c:pt idx="288">
                  <c:v>2.7559999999999998</c:v>
                </c:pt>
                <c:pt idx="289">
                  <c:v>2.7559999999999998</c:v>
                </c:pt>
                <c:pt idx="290">
                  <c:v>2.7549999999999999</c:v>
                </c:pt>
                <c:pt idx="291">
                  <c:v>2.754</c:v>
                </c:pt>
                <c:pt idx="292">
                  <c:v>2.7519999999999998</c:v>
                </c:pt>
                <c:pt idx="293">
                  <c:v>2.75</c:v>
                </c:pt>
                <c:pt idx="294">
                  <c:v>2.7490000000000001</c:v>
                </c:pt>
                <c:pt idx="295">
                  <c:v>2.7469999999999999</c:v>
                </c:pt>
                <c:pt idx="296">
                  <c:v>2.7450000000000001</c:v>
                </c:pt>
                <c:pt idx="297">
                  <c:v>2.7429999999999999</c:v>
                </c:pt>
                <c:pt idx="298">
                  <c:v>2.7410000000000001</c:v>
                </c:pt>
                <c:pt idx="299">
                  <c:v>2.7389999999999999</c:v>
                </c:pt>
                <c:pt idx="300">
                  <c:v>2.7370000000000001</c:v>
                </c:pt>
                <c:pt idx="301">
                  <c:v>2.734</c:v>
                </c:pt>
                <c:pt idx="302">
                  <c:v>2.7320000000000002</c:v>
                </c:pt>
                <c:pt idx="303">
                  <c:v>2.73</c:v>
                </c:pt>
                <c:pt idx="304">
                  <c:v>2.7280000000000002</c:v>
                </c:pt>
                <c:pt idx="305">
                  <c:v>2.726</c:v>
                </c:pt>
                <c:pt idx="306">
                  <c:v>2.7240000000000002</c:v>
                </c:pt>
                <c:pt idx="307">
                  <c:v>2.72</c:v>
                </c:pt>
                <c:pt idx="308">
                  <c:v>2.72</c:v>
                </c:pt>
                <c:pt idx="309">
                  <c:v>2.72</c:v>
                </c:pt>
                <c:pt idx="310">
                  <c:v>2.72</c:v>
                </c:pt>
                <c:pt idx="311">
                  <c:v>2.72</c:v>
                </c:pt>
                <c:pt idx="312">
                  <c:v>2.72</c:v>
                </c:pt>
                <c:pt idx="313">
                  <c:v>2.72</c:v>
                </c:pt>
                <c:pt idx="314">
                  <c:v>2.72</c:v>
                </c:pt>
                <c:pt idx="315">
                  <c:v>2.72</c:v>
                </c:pt>
                <c:pt idx="316">
                  <c:v>2.72</c:v>
                </c:pt>
                <c:pt idx="317">
                  <c:v>2.72</c:v>
                </c:pt>
                <c:pt idx="318">
                  <c:v>2.72</c:v>
                </c:pt>
                <c:pt idx="319">
                  <c:v>2.72</c:v>
                </c:pt>
                <c:pt idx="320">
                  <c:v>2.72</c:v>
                </c:pt>
                <c:pt idx="321">
                  <c:v>2.72</c:v>
                </c:pt>
                <c:pt idx="322">
                  <c:v>2.72</c:v>
                </c:pt>
                <c:pt idx="323">
                  <c:v>2.72</c:v>
                </c:pt>
                <c:pt idx="324">
                  <c:v>2.72</c:v>
                </c:pt>
                <c:pt idx="325">
                  <c:v>2.72</c:v>
                </c:pt>
                <c:pt idx="326">
                  <c:v>2.72</c:v>
                </c:pt>
                <c:pt idx="327">
                  <c:v>2.72</c:v>
                </c:pt>
                <c:pt idx="328">
                  <c:v>2.72</c:v>
                </c:pt>
                <c:pt idx="329">
                  <c:v>2.72</c:v>
                </c:pt>
                <c:pt idx="330">
                  <c:v>2.72</c:v>
                </c:pt>
                <c:pt idx="331">
                  <c:v>2.72</c:v>
                </c:pt>
                <c:pt idx="332">
                  <c:v>2.72</c:v>
                </c:pt>
                <c:pt idx="333">
                  <c:v>2.72</c:v>
                </c:pt>
                <c:pt idx="334">
                  <c:v>2.72</c:v>
                </c:pt>
                <c:pt idx="335">
                  <c:v>2.72</c:v>
                </c:pt>
                <c:pt idx="336">
                  <c:v>2.72</c:v>
                </c:pt>
                <c:pt idx="337">
                  <c:v>2.72</c:v>
                </c:pt>
                <c:pt idx="338">
                  <c:v>2.72</c:v>
                </c:pt>
                <c:pt idx="339">
                  <c:v>2.72</c:v>
                </c:pt>
                <c:pt idx="340">
                  <c:v>2.72</c:v>
                </c:pt>
                <c:pt idx="341">
                  <c:v>2.72</c:v>
                </c:pt>
                <c:pt idx="342">
                  <c:v>2.72</c:v>
                </c:pt>
                <c:pt idx="343">
                  <c:v>2.72</c:v>
                </c:pt>
                <c:pt idx="344">
                  <c:v>2.72</c:v>
                </c:pt>
                <c:pt idx="345">
                  <c:v>2.72</c:v>
                </c:pt>
                <c:pt idx="346">
                  <c:v>2.72</c:v>
                </c:pt>
                <c:pt idx="347">
                  <c:v>2.72</c:v>
                </c:pt>
                <c:pt idx="348">
                  <c:v>2.72</c:v>
                </c:pt>
                <c:pt idx="349">
                  <c:v>2.72</c:v>
                </c:pt>
                <c:pt idx="350">
                  <c:v>2.72</c:v>
                </c:pt>
                <c:pt idx="351">
                  <c:v>2.72</c:v>
                </c:pt>
                <c:pt idx="352">
                  <c:v>2.72</c:v>
                </c:pt>
                <c:pt idx="353">
                  <c:v>2.72</c:v>
                </c:pt>
                <c:pt idx="354">
                  <c:v>2.72</c:v>
                </c:pt>
                <c:pt idx="355">
                  <c:v>2.72</c:v>
                </c:pt>
                <c:pt idx="356">
                  <c:v>2.72</c:v>
                </c:pt>
                <c:pt idx="357">
                  <c:v>2.72</c:v>
                </c:pt>
                <c:pt idx="358">
                  <c:v>2.72</c:v>
                </c:pt>
                <c:pt idx="359">
                  <c:v>2.72</c:v>
                </c:pt>
                <c:pt idx="360">
                  <c:v>2.72</c:v>
                </c:pt>
                <c:pt idx="361">
                  <c:v>2.72</c:v>
                </c:pt>
                <c:pt idx="362">
                  <c:v>2.72</c:v>
                </c:pt>
                <c:pt idx="363">
                  <c:v>2.72</c:v>
                </c:pt>
                <c:pt idx="364">
                  <c:v>2.72</c:v>
                </c:pt>
                <c:pt idx="365">
                  <c:v>2.72</c:v>
                </c:pt>
                <c:pt idx="366">
                  <c:v>2.72</c:v>
                </c:pt>
                <c:pt idx="367">
                  <c:v>2.72</c:v>
                </c:pt>
                <c:pt idx="368">
                  <c:v>2.72</c:v>
                </c:pt>
                <c:pt idx="369">
                  <c:v>2.72</c:v>
                </c:pt>
                <c:pt idx="370">
                  <c:v>2.72</c:v>
                </c:pt>
                <c:pt idx="371">
                  <c:v>2.72</c:v>
                </c:pt>
                <c:pt idx="372">
                  <c:v>2.72</c:v>
                </c:pt>
                <c:pt idx="373">
                  <c:v>2.72</c:v>
                </c:pt>
                <c:pt idx="374">
                  <c:v>2.72</c:v>
                </c:pt>
                <c:pt idx="375">
                  <c:v>2.72</c:v>
                </c:pt>
                <c:pt idx="376">
                  <c:v>2.72</c:v>
                </c:pt>
                <c:pt idx="377">
                  <c:v>2.72</c:v>
                </c:pt>
                <c:pt idx="378">
                  <c:v>2.72</c:v>
                </c:pt>
                <c:pt idx="379">
                  <c:v>2.72</c:v>
                </c:pt>
                <c:pt idx="380">
                  <c:v>2.72</c:v>
                </c:pt>
                <c:pt idx="381">
                  <c:v>2.72</c:v>
                </c:pt>
                <c:pt idx="382">
                  <c:v>2.72</c:v>
                </c:pt>
                <c:pt idx="383">
                  <c:v>2.72</c:v>
                </c:pt>
                <c:pt idx="384">
                  <c:v>2.72</c:v>
                </c:pt>
                <c:pt idx="385">
                  <c:v>2.72</c:v>
                </c:pt>
                <c:pt idx="386">
                  <c:v>2.72</c:v>
                </c:pt>
                <c:pt idx="387">
                  <c:v>2.72</c:v>
                </c:pt>
                <c:pt idx="388">
                  <c:v>2.72</c:v>
                </c:pt>
                <c:pt idx="389">
                  <c:v>2.72</c:v>
                </c:pt>
                <c:pt idx="390">
                  <c:v>2.72</c:v>
                </c:pt>
                <c:pt idx="391">
                  <c:v>2.72</c:v>
                </c:pt>
                <c:pt idx="392">
                  <c:v>2.72</c:v>
                </c:pt>
                <c:pt idx="393">
                  <c:v>2.72</c:v>
                </c:pt>
                <c:pt idx="394">
                  <c:v>2.72</c:v>
                </c:pt>
                <c:pt idx="395">
                  <c:v>2.72</c:v>
                </c:pt>
                <c:pt idx="396">
                  <c:v>2.72</c:v>
                </c:pt>
                <c:pt idx="397">
                  <c:v>2.72</c:v>
                </c:pt>
                <c:pt idx="398">
                  <c:v>2.72</c:v>
                </c:pt>
                <c:pt idx="399">
                  <c:v>2.72</c:v>
                </c:pt>
                <c:pt idx="400">
                  <c:v>2.72</c:v>
                </c:pt>
                <c:pt idx="401">
                  <c:v>2.72</c:v>
                </c:pt>
                <c:pt idx="402">
                  <c:v>2.72</c:v>
                </c:pt>
                <c:pt idx="403">
                  <c:v>2.72</c:v>
                </c:pt>
                <c:pt idx="404">
                  <c:v>2.72</c:v>
                </c:pt>
                <c:pt idx="405">
                  <c:v>2.72</c:v>
                </c:pt>
                <c:pt idx="406">
                  <c:v>2.72</c:v>
                </c:pt>
                <c:pt idx="407">
                  <c:v>2.72</c:v>
                </c:pt>
                <c:pt idx="408">
                  <c:v>2.72</c:v>
                </c:pt>
                <c:pt idx="409">
                  <c:v>2.72</c:v>
                </c:pt>
                <c:pt idx="410">
                  <c:v>2.72</c:v>
                </c:pt>
                <c:pt idx="411">
                  <c:v>2.72</c:v>
                </c:pt>
                <c:pt idx="412">
                  <c:v>2.72</c:v>
                </c:pt>
                <c:pt idx="413">
                  <c:v>2.72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239-428B-AE7C-9456B07AA3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55883839"/>
        <c:axId val="420468224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Sheet1!$B$1</c15:sqref>
                        </c15:formulaRef>
                      </c:ext>
                    </c:extLst>
                    <c:strCache>
                      <c:ptCount val="1"/>
                      <c:pt idx="0">
                        <c:v>센서값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none"/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Sheet1!$A$2:$A$415</c15:sqref>
                        </c15:formulaRef>
                      </c:ext>
                    </c:extLst>
                    <c:numCache>
                      <c:formatCode>yyyy/mm/dd\ ddd\ hh:mm:ss</c:formatCode>
                      <c:ptCount val="414"/>
                      <c:pt idx="0">
                        <c:v>45926.421666666669</c:v>
                      </c:pt>
                      <c:pt idx="1">
                        <c:v>45926.421678240738</c:v>
                      </c:pt>
                      <c:pt idx="2">
                        <c:v>45926.421678240738</c:v>
                      </c:pt>
                      <c:pt idx="3">
                        <c:v>45926.421678240738</c:v>
                      </c:pt>
                      <c:pt idx="4">
                        <c:v>45926.421678240738</c:v>
                      </c:pt>
                      <c:pt idx="5">
                        <c:v>45926.421678240738</c:v>
                      </c:pt>
                      <c:pt idx="6">
                        <c:v>45926.421678240738</c:v>
                      </c:pt>
                      <c:pt idx="7">
                        <c:v>45926.421678240738</c:v>
                      </c:pt>
                      <c:pt idx="8">
                        <c:v>45926.421678240738</c:v>
                      </c:pt>
                      <c:pt idx="9">
                        <c:v>45926.421678240738</c:v>
                      </c:pt>
                      <c:pt idx="10">
                        <c:v>45926.421678240738</c:v>
                      </c:pt>
                      <c:pt idx="11">
                        <c:v>45926.421678240738</c:v>
                      </c:pt>
                      <c:pt idx="12">
                        <c:v>45926.421678240738</c:v>
                      </c:pt>
                      <c:pt idx="13">
                        <c:v>45926.421678240738</c:v>
                      </c:pt>
                      <c:pt idx="14">
                        <c:v>45926.421678240738</c:v>
                      </c:pt>
                      <c:pt idx="15">
                        <c:v>45926.421678240738</c:v>
                      </c:pt>
                      <c:pt idx="16">
                        <c:v>45926.421678240738</c:v>
                      </c:pt>
                      <c:pt idx="17">
                        <c:v>45926.421678240738</c:v>
                      </c:pt>
                      <c:pt idx="18">
                        <c:v>45926.421678240738</c:v>
                      </c:pt>
                      <c:pt idx="19">
                        <c:v>45926.421678240738</c:v>
                      </c:pt>
                      <c:pt idx="20">
                        <c:v>45926.421678240738</c:v>
                      </c:pt>
                      <c:pt idx="21">
                        <c:v>45926.421689814815</c:v>
                      </c:pt>
                      <c:pt idx="22">
                        <c:v>45926.421689814815</c:v>
                      </c:pt>
                      <c:pt idx="23">
                        <c:v>45926.421689814815</c:v>
                      </c:pt>
                      <c:pt idx="24">
                        <c:v>45926.421689814815</c:v>
                      </c:pt>
                      <c:pt idx="25">
                        <c:v>45926.421689814815</c:v>
                      </c:pt>
                      <c:pt idx="26">
                        <c:v>45926.421689814815</c:v>
                      </c:pt>
                      <c:pt idx="27">
                        <c:v>45926.421689814815</c:v>
                      </c:pt>
                      <c:pt idx="28">
                        <c:v>45926.421689814815</c:v>
                      </c:pt>
                      <c:pt idx="29">
                        <c:v>45926.421689814815</c:v>
                      </c:pt>
                      <c:pt idx="30">
                        <c:v>45926.421689814815</c:v>
                      </c:pt>
                      <c:pt idx="31">
                        <c:v>45926.421689814815</c:v>
                      </c:pt>
                      <c:pt idx="32">
                        <c:v>45926.421689814815</c:v>
                      </c:pt>
                      <c:pt idx="33">
                        <c:v>45926.421689814815</c:v>
                      </c:pt>
                      <c:pt idx="34">
                        <c:v>45926.421689814815</c:v>
                      </c:pt>
                      <c:pt idx="35">
                        <c:v>45926.421689814815</c:v>
                      </c:pt>
                      <c:pt idx="36">
                        <c:v>45926.421689814815</c:v>
                      </c:pt>
                      <c:pt idx="37">
                        <c:v>45926.421689814815</c:v>
                      </c:pt>
                      <c:pt idx="38">
                        <c:v>45926.421689814815</c:v>
                      </c:pt>
                      <c:pt idx="39">
                        <c:v>45926.421689814815</c:v>
                      </c:pt>
                      <c:pt idx="40">
                        <c:v>45926.421689814815</c:v>
                      </c:pt>
                      <c:pt idx="41">
                        <c:v>45926.421689814815</c:v>
                      </c:pt>
                      <c:pt idx="42">
                        <c:v>45926.421701388892</c:v>
                      </c:pt>
                      <c:pt idx="43">
                        <c:v>45926.421701388892</c:v>
                      </c:pt>
                      <c:pt idx="44">
                        <c:v>45926.421701388892</c:v>
                      </c:pt>
                      <c:pt idx="45">
                        <c:v>45926.421701388892</c:v>
                      </c:pt>
                      <c:pt idx="46">
                        <c:v>45926.421701388892</c:v>
                      </c:pt>
                      <c:pt idx="47">
                        <c:v>45926.421701388892</c:v>
                      </c:pt>
                      <c:pt idx="48">
                        <c:v>45926.421701388892</c:v>
                      </c:pt>
                      <c:pt idx="49">
                        <c:v>45926.421701388892</c:v>
                      </c:pt>
                      <c:pt idx="50">
                        <c:v>45926.421701388892</c:v>
                      </c:pt>
                      <c:pt idx="51">
                        <c:v>45926.421701388892</c:v>
                      </c:pt>
                      <c:pt idx="52">
                        <c:v>45926.421701388892</c:v>
                      </c:pt>
                      <c:pt idx="53">
                        <c:v>45926.421701388892</c:v>
                      </c:pt>
                      <c:pt idx="54">
                        <c:v>45926.421701388892</c:v>
                      </c:pt>
                      <c:pt idx="55">
                        <c:v>45926.421701388892</c:v>
                      </c:pt>
                      <c:pt idx="56">
                        <c:v>45926.421701388892</c:v>
                      </c:pt>
                      <c:pt idx="57">
                        <c:v>45926.421701388892</c:v>
                      </c:pt>
                      <c:pt idx="58">
                        <c:v>45926.421701388892</c:v>
                      </c:pt>
                      <c:pt idx="59">
                        <c:v>45926.421701388892</c:v>
                      </c:pt>
                      <c:pt idx="60">
                        <c:v>45926.421701388892</c:v>
                      </c:pt>
                      <c:pt idx="61">
                        <c:v>45926.421701388892</c:v>
                      </c:pt>
                      <c:pt idx="62">
                        <c:v>45926.421712962961</c:v>
                      </c:pt>
                      <c:pt idx="63">
                        <c:v>45926.421712962961</c:v>
                      </c:pt>
                      <c:pt idx="64">
                        <c:v>45926.421712962961</c:v>
                      </c:pt>
                      <c:pt idx="65">
                        <c:v>45926.421712962961</c:v>
                      </c:pt>
                      <c:pt idx="66">
                        <c:v>45926.421712962961</c:v>
                      </c:pt>
                      <c:pt idx="67">
                        <c:v>45926.421712962961</c:v>
                      </c:pt>
                      <c:pt idx="68">
                        <c:v>45926.421712962961</c:v>
                      </c:pt>
                      <c:pt idx="69">
                        <c:v>45926.421712962961</c:v>
                      </c:pt>
                      <c:pt idx="70">
                        <c:v>45926.421712962961</c:v>
                      </c:pt>
                      <c:pt idx="71">
                        <c:v>45926.421712962961</c:v>
                      </c:pt>
                      <c:pt idx="72">
                        <c:v>45926.421712962961</c:v>
                      </c:pt>
                      <c:pt idx="73">
                        <c:v>45926.421712962961</c:v>
                      </c:pt>
                      <c:pt idx="74">
                        <c:v>45926.421712962961</c:v>
                      </c:pt>
                      <c:pt idx="75">
                        <c:v>45926.421712962961</c:v>
                      </c:pt>
                      <c:pt idx="76">
                        <c:v>45926.421712962961</c:v>
                      </c:pt>
                      <c:pt idx="77">
                        <c:v>45926.421712962961</c:v>
                      </c:pt>
                      <c:pt idx="78">
                        <c:v>45926.421712962961</c:v>
                      </c:pt>
                      <c:pt idx="79">
                        <c:v>45926.421712962961</c:v>
                      </c:pt>
                      <c:pt idx="80">
                        <c:v>45926.421712962961</c:v>
                      </c:pt>
                      <c:pt idx="81">
                        <c:v>45926.421724537038</c:v>
                      </c:pt>
                      <c:pt idx="82">
                        <c:v>45926.421724537038</c:v>
                      </c:pt>
                      <c:pt idx="83">
                        <c:v>45926.421724537038</c:v>
                      </c:pt>
                      <c:pt idx="84">
                        <c:v>45926.421724537038</c:v>
                      </c:pt>
                      <c:pt idx="85">
                        <c:v>45926.421724537038</c:v>
                      </c:pt>
                      <c:pt idx="86">
                        <c:v>45926.421724537038</c:v>
                      </c:pt>
                      <c:pt idx="87">
                        <c:v>45926.421724537038</c:v>
                      </c:pt>
                      <c:pt idx="88">
                        <c:v>45926.421724537038</c:v>
                      </c:pt>
                      <c:pt idx="89">
                        <c:v>45926.421724537038</c:v>
                      </c:pt>
                      <c:pt idx="90">
                        <c:v>45926.421724537038</c:v>
                      </c:pt>
                      <c:pt idx="91">
                        <c:v>45926.421724537038</c:v>
                      </c:pt>
                      <c:pt idx="92">
                        <c:v>45926.421724537038</c:v>
                      </c:pt>
                      <c:pt idx="93">
                        <c:v>45926.421724537038</c:v>
                      </c:pt>
                      <c:pt idx="94">
                        <c:v>45926.421724537038</c:v>
                      </c:pt>
                      <c:pt idx="95">
                        <c:v>45926.421724537038</c:v>
                      </c:pt>
                      <c:pt idx="96">
                        <c:v>45926.421724537038</c:v>
                      </c:pt>
                      <c:pt idx="97">
                        <c:v>45926.421724537038</c:v>
                      </c:pt>
                      <c:pt idx="98">
                        <c:v>45926.421724537038</c:v>
                      </c:pt>
                      <c:pt idx="99">
                        <c:v>45926.421724537038</c:v>
                      </c:pt>
                      <c:pt idx="100">
                        <c:v>45926.421724537038</c:v>
                      </c:pt>
                      <c:pt idx="101">
                        <c:v>45926.421736111108</c:v>
                      </c:pt>
                      <c:pt idx="102">
                        <c:v>45926.421736111108</c:v>
                      </c:pt>
                      <c:pt idx="103">
                        <c:v>45926.421736111108</c:v>
                      </c:pt>
                      <c:pt idx="104">
                        <c:v>45926.421736111108</c:v>
                      </c:pt>
                      <c:pt idx="105">
                        <c:v>45926.421736111108</c:v>
                      </c:pt>
                      <c:pt idx="106">
                        <c:v>45926.421736111108</c:v>
                      </c:pt>
                      <c:pt idx="107">
                        <c:v>45926.421736111108</c:v>
                      </c:pt>
                      <c:pt idx="108">
                        <c:v>45926.421736111108</c:v>
                      </c:pt>
                      <c:pt idx="109">
                        <c:v>45926.421736111108</c:v>
                      </c:pt>
                      <c:pt idx="110">
                        <c:v>45926.421736111108</c:v>
                      </c:pt>
                      <c:pt idx="111">
                        <c:v>45926.421736111108</c:v>
                      </c:pt>
                      <c:pt idx="112">
                        <c:v>45926.421736111108</c:v>
                      </c:pt>
                      <c:pt idx="113">
                        <c:v>45926.421736111108</c:v>
                      </c:pt>
                      <c:pt idx="114">
                        <c:v>45926.421736111108</c:v>
                      </c:pt>
                      <c:pt idx="115">
                        <c:v>45926.421736111108</c:v>
                      </c:pt>
                      <c:pt idx="116">
                        <c:v>45926.421736111108</c:v>
                      </c:pt>
                      <c:pt idx="117">
                        <c:v>45926.421736111108</c:v>
                      </c:pt>
                      <c:pt idx="118">
                        <c:v>45926.421736111108</c:v>
                      </c:pt>
                      <c:pt idx="119">
                        <c:v>45926.421747685185</c:v>
                      </c:pt>
                      <c:pt idx="120">
                        <c:v>45926.421747685185</c:v>
                      </c:pt>
                      <c:pt idx="121">
                        <c:v>45926.421747685185</c:v>
                      </c:pt>
                      <c:pt idx="122">
                        <c:v>45926.421747685185</c:v>
                      </c:pt>
                      <c:pt idx="123">
                        <c:v>45926.421747685185</c:v>
                      </c:pt>
                      <c:pt idx="124">
                        <c:v>45926.421747685185</c:v>
                      </c:pt>
                      <c:pt idx="125">
                        <c:v>45926.421747685185</c:v>
                      </c:pt>
                      <c:pt idx="126">
                        <c:v>45926.421747685185</c:v>
                      </c:pt>
                      <c:pt idx="127">
                        <c:v>45926.421747685185</c:v>
                      </c:pt>
                      <c:pt idx="128">
                        <c:v>45926.421747685185</c:v>
                      </c:pt>
                      <c:pt idx="129">
                        <c:v>45926.421747685185</c:v>
                      </c:pt>
                      <c:pt idx="130">
                        <c:v>45926.421747685185</c:v>
                      </c:pt>
                      <c:pt idx="131">
                        <c:v>45926.421747685185</c:v>
                      </c:pt>
                      <c:pt idx="132">
                        <c:v>45926.421747685185</c:v>
                      </c:pt>
                      <c:pt idx="133">
                        <c:v>45926.421747685185</c:v>
                      </c:pt>
                      <c:pt idx="134">
                        <c:v>45926.421747685185</c:v>
                      </c:pt>
                      <c:pt idx="135">
                        <c:v>45926.421747685185</c:v>
                      </c:pt>
                      <c:pt idx="136">
                        <c:v>45926.421747685185</c:v>
                      </c:pt>
                      <c:pt idx="137">
                        <c:v>45926.421747685185</c:v>
                      </c:pt>
                      <c:pt idx="138">
                        <c:v>45926.421747685185</c:v>
                      </c:pt>
                      <c:pt idx="139">
                        <c:v>45926.421759259261</c:v>
                      </c:pt>
                      <c:pt idx="140">
                        <c:v>45926.421759259261</c:v>
                      </c:pt>
                      <c:pt idx="141">
                        <c:v>45926.421759259261</c:v>
                      </c:pt>
                      <c:pt idx="142">
                        <c:v>45926.421759259261</c:v>
                      </c:pt>
                      <c:pt idx="143">
                        <c:v>45926.421759259261</c:v>
                      </c:pt>
                      <c:pt idx="144">
                        <c:v>45926.421759259261</c:v>
                      </c:pt>
                      <c:pt idx="145">
                        <c:v>45926.421759259261</c:v>
                      </c:pt>
                      <c:pt idx="146">
                        <c:v>45926.421759259261</c:v>
                      </c:pt>
                      <c:pt idx="147">
                        <c:v>45926.421759259261</c:v>
                      </c:pt>
                      <c:pt idx="148">
                        <c:v>45926.421759259261</c:v>
                      </c:pt>
                      <c:pt idx="149">
                        <c:v>45926.421759259261</c:v>
                      </c:pt>
                      <c:pt idx="150">
                        <c:v>45926.421759259261</c:v>
                      </c:pt>
                      <c:pt idx="151">
                        <c:v>45926.421759259261</c:v>
                      </c:pt>
                      <c:pt idx="152">
                        <c:v>45926.421759259261</c:v>
                      </c:pt>
                      <c:pt idx="153">
                        <c:v>45926.421759259261</c:v>
                      </c:pt>
                      <c:pt idx="154">
                        <c:v>45926.421759259261</c:v>
                      </c:pt>
                      <c:pt idx="155">
                        <c:v>45926.421759259261</c:v>
                      </c:pt>
                      <c:pt idx="156">
                        <c:v>45926.421759259261</c:v>
                      </c:pt>
                      <c:pt idx="157">
                        <c:v>45926.421759259261</c:v>
                      </c:pt>
                      <c:pt idx="158">
                        <c:v>45926.421759259261</c:v>
                      </c:pt>
                      <c:pt idx="159">
                        <c:v>45926.421770833331</c:v>
                      </c:pt>
                      <c:pt idx="160">
                        <c:v>45926.421770833331</c:v>
                      </c:pt>
                      <c:pt idx="161">
                        <c:v>45926.421770833331</c:v>
                      </c:pt>
                      <c:pt idx="162">
                        <c:v>45926.421770833331</c:v>
                      </c:pt>
                      <c:pt idx="163">
                        <c:v>45926.421770833331</c:v>
                      </c:pt>
                      <c:pt idx="164">
                        <c:v>45926.421770833331</c:v>
                      </c:pt>
                      <c:pt idx="165">
                        <c:v>45926.421770833331</c:v>
                      </c:pt>
                      <c:pt idx="166">
                        <c:v>45926.421770833331</c:v>
                      </c:pt>
                      <c:pt idx="167">
                        <c:v>45926.421770833331</c:v>
                      </c:pt>
                      <c:pt idx="168">
                        <c:v>45926.421770833331</c:v>
                      </c:pt>
                      <c:pt idx="169">
                        <c:v>45926.421770833331</c:v>
                      </c:pt>
                      <c:pt idx="170">
                        <c:v>45926.421770833331</c:v>
                      </c:pt>
                      <c:pt idx="171">
                        <c:v>45926.421770833331</c:v>
                      </c:pt>
                      <c:pt idx="172">
                        <c:v>45926.421770833331</c:v>
                      </c:pt>
                      <c:pt idx="173">
                        <c:v>45926.421770833331</c:v>
                      </c:pt>
                      <c:pt idx="174">
                        <c:v>45926.421770833331</c:v>
                      </c:pt>
                      <c:pt idx="175">
                        <c:v>45926.421770833331</c:v>
                      </c:pt>
                      <c:pt idx="176">
                        <c:v>45926.421770833331</c:v>
                      </c:pt>
                      <c:pt idx="177">
                        <c:v>45926.421782407408</c:v>
                      </c:pt>
                      <c:pt idx="178">
                        <c:v>45926.421782407408</c:v>
                      </c:pt>
                      <c:pt idx="179">
                        <c:v>45926.421782407408</c:v>
                      </c:pt>
                      <c:pt idx="180">
                        <c:v>45926.421782407408</c:v>
                      </c:pt>
                      <c:pt idx="181">
                        <c:v>45926.421782407408</c:v>
                      </c:pt>
                      <c:pt idx="182">
                        <c:v>45926.421782407408</c:v>
                      </c:pt>
                      <c:pt idx="183">
                        <c:v>45926.421782407408</c:v>
                      </c:pt>
                      <c:pt idx="184">
                        <c:v>45926.421782407408</c:v>
                      </c:pt>
                      <c:pt idx="185">
                        <c:v>45926.421782407408</c:v>
                      </c:pt>
                      <c:pt idx="186">
                        <c:v>45926.421782407408</c:v>
                      </c:pt>
                      <c:pt idx="187">
                        <c:v>45926.421782407408</c:v>
                      </c:pt>
                      <c:pt idx="188">
                        <c:v>45926.421782407408</c:v>
                      </c:pt>
                      <c:pt idx="189">
                        <c:v>45926.421782407408</c:v>
                      </c:pt>
                      <c:pt idx="190">
                        <c:v>45926.421782407408</c:v>
                      </c:pt>
                      <c:pt idx="191">
                        <c:v>45926.421782407408</c:v>
                      </c:pt>
                      <c:pt idx="192">
                        <c:v>45926.421782407408</c:v>
                      </c:pt>
                      <c:pt idx="193">
                        <c:v>45926.421782407408</c:v>
                      </c:pt>
                      <c:pt idx="194">
                        <c:v>45926.421782407408</c:v>
                      </c:pt>
                      <c:pt idx="195">
                        <c:v>45926.421782407408</c:v>
                      </c:pt>
                      <c:pt idx="196">
                        <c:v>45926.421782407408</c:v>
                      </c:pt>
                      <c:pt idx="197">
                        <c:v>45926.421782407408</c:v>
                      </c:pt>
                      <c:pt idx="198">
                        <c:v>45926.421782407408</c:v>
                      </c:pt>
                      <c:pt idx="199">
                        <c:v>45926.421793981484</c:v>
                      </c:pt>
                      <c:pt idx="200">
                        <c:v>45926.421793981484</c:v>
                      </c:pt>
                      <c:pt idx="201">
                        <c:v>45926.421793981484</c:v>
                      </c:pt>
                      <c:pt idx="202">
                        <c:v>45926.421793981484</c:v>
                      </c:pt>
                      <c:pt idx="203">
                        <c:v>45926.421793981484</c:v>
                      </c:pt>
                      <c:pt idx="204">
                        <c:v>45926.421793981484</c:v>
                      </c:pt>
                      <c:pt idx="205">
                        <c:v>45926.421793981484</c:v>
                      </c:pt>
                      <c:pt idx="206">
                        <c:v>45926.421793981484</c:v>
                      </c:pt>
                      <c:pt idx="207">
                        <c:v>45926.421793981484</c:v>
                      </c:pt>
                      <c:pt idx="208">
                        <c:v>45926.421793981484</c:v>
                      </c:pt>
                      <c:pt idx="209">
                        <c:v>45926.421793981484</c:v>
                      </c:pt>
                      <c:pt idx="210">
                        <c:v>45926.421793981484</c:v>
                      </c:pt>
                      <c:pt idx="211">
                        <c:v>45926.421793981484</c:v>
                      </c:pt>
                      <c:pt idx="212">
                        <c:v>45926.421793981484</c:v>
                      </c:pt>
                      <c:pt idx="213">
                        <c:v>45926.421793981484</c:v>
                      </c:pt>
                      <c:pt idx="214">
                        <c:v>45926.421793981484</c:v>
                      </c:pt>
                      <c:pt idx="215">
                        <c:v>45926.421793981484</c:v>
                      </c:pt>
                      <c:pt idx="216">
                        <c:v>45926.421793981484</c:v>
                      </c:pt>
                      <c:pt idx="217">
                        <c:v>45926.421793981484</c:v>
                      </c:pt>
                      <c:pt idx="218">
                        <c:v>45926.421793981484</c:v>
                      </c:pt>
                      <c:pt idx="219">
                        <c:v>45926.421793981484</c:v>
                      </c:pt>
                      <c:pt idx="220">
                        <c:v>45926.421805555554</c:v>
                      </c:pt>
                      <c:pt idx="221">
                        <c:v>45926.421805555554</c:v>
                      </c:pt>
                      <c:pt idx="222">
                        <c:v>45926.421805555554</c:v>
                      </c:pt>
                      <c:pt idx="223">
                        <c:v>45926.421805555554</c:v>
                      </c:pt>
                      <c:pt idx="224">
                        <c:v>45926.421805555554</c:v>
                      </c:pt>
                      <c:pt idx="225">
                        <c:v>45926.421805555554</c:v>
                      </c:pt>
                      <c:pt idx="226">
                        <c:v>45926.421805555554</c:v>
                      </c:pt>
                      <c:pt idx="227">
                        <c:v>45926.421805555554</c:v>
                      </c:pt>
                      <c:pt idx="228">
                        <c:v>45926.421805555554</c:v>
                      </c:pt>
                      <c:pt idx="229">
                        <c:v>45926.421805555554</c:v>
                      </c:pt>
                      <c:pt idx="230">
                        <c:v>45926.421805555554</c:v>
                      </c:pt>
                      <c:pt idx="231">
                        <c:v>45926.421805555554</c:v>
                      </c:pt>
                      <c:pt idx="232">
                        <c:v>45926.421805555554</c:v>
                      </c:pt>
                      <c:pt idx="233">
                        <c:v>45926.421805555554</c:v>
                      </c:pt>
                      <c:pt idx="234">
                        <c:v>45926.421805555554</c:v>
                      </c:pt>
                      <c:pt idx="235">
                        <c:v>45926.421805555554</c:v>
                      </c:pt>
                      <c:pt idx="236">
                        <c:v>45926.421805555554</c:v>
                      </c:pt>
                      <c:pt idx="237">
                        <c:v>45926.421805555554</c:v>
                      </c:pt>
                      <c:pt idx="238">
                        <c:v>45926.421805555554</c:v>
                      </c:pt>
                      <c:pt idx="239">
                        <c:v>45926.421805555554</c:v>
                      </c:pt>
                      <c:pt idx="240">
                        <c:v>45926.421805555554</c:v>
                      </c:pt>
                      <c:pt idx="241">
                        <c:v>45926.421817129631</c:v>
                      </c:pt>
                      <c:pt idx="242">
                        <c:v>45926.421817129631</c:v>
                      </c:pt>
                      <c:pt idx="243">
                        <c:v>45926.421817129631</c:v>
                      </c:pt>
                      <c:pt idx="244">
                        <c:v>45926.421817129631</c:v>
                      </c:pt>
                      <c:pt idx="245">
                        <c:v>45926.421817129631</c:v>
                      </c:pt>
                      <c:pt idx="246">
                        <c:v>45926.421817129631</c:v>
                      </c:pt>
                      <c:pt idx="247">
                        <c:v>45926.421817129631</c:v>
                      </c:pt>
                      <c:pt idx="248">
                        <c:v>45926.421817129631</c:v>
                      </c:pt>
                      <c:pt idx="249">
                        <c:v>45926.421817129631</c:v>
                      </c:pt>
                      <c:pt idx="250">
                        <c:v>45926.421817129631</c:v>
                      </c:pt>
                      <c:pt idx="251">
                        <c:v>45926.421817129631</c:v>
                      </c:pt>
                      <c:pt idx="252">
                        <c:v>45926.421817129631</c:v>
                      </c:pt>
                      <c:pt idx="253">
                        <c:v>45926.421817129631</c:v>
                      </c:pt>
                      <c:pt idx="254">
                        <c:v>45926.421817129631</c:v>
                      </c:pt>
                      <c:pt idx="255">
                        <c:v>45926.421817129631</c:v>
                      </c:pt>
                      <c:pt idx="256">
                        <c:v>45926.421817129631</c:v>
                      </c:pt>
                      <c:pt idx="257">
                        <c:v>45926.421817129631</c:v>
                      </c:pt>
                      <c:pt idx="258">
                        <c:v>45926.421817129631</c:v>
                      </c:pt>
                      <c:pt idx="259">
                        <c:v>45926.421817129631</c:v>
                      </c:pt>
                      <c:pt idx="260">
                        <c:v>45926.421817129631</c:v>
                      </c:pt>
                      <c:pt idx="261">
                        <c:v>45926.4218287037</c:v>
                      </c:pt>
                      <c:pt idx="262">
                        <c:v>45926.4218287037</c:v>
                      </c:pt>
                      <c:pt idx="263">
                        <c:v>45926.4218287037</c:v>
                      </c:pt>
                      <c:pt idx="264">
                        <c:v>45926.4218287037</c:v>
                      </c:pt>
                      <c:pt idx="265">
                        <c:v>45926.4218287037</c:v>
                      </c:pt>
                      <c:pt idx="266">
                        <c:v>45926.4218287037</c:v>
                      </c:pt>
                      <c:pt idx="267">
                        <c:v>45926.4218287037</c:v>
                      </c:pt>
                      <c:pt idx="268">
                        <c:v>45926.4218287037</c:v>
                      </c:pt>
                      <c:pt idx="269">
                        <c:v>45926.4218287037</c:v>
                      </c:pt>
                      <c:pt idx="270">
                        <c:v>45926.4218287037</c:v>
                      </c:pt>
                      <c:pt idx="271">
                        <c:v>45926.4218287037</c:v>
                      </c:pt>
                      <c:pt idx="272">
                        <c:v>45926.4218287037</c:v>
                      </c:pt>
                      <c:pt idx="273">
                        <c:v>45926.4218287037</c:v>
                      </c:pt>
                      <c:pt idx="274">
                        <c:v>45926.4218287037</c:v>
                      </c:pt>
                      <c:pt idx="275">
                        <c:v>45926.4218287037</c:v>
                      </c:pt>
                      <c:pt idx="276">
                        <c:v>45926.4218287037</c:v>
                      </c:pt>
                      <c:pt idx="277">
                        <c:v>45926.4218287037</c:v>
                      </c:pt>
                      <c:pt idx="278">
                        <c:v>45926.4218287037</c:v>
                      </c:pt>
                      <c:pt idx="279">
                        <c:v>45926.4218287037</c:v>
                      </c:pt>
                      <c:pt idx="280">
                        <c:v>45926.4218287037</c:v>
                      </c:pt>
                      <c:pt idx="281">
                        <c:v>45926.421840277777</c:v>
                      </c:pt>
                      <c:pt idx="282">
                        <c:v>45926.421840277777</c:v>
                      </c:pt>
                      <c:pt idx="283">
                        <c:v>45926.421840277777</c:v>
                      </c:pt>
                      <c:pt idx="284">
                        <c:v>45926.421840277777</c:v>
                      </c:pt>
                      <c:pt idx="285">
                        <c:v>45926.421840277777</c:v>
                      </c:pt>
                      <c:pt idx="286">
                        <c:v>45926.421840277777</c:v>
                      </c:pt>
                      <c:pt idx="287">
                        <c:v>45926.421840277777</c:v>
                      </c:pt>
                      <c:pt idx="288">
                        <c:v>45926.421840277777</c:v>
                      </c:pt>
                      <c:pt idx="289">
                        <c:v>45926.421840277777</c:v>
                      </c:pt>
                      <c:pt idx="290">
                        <c:v>45926.421840277777</c:v>
                      </c:pt>
                      <c:pt idx="291">
                        <c:v>45926.421840277777</c:v>
                      </c:pt>
                      <c:pt idx="292">
                        <c:v>45926.421840277777</c:v>
                      </c:pt>
                      <c:pt idx="293">
                        <c:v>45926.421840277777</c:v>
                      </c:pt>
                      <c:pt idx="294">
                        <c:v>45926.421840277777</c:v>
                      </c:pt>
                      <c:pt idx="295">
                        <c:v>45926.421840277777</c:v>
                      </c:pt>
                      <c:pt idx="296">
                        <c:v>45926.421840277777</c:v>
                      </c:pt>
                      <c:pt idx="297">
                        <c:v>45926.421840277777</c:v>
                      </c:pt>
                      <c:pt idx="298">
                        <c:v>45926.421840277777</c:v>
                      </c:pt>
                      <c:pt idx="299">
                        <c:v>45926.421840277777</c:v>
                      </c:pt>
                      <c:pt idx="300">
                        <c:v>45926.421840277777</c:v>
                      </c:pt>
                      <c:pt idx="301">
                        <c:v>45926.421840277777</c:v>
                      </c:pt>
                      <c:pt idx="302">
                        <c:v>45926.421851851854</c:v>
                      </c:pt>
                      <c:pt idx="303">
                        <c:v>45926.421851851854</c:v>
                      </c:pt>
                      <c:pt idx="304">
                        <c:v>45926.421851851854</c:v>
                      </c:pt>
                      <c:pt idx="305">
                        <c:v>45926.421851851854</c:v>
                      </c:pt>
                      <c:pt idx="306">
                        <c:v>45926.421851851854</c:v>
                      </c:pt>
                      <c:pt idx="307">
                        <c:v>45926.421851851854</c:v>
                      </c:pt>
                      <c:pt idx="308">
                        <c:v>45926.421851851854</c:v>
                      </c:pt>
                      <c:pt idx="309">
                        <c:v>45926.421851851854</c:v>
                      </c:pt>
                      <c:pt idx="310">
                        <c:v>45926.421851851854</c:v>
                      </c:pt>
                      <c:pt idx="311">
                        <c:v>45926.421851851854</c:v>
                      </c:pt>
                      <c:pt idx="312">
                        <c:v>45926.421851851854</c:v>
                      </c:pt>
                      <c:pt idx="313">
                        <c:v>45926.421851851854</c:v>
                      </c:pt>
                      <c:pt idx="314">
                        <c:v>45926.421851851854</c:v>
                      </c:pt>
                      <c:pt idx="315">
                        <c:v>45926.421851851854</c:v>
                      </c:pt>
                      <c:pt idx="316">
                        <c:v>45926.421851851854</c:v>
                      </c:pt>
                      <c:pt idx="317">
                        <c:v>45926.421851851854</c:v>
                      </c:pt>
                      <c:pt idx="318">
                        <c:v>45926.421851851854</c:v>
                      </c:pt>
                      <c:pt idx="319">
                        <c:v>45926.421851851854</c:v>
                      </c:pt>
                      <c:pt idx="320">
                        <c:v>45926.421851851854</c:v>
                      </c:pt>
                      <c:pt idx="321">
                        <c:v>45926.421851851854</c:v>
                      </c:pt>
                      <c:pt idx="322">
                        <c:v>45926.421863425923</c:v>
                      </c:pt>
                      <c:pt idx="323">
                        <c:v>45926.421863425923</c:v>
                      </c:pt>
                      <c:pt idx="324">
                        <c:v>45926.421863425923</c:v>
                      </c:pt>
                      <c:pt idx="325">
                        <c:v>45926.421863425923</c:v>
                      </c:pt>
                      <c:pt idx="326">
                        <c:v>45926.421863425923</c:v>
                      </c:pt>
                      <c:pt idx="327">
                        <c:v>45926.421863425923</c:v>
                      </c:pt>
                      <c:pt idx="328">
                        <c:v>45926.421863425923</c:v>
                      </c:pt>
                      <c:pt idx="329">
                        <c:v>45926.421863425923</c:v>
                      </c:pt>
                      <c:pt idx="330">
                        <c:v>45926.421863425923</c:v>
                      </c:pt>
                      <c:pt idx="331">
                        <c:v>45926.421863425923</c:v>
                      </c:pt>
                      <c:pt idx="332">
                        <c:v>45926.421863425923</c:v>
                      </c:pt>
                      <c:pt idx="333">
                        <c:v>45926.421863425923</c:v>
                      </c:pt>
                      <c:pt idx="334">
                        <c:v>45926.421863425923</c:v>
                      </c:pt>
                      <c:pt idx="335">
                        <c:v>45926.421863425923</c:v>
                      </c:pt>
                      <c:pt idx="336">
                        <c:v>45926.421863425923</c:v>
                      </c:pt>
                      <c:pt idx="337">
                        <c:v>45926.421863425923</c:v>
                      </c:pt>
                      <c:pt idx="338">
                        <c:v>45926.421863425923</c:v>
                      </c:pt>
                      <c:pt idx="339">
                        <c:v>45926.421863425923</c:v>
                      </c:pt>
                      <c:pt idx="340">
                        <c:v>45926.421863425923</c:v>
                      </c:pt>
                      <c:pt idx="341">
                        <c:v>45926.421875</c:v>
                      </c:pt>
                      <c:pt idx="342">
                        <c:v>45926.421875</c:v>
                      </c:pt>
                      <c:pt idx="343">
                        <c:v>45926.421875</c:v>
                      </c:pt>
                      <c:pt idx="344">
                        <c:v>45926.421875</c:v>
                      </c:pt>
                      <c:pt idx="345">
                        <c:v>45926.421875</c:v>
                      </c:pt>
                      <c:pt idx="346">
                        <c:v>45926.421875</c:v>
                      </c:pt>
                      <c:pt idx="347">
                        <c:v>45926.421875</c:v>
                      </c:pt>
                      <c:pt idx="348">
                        <c:v>45926.421875</c:v>
                      </c:pt>
                      <c:pt idx="349">
                        <c:v>45926.421875</c:v>
                      </c:pt>
                      <c:pt idx="350">
                        <c:v>45926.421875</c:v>
                      </c:pt>
                      <c:pt idx="351">
                        <c:v>45926.421875</c:v>
                      </c:pt>
                      <c:pt idx="352">
                        <c:v>45926.421875</c:v>
                      </c:pt>
                      <c:pt idx="353">
                        <c:v>45926.421875</c:v>
                      </c:pt>
                      <c:pt idx="354">
                        <c:v>45926.421875</c:v>
                      </c:pt>
                      <c:pt idx="355">
                        <c:v>45926.421875</c:v>
                      </c:pt>
                      <c:pt idx="356">
                        <c:v>45926.421875</c:v>
                      </c:pt>
                      <c:pt idx="357">
                        <c:v>45926.421875</c:v>
                      </c:pt>
                      <c:pt idx="358">
                        <c:v>45926.421875</c:v>
                      </c:pt>
                      <c:pt idx="359">
                        <c:v>45926.421875</c:v>
                      </c:pt>
                      <c:pt idx="360">
                        <c:v>45926.421875</c:v>
                      </c:pt>
                      <c:pt idx="361">
                        <c:v>45926.421886574077</c:v>
                      </c:pt>
                      <c:pt idx="362">
                        <c:v>45926.421886574077</c:v>
                      </c:pt>
                      <c:pt idx="363">
                        <c:v>45926.421886574077</c:v>
                      </c:pt>
                      <c:pt idx="364">
                        <c:v>45926.421886574077</c:v>
                      </c:pt>
                      <c:pt idx="365">
                        <c:v>45926.421886574077</c:v>
                      </c:pt>
                      <c:pt idx="366">
                        <c:v>45926.421886574077</c:v>
                      </c:pt>
                      <c:pt idx="367">
                        <c:v>45926.421886574077</c:v>
                      </c:pt>
                      <c:pt idx="368">
                        <c:v>45926.421886574077</c:v>
                      </c:pt>
                      <c:pt idx="369">
                        <c:v>45926.421886574077</c:v>
                      </c:pt>
                      <c:pt idx="370">
                        <c:v>45926.421886574077</c:v>
                      </c:pt>
                      <c:pt idx="371">
                        <c:v>45926.421886574077</c:v>
                      </c:pt>
                      <c:pt idx="372">
                        <c:v>45926.421886574077</c:v>
                      </c:pt>
                      <c:pt idx="373">
                        <c:v>45926.421886574077</c:v>
                      </c:pt>
                      <c:pt idx="374">
                        <c:v>45926.421886574077</c:v>
                      </c:pt>
                      <c:pt idx="375">
                        <c:v>45926.421886574077</c:v>
                      </c:pt>
                      <c:pt idx="376">
                        <c:v>45926.421886574077</c:v>
                      </c:pt>
                      <c:pt idx="377">
                        <c:v>45926.421886574077</c:v>
                      </c:pt>
                      <c:pt idx="378">
                        <c:v>45926.421886574077</c:v>
                      </c:pt>
                      <c:pt idx="379">
                        <c:v>45926.421886574077</c:v>
                      </c:pt>
                      <c:pt idx="380">
                        <c:v>45926.421886574077</c:v>
                      </c:pt>
                      <c:pt idx="381">
                        <c:v>45926.421898148146</c:v>
                      </c:pt>
                      <c:pt idx="382">
                        <c:v>45926.421898148146</c:v>
                      </c:pt>
                      <c:pt idx="383">
                        <c:v>45926.421898148146</c:v>
                      </c:pt>
                      <c:pt idx="384">
                        <c:v>45926.421898148146</c:v>
                      </c:pt>
                      <c:pt idx="385">
                        <c:v>45926.421898148146</c:v>
                      </c:pt>
                      <c:pt idx="386">
                        <c:v>45926.421898148146</c:v>
                      </c:pt>
                      <c:pt idx="387">
                        <c:v>45926.421898148146</c:v>
                      </c:pt>
                      <c:pt idx="388">
                        <c:v>45926.421898148146</c:v>
                      </c:pt>
                      <c:pt idx="389">
                        <c:v>45926.421898148146</c:v>
                      </c:pt>
                      <c:pt idx="390">
                        <c:v>45926.421898148146</c:v>
                      </c:pt>
                      <c:pt idx="391">
                        <c:v>45926.421898148146</c:v>
                      </c:pt>
                      <c:pt idx="392">
                        <c:v>45926.421898148146</c:v>
                      </c:pt>
                      <c:pt idx="393">
                        <c:v>45926.421898148146</c:v>
                      </c:pt>
                      <c:pt idx="394">
                        <c:v>45926.421898148146</c:v>
                      </c:pt>
                      <c:pt idx="395">
                        <c:v>45926.421898148146</c:v>
                      </c:pt>
                      <c:pt idx="396">
                        <c:v>45926.421898148146</c:v>
                      </c:pt>
                      <c:pt idx="397">
                        <c:v>45926.421898148146</c:v>
                      </c:pt>
                      <c:pt idx="398">
                        <c:v>45926.421898148146</c:v>
                      </c:pt>
                      <c:pt idx="399">
                        <c:v>45926.421898148146</c:v>
                      </c:pt>
                      <c:pt idx="400">
                        <c:v>45926.421909722223</c:v>
                      </c:pt>
                      <c:pt idx="401">
                        <c:v>45926.421909722223</c:v>
                      </c:pt>
                      <c:pt idx="402">
                        <c:v>45926.421909722223</c:v>
                      </c:pt>
                      <c:pt idx="403">
                        <c:v>45926.421909722223</c:v>
                      </c:pt>
                      <c:pt idx="404">
                        <c:v>45926.421909722223</c:v>
                      </c:pt>
                      <c:pt idx="405">
                        <c:v>45926.421909722223</c:v>
                      </c:pt>
                      <c:pt idx="406">
                        <c:v>45926.421909722223</c:v>
                      </c:pt>
                      <c:pt idx="407">
                        <c:v>45926.421909722223</c:v>
                      </c:pt>
                      <c:pt idx="408">
                        <c:v>45926.421909722223</c:v>
                      </c:pt>
                      <c:pt idx="409">
                        <c:v>45926.421909722223</c:v>
                      </c:pt>
                      <c:pt idx="410">
                        <c:v>45926.421909722223</c:v>
                      </c:pt>
                      <c:pt idx="411">
                        <c:v>45926.421909722223</c:v>
                      </c:pt>
                      <c:pt idx="412">
                        <c:v>45926.421909722223</c:v>
                      </c:pt>
                      <c:pt idx="413">
                        <c:v>45926.421909722223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Sheet1!$B$2:$B$415</c15:sqref>
                        </c15:formulaRef>
                      </c:ext>
                    </c:extLst>
                    <c:numCache>
                      <c:formatCode>0.000</c:formatCode>
                      <c:ptCount val="414"/>
                      <c:pt idx="0">
                        <c:v>-408.33330000000001</c:v>
                      </c:pt>
                      <c:pt idx="1">
                        <c:v>-408.33330000000001</c:v>
                      </c:pt>
                      <c:pt idx="2">
                        <c:v>-406.25</c:v>
                      </c:pt>
                      <c:pt idx="3">
                        <c:v>-410.41670000000005</c:v>
                      </c:pt>
                      <c:pt idx="4">
                        <c:v>-408.33330000000001</c:v>
                      </c:pt>
                      <c:pt idx="5">
                        <c:v>-420.83330000000001</c:v>
                      </c:pt>
                      <c:pt idx="6">
                        <c:v>-408.33330000000001</c:v>
                      </c:pt>
                      <c:pt idx="7">
                        <c:v>-420.83330000000001</c:v>
                      </c:pt>
                      <c:pt idx="8">
                        <c:v>-408.33330000000001</c:v>
                      </c:pt>
                      <c:pt idx="9">
                        <c:v>-404.16669999999999</c:v>
                      </c:pt>
                      <c:pt idx="10">
                        <c:v>-418.75</c:v>
                      </c:pt>
                      <c:pt idx="11">
                        <c:v>-414.58330000000001</c:v>
                      </c:pt>
                      <c:pt idx="12">
                        <c:v>-393.75</c:v>
                      </c:pt>
                      <c:pt idx="13">
                        <c:v>-406.25</c:v>
                      </c:pt>
                      <c:pt idx="14">
                        <c:v>-370.83329999999995</c:v>
                      </c:pt>
                      <c:pt idx="15">
                        <c:v>-366.66669999999999</c:v>
                      </c:pt>
                      <c:pt idx="16">
                        <c:v>-372.91669999999999</c:v>
                      </c:pt>
                      <c:pt idx="17">
                        <c:v>-368.75</c:v>
                      </c:pt>
                      <c:pt idx="18">
                        <c:v>-372.91669999999999</c:v>
                      </c:pt>
                      <c:pt idx="19">
                        <c:v>-364.58330000000001</c:v>
                      </c:pt>
                      <c:pt idx="20">
                        <c:v>-362.5</c:v>
                      </c:pt>
                      <c:pt idx="21">
                        <c:v>-335.41669999999999</c:v>
                      </c:pt>
                      <c:pt idx="22">
                        <c:v>-352.08330000000001</c:v>
                      </c:pt>
                      <c:pt idx="23">
                        <c:v>-375</c:v>
                      </c:pt>
                      <c:pt idx="24">
                        <c:v>-362.5</c:v>
                      </c:pt>
                      <c:pt idx="25">
                        <c:v>-379.16670000000005</c:v>
                      </c:pt>
                      <c:pt idx="26">
                        <c:v>-391.66669999999999</c:v>
                      </c:pt>
                      <c:pt idx="27">
                        <c:v>-389.58330000000001</c:v>
                      </c:pt>
                      <c:pt idx="28">
                        <c:v>-400</c:v>
                      </c:pt>
                      <c:pt idx="29">
                        <c:v>-395.83330000000001</c:v>
                      </c:pt>
                      <c:pt idx="30">
                        <c:v>-387.5</c:v>
                      </c:pt>
                      <c:pt idx="31">
                        <c:v>-979.16660000000002</c:v>
                      </c:pt>
                      <c:pt idx="32">
                        <c:v>-1377.0830000000001</c:v>
                      </c:pt>
                      <c:pt idx="33">
                        <c:v>-835.4165999999999</c:v>
                      </c:pt>
                      <c:pt idx="34">
                        <c:v>-422.91669999999999</c:v>
                      </c:pt>
                      <c:pt idx="35">
                        <c:v>-408.33330000000001</c:v>
                      </c:pt>
                      <c:pt idx="36">
                        <c:v>-412.5</c:v>
                      </c:pt>
                      <c:pt idx="37">
                        <c:v>-410.41670000000005</c:v>
                      </c:pt>
                      <c:pt idx="38">
                        <c:v>-393.75</c:v>
                      </c:pt>
                      <c:pt idx="39">
                        <c:v>-418.75</c:v>
                      </c:pt>
                      <c:pt idx="40">
                        <c:v>-402.08329999999995</c:v>
                      </c:pt>
                      <c:pt idx="41">
                        <c:v>-441.66670000000005</c:v>
                      </c:pt>
                      <c:pt idx="42">
                        <c:v>-450</c:v>
                      </c:pt>
                      <c:pt idx="43">
                        <c:v>-404.16669999999999</c:v>
                      </c:pt>
                      <c:pt idx="44">
                        <c:v>-429.16669999999999</c:v>
                      </c:pt>
                      <c:pt idx="45">
                        <c:v>-460.41669999999999</c:v>
                      </c:pt>
                      <c:pt idx="46">
                        <c:v>-464.58329999999995</c:v>
                      </c:pt>
                      <c:pt idx="47">
                        <c:v>-397.91669999999999</c:v>
                      </c:pt>
                      <c:pt idx="48">
                        <c:v>-816.66660000000002</c:v>
                      </c:pt>
                      <c:pt idx="49">
                        <c:v>-414.58330000000001</c:v>
                      </c:pt>
                      <c:pt idx="50">
                        <c:v>-414.58330000000001</c:v>
                      </c:pt>
                      <c:pt idx="51">
                        <c:v>-462.5</c:v>
                      </c:pt>
                      <c:pt idx="52">
                        <c:v>-460.41669999999999</c:v>
                      </c:pt>
                      <c:pt idx="53">
                        <c:v>-437.5</c:v>
                      </c:pt>
                      <c:pt idx="54">
                        <c:v>-433.33329999999995</c:v>
                      </c:pt>
                      <c:pt idx="55">
                        <c:v>-435.41669999999999</c:v>
                      </c:pt>
                      <c:pt idx="56">
                        <c:v>-672.91660000000002</c:v>
                      </c:pt>
                      <c:pt idx="57">
                        <c:v>-381.25</c:v>
                      </c:pt>
                      <c:pt idx="58">
                        <c:v>-389.58330000000001</c:v>
                      </c:pt>
                      <c:pt idx="59">
                        <c:v>-368.75</c:v>
                      </c:pt>
                      <c:pt idx="60">
                        <c:v>-375</c:v>
                      </c:pt>
                      <c:pt idx="61">
                        <c:v>-381.25</c:v>
                      </c:pt>
                      <c:pt idx="62">
                        <c:v>-622.91660000000002</c:v>
                      </c:pt>
                      <c:pt idx="63">
                        <c:v>-341.66669999999999</c:v>
                      </c:pt>
                      <c:pt idx="64">
                        <c:v>-358.33330000000001</c:v>
                      </c:pt>
                      <c:pt idx="65">
                        <c:v>-368.75</c:v>
                      </c:pt>
                      <c:pt idx="66">
                        <c:v>-358.33330000000001</c:v>
                      </c:pt>
                      <c:pt idx="67">
                        <c:v>-585.4165999999999</c:v>
                      </c:pt>
                      <c:pt idx="68">
                        <c:v>-439.58330000000001</c:v>
                      </c:pt>
                      <c:pt idx="69">
                        <c:v>-333.33330000000001</c:v>
                      </c:pt>
                      <c:pt idx="70">
                        <c:v>-302.08330000000001</c:v>
                      </c:pt>
                      <c:pt idx="71">
                        <c:v>-277.08329999999995</c:v>
                      </c:pt>
                      <c:pt idx="72">
                        <c:v>-497.91669999999999</c:v>
                      </c:pt>
                      <c:pt idx="73">
                        <c:v>-268.75</c:v>
                      </c:pt>
                      <c:pt idx="74">
                        <c:v>-260.41669999999999</c:v>
                      </c:pt>
                      <c:pt idx="75">
                        <c:v>-245.83330000000001</c:v>
                      </c:pt>
                      <c:pt idx="76">
                        <c:v>-400</c:v>
                      </c:pt>
                      <c:pt idx="77">
                        <c:v>-175</c:v>
                      </c:pt>
                      <c:pt idx="78">
                        <c:v>-187.5</c:v>
                      </c:pt>
                      <c:pt idx="79">
                        <c:v>-393.75</c:v>
                      </c:pt>
                      <c:pt idx="80">
                        <c:v>-218.75</c:v>
                      </c:pt>
                      <c:pt idx="81">
                        <c:v>-204.16670000000002</c:v>
                      </c:pt>
                      <c:pt idx="82">
                        <c:v>-216.66669999999999</c:v>
                      </c:pt>
                      <c:pt idx="83">
                        <c:v>-331.25</c:v>
                      </c:pt>
                      <c:pt idx="84">
                        <c:v>-197.91669999999999</c:v>
                      </c:pt>
                      <c:pt idx="85">
                        <c:v>-197.91669999999999</c:v>
                      </c:pt>
                      <c:pt idx="86">
                        <c:v>-366.66669999999999</c:v>
                      </c:pt>
                      <c:pt idx="87">
                        <c:v>-229.16669999999999</c:v>
                      </c:pt>
                      <c:pt idx="88">
                        <c:v>-193.75</c:v>
                      </c:pt>
                      <c:pt idx="89">
                        <c:v>-297.91669999999999</c:v>
                      </c:pt>
                      <c:pt idx="90">
                        <c:v>-254.16670000000002</c:v>
                      </c:pt>
                      <c:pt idx="91">
                        <c:v>-137.5</c:v>
                      </c:pt>
                      <c:pt idx="92">
                        <c:v>-208.33330000000001</c:v>
                      </c:pt>
                      <c:pt idx="93">
                        <c:v>-108.33329999999999</c:v>
                      </c:pt>
                      <c:pt idx="94">
                        <c:v>-112.5</c:v>
                      </c:pt>
                      <c:pt idx="95">
                        <c:v>-100</c:v>
                      </c:pt>
                      <c:pt idx="96">
                        <c:v>-87.5</c:v>
                      </c:pt>
                      <c:pt idx="97">
                        <c:v>-262.5</c:v>
                      </c:pt>
                      <c:pt idx="98">
                        <c:v>-116.66669999999999</c:v>
                      </c:pt>
                      <c:pt idx="99">
                        <c:v>18.75</c:v>
                      </c:pt>
                      <c:pt idx="100">
                        <c:v>-200</c:v>
                      </c:pt>
                      <c:pt idx="101">
                        <c:v>83.333330000000004</c:v>
                      </c:pt>
                      <c:pt idx="102">
                        <c:v>22.91667</c:v>
                      </c:pt>
                      <c:pt idx="103">
                        <c:v>112.5</c:v>
                      </c:pt>
                      <c:pt idx="104">
                        <c:v>37.5</c:v>
                      </c:pt>
                      <c:pt idx="105">
                        <c:v>195.83329999999998</c:v>
                      </c:pt>
                      <c:pt idx="106">
                        <c:v>-52.083330000000004</c:v>
                      </c:pt>
                      <c:pt idx="107">
                        <c:v>93.75</c:v>
                      </c:pt>
                      <c:pt idx="108">
                        <c:v>256.25</c:v>
                      </c:pt>
                      <c:pt idx="109">
                        <c:v>222.91669999999999</c:v>
                      </c:pt>
                      <c:pt idx="110">
                        <c:v>304.16669999999999</c:v>
                      </c:pt>
                      <c:pt idx="111">
                        <c:v>158.33330000000001</c:v>
                      </c:pt>
                      <c:pt idx="112">
                        <c:v>337.5</c:v>
                      </c:pt>
                      <c:pt idx="113">
                        <c:v>354.16669999999999</c:v>
                      </c:pt>
                      <c:pt idx="114">
                        <c:v>364.58330000000001</c:v>
                      </c:pt>
                      <c:pt idx="115">
                        <c:v>391.66669999999999</c:v>
                      </c:pt>
                      <c:pt idx="116">
                        <c:v>408.33330000000001</c:v>
                      </c:pt>
                      <c:pt idx="117">
                        <c:v>287.5</c:v>
                      </c:pt>
                      <c:pt idx="118">
                        <c:v>593.75</c:v>
                      </c:pt>
                      <c:pt idx="119">
                        <c:v>602.08330000000001</c:v>
                      </c:pt>
                      <c:pt idx="120">
                        <c:v>608.33330000000001</c:v>
                      </c:pt>
                      <c:pt idx="121">
                        <c:v>497.91669999999999</c:v>
                      </c:pt>
                      <c:pt idx="122">
                        <c:v>650</c:v>
                      </c:pt>
                      <c:pt idx="123">
                        <c:v>527.08330000000001</c:v>
                      </c:pt>
                      <c:pt idx="124">
                        <c:v>677.08330000000001</c:v>
                      </c:pt>
                      <c:pt idx="125">
                        <c:v>747.91660000000002</c:v>
                      </c:pt>
                      <c:pt idx="126">
                        <c:v>849.99990000000003</c:v>
                      </c:pt>
                      <c:pt idx="127">
                        <c:v>756.25</c:v>
                      </c:pt>
                      <c:pt idx="128">
                        <c:v>899.99989999999991</c:v>
                      </c:pt>
                      <c:pt idx="129">
                        <c:v>787.5</c:v>
                      </c:pt>
                      <c:pt idx="130">
                        <c:v>918.74990000000003</c:v>
                      </c:pt>
                      <c:pt idx="131">
                        <c:v>958.33330000000001</c:v>
                      </c:pt>
                      <c:pt idx="132">
                        <c:v>993.74989999999991</c:v>
                      </c:pt>
                      <c:pt idx="133">
                        <c:v>1085.4170000000001</c:v>
                      </c:pt>
                      <c:pt idx="134">
                        <c:v>870.83330000000001</c:v>
                      </c:pt>
                      <c:pt idx="135">
                        <c:v>1075</c:v>
                      </c:pt>
                      <c:pt idx="136">
                        <c:v>858.33330000000001</c:v>
                      </c:pt>
                      <c:pt idx="137">
                        <c:v>1100</c:v>
                      </c:pt>
                      <c:pt idx="138">
                        <c:v>1158.3330000000001</c:v>
                      </c:pt>
                      <c:pt idx="139">
                        <c:v>1170.8330000000001</c:v>
                      </c:pt>
                      <c:pt idx="140">
                        <c:v>1208.3330000000001</c:v>
                      </c:pt>
                      <c:pt idx="141">
                        <c:v>1175</c:v>
                      </c:pt>
                      <c:pt idx="142">
                        <c:v>1175</c:v>
                      </c:pt>
                      <c:pt idx="143">
                        <c:v>1075</c:v>
                      </c:pt>
                      <c:pt idx="144">
                        <c:v>1206.25</c:v>
                      </c:pt>
                      <c:pt idx="145">
                        <c:v>993.74989999999991</c:v>
                      </c:pt>
                      <c:pt idx="146">
                        <c:v>1210.4169999999999</c:v>
                      </c:pt>
                      <c:pt idx="147">
                        <c:v>1289.5830000000001</c:v>
                      </c:pt>
                      <c:pt idx="148">
                        <c:v>1266.6669999999999</c:v>
                      </c:pt>
                      <c:pt idx="149">
                        <c:v>1270.8330000000001</c:v>
                      </c:pt>
                      <c:pt idx="150">
                        <c:v>1283.3330000000001</c:v>
                      </c:pt>
                      <c:pt idx="151">
                        <c:v>1277.0829999999999</c:v>
                      </c:pt>
                      <c:pt idx="152">
                        <c:v>1312.5</c:v>
                      </c:pt>
                      <c:pt idx="153">
                        <c:v>1375</c:v>
                      </c:pt>
                      <c:pt idx="154">
                        <c:v>1312.5</c:v>
                      </c:pt>
                      <c:pt idx="155">
                        <c:v>1202.0830000000001</c:v>
                      </c:pt>
                      <c:pt idx="156">
                        <c:v>1397.9169999999999</c:v>
                      </c:pt>
                      <c:pt idx="157">
                        <c:v>1193.75</c:v>
                      </c:pt>
                      <c:pt idx="158">
                        <c:v>1375</c:v>
                      </c:pt>
                      <c:pt idx="159">
                        <c:v>1156.25</c:v>
                      </c:pt>
                      <c:pt idx="160">
                        <c:v>1147.9169999999999</c:v>
                      </c:pt>
                      <c:pt idx="161">
                        <c:v>1383.3329999999999</c:v>
                      </c:pt>
                      <c:pt idx="162">
                        <c:v>1472.9169999999999</c:v>
                      </c:pt>
                      <c:pt idx="163">
                        <c:v>1452.0830000000001</c:v>
                      </c:pt>
                      <c:pt idx="164">
                        <c:v>1429.1670000000001</c:v>
                      </c:pt>
                      <c:pt idx="165">
                        <c:v>1406.25</c:v>
                      </c:pt>
                      <c:pt idx="166">
                        <c:v>1383.3329999999999</c:v>
                      </c:pt>
                      <c:pt idx="167">
                        <c:v>1414.5830000000001</c:v>
                      </c:pt>
                      <c:pt idx="168">
                        <c:v>1325</c:v>
                      </c:pt>
                      <c:pt idx="169">
                        <c:v>1220.8330000000001</c:v>
                      </c:pt>
                      <c:pt idx="170">
                        <c:v>1054.1669999999999</c:v>
                      </c:pt>
                      <c:pt idx="171">
                        <c:v>1070.8330000000001</c:v>
                      </c:pt>
                      <c:pt idx="172">
                        <c:v>1137.5</c:v>
                      </c:pt>
                      <c:pt idx="173">
                        <c:v>1077.0830000000001</c:v>
                      </c:pt>
                      <c:pt idx="174">
                        <c:v>1041.6669999999999</c:v>
                      </c:pt>
                      <c:pt idx="175">
                        <c:v>1041.6669999999999</c:v>
                      </c:pt>
                      <c:pt idx="176">
                        <c:v>1004.167</c:v>
                      </c:pt>
                      <c:pt idx="177">
                        <c:v>933.33330000000001</c:v>
                      </c:pt>
                      <c:pt idx="178">
                        <c:v>885.41660000000002</c:v>
                      </c:pt>
                      <c:pt idx="179">
                        <c:v>831.24990000000003</c:v>
                      </c:pt>
                      <c:pt idx="180">
                        <c:v>675</c:v>
                      </c:pt>
                      <c:pt idx="181">
                        <c:v>693.75</c:v>
                      </c:pt>
                      <c:pt idx="182">
                        <c:v>545.83330000000001</c:v>
                      </c:pt>
                      <c:pt idx="183">
                        <c:v>697.91660000000002</c:v>
                      </c:pt>
                      <c:pt idx="184">
                        <c:v>541.66660000000002</c:v>
                      </c:pt>
                      <c:pt idx="185">
                        <c:v>508.33330000000001</c:v>
                      </c:pt>
                      <c:pt idx="186">
                        <c:v>654.16660000000002</c:v>
                      </c:pt>
                      <c:pt idx="187">
                        <c:v>420.83330000000001</c:v>
                      </c:pt>
                      <c:pt idx="188">
                        <c:v>483.33330000000001</c:v>
                      </c:pt>
                      <c:pt idx="189">
                        <c:v>408.33330000000001</c:v>
                      </c:pt>
                      <c:pt idx="190">
                        <c:v>337.5</c:v>
                      </c:pt>
                      <c:pt idx="191">
                        <c:v>475</c:v>
                      </c:pt>
                      <c:pt idx="192">
                        <c:v>445.83330000000001</c:v>
                      </c:pt>
                      <c:pt idx="193">
                        <c:v>339.58329999999995</c:v>
                      </c:pt>
                      <c:pt idx="194">
                        <c:v>245.83330000000001</c:v>
                      </c:pt>
                      <c:pt idx="195">
                        <c:v>87.5</c:v>
                      </c:pt>
                      <c:pt idx="196">
                        <c:v>141.66670000000002</c:v>
                      </c:pt>
                      <c:pt idx="197">
                        <c:v>-156.25</c:v>
                      </c:pt>
                      <c:pt idx="198">
                        <c:v>-110.41670000000001</c:v>
                      </c:pt>
                      <c:pt idx="199">
                        <c:v>-58.333330000000004</c:v>
                      </c:pt>
                      <c:pt idx="200">
                        <c:v>-91.666659999999993</c:v>
                      </c:pt>
                      <c:pt idx="201">
                        <c:v>-133.33329999999998</c:v>
                      </c:pt>
                      <c:pt idx="202">
                        <c:v>-183.33330000000001</c:v>
                      </c:pt>
                      <c:pt idx="203">
                        <c:v>-241.66670000000002</c:v>
                      </c:pt>
                      <c:pt idx="204">
                        <c:v>-297.91669999999999</c:v>
                      </c:pt>
                      <c:pt idx="205">
                        <c:v>-320.83330000000001</c:v>
                      </c:pt>
                      <c:pt idx="206">
                        <c:v>-345.83330000000001</c:v>
                      </c:pt>
                      <c:pt idx="207">
                        <c:v>-339.58329999999995</c:v>
                      </c:pt>
                      <c:pt idx="208">
                        <c:v>-612.5</c:v>
                      </c:pt>
                      <c:pt idx="209">
                        <c:v>-672.91660000000002</c:v>
                      </c:pt>
                      <c:pt idx="210">
                        <c:v>-666.66660000000002</c:v>
                      </c:pt>
                      <c:pt idx="211">
                        <c:v>-704.16660000000002</c:v>
                      </c:pt>
                      <c:pt idx="212">
                        <c:v>-566.66660000000002</c:v>
                      </c:pt>
                      <c:pt idx="213">
                        <c:v>-687.5</c:v>
                      </c:pt>
                      <c:pt idx="214">
                        <c:v>-614.58330000000001</c:v>
                      </c:pt>
                      <c:pt idx="215">
                        <c:v>-627.08330000000001</c:v>
                      </c:pt>
                      <c:pt idx="216">
                        <c:v>-677.08330000000001</c:v>
                      </c:pt>
                      <c:pt idx="217">
                        <c:v>-747.91660000000002</c:v>
                      </c:pt>
                      <c:pt idx="218">
                        <c:v>-802.08330000000001</c:v>
                      </c:pt>
                      <c:pt idx="219">
                        <c:v>-814.58330000000001</c:v>
                      </c:pt>
                      <c:pt idx="220">
                        <c:v>-887.49990000000003</c:v>
                      </c:pt>
                      <c:pt idx="221">
                        <c:v>-954.16660000000002</c:v>
                      </c:pt>
                      <c:pt idx="222">
                        <c:v>-1179.1669999999999</c:v>
                      </c:pt>
                      <c:pt idx="223">
                        <c:v>-1037.5</c:v>
                      </c:pt>
                      <c:pt idx="224">
                        <c:v>-1164.5830000000001</c:v>
                      </c:pt>
                      <c:pt idx="225">
                        <c:v>-1020.8329999999999</c:v>
                      </c:pt>
                      <c:pt idx="226">
                        <c:v>-1085.4170000000001</c:v>
                      </c:pt>
                      <c:pt idx="227">
                        <c:v>-1006.2500000000001</c:v>
                      </c:pt>
                      <c:pt idx="228">
                        <c:v>-1014.583</c:v>
                      </c:pt>
                      <c:pt idx="229">
                        <c:v>-1016.667</c:v>
                      </c:pt>
                      <c:pt idx="230">
                        <c:v>-1022.917</c:v>
                      </c:pt>
                      <c:pt idx="231">
                        <c:v>-1037.5</c:v>
                      </c:pt>
                      <c:pt idx="232">
                        <c:v>-1081.25</c:v>
                      </c:pt>
                      <c:pt idx="233">
                        <c:v>-1258.3330000000001</c:v>
                      </c:pt>
                      <c:pt idx="234">
                        <c:v>-1156.25</c:v>
                      </c:pt>
                      <c:pt idx="235">
                        <c:v>-1339.5830000000001</c:v>
                      </c:pt>
                      <c:pt idx="236">
                        <c:v>-1131.25</c:v>
                      </c:pt>
                      <c:pt idx="237">
                        <c:v>-1206.25</c:v>
                      </c:pt>
                      <c:pt idx="238">
                        <c:v>-1054.1669999999999</c:v>
                      </c:pt>
                      <c:pt idx="239">
                        <c:v>-1035.4169999999999</c:v>
                      </c:pt>
                      <c:pt idx="240">
                        <c:v>-1002.0830000000001</c:v>
                      </c:pt>
                      <c:pt idx="241">
                        <c:v>-983.33330000000001</c:v>
                      </c:pt>
                      <c:pt idx="242">
                        <c:v>-987.49990000000003</c:v>
                      </c:pt>
                      <c:pt idx="243">
                        <c:v>-931.24989999999991</c:v>
                      </c:pt>
                      <c:pt idx="244">
                        <c:v>-870.83330000000001</c:v>
                      </c:pt>
                      <c:pt idx="245">
                        <c:v>-785.41660000000002</c:v>
                      </c:pt>
                      <c:pt idx="246">
                        <c:v>-770.83330000000001</c:v>
                      </c:pt>
                      <c:pt idx="247">
                        <c:v>-693.75</c:v>
                      </c:pt>
                      <c:pt idx="248">
                        <c:v>-664.58330000000001</c:v>
                      </c:pt>
                      <c:pt idx="249">
                        <c:v>-570.83330000000001</c:v>
                      </c:pt>
                      <c:pt idx="250">
                        <c:v>-475</c:v>
                      </c:pt>
                      <c:pt idx="251">
                        <c:v>-408.33330000000001</c:v>
                      </c:pt>
                      <c:pt idx="252">
                        <c:v>-377.08330000000001</c:v>
                      </c:pt>
                      <c:pt idx="253">
                        <c:v>-412.5</c:v>
                      </c:pt>
                      <c:pt idx="254">
                        <c:v>-616.6665999999999</c:v>
                      </c:pt>
                      <c:pt idx="255">
                        <c:v>-622.91660000000002</c:v>
                      </c:pt>
                      <c:pt idx="256">
                        <c:v>-364.58330000000001</c:v>
                      </c:pt>
                      <c:pt idx="257">
                        <c:v>-608.33330000000001</c:v>
                      </c:pt>
                      <c:pt idx="258">
                        <c:v>-387.5</c:v>
                      </c:pt>
                      <c:pt idx="259">
                        <c:v>-364.58330000000001</c:v>
                      </c:pt>
                      <c:pt idx="260">
                        <c:v>-345.83330000000001</c:v>
                      </c:pt>
                      <c:pt idx="261">
                        <c:v>-431.25</c:v>
                      </c:pt>
                      <c:pt idx="262">
                        <c:v>-325</c:v>
                      </c:pt>
                      <c:pt idx="263">
                        <c:v>-339.58329999999995</c:v>
                      </c:pt>
                      <c:pt idx="264">
                        <c:v>-345.83330000000001</c:v>
                      </c:pt>
                      <c:pt idx="265">
                        <c:v>-372.91669999999999</c:v>
                      </c:pt>
                      <c:pt idx="266">
                        <c:v>-518.75</c:v>
                      </c:pt>
                      <c:pt idx="267">
                        <c:v>-387.5</c:v>
                      </c:pt>
                      <c:pt idx="268">
                        <c:v>-397.91669999999999</c:v>
                      </c:pt>
                      <c:pt idx="269">
                        <c:v>-410.41670000000005</c:v>
                      </c:pt>
                      <c:pt idx="270">
                        <c:v>-425</c:v>
                      </c:pt>
                      <c:pt idx="271">
                        <c:v>-512.5</c:v>
                      </c:pt>
                      <c:pt idx="272">
                        <c:v>-429.16669999999999</c:v>
                      </c:pt>
                      <c:pt idx="273">
                        <c:v>-397.91669999999999</c:v>
                      </c:pt>
                      <c:pt idx="274">
                        <c:v>-427.08330000000001</c:v>
                      </c:pt>
                      <c:pt idx="275">
                        <c:v>-447.91669999999999</c:v>
                      </c:pt>
                      <c:pt idx="276">
                        <c:v>-450</c:v>
                      </c:pt>
                      <c:pt idx="277">
                        <c:v>-472.91670000000005</c:v>
                      </c:pt>
                      <c:pt idx="278">
                        <c:v>-472.91670000000005</c:v>
                      </c:pt>
                      <c:pt idx="279">
                        <c:v>-495.83329999999995</c:v>
                      </c:pt>
                      <c:pt idx="280">
                        <c:v>-525</c:v>
                      </c:pt>
                      <c:pt idx="281">
                        <c:v>-543.75</c:v>
                      </c:pt>
                      <c:pt idx="282">
                        <c:v>-760.41660000000002</c:v>
                      </c:pt>
                      <c:pt idx="283">
                        <c:v>-758.33330000000001</c:v>
                      </c:pt>
                      <c:pt idx="284">
                        <c:v>-564.58330000000001</c:v>
                      </c:pt>
                      <c:pt idx="285">
                        <c:v>-564.58330000000001</c:v>
                      </c:pt>
                      <c:pt idx="286">
                        <c:v>-581.25</c:v>
                      </c:pt>
                      <c:pt idx="287">
                        <c:v>-714.58330000000001</c:v>
                      </c:pt>
                      <c:pt idx="288">
                        <c:v>-458.33330000000001</c:v>
                      </c:pt>
                      <c:pt idx="289">
                        <c:v>-470.83330000000001</c:v>
                      </c:pt>
                      <c:pt idx="290">
                        <c:v>-508.33330000000001</c:v>
                      </c:pt>
                      <c:pt idx="291">
                        <c:v>-525</c:v>
                      </c:pt>
                      <c:pt idx="292">
                        <c:v>-781.25</c:v>
                      </c:pt>
                      <c:pt idx="293">
                        <c:v>-564.58330000000001</c:v>
                      </c:pt>
                      <c:pt idx="294">
                        <c:v>-570.83330000000001</c:v>
                      </c:pt>
                      <c:pt idx="295">
                        <c:v>-597.91660000000002</c:v>
                      </c:pt>
                      <c:pt idx="296">
                        <c:v>-618.75</c:v>
                      </c:pt>
                      <c:pt idx="297">
                        <c:v>-620.83330000000001</c:v>
                      </c:pt>
                      <c:pt idx="298">
                        <c:v>-947.91660000000002</c:v>
                      </c:pt>
                      <c:pt idx="299">
                        <c:v>-662.5</c:v>
                      </c:pt>
                      <c:pt idx="300">
                        <c:v>-641.66660000000002</c:v>
                      </c:pt>
                      <c:pt idx="301">
                        <c:v>-650</c:v>
                      </c:pt>
                      <c:pt idx="302">
                        <c:v>-654.16660000000002</c:v>
                      </c:pt>
                      <c:pt idx="303">
                        <c:v>-643.75</c:v>
                      </c:pt>
                      <c:pt idx="304">
                        <c:v>-647.9165999999999</c:v>
                      </c:pt>
                      <c:pt idx="305">
                        <c:v>-637.5</c:v>
                      </c:pt>
                      <c:pt idx="306">
                        <c:v>-1154.1669999999999</c:v>
                      </c:pt>
                      <c:pt idx="307">
                        <c:v>-635.41660000000002</c:v>
                      </c:pt>
                      <c:pt idx="308">
                        <c:v>-625</c:v>
                      </c:pt>
                      <c:pt idx="309">
                        <c:v>-612.5</c:v>
                      </c:pt>
                      <c:pt idx="310">
                        <c:v>-622.91660000000002</c:v>
                      </c:pt>
                      <c:pt idx="311">
                        <c:v>-631.25</c:v>
                      </c:pt>
                      <c:pt idx="312">
                        <c:v>-635.41660000000002</c:v>
                      </c:pt>
                      <c:pt idx="313">
                        <c:v>-618.75</c:v>
                      </c:pt>
                      <c:pt idx="314">
                        <c:v>-608.33330000000001</c:v>
                      </c:pt>
                      <c:pt idx="315">
                        <c:v>-608.33330000000001</c:v>
                      </c:pt>
                      <c:pt idx="316">
                        <c:v>-616.6665999999999</c:v>
                      </c:pt>
                      <c:pt idx="317">
                        <c:v>-618.75</c:v>
                      </c:pt>
                      <c:pt idx="318">
                        <c:v>-627.08330000000001</c:v>
                      </c:pt>
                      <c:pt idx="319">
                        <c:v>-645.83330000000001</c:v>
                      </c:pt>
                      <c:pt idx="320">
                        <c:v>-627.08330000000001</c:v>
                      </c:pt>
                      <c:pt idx="321">
                        <c:v>-647.9165999999999</c:v>
                      </c:pt>
                      <c:pt idx="322">
                        <c:v>-633.33330000000001</c:v>
                      </c:pt>
                      <c:pt idx="323">
                        <c:v>-660.41660000000002</c:v>
                      </c:pt>
                      <c:pt idx="324">
                        <c:v>-664.58330000000001</c:v>
                      </c:pt>
                      <c:pt idx="325">
                        <c:v>-633.33330000000001</c:v>
                      </c:pt>
                      <c:pt idx="326">
                        <c:v>-662.5</c:v>
                      </c:pt>
                      <c:pt idx="327">
                        <c:v>-672.91660000000002</c:v>
                      </c:pt>
                      <c:pt idx="328">
                        <c:v>-650</c:v>
                      </c:pt>
                      <c:pt idx="329">
                        <c:v>-695.83330000000001</c:v>
                      </c:pt>
                      <c:pt idx="330">
                        <c:v>-687.5</c:v>
                      </c:pt>
                      <c:pt idx="331">
                        <c:v>-693.75</c:v>
                      </c:pt>
                      <c:pt idx="332">
                        <c:v>-725</c:v>
                      </c:pt>
                      <c:pt idx="333">
                        <c:v>-729.16660000000002</c:v>
                      </c:pt>
                      <c:pt idx="334">
                        <c:v>-710.4165999999999</c:v>
                      </c:pt>
                      <c:pt idx="335">
                        <c:v>-706.25</c:v>
                      </c:pt>
                      <c:pt idx="336">
                        <c:v>-677.08330000000001</c:v>
                      </c:pt>
                      <c:pt idx="337">
                        <c:v>-727.08330000000001</c:v>
                      </c:pt>
                      <c:pt idx="338">
                        <c:v>-702.08330000000001</c:v>
                      </c:pt>
                      <c:pt idx="339">
                        <c:v>-708.33330000000001</c:v>
                      </c:pt>
                      <c:pt idx="340">
                        <c:v>-714.58330000000001</c:v>
                      </c:pt>
                      <c:pt idx="341">
                        <c:v>-739.58330000000001</c:v>
                      </c:pt>
                      <c:pt idx="342">
                        <c:v>-725</c:v>
                      </c:pt>
                      <c:pt idx="343">
                        <c:v>-752.08330000000001</c:v>
                      </c:pt>
                      <c:pt idx="344">
                        <c:v>-737.5</c:v>
                      </c:pt>
                      <c:pt idx="345">
                        <c:v>-716.66660000000002</c:v>
                      </c:pt>
                      <c:pt idx="346">
                        <c:v>-737.5</c:v>
                      </c:pt>
                      <c:pt idx="347">
                        <c:v>-741.6665999999999</c:v>
                      </c:pt>
                      <c:pt idx="348">
                        <c:v>-762.5</c:v>
                      </c:pt>
                      <c:pt idx="349">
                        <c:v>-752.08330000000001</c:v>
                      </c:pt>
                      <c:pt idx="350">
                        <c:v>-745.83330000000001</c:v>
                      </c:pt>
                      <c:pt idx="351">
                        <c:v>-725</c:v>
                      </c:pt>
                      <c:pt idx="352">
                        <c:v>-695.83330000000001</c:v>
                      </c:pt>
                      <c:pt idx="353">
                        <c:v>-708.33330000000001</c:v>
                      </c:pt>
                      <c:pt idx="354">
                        <c:v>-679.1665999999999</c:v>
                      </c:pt>
                      <c:pt idx="355">
                        <c:v>-708.33330000000001</c:v>
                      </c:pt>
                      <c:pt idx="356">
                        <c:v>-704.16660000000002</c:v>
                      </c:pt>
                      <c:pt idx="357">
                        <c:v>-675</c:v>
                      </c:pt>
                      <c:pt idx="358">
                        <c:v>-681.25</c:v>
                      </c:pt>
                      <c:pt idx="359">
                        <c:v>-654.16660000000002</c:v>
                      </c:pt>
                      <c:pt idx="360">
                        <c:v>-658.33330000000001</c:v>
                      </c:pt>
                      <c:pt idx="361">
                        <c:v>-654.16660000000002</c:v>
                      </c:pt>
                      <c:pt idx="362">
                        <c:v>-635.41660000000002</c:v>
                      </c:pt>
                      <c:pt idx="363">
                        <c:v>-602.08330000000001</c:v>
                      </c:pt>
                      <c:pt idx="364">
                        <c:v>-606.25</c:v>
                      </c:pt>
                      <c:pt idx="365">
                        <c:v>-600</c:v>
                      </c:pt>
                      <c:pt idx="366">
                        <c:v>-595.83330000000001</c:v>
                      </c:pt>
                      <c:pt idx="367">
                        <c:v>-591.66660000000002</c:v>
                      </c:pt>
                      <c:pt idx="368">
                        <c:v>-575</c:v>
                      </c:pt>
                      <c:pt idx="369">
                        <c:v>-585.4165999999999</c:v>
                      </c:pt>
                      <c:pt idx="370">
                        <c:v>-566.66660000000002</c:v>
                      </c:pt>
                      <c:pt idx="371">
                        <c:v>-589.58330000000001</c:v>
                      </c:pt>
                      <c:pt idx="372">
                        <c:v>-587.5</c:v>
                      </c:pt>
                      <c:pt idx="373">
                        <c:v>-587.5</c:v>
                      </c:pt>
                      <c:pt idx="374">
                        <c:v>-614.58330000000001</c:v>
                      </c:pt>
                      <c:pt idx="375">
                        <c:v>-618.75</c:v>
                      </c:pt>
                      <c:pt idx="376">
                        <c:v>-610.41660000000002</c:v>
                      </c:pt>
                      <c:pt idx="377">
                        <c:v>-614.58330000000001</c:v>
                      </c:pt>
                      <c:pt idx="378">
                        <c:v>-618.75</c:v>
                      </c:pt>
                      <c:pt idx="379">
                        <c:v>-637.5</c:v>
                      </c:pt>
                      <c:pt idx="380">
                        <c:v>-618.75</c:v>
                      </c:pt>
                      <c:pt idx="381">
                        <c:v>-625</c:v>
                      </c:pt>
                      <c:pt idx="382">
                        <c:v>-627.08330000000001</c:v>
                      </c:pt>
                      <c:pt idx="383">
                        <c:v>-629.16660000000002</c:v>
                      </c:pt>
                      <c:pt idx="384">
                        <c:v>-647.9165999999999</c:v>
                      </c:pt>
                      <c:pt idx="385">
                        <c:v>-670.83330000000001</c:v>
                      </c:pt>
                      <c:pt idx="386">
                        <c:v>-654.16660000000002</c:v>
                      </c:pt>
                      <c:pt idx="387">
                        <c:v>-675</c:v>
                      </c:pt>
                      <c:pt idx="388">
                        <c:v>-660.41660000000002</c:v>
                      </c:pt>
                      <c:pt idx="389">
                        <c:v>-677.08330000000001</c:v>
                      </c:pt>
                      <c:pt idx="390">
                        <c:v>-679.1665999999999</c:v>
                      </c:pt>
                      <c:pt idx="391">
                        <c:v>-670.83330000000001</c:v>
                      </c:pt>
                      <c:pt idx="392">
                        <c:v>-654.16660000000002</c:v>
                      </c:pt>
                      <c:pt idx="393">
                        <c:v>-652.08330000000001</c:v>
                      </c:pt>
                      <c:pt idx="394">
                        <c:v>-664.58330000000001</c:v>
                      </c:pt>
                      <c:pt idx="395">
                        <c:v>-625</c:v>
                      </c:pt>
                      <c:pt idx="396">
                        <c:v>-639.58330000000001</c:v>
                      </c:pt>
                      <c:pt idx="397">
                        <c:v>-650</c:v>
                      </c:pt>
                      <c:pt idx="398">
                        <c:v>-652.08330000000001</c:v>
                      </c:pt>
                      <c:pt idx="399">
                        <c:v>-654.16660000000002</c:v>
                      </c:pt>
                      <c:pt idx="400">
                        <c:v>-631.25</c:v>
                      </c:pt>
                      <c:pt idx="401">
                        <c:v>-631.25</c:v>
                      </c:pt>
                      <c:pt idx="402">
                        <c:v>-610.41660000000002</c:v>
                      </c:pt>
                      <c:pt idx="403">
                        <c:v>-647.9165999999999</c:v>
                      </c:pt>
                      <c:pt idx="404">
                        <c:v>-641.66660000000002</c:v>
                      </c:pt>
                      <c:pt idx="405">
                        <c:v>-616.6665999999999</c:v>
                      </c:pt>
                      <c:pt idx="406">
                        <c:v>-637.5</c:v>
                      </c:pt>
                      <c:pt idx="407">
                        <c:v>-631.25</c:v>
                      </c:pt>
                      <c:pt idx="408">
                        <c:v>-608.33330000000001</c:v>
                      </c:pt>
                      <c:pt idx="409">
                        <c:v>-583.33330000000001</c:v>
                      </c:pt>
                      <c:pt idx="410">
                        <c:v>-604.16660000000002</c:v>
                      </c:pt>
                      <c:pt idx="411">
                        <c:v>-591.66660000000002</c:v>
                      </c:pt>
                      <c:pt idx="412">
                        <c:v>-593.75</c:v>
                      </c:pt>
                      <c:pt idx="413">
                        <c:v>-591.66660000000002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1-2239-428B-AE7C-9456B07AA3B8}"/>
                  </c:ext>
                </c:extLst>
              </c15:ser>
            </c15:filteredLineSeries>
            <c15:filteredLineSeries>
              <c15:ser>
                <c:idx val="1"/>
                <c:order val="1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Sheet1!$C$1</c15:sqref>
                        </c15:formulaRef>
                      </c:ext>
                    </c:extLst>
                    <c:strCache>
                      <c:ptCount val="1"/>
                      <c:pt idx="0">
                        <c:v>D1300
LPC 설정속도</c:v>
                      </c:pt>
                    </c:strCache>
                  </c:strRef>
                </c:tx>
                <c:spPr>
                  <a:ln w="28575" cap="rnd">
                    <a:solidFill>
                      <a:schemeClr val="accent2"/>
                    </a:solidFill>
                    <a:round/>
                  </a:ln>
                  <a:effectLst/>
                </c:spPr>
                <c:marker>
                  <c:symbol val="none"/>
                </c:marker>
                <c:cat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Sheet1!$A$2:$A$415</c15:sqref>
                        </c15:formulaRef>
                      </c:ext>
                    </c:extLst>
                    <c:numCache>
                      <c:formatCode>yyyy/mm/dd\ ddd\ hh:mm:ss</c:formatCode>
                      <c:ptCount val="414"/>
                      <c:pt idx="0">
                        <c:v>45926.421666666669</c:v>
                      </c:pt>
                      <c:pt idx="1">
                        <c:v>45926.421678240738</c:v>
                      </c:pt>
                      <c:pt idx="2">
                        <c:v>45926.421678240738</c:v>
                      </c:pt>
                      <c:pt idx="3">
                        <c:v>45926.421678240738</c:v>
                      </c:pt>
                      <c:pt idx="4">
                        <c:v>45926.421678240738</c:v>
                      </c:pt>
                      <c:pt idx="5">
                        <c:v>45926.421678240738</c:v>
                      </c:pt>
                      <c:pt idx="6">
                        <c:v>45926.421678240738</c:v>
                      </c:pt>
                      <c:pt idx="7">
                        <c:v>45926.421678240738</c:v>
                      </c:pt>
                      <c:pt idx="8">
                        <c:v>45926.421678240738</c:v>
                      </c:pt>
                      <c:pt idx="9">
                        <c:v>45926.421678240738</c:v>
                      </c:pt>
                      <c:pt idx="10">
                        <c:v>45926.421678240738</c:v>
                      </c:pt>
                      <c:pt idx="11">
                        <c:v>45926.421678240738</c:v>
                      </c:pt>
                      <c:pt idx="12">
                        <c:v>45926.421678240738</c:v>
                      </c:pt>
                      <c:pt idx="13">
                        <c:v>45926.421678240738</c:v>
                      </c:pt>
                      <c:pt idx="14">
                        <c:v>45926.421678240738</c:v>
                      </c:pt>
                      <c:pt idx="15">
                        <c:v>45926.421678240738</c:v>
                      </c:pt>
                      <c:pt idx="16">
                        <c:v>45926.421678240738</c:v>
                      </c:pt>
                      <c:pt idx="17">
                        <c:v>45926.421678240738</c:v>
                      </c:pt>
                      <c:pt idx="18">
                        <c:v>45926.421678240738</c:v>
                      </c:pt>
                      <c:pt idx="19">
                        <c:v>45926.421678240738</c:v>
                      </c:pt>
                      <c:pt idx="20">
                        <c:v>45926.421678240738</c:v>
                      </c:pt>
                      <c:pt idx="21">
                        <c:v>45926.421689814815</c:v>
                      </c:pt>
                      <c:pt idx="22">
                        <c:v>45926.421689814815</c:v>
                      </c:pt>
                      <c:pt idx="23">
                        <c:v>45926.421689814815</c:v>
                      </c:pt>
                      <c:pt idx="24">
                        <c:v>45926.421689814815</c:v>
                      </c:pt>
                      <c:pt idx="25">
                        <c:v>45926.421689814815</c:v>
                      </c:pt>
                      <c:pt idx="26">
                        <c:v>45926.421689814815</c:v>
                      </c:pt>
                      <c:pt idx="27">
                        <c:v>45926.421689814815</c:v>
                      </c:pt>
                      <c:pt idx="28">
                        <c:v>45926.421689814815</c:v>
                      </c:pt>
                      <c:pt idx="29">
                        <c:v>45926.421689814815</c:v>
                      </c:pt>
                      <c:pt idx="30">
                        <c:v>45926.421689814815</c:v>
                      </c:pt>
                      <c:pt idx="31">
                        <c:v>45926.421689814815</c:v>
                      </c:pt>
                      <c:pt idx="32">
                        <c:v>45926.421689814815</c:v>
                      </c:pt>
                      <c:pt idx="33">
                        <c:v>45926.421689814815</c:v>
                      </c:pt>
                      <c:pt idx="34">
                        <c:v>45926.421689814815</c:v>
                      </c:pt>
                      <c:pt idx="35">
                        <c:v>45926.421689814815</c:v>
                      </c:pt>
                      <c:pt idx="36">
                        <c:v>45926.421689814815</c:v>
                      </c:pt>
                      <c:pt idx="37">
                        <c:v>45926.421689814815</c:v>
                      </c:pt>
                      <c:pt idx="38">
                        <c:v>45926.421689814815</c:v>
                      </c:pt>
                      <c:pt idx="39">
                        <c:v>45926.421689814815</c:v>
                      </c:pt>
                      <c:pt idx="40">
                        <c:v>45926.421689814815</c:v>
                      </c:pt>
                      <c:pt idx="41">
                        <c:v>45926.421689814815</c:v>
                      </c:pt>
                      <c:pt idx="42">
                        <c:v>45926.421701388892</c:v>
                      </c:pt>
                      <c:pt idx="43">
                        <c:v>45926.421701388892</c:v>
                      </c:pt>
                      <c:pt idx="44">
                        <c:v>45926.421701388892</c:v>
                      </c:pt>
                      <c:pt idx="45">
                        <c:v>45926.421701388892</c:v>
                      </c:pt>
                      <c:pt idx="46">
                        <c:v>45926.421701388892</c:v>
                      </c:pt>
                      <c:pt idx="47">
                        <c:v>45926.421701388892</c:v>
                      </c:pt>
                      <c:pt idx="48">
                        <c:v>45926.421701388892</c:v>
                      </c:pt>
                      <c:pt idx="49">
                        <c:v>45926.421701388892</c:v>
                      </c:pt>
                      <c:pt idx="50">
                        <c:v>45926.421701388892</c:v>
                      </c:pt>
                      <c:pt idx="51">
                        <c:v>45926.421701388892</c:v>
                      </c:pt>
                      <c:pt idx="52">
                        <c:v>45926.421701388892</c:v>
                      </c:pt>
                      <c:pt idx="53">
                        <c:v>45926.421701388892</c:v>
                      </c:pt>
                      <c:pt idx="54">
                        <c:v>45926.421701388892</c:v>
                      </c:pt>
                      <c:pt idx="55">
                        <c:v>45926.421701388892</c:v>
                      </c:pt>
                      <c:pt idx="56">
                        <c:v>45926.421701388892</c:v>
                      </c:pt>
                      <c:pt idx="57">
                        <c:v>45926.421701388892</c:v>
                      </c:pt>
                      <c:pt idx="58">
                        <c:v>45926.421701388892</c:v>
                      </c:pt>
                      <c:pt idx="59">
                        <c:v>45926.421701388892</c:v>
                      </c:pt>
                      <c:pt idx="60">
                        <c:v>45926.421701388892</c:v>
                      </c:pt>
                      <c:pt idx="61">
                        <c:v>45926.421701388892</c:v>
                      </c:pt>
                      <c:pt idx="62">
                        <c:v>45926.421712962961</c:v>
                      </c:pt>
                      <c:pt idx="63">
                        <c:v>45926.421712962961</c:v>
                      </c:pt>
                      <c:pt idx="64">
                        <c:v>45926.421712962961</c:v>
                      </c:pt>
                      <c:pt idx="65">
                        <c:v>45926.421712962961</c:v>
                      </c:pt>
                      <c:pt idx="66">
                        <c:v>45926.421712962961</c:v>
                      </c:pt>
                      <c:pt idx="67">
                        <c:v>45926.421712962961</c:v>
                      </c:pt>
                      <c:pt idx="68">
                        <c:v>45926.421712962961</c:v>
                      </c:pt>
                      <c:pt idx="69">
                        <c:v>45926.421712962961</c:v>
                      </c:pt>
                      <c:pt idx="70">
                        <c:v>45926.421712962961</c:v>
                      </c:pt>
                      <c:pt idx="71">
                        <c:v>45926.421712962961</c:v>
                      </c:pt>
                      <c:pt idx="72">
                        <c:v>45926.421712962961</c:v>
                      </c:pt>
                      <c:pt idx="73">
                        <c:v>45926.421712962961</c:v>
                      </c:pt>
                      <c:pt idx="74">
                        <c:v>45926.421712962961</c:v>
                      </c:pt>
                      <c:pt idx="75">
                        <c:v>45926.421712962961</c:v>
                      </c:pt>
                      <c:pt idx="76">
                        <c:v>45926.421712962961</c:v>
                      </c:pt>
                      <c:pt idx="77">
                        <c:v>45926.421712962961</c:v>
                      </c:pt>
                      <c:pt idx="78">
                        <c:v>45926.421712962961</c:v>
                      </c:pt>
                      <c:pt idx="79">
                        <c:v>45926.421712962961</c:v>
                      </c:pt>
                      <c:pt idx="80">
                        <c:v>45926.421712962961</c:v>
                      </c:pt>
                      <c:pt idx="81">
                        <c:v>45926.421724537038</c:v>
                      </c:pt>
                      <c:pt idx="82">
                        <c:v>45926.421724537038</c:v>
                      </c:pt>
                      <c:pt idx="83">
                        <c:v>45926.421724537038</c:v>
                      </c:pt>
                      <c:pt idx="84">
                        <c:v>45926.421724537038</c:v>
                      </c:pt>
                      <c:pt idx="85">
                        <c:v>45926.421724537038</c:v>
                      </c:pt>
                      <c:pt idx="86">
                        <c:v>45926.421724537038</c:v>
                      </c:pt>
                      <c:pt idx="87">
                        <c:v>45926.421724537038</c:v>
                      </c:pt>
                      <c:pt idx="88">
                        <c:v>45926.421724537038</c:v>
                      </c:pt>
                      <c:pt idx="89">
                        <c:v>45926.421724537038</c:v>
                      </c:pt>
                      <c:pt idx="90">
                        <c:v>45926.421724537038</c:v>
                      </c:pt>
                      <c:pt idx="91">
                        <c:v>45926.421724537038</c:v>
                      </c:pt>
                      <c:pt idx="92">
                        <c:v>45926.421724537038</c:v>
                      </c:pt>
                      <c:pt idx="93">
                        <c:v>45926.421724537038</c:v>
                      </c:pt>
                      <c:pt idx="94">
                        <c:v>45926.421724537038</c:v>
                      </c:pt>
                      <c:pt idx="95">
                        <c:v>45926.421724537038</c:v>
                      </c:pt>
                      <c:pt idx="96">
                        <c:v>45926.421724537038</c:v>
                      </c:pt>
                      <c:pt idx="97">
                        <c:v>45926.421724537038</c:v>
                      </c:pt>
                      <c:pt idx="98">
                        <c:v>45926.421724537038</c:v>
                      </c:pt>
                      <c:pt idx="99">
                        <c:v>45926.421724537038</c:v>
                      </c:pt>
                      <c:pt idx="100">
                        <c:v>45926.421724537038</c:v>
                      </c:pt>
                      <c:pt idx="101">
                        <c:v>45926.421736111108</c:v>
                      </c:pt>
                      <c:pt idx="102">
                        <c:v>45926.421736111108</c:v>
                      </c:pt>
                      <c:pt idx="103">
                        <c:v>45926.421736111108</c:v>
                      </c:pt>
                      <c:pt idx="104">
                        <c:v>45926.421736111108</c:v>
                      </c:pt>
                      <c:pt idx="105">
                        <c:v>45926.421736111108</c:v>
                      </c:pt>
                      <c:pt idx="106">
                        <c:v>45926.421736111108</c:v>
                      </c:pt>
                      <c:pt idx="107">
                        <c:v>45926.421736111108</c:v>
                      </c:pt>
                      <c:pt idx="108">
                        <c:v>45926.421736111108</c:v>
                      </c:pt>
                      <c:pt idx="109">
                        <c:v>45926.421736111108</c:v>
                      </c:pt>
                      <c:pt idx="110">
                        <c:v>45926.421736111108</c:v>
                      </c:pt>
                      <c:pt idx="111">
                        <c:v>45926.421736111108</c:v>
                      </c:pt>
                      <c:pt idx="112">
                        <c:v>45926.421736111108</c:v>
                      </c:pt>
                      <c:pt idx="113">
                        <c:v>45926.421736111108</c:v>
                      </c:pt>
                      <c:pt idx="114">
                        <c:v>45926.421736111108</c:v>
                      </c:pt>
                      <c:pt idx="115">
                        <c:v>45926.421736111108</c:v>
                      </c:pt>
                      <c:pt idx="116">
                        <c:v>45926.421736111108</c:v>
                      </c:pt>
                      <c:pt idx="117">
                        <c:v>45926.421736111108</c:v>
                      </c:pt>
                      <c:pt idx="118">
                        <c:v>45926.421736111108</c:v>
                      </c:pt>
                      <c:pt idx="119">
                        <c:v>45926.421747685185</c:v>
                      </c:pt>
                      <c:pt idx="120">
                        <c:v>45926.421747685185</c:v>
                      </c:pt>
                      <c:pt idx="121">
                        <c:v>45926.421747685185</c:v>
                      </c:pt>
                      <c:pt idx="122">
                        <c:v>45926.421747685185</c:v>
                      </c:pt>
                      <c:pt idx="123">
                        <c:v>45926.421747685185</c:v>
                      </c:pt>
                      <c:pt idx="124">
                        <c:v>45926.421747685185</c:v>
                      </c:pt>
                      <c:pt idx="125">
                        <c:v>45926.421747685185</c:v>
                      </c:pt>
                      <c:pt idx="126">
                        <c:v>45926.421747685185</c:v>
                      </c:pt>
                      <c:pt idx="127">
                        <c:v>45926.421747685185</c:v>
                      </c:pt>
                      <c:pt idx="128">
                        <c:v>45926.421747685185</c:v>
                      </c:pt>
                      <c:pt idx="129">
                        <c:v>45926.421747685185</c:v>
                      </c:pt>
                      <c:pt idx="130">
                        <c:v>45926.421747685185</c:v>
                      </c:pt>
                      <c:pt idx="131">
                        <c:v>45926.421747685185</c:v>
                      </c:pt>
                      <c:pt idx="132">
                        <c:v>45926.421747685185</c:v>
                      </c:pt>
                      <c:pt idx="133">
                        <c:v>45926.421747685185</c:v>
                      </c:pt>
                      <c:pt idx="134">
                        <c:v>45926.421747685185</c:v>
                      </c:pt>
                      <c:pt idx="135">
                        <c:v>45926.421747685185</c:v>
                      </c:pt>
                      <c:pt idx="136">
                        <c:v>45926.421747685185</c:v>
                      </c:pt>
                      <c:pt idx="137">
                        <c:v>45926.421747685185</c:v>
                      </c:pt>
                      <c:pt idx="138">
                        <c:v>45926.421747685185</c:v>
                      </c:pt>
                      <c:pt idx="139">
                        <c:v>45926.421759259261</c:v>
                      </c:pt>
                      <c:pt idx="140">
                        <c:v>45926.421759259261</c:v>
                      </c:pt>
                      <c:pt idx="141">
                        <c:v>45926.421759259261</c:v>
                      </c:pt>
                      <c:pt idx="142">
                        <c:v>45926.421759259261</c:v>
                      </c:pt>
                      <c:pt idx="143">
                        <c:v>45926.421759259261</c:v>
                      </c:pt>
                      <c:pt idx="144">
                        <c:v>45926.421759259261</c:v>
                      </c:pt>
                      <c:pt idx="145">
                        <c:v>45926.421759259261</c:v>
                      </c:pt>
                      <c:pt idx="146">
                        <c:v>45926.421759259261</c:v>
                      </c:pt>
                      <c:pt idx="147">
                        <c:v>45926.421759259261</c:v>
                      </c:pt>
                      <c:pt idx="148">
                        <c:v>45926.421759259261</c:v>
                      </c:pt>
                      <c:pt idx="149">
                        <c:v>45926.421759259261</c:v>
                      </c:pt>
                      <c:pt idx="150">
                        <c:v>45926.421759259261</c:v>
                      </c:pt>
                      <c:pt idx="151">
                        <c:v>45926.421759259261</c:v>
                      </c:pt>
                      <c:pt idx="152">
                        <c:v>45926.421759259261</c:v>
                      </c:pt>
                      <c:pt idx="153">
                        <c:v>45926.421759259261</c:v>
                      </c:pt>
                      <c:pt idx="154">
                        <c:v>45926.421759259261</c:v>
                      </c:pt>
                      <c:pt idx="155">
                        <c:v>45926.421759259261</c:v>
                      </c:pt>
                      <c:pt idx="156">
                        <c:v>45926.421759259261</c:v>
                      </c:pt>
                      <c:pt idx="157">
                        <c:v>45926.421759259261</c:v>
                      </c:pt>
                      <c:pt idx="158">
                        <c:v>45926.421759259261</c:v>
                      </c:pt>
                      <c:pt idx="159">
                        <c:v>45926.421770833331</c:v>
                      </c:pt>
                      <c:pt idx="160">
                        <c:v>45926.421770833331</c:v>
                      </c:pt>
                      <c:pt idx="161">
                        <c:v>45926.421770833331</c:v>
                      </c:pt>
                      <c:pt idx="162">
                        <c:v>45926.421770833331</c:v>
                      </c:pt>
                      <c:pt idx="163">
                        <c:v>45926.421770833331</c:v>
                      </c:pt>
                      <c:pt idx="164">
                        <c:v>45926.421770833331</c:v>
                      </c:pt>
                      <c:pt idx="165">
                        <c:v>45926.421770833331</c:v>
                      </c:pt>
                      <c:pt idx="166">
                        <c:v>45926.421770833331</c:v>
                      </c:pt>
                      <c:pt idx="167">
                        <c:v>45926.421770833331</c:v>
                      </c:pt>
                      <c:pt idx="168">
                        <c:v>45926.421770833331</c:v>
                      </c:pt>
                      <c:pt idx="169">
                        <c:v>45926.421770833331</c:v>
                      </c:pt>
                      <c:pt idx="170">
                        <c:v>45926.421770833331</c:v>
                      </c:pt>
                      <c:pt idx="171">
                        <c:v>45926.421770833331</c:v>
                      </c:pt>
                      <c:pt idx="172">
                        <c:v>45926.421770833331</c:v>
                      </c:pt>
                      <c:pt idx="173">
                        <c:v>45926.421770833331</c:v>
                      </c:pt>
                      <c:pt idx="174">
                        <c:v>45926.421770833331</c:v>
                      </c:pt>
                      <c:pt idx="175">
                        <c:v>45926.421770833331</c:v>
                      </c:pt>
                      <c:pt idx="176">
                        <c:v>45926.421770833331</c:v>
                      </c:pt>
                      <c:pt idx="177">
                        <c:v>45926.421782407408</c:v>
                      </c:pt>
                      <c:pt idx="178">
                        <c:v>45926.421782407408</c:v>
                      </c:pt>
                      <c:pt idx="179">
                        <c:v>45926.421782407408</c:v>
                      </c:pt>
                      <c:pt idx="180">
                        <c:v>45926.421782407408</c:v>
                      </c:pt>
                      <c:pt idx="181">
                        <c:v>45926.421782407408</c:v>
                      </c:pt>
                      <c:pt idx="182">
                        <c:v>45926.421782407408</c:v>
                      </c:pt>
                      <c:pt idx="183">
                        <c:v>45926.421782407408</c:v>
                      </c:pt>
                      <c:pt idx="184">
                        <c:v>45926.421782407408</c:v>
                      </c:pt>
                      <c:pt idx="185">
                        <c:v>45926.421782407408</c:v>
                      </c:pt>
                      <c:pt idx="186">
                        <c:v>45926.421782407408</c:v>
                      </c:pt>
                      <c:pt idx="187">
                        <c:v>45926.421782407408</c:v>
                      </c:pt>
                      <c:pt idx="188">
                        <c:v>45926.421782407408</c:v>
                      </c:pt>
                      <c:pt idx="189">
                        <c:v>45926.421782407408</c:v>
                      </c:pt>
                      <c:pt idx="190">
                        <c:v>45926.421782407408</c:v>
                      </c:pt>
                      <c:pt idx="191">
                        <c:v>45926.421782407408</c:v>
                      </c:pt>
                      <c:pt idx="192">
                        <c:v>45926.421782407408</c:v>
                      </c:pt>
                      <c:pt idx="193">
                        <c:v>45926.421782407408</c:v>
                      </c:pt>
                      <c:pt idx="194">
                        <c:v>45926.421782407408</c:v>
                      </c:pt>
                      <c:pt idx="195">
                        <c:v>45926.421782407408</c:v>
                      </c:pt>
                      <c:pt idx="196">
                        <c:v>45926.421782407408</c:v>
                      </c:pt>
                      <c:pt idx="197">
                        <c:v>45926.421782407408</c:v>
                      </c:pt>
                      <c:pt idx="198">
                        <c:v>45926.421782407408</c:v>
                      </c:pt>
                      <c:pt idx="199">
                        <c:v>45926.421793981484</c:v>
                      </c:pt>
                      <c:pt idx="200">
                        <c:v>45926.421793981484</c:v>
                      </c:pt>
                      <c:pt idx="201">
                        <c:v>45926.421793981484</c:v>
                      </c:pt>
                      <c:pt idx="202">
                        <c:v>45926.421793981484</c:v>
                      </c:pt>
                      <c:pt idx="203">
                        <c:v>45926.421793981484</c:v>
                      </c:pt>
                      <c:pt idx="204">
                        <c:v>45926.421793981484</c:v>
                      </c:pt>
                      <c:pt idx="205">
                        <c:v>45926.421793981484</c:v>
                      </c:pt>
                      <c:pt idx="206">
                        <c:v>45926.421793981484</c:v>
                      </c:pt>
                      <c:pt idx="207">
                        <c:v>45926.421793981484</c:v>
                      </c:pt>
                      <c:pt idx="208">
                        <c:v>45926.421793981484</c:v>
                      </c:pt>
                      <c:pt idx="209">
                        <c:v>45926.421793981484</c:v>
                      </c:pt>
                      <c:pt idx="210">
                        <c:v>45926.421793981484</c:v>
                      </c:pt>
                      <c:pt idx="211">
                        <c:v>45926.421793981484</c:v>
                      </c:pt>
                      <c:pt idx="212">
                        <c:v>45926.421793981484</c:v>
                      </c:pt>
                      <c:pt idx="213">
                        <c:v>45926.421793981484</c:v>
                      </c:pt>
                      <c:pt idx="214">
                        <c:v>45926.421793981484</c:v>
                      </c:pt>
                      <c:pt idx="215">
                        <c:v>45926.421793981484</c:v>
                      </c:pt>
                      <c:pt idx="216">
                        <c:v>45926.421793981484</c:v>
                      </c:pt>
                      <c:pt idx="217">
                        <c:v>45926.421793981484</c:v>
                      </c:pt>
                      <c:pt idx="218">
                        <c:v>45926.421793981484</c:v>
                      </c:pt>
                      <c:pt idx="219">
                        <c:v>45926.421793981484</c:v>
                      </c:pt>
                      <c:pt idx="220">
                        <c:v>45926.421805555554</c:v>
                      </c:pt>
                      <c:pt idx="221">
                        <c:v>45926.421805555554</c:v>
                      </c:pt>
                      <c:pt idx="222">
                        <c:v>45926.421805555554</c:v>
                      </c:pt>
                      <c:pt idx="223">
                        <c:v>45926.421805555554</c:v>
                      </c:pt>
                      <c:pt idx="224">
                        <c:v>45926.421805555554</c:v>
                      </c:pt>
                      <c:pt idx="225">
                        <c:v>45926.421805555554</c:v>
                      </c:pt>
                      <c:pt idx="226">
                        <c:v>45926.421805555554</c:v>
                      </c:pt>
                      <c:pt idx="227">
                        <c:v>45926.421805555554</c:v>
                      </c:pt>
                      <c:pt idx="228">
                        <c:v>45926.421805555554</c:v>
                      </c:pt>
                      <c:pt idx="229">
                        <c:v>45926.421805555554</c:v>
                      </c:pt>
                      <c:pt idx="230">
                        <c:v>45926.421805555554</c:v>
                      </c:pt>
                      <c:pt idx="231">
                        <c:v>45926.421805555554</c:v>
                      </c:pt>
                      <c:pt idx="232">
                        <c:v>45926.421805555554</c:v>
                      </c:pt>
                      <c:pt idx="233">
                        <c:v>45926.421805555554</c:v>
                      </c:pt>
                      <c:pt idx="234">
                        <c:v>45926.421805555554</c:v>
                      </c:pt>
                      <c:pt idx="235">
                        <c:v>45926.421805555554</c:v>
                      </c:pt>
                      <c:pt idx="236">
                        <c:v>45926.421805555554</c:v>
                      </c:pt>
                      <c:pt idx="237">
                        <c:v>45926.421805555554</c:v>
                      </c:pt>
                      <c:pt idx="238">
                        <c:v>45926.421805555554</c:v>
                      </c:pt>
                      <c:pt idx="239">
                        <c:v>45926.421805555554</c:v>
                      </c:pt>
                      <c:pt idx="240">
                        <c:v>45926.421805555554</c:v>
                      </c:pt>
                      <c:pt idx="241">
                        <c:v>45926.421817129631</c:v>
                      </c:pt>
                      <c:pt idx="242">
                        <c:v>45926.421817129631</c:v>
                      </c:pt>
                      <c:pt idx="243">
                        <c:v>45926.421817129631</c:v>
                      </c:pt>
                      <c:pt idx="244">
                        <c:v>45926.421817129631</c:v>
                      </c:pt>
                      <c:pt idx="245">
                        <c:v>45926.421817129631</c:v>
                      </c:pt>
                      <c:pt idx="246">
                        <c:v>45926.421817129631</c:v>
                      </c:pt>
                      <c:pt idx="247">
                        <c:v>45926.421817129631</c:v>
                      </c:pt>
                      <c:pt idx="248">
                        <c:v>45926.421817129631</c:v>
                      </c:pt>
                      <c:pt idx="249">
                        <c:v>45926.421817129631</c:v>
                      </c:pt>
                      <c:pt idx="250">
                        <c:v>45926.421817129631</c:v>
                      </c:pt>
                      <c:pt idx="251">
                        <c:v>45926.421817129631</c:v>
                      </c:pt>
                      <c:pt idx="252">
                        <c:v>45926.421817129631</c:v>
                      </c:pt>
                      <c:pt idx="253">
                        <c:v>45926.421817129631</c:v>
                      </c:pt>
                      <c:pt idx="254">
                        <c:v>45926.421817129631</c:v>
                      </c:pt>
                      <c:pt idx="255">
                        <c:v>45926.421817129631</c:v>
                      </c:pt>
                      <c:pt idx="256">
                        <c:v>45926.421817129631</c:v>
                      </c:pt>
                      <c:pt idx="257">
                        <c:v>45926.421817129631</c:v>
                      </c:pt>
                      <c:pt idx="258">
                        <c:v>45926.421817129631</c:v>
                      </c:pt>
                      <c:pt idx="259">
                        <c:v>45926.421817129631</c:v>
                      </c:pt>
                      <c:pt idx="260">
                        <c:v>45926.421817129631</c:v>
                      </c:pt>
                      <c:pt idx="261">
                        <c:v>45926.4218287037</c:v>
                      </c:pt>
                      <c:pt idx="262">
                        <c:v>45926.4218287037</c:v>
                      </c:pt>
                      <c:pt idx="263">
                        <c:v>45926.4218287037</c:v>
                      </c:pt>
                      <c:pt idx="264">
                        <c:v>45926.4218287037</c:v>
                      </c:pt>
                      <c:pt idx="265">
                        <c:v>45926.4218287037</c:v>
                      </c:pt>
                      <c:pt idx="266">
                        <c:v>45926.4218287037</c:v>
                      </c:pt>
                      <c:pt idx="267">
                        <c:v>45926.4218287037</c:v>
                      </c:pt>
                      <c:pt idx="268">
                        <c:v>45926.4218287037</c:v>
                      </c:pt>
                      <c:pt idx="269">
                        <c:v>45926.4218287037</c:v>
                      </c:pt>
                      <c:pt idx="270">
                        <c:v>45926.4218287037</c:v>
                      </c:pt>
                      <c:pt idx="271">
                        <c:v>45926.4218287037</c:v>
                      </c:pt>
                      <c:pt idx="272">
                        <c:v>45926.4218287037</c:v>
                      </c:pt>
                      <c:pt idx="273">
                        <c:v>45926.4218287037</c:v>
                      </c:pt>
                      <c:pt idx="274">
                        <c:v>45926.4218287037</c:v>
                      </c:pt>
                      <c:pt idx="275">
                        <c:v>45926.4218287037</c:v>
                      </c:pt>
                      <c:pt idx="276">
                        <c:v>45926.4218287037</c:v>
                      </c:pt>
                      <c:pt idx="277">
                        <c:v>45926.4218287037</c:v>
                      </c:pt>
                      <c:pt idx="278">
                        <c:v>45926.4218287037</c:v>
                      </c:pt>
                      <c:pt idx="279">
                        <c:v>45926.4218287037</c:v>
                      </c:pt>
                      <c:pt idx="280">
                        <c:v>45926.4218287037</c:v>
                      </c:pt>
                      <c:pt idx="281">
                        <c:v>45926.421840277777</c:v>
                      </c:pt>
                      <c:pt idx="282">
                        <c:v>45926.421840277777</c:v>
                      </c:pt>
                      <c:pt idx="283">
                        <c:v>45926.421840277777</c:v>
                      </c:pt>
                      <c:pt idx="284">
                        <c:v>45926.421840277777</c:v>
                      </c:pt>
                      <c:pt idx="285">
                        <c:v>45926.421840277777</c:v>
                      </c:pt>
                      <c:pt idx="286">
                        <c:v>45926.421840277777</c:v>
                      </c:pt>
                      <c:pt idx="287">
                        <c:v>45926.421840277777</c:v>
                      </c:pt>
                      <c:pt idx="288">
                        <c:v>45926.421840277777</c:v>
                      </c:pt>
                      <c:pt idx="289">
                        <c:v>45926.421840277777</c:v>
                      </c:pt>
                      <c:pt idx="290">
                        <c:v>45926.421840277777</c:v>
                      </c:pt>
                      <c:pt idx="291">
                        <c:v>45926.421840277777</c:v>
                      </c:pt>
                      <c:pt idx="292">
                        <c:v>45926.421840277777</c:v>
                      </c:pt>
                      <c:pt idx="293">
                        <c:v>45926.421840277777</c:v>
                      </c:pt>
                      <c:pt idx="294">
                        <c:v>45926.421840277777</c:v>
                      </c:pt>
                      <c:pt idx="295">
                        <c:v>45926.421840277777</c:v>
                      </c:pt>
                      <c:pt idx="296">
                        <c:v>45926.421840277777</c:v>
                      </c:pt>
                      <c:pt idx="297">
                        <c:v>45926.421840277777</c:v>
                      </c:pt>
                      <c:pt idx="298">
                        <c:v>45926.421840277777</c:v>
                      </c:pt>
                      <c:pt idx="299">
                        <c:v>45926.421840277777</c:v>
                      </c:pt>
                      <c:pt idx="300">
                        <c:v>45926.421840277777</c:v>
                      </c:pt>
                      <c:pt idx="301">
                        <c:v>45926.421840277777</c:v>
                      </c:pt>
                      <c:pt idx="302">
                        <c:v>45926.421851851854</c:v>
                      </c:pt>
                      <c:pt idx="303">
                        <c:v>45926.421851851854</c:v>
                      </c:pt>
                      <c:pt idx="304">
                        <c:v>45926.421851851854</c:v>
                      </c:pt>
                      <c:pt idx="305">
                        <c:v>45926.421851851854</c:v>
                      </c:pt>
                      <c:pt idx="306">
                        <c:v>45926.421851851854</c:v>
                      </c:pt>
                      <c:pt idx="307">
                        <c:v>45926.421851851854</c:v>
                      </c:pt>
                      <c:pt idx="308">
                        <c:v>45926.421851851854</c:v>
                      </c:pt>
                      <c:pt idx="309">
                        <c:v>45926.421851851854</c:v>
                      </c:pt>
                      <c:pt idx="310">
                        <c:v>45926.421851851854</c:v>
                      </c:pt>
                      <c:pt idx="311">
                        <c:v>45926.421851851854</c:v>
                      </c:pt>
                      <c:pt idx="312">
                        <c:v>45926.421851851854</c:v>
                      </c:pt>
                      <c:pt idx="313">
                        <c:v>45926.421851851854</c:v>
                      </c:pt>
                      <c:pt idx="314">
                        <c:v>45926.421851851854</c:v>
                      </c:pt>
                      <c:pt idx="315">
                        <c:v>45926.421851851854</c:v>
                      </c:pt>
                      <c:pt idx="316">
                        <c:v>45926.421851851854</c:v>
                      </c:pt>
                      <c:pt idx="317">
                        <c:v>45926.421851851854</c:v>
                      </c:pt>
                      <c:pt idx="318">
                        <c:v>45926.421851851854</c:v>
                      </c:pt>
                      <c:pt idx="319">
                        <c:v>45926.421851851854</c:v>
                      </c:pt>
                      <c:pt idx="320">
                        <c:v>45926.421851851854</c:v>
                      </c:pt>
                      <c:pt idx="321">
                        <c:v>45926.421851851854</c:v>
                      </c:pt>
                      <c:pt idx="322">
                        <c:v>45926.421863425923</c:v>
                      </c:pt>
                      <c:pt idx="323">
                        <c:v>45926.421863425923</c:v>
                      </c:pt>
                      <c:pt idx="324">
                        <c:v>45926.421863425923</c:v>
                      </c:pt>
                      <c:pt idx="325">
                        <c:v>45926.421863425923</c:v>
                      </c:pt>
                      <c:pt idx="326">
                        <c:v>45926.421863425923</c:v>
                      </c:pt>
                      <c:pt idx="327">
                        <c:v>45926.421863425923</c:v>
                      </c:pt>
                      <c:pt idx="328">
                        <c:v>45926.421863425923</c:v>
                      </c:pt>
                      <c:pt idx="329">
                        <c:v>45926.421863425923</c:v>
                      </c:pt>
                      <c:pt idx="330">
                        <c:v>45926.421863425923</c:v>
                      </c:pt>
                      <c:pt idx="331">
                        <c:v>45926.421863425923</c:v>
                      </c:pt>
                      <c:pt idx="332">
                        <c:v>45926.421863425923</c:v>
                      </c:pt>
                      <c:pt idx="333">
                        <c:v>45926.421863425923</c:v>
                      </c:pt>
                      <c:pt idx="334">
                        <c:v>45926.421863425923</c:v>
                      </c:pt>
                      <c:pt idx="335">
                        <c:v>45926.421863425923</c:v>
                      </c:pt>
                      <c:pt idx="336">
                        <c:v>45926.421863425923</c:v>
                      </c:pt>
                      <c:pt idx="337">
                        <c:v>45926.421863425923</c:v>
                      </c:pt>
                      <c:pt idx="338">
                        <c:v>45926.421863425923</c:v>
                      </c:pt>
                      <c:pt idx="339">
                        <c:v>45926.421863425923</c:v>
                      </c:pt>
                      <c:pt idx="340">
                        <c:v>45926.421863425923</c:v>
                      </c:pt>
                      <c:pt idx="341">
                        <c:v>45926.421875</c:v>
                      </c:pt>
                      <c:pt idx="342">
                        <c:v>45926.421875</c:v>
                      </c:pt>
                      <c:pt idx="343">
                        <c:v>45926.421875</c:v>
                      </c:pt>
                      <c:pt idx="344">
                        <c:v>45926.421875</c:v>
                      </c:pt>
                      <c:pt idx="345">
                        <c:v>45926.421875</c:v>
                      </c:pt>
                      <c:pt idx="346">
                        <c:v>45926.421875</c:v>
                      </c:pt>
                      <c:pt idx="347">
                        <c:v>45926.421875</c:v>
                      </c:pt>
                      <c:pt idx="348">
                        <c:v>45926.421875</c:v>
                      </c:pt>
                      <c:pt idx="349">
                        <c:v>45926.421875</c:v>
                      </c:pt>
                      <c:pt idx="350">
                        <c:v>45926.421875</c:v>
                      </c:pt>
                      <c:pt idx="351">
                        <c:v>45926.421875</c:v>
                      </c:pt>
                      <c:pt idx="352">
                        <c:v>45926.421875</c:v>
                      </c:pt>
                      <c:pt idx="353">
                        <c:v>45926.421875</c:v>
                      </c:pt>
                      <c:pt idx="354">
                        <c:v>45926.421875</c:v>
                      </c:pt>
                      <c:pt idx="355">
                        <c:v>45926.421875</c:v>
                      </c:pt>
                      <c:pt idx="356">
                        <c:v>45926.421875</c:v>
                      </c:pt>
                      <c:pt idx="357">
                        <c:v>45926.421875</c:v>
                      </c:pt>
                      <c:pt idx="358">
                        <c:v>45926.421875</c:v>
                      </c:pt>
                      <c:pt idx="359">
                        <c:v>45926.421875</c:v>
                      </c:pt>
                      <c:pt idx="360">
                        <c:v>45926.421875</c:v>
                      </c:pt>
                      <c:pt idx="361">
                        <c:v>45926.421886574077</c:v>
                      </c:pt>
                      <c:pt idx="362">
                        <c:v>45926.421886574077</c:v>
                      </c:pt>
                      <c:pt idx="363">
                        <c:v>45926.421886574077</c:v>
                      </c:pt>
                      <c:pt idx="364">
                        <c:v>45926.421886574077</c:v>
                      </c:pt>
                      <c:pt idx="365">
                        <c:v>45926.421886574077</c:v>
                      </c:pt>
                      <c:pt idx="366">
                        <c:v>45926.421886574077</c:v>
                      </c:pt>
                      <c:pt idx="367">
                        <c:v>45926.421886574077</c:v>
                      </c:pt>
                      <c:pt idx="368">
                        <c:v>45926.421886574077</c:v>
                      </c:pt>
                      <c:pt idx="369">
                        <c:v>45926.421886574077</c:v>
                      </c:pt>
                      <c:pt idx="370">
                        <c:v>45926.421886574077</c:v>
                      </c:pt>
                      <c:pt idx="371">
                        <c:v>45926.421886574077</c:v>
                      </c:pt>
                      <c:pt idx="372">
                        <c:v>45926.421886574077</c:v>
                      </c:pt>
                      <c:pt idx="373">
                        <c:v>45926.421886574077</c:v>
                      </c:pt>
                      <c:pt idx="374">
                        <c:v>45926.421886574077</c:v>
                      </c:pt>
                      <c:pt idx="375">
                        <c:v>45926.421886574077</c:v>
                      </c:pt>
                      <c:pt idx="376">
                        <c:v>45926.421886574077</c:v>
                      </c:pt>
                      <c:pt idx="377">
                        <c:v>45926.421886574077</c:v>
                      </c:pt>
                      <c:pt idx="378">
                        <c:v>45926.421886574077</c:v>
                      </c:pt>
                      <c:pt idx="379">
                        <c:v>45926.421886574077</c:v>
                      </c:pt>
                      <c:pt idx="380">
                        <c:v>45926.421886574077</c:v>
                      </c:pt>
                      <c:pt idx="381">
                        <c:v>45926.421898148146</c:v>
                      </c:pt>
                      <c:pt idx="382">
                        <c:v>45926.421898148146</c:v>
                      </c:pt>
                      <c:pt idx="383">
                        <c:v>45926.421898148146</c:v>
                      </c:pt>
                      <c:pt idx="384">
                        <c:v>45926.421898148146</c:v>
                      </c:pt>
                      <c:pt idx="385">
                        <c:v>45926.421898148146</c:v>
                      </c:pt>
                      <c:pt idx="386">
                        <c:v>45926.421898148146</c:v>
                      </c:pt>
                      <c:pt idx="387">
                        <c:v>45926.421898148146</c:v>
                      </c:pt>
                      <c:pt idx="388">
                        <c:v>45926.421898148146</c:v>
                      </c:pt>
                      <c:pt idx="389">
                        <c:v>45926.421898148146</c:v>
                      </c:pt>
                      <c:pt idx="390">
                        <c:v>45926.421898148146</c:v>
                      </c:pt>
                      <c:pt idx="391">
                        <c:v>45926.421898148146</c:v>
                      </c:pt>
                      <c:pt idx="392">
                        <c:v>45926.421898148146</c:v>
                      </c:pt>
                      <c:pt idx="393">
                        <c:v>45926.421898148146</c:v>
                      </c:pt>
                      <c:pt idx="394">
                        <c:v>45926.421898148146</c:v>
                      </c:pt>
                      <c:pt idx="395">
                        <c:v>45926.421898148146</c:v>
                      </c:pt>
                      <c:pt idx="396">
                        <c:v>45926.421898148146</c:v>
                      </c:pt>
                      <c:pt idx="397">
                        <c:v>45926.421898148146</c:v>
                      </c:pt>
                      <c:pt idx="398">
                        <c:v>45926.421898148146</c:v>
                      </c:pt>
                      <c:pt idx="399">
                        <c:v>45926.421898148146</c:v>
                      </c:pt>
                      <c:pt idx="400">
                        <c:v>45926.421909722223</c:v>
                      </c:pt>
                      <c:pt idx="401">
                        <c:v>45926.421909722223</c:v>
                      </c:pt>
                      <c:pt idx="402">
                        <c:v>45926.421909722223</c:v>
                      </c:pt>
                      <c:pt idx="403">
                        <c:v>45926.421909722223</c:v>
                      </c:pt>
                      <c:pt idx="404">
                        <c:v>45926.421909722223</c:v>
                      </c:pt>
                      <c:pt idx="405">
                        <c:v>45926.421909722223</c:v>
                      </c:pt>
                      <c:pt idx="406">
                        <c:v>45926.421909722223</c:v>
                      </c:pt>
                      <c:pt idx="407">
                        <c:v>45926.421909722223</c:v>
                      </c:pt>
                      <c:pt idx="408">
                        <c:v>45926.421909722223</c:v>
                      </c:pt>
                      <c:pt idx="409">
                        <c:v>45926.421909722223</c:v>
                      </c:pt>
                      <c:pt idx="410">
                        <c:v>45926.421909722223</c:v>
                      </c:pt>
                      <c:pt idx="411">
                        <c:v>45926.421909722223</c:v>
                      </c:pt>
                      <c:pt idx="412">
                        <c:v>45926.421909722223</c:v>
                      </c:pt>
                      <c:pt idx="413">
                        <c:v>45926.421909722223</c:v>
                      </c:pt>
                    </c:numCache>
                  </c:num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Sheet1!$C$2:$C$415</c15:sqref>
                        </c15:formulaRef>
                      </c:ext>
                    </c:extLst>
                    <c:numCache>
                      <c:formatCode>General</c:formatCode>
                      <c:ptCount val="414"/>
                      <c:pt idx="0">
                        <c:v>2</c:v>
                      </c:pt>
                      <c:pt idx="1">
                        <c:v>2</c:v>
                      </c:pt>
                      <c:pt idx="2">
                        <c:v>2</c:v>
                      </c:pt>
                      <c:pt idx="3">
                        <c:v>2</c:v>
                      </c:pt>
                      <c:pt idx="4">
                        <c:v>2</c:v>
                      </c:pt>
                      <c:pt idx="5">
                        <c:v>2</c:v>
                      </c:pt>
                      <c:pt idx="6">
                        <c:v>2</c:v>
                      </c:pt>
                      <c:pt idx="7">
                        <c:v>2</c:v>
                      </c:pt>
                      <c:pt idx="8">
                        <c:v>2</c:v>
                      </c:pt>
                      <c:pt idx="9">
                        <c:v>2</c:v>
                      </c:pt>
                      <c:pt idx="10">
                        <c:v>2</c:v>
                      </c:pt>
                      <c:pt idx="11">
                        <c:v>2</c:v>
                      </c:pt>
                      <c:pt idx="12">
                        <c:v>2</c:v>
                      </c:pt>
                      <c:pt idx="13">
                        <c:v>2</c:v>
                      </c:pt>
                      <c:pt idx="14">
                        <c:v>2</c:v>
                      </c:pt>
                      <c:pt idx="15">
                        <c:v>2</c:v>
                      </c:pt>
                      <c:pt idx="16">
                        <c:v>2</c:v>
                      </c:pt>
                      <c:pt idx="17">
                        <c:v>2</c:v>
                      </c:pt>
                      <c:pt idx="18">
                        <c:v>2</c:v>
                      </c:pt>
                      <c:pt idx="19">
                        <c:v>2</c:v>
                      </c:pt>
                      <c:pt idx="20">
                        <c:v>2</c:v>
                      </c:pt>
                      <c:pt idx="21">
                        <c:v>2</c:v>
                      </c:pt>
                      <c:pt idx="22">
                        <c:v>2</c:v>
                      </c:pt>
                      <c:pt idx="23">
                        <c:v>2</c:v>
                      </c:pt>
                      <c:pt idx="24">
                        <c:v>2</c:v>
                      </c:pt>
                      <c:pt idx="25">
                        <c:v>2</c:v>
                      </c:pt>
                      <c:pt idx="26">
                        <c:v>2</c:v>
                      </c:pt>
                      <c:pt idx="27">
                        <c:v>2</c:v>
                      </c:pt>
                      <c:pt idx="28">
                        <c:v>2</c:v>
                      </c:pt>
                      <c:pt idx="29">
                        <c:v>2</c:v>
                      </c:pt>
                      <c:pt idx="30">
                        <c:v>2</c:v>
                      </c:pt>
                      <c:pt idx="31">
                        <c:v>2</c:v>
                      </c:pt>
                      <c:pt idx="32">
                        <c:v>2</c:v>
                      </c:pt>
                      <c:pt idx="33">
                        <c:v>2</c:v>
                      </c:pt>
                      <c:pt idx="34">
                        <c:v>2</c:v>
                      </c:pt>
                      <c:pt idx="35">
                        <c:v>2</c:v>
                      </c:pt>
                      <c:pt idx="36">
                        <c:v>2</c:v>
                      </c:pt>
                      <c:pt idx="37">
                        <c:v>2</c:v>
                      </c:pt>
                      <c:pt idx="38">
                        <c:v>2</c:v>
                      </c:pt>
                      <c:pt idx="39">
                        <c:v>2</c:v>
                      </c:pt>
                      <c:pt idx="40">
                        <c:v>2</c:v>
                      </c:pt>
                      <c:pt idx="41">
                        <c:v>2</c:v>
                      </c:pt>
                      <c:pt idx="42">
                        <c:v>2</c:v>
                      </c:pt>
                      <c:pt idx="43">
                        <c:v>2</c:v>
                      </c:pt>
                      <c:pt idx="44">
                        <c:v>2</c:v>
                      </c:pt>
                      <c:pt idx="45">
                        <c:v>2</c:v>
                      </c:pt>
                      <c:pt idx="46">
                        <c:v>2</c:v>
                      </c:pt>
                      <c:pt idx="47">
                        <c:v>2</c:v>
                      </c:pt>
                      <c:pt idx="48">
                        <c:v>2</c:v>
                      </c:pt>
                      <c:pt idx="49">
                        <c:v>2</c:v>
                      </c:pt>
                      <c:pt idx="50">
                        <c:v>2</c:v>
                      </c:pt>
                      <c:pt idx="51">
                        <c:v>2</c:v>
                      </c:pt>
                      <c:pt idx="52">
                        <c:v>2</c:v>
                      </c:pt>
                      <c:pt idx="53">
                        <c:v>2</c:v>
                      </c:pt>
                      <c:pt idx="54">
                        <c:v>2</c:v>
                      </c:pt>
                      <c:pt idx="55">
                        <c:v>2</c:v>
                      </c:pt>
                      <c:pt idx="56">
                        <c:v>2</c:v>
                      </c:pt>
                      <c:pt idx="57">
                        <c:v>2</c:v>
                      </c:pt>
                      <c:pt idx="58">
                        <c:v>2</c:v>
                      </c:pt>
                      <c:pt idx="59">
                        <c:v>2</c:v>
                      </c:pt>
                      <c:pt idx="60">
                        <c:v>2</c:v>
                      </c:pt>
                      <c:pt idx="61">
                        <c:v>2</c:v>
                      </c:pt>
                      <c:pt idx="62">
                        <c:v>2</c:v>
                      </c:pt>
                      <c:pt idx="63">
                        <c:v>2</c:v>
                      </c:pt>
                      <c:pt idx="64">
                        <c:v>2</c:v>
                      </c:pt>
                      <c:pt idx="65">
                        <c:v>2</c:v>
                      </c:pt>
                      <c:pt idx="66">
                        <c:v>2</c:v>
                      </c:pt>
                      <c:pt idx="67">
                        <c:v>2</c:v>
                      </c:pt>
                      <c:pt idx="68">
                        <c:v>2</c:v>
                      </c:pt>
                      <c:pt idx="69">
                        <c:v>2</c:v>
                      </c:pt>
                      <c:pt idx="70">
                        <c:v>2</c:v>
                      </c:pt>
                      <c:pt idx="71">
                        <c:v>2</c:v>
                      </c:pt>
                      <c:pt idx="72">
                        <c:v>2</c:v>
                      </c:pt>
                      <c:pt idx="73">
                        <c:v>2</c:v>
                      </c:pt>
                      <c:pt idx="74">
                        <c:v>2</c:v>
                      </c:pt>
                      <c:pt idx="75">
                        <c:v>2</c:v>
                      </c:pt>
                      <c:pt idx="76">
                        <c:v>2</c:v>
                      </c:pt>
                      <c:pt idx="77">
                        <c:v>2</c:v>
                      </c:pt>
                      <c:pt idx="78">
                        <c:v>2</c:v>
                      </c:pt>
                      <c:pt idx="79">
                        <c:v>2</c:v>
                      </c:pt>
                      <c:pt idx="80">
                        <c:v>2</c:v>
                      </c:pt>
                      <c:pt idx="81">
                        <c:v>2</c:v>
                      </c:pt>
                      <c:pt idx="82">
                        <c:v>2</c:v>
                      </c:pt>
                      <c:pt idx="83">
                        <c:v>2</c:v>
                      </c:pt>
                      <c:pt idx="84">
                        <c:v>2</c:v>
                      </c:pt>
                      <c:pt idx="85">
                        <c:v>2</c:v>
                      </c:pt>
                      <c:pt idx="86">
                        <c:v>2</c:v>
                      </c:pt>
                      <c:pt idx="87">
                        <c:v>2</c:v>
                      </c:pt>
                      <c:pt idx="88">
                        <c:v>2</c:v>
                      </c:pt>
                      <c:pt idx="89">
                        <c:v>2</c:v>
                      </c:pt>
                      <c:pt idx="90">
                        <c:v>2</c:v>
                      </c:pt>
                      <c:pt idx="91">
                        <c:v>2</c:v>
                      </c:pt>
                      <c:pt idx="92">
                        <c:v>2</c:v>
                      </c:pt>
                      <c:pt idx="93">
                        <c:v>2</c:v>
                      </c:pt>
                      <c:pt idx="94">
                        <c:v>2</c:v>
                      </c:pt>
                      <c:pt idx="95">
                        <c:v>2</c:v>
                      </c:pt>
                      <c:pt idx="96">
                        <c:v>2</c:v>
                      </c:pt>
                      <c:pt idx="97">
                        <c:v>2</c:v>
                      </c:pt>
                      <c:pt idx="98">
                        <c:v>2</c:v>
                      </c:pt>
                      <c:pt idx="99">
                        <c:v>2</c:v>
                      </c:pt>
                      <c:pt idx="100">
                        <c:v>2</c:v>
                      </c:pt>
                      <c:pt idx="101">
                        <c:v>2</c:v>
                      </c:pt>
                      <c:pt idx="102">
                        <c:v>2</c:v>
                      </c:pt>
                      <c:pt idx="103">
                        <c:v>2</c:v>
                      </c:pt>
                      <c:pt idx="104">
                        <c:v>2</c:v>
                      </c:pt>
                      <c:pt idx="105">
                        <c:v>2</c:v>
                      </c:pt>
                      <c:pt idx="106">
                        <c:v>2</c:v>
                      </c:pt>
                      <c:pt idx="107">
                        <c:v>2</c:v>
                      </c:pt>
                      <c:pt idx="108">
                        <c:v>2</c:v>
                      </c:pt>
                      <c:pt idx="109">
                        <c:v>2</c:v>
                      </c:pt>
                      <c:pt idx="110">
                        <c:v>2</c:v>
                      </c:pt>
                      <c:pt idx="111">
                        <c:v>2</c:v>
                      </c:pt>
                      <c:pt idx="112">
                        <c:v>2</c:v>
                      </c:pt>
                      <c:pt idx="113">
                        <c:v>2</c:v>
                      </c:pt>
                      <c:pt idx="114">
                        <c:v>2</c:v>
                      </c:pt>
                      <c:pt idx="115">
                        <c:v>2</c:v>
                      </c:pt>
                      <c:pt idx="116">
                        <c:v>2</c:v>
                      </c:pt>
                      <c:pt idx="117">
                        <c:v>2</c:v>
                      </c:pt>
                      <c:pt idx="118">
                        <c:v>2</c:v>
                      </c:pt>
                      <c:pt idx="119">
                        <c:v>2</c:v>
                      </c:pt>
                      <c:pt idx="120">
                        <c:v>2</c:v>
                      </c:pt>
                      <c:pt idx="121">
                        <c:v>2</c:v>
                      </c:pt>
                      <c:pt idx="122">
                        <c:v>2</c:v>
                      </c:pt>
                      <c:pt idx="123">
                        <c:v>2</c:v>
                      </c:pt>
                      <c:pt idx="124">
                        <c:v>2</c:v>
                      </c:pt>
                      <c:pt idx="125">
                        <c:v>2</c:v>
                      </c:pt>
                      <c:pt idx="126">
                        <c:v>2</c:v>
                      </c:pt>
                      <c:pt idx="127">
                        <c:v>2</c:v>
                      </c:pt>
                      <c:pt idx="128">
                        <c:v>2</c:v>
                      </c:pt>
                      <c:pt idx="129">
                        <c:v>2</c:v>
                      </c:pt>
                      <c:pt idx="130">
                        <c:v>2</c:v>
                      </c:pt>
                      <c:pt idx="131">
                        <c:v>2</c:v>
                      </c:pt>
                      <c:pt idx="132">
                        <c:v>2</c:v>
                      </c:pt>
                      <c:pt idx="133">
                        <c:v>2</c:v>
                      </c:pt>
                      <c:pt idx="134">
                        <c:v>2</c:v>
                      </c:pt>
                      <c:pt idx="135">
                        <c:v>2</c:v>
                      </c:pt>
                      <c:pt idx="136">
                        <c:v>2</c:v>
                      </c:pt>
                      <c:pt idx="137">
                        <c:v>2</c:v>
                      </c:pt>
                      <c:pt idx="138">
                        <c:v>2</c:v>
                      </c:pt>
                      <c:pt idx="139">
                        <c:v>2</c:v>
                      </c:pt>
                      <c:pt idx="140">
                        <c:v>2</c:v>
                      </c:pt>
                      <c:pt idx="141">
                        <c:v>2</c:v>
                      </c:pt>
                      <c:pt idx="142">
                        <c:v>2</c:v>
                      </c:pt>
                      <c:pt idx="143">
                        <c:v>2</c:v>
                      </c:pt>
                      <c:pt idx="144">
                        <c:v>2</c:v>
                      </c:pt>
                      <c:pt idx="145">
                        <c:v>2</c:v>
                      </c:pt>
                      <c:pt idx="146">
                        <c:v>2</c:v>
                      </c:pt>
                      <c:pt idx="147">
                        <c:v>2</c:v>
                      </c:pt>
                      <c:pt idx="148">
                        <c:v>2</c:v>
                      </c:pt>
                      <c:pt idx="149">
                        <c:v>2</c:v>
                      </c:pt>
                      <c:pt idx="150">
                        <c:v>2</c:v>
                      </c:pt>
                      <c:pt idx="151">
                        <c:v>2</c:v>
                      </c:pt>
                      <c:pt idx="152">
                        <c:v>2</c:v>
                      </c:pt>
                      <c:pt idx="153">
                        <c:v>2</c:v>
                      </c:pt>
                      <c:pt idx="154">
                        <c:v>2</c:v>
                      </c:pt>
                      <c:pt idx="155">
                        <c:v>2</c:v>
                      </c:pt>
                      <c:pt idx="156">
                        <c:v>2</c:v>
                      </c:pt>
                      <c:pt idx="157">
                        <c:v>2</c:v>
                      </c:pt>
                      <c:pt idx="158">
                        <c:v>2</c:v>
                      </c:pt>
                      <c:pt idx="159">
                        <c:v>2</c:v>
                      </c:pt>
                      <c:pt idx="160">
                        <c:v>2</c:v>
                      </c:pt>
                      <c:pt idx="161">
                        <c:v>2</c:v>
                      </c:pt>
                      <c:pt idx="162">
                        <c:v>2</c:v>
                      </c:pt>
                      <c:pt idx="163">
                        <c:v>2</c:v>
                      </c:pt>
                      <c:pt idx="164">
                        <c:v>2</c:v>
                      </c:pt>
                      <c:pt idx="165">
                        <c:v>2</c:v>
                      </c:pt>
                      <c:pt idx="166">
                        <c:v>2</c:v>
                      </c:pt>
                      <c:pt idx="167">
                        <c:v>2</c:v>
                      </c:pt>
                      <c:pt idx="168">
                        <c:v>2</c:v>
                      </c:pt>
                      <c:pt idx="169">
                        <c:v>2</c:v>
                      </c:pt>
                      <c:pt idx="170">
                        <c:v>2</c:v>
                      </c:pt>
                      <c:pt idx="171">
                        <c:v>2</c:v>
                      </c:pt>
                      <c:pt idx="172">
                        <c:v>2</c:v>
                      </c:pt>
                      <c:pt idx="173">
                        <c:v>2</c:v>
                      </c:pt>
                      <c:pt idx="174">
                        <c:v>2</c:v>
                      </c:pt>
                      <c:pt idx="175">
                        <c:v>2</c:v>
                      </c:pt>
                      <c:pt idx="176">
                        <c:v>2</c:v>
                      </c:pt>
                      <c:pt idx="177">
                        <c:v>2</c:v>
                      </c:pt>
                      <c:pt idx="178">
                        <c:v>2</c:v>
                      </c:pt>
                      <c:pt idx="179">
                        <c:v>2</c:v>
                      </c:pt>
                      <c:pt idx="180">
                        <c:v>2</c:v>
                      </c:pt>
                      <c:pt idx="181">
                        <c:v>2</c:v>
                      </c:pt>
                      <c:pt idx="182">
                        <c:v>2</c:v>
                      </c:pt>
                      <c:pt idx="183">
                        <c:v>2</c:v>
                      </c:pt>
                      <c:pt idx="184">
                        <c:v>2</c:v>
                      </c:pt>
                      <c:pt idx="185">
                        <c:v>2</c:v>
                      </c:pt>
                      <c:pt idx="186">
                        <c:v>2</c:v>
                      </c:pt>
                      <c:pt idx="187">
                        <c:v>2</c:v>
                      </c:pt>
                      <c:pt idx="188">
                        <c:v>2</c:v>
                      </c:pt>
                      <c:pt idx="189">
                        <c:v>2</c:v>
                      </c:pt>
                      <c:pt idx="190">
                        <c:v>2</c:v>
                      </c:pt>
                      <c:pt idx="191">
                        <c:v>2</c:v>
                      </c:pt>
                      <c:pt idx="192">
                        <c:v>2</c:v>
                      </c:pt>
                      <c:pt idx="193">
                        <c:v>2</c:v>
                      </c:pt>
                      <c:pt idx="194">
                        <c:v>2</c:v>
                      </c:pt>
                      <c:pt idx="195">
                        <c:v>2</c:v>
                      </c:pt>
                      <c:pt idx="196">
                        <c:v>2</c:v>
                      </c:pt>
                      <c:pt idx="197">
                        <c:v>2</c:v>
                      </c:pt>
                      <c:pt idx="198">
                        <c:v>2</c:v>
                      </c:pt>
                      <c:pt idx="199">
                        <c:v>2</c:v>
                      </c:pt>
                      <c:pt idx="200">
                        <c:v>2</c:v>
                      </c:pt>
                      <c:pt idx="201">
                        <c:v>2</c:v>
                      </c:pt>
                      <c:pt idx="202">
                        <c:v>2</c:v>
                      </c:pt>
                      <c:pt idx="203">
                        <c:v>2</c:v>
                      </c:pt>
                      <c:pt idx="204">
                        <c:v>2</c:v>
                      </c:pt>
                      <c:pt idx="205">
                        <c:v>2</c:v>
                      </c:pt>
                      <c:pt idx="206">
                        <c:v>2</c:v>
                      </c:pt>
                      <c:pt idx="207">
                        <c:v>2</c:v>
                      </c:pt>
                      <c:pt idx="208">
                        <c:v>2</c:v>
                      </c:pt>
                      <c:pt idx="209">
                        <c:v>2</c:v>
                      </c:pt>
                      <c:pt idx="210">
                        <c:v>2</c:v>
                      </c:pt>
                      <c:pt idx="211">
                        <c:v>2</c:v>
                      </c:pt>
                      <c:pt idx="212">
                        <c:v>2</c:v>
                      </c:pt>
                      <c:pt idx="213">
                        <c:v>2</c:v>
                      </c:pt>
                      <c:pt idx="214">
                        <c:v>2</c:v>
                      </c:pt>
                      <c:pt idx="215">
                        <c:v>2</c:v>
                      </c:pt>
                      <c:pt idx="216">
                        <c:v>2</c:v>
                      </c:pt>
                      <c:pt idx="217">
                        <c:v>2</c:v>
                      </c:pt>
                      <c:pt idx="218">
                        <c:v>2</c:v>
                      </c:pt>
                      <c:pt idx="219">
                        <c:v>2</c:v>
                      </c:pt>
                      <c:pt idx="220">
                        <c:v>2</c:v>
                      </c:pt>
                      <c:pt idx="221">
                        <c:v>2</c:v>
                      </c:pt>
                      <c:pt idx="222">
                        <c:v>2</c:v>
                      </c:pt>
                      <c:pt idx="223">
                        <c:v>2</c:v>
                      </c:pt>
                      <c:pt idx="224">
                        <c:v>2</c:v>
                      </c:pt>
                      <c:pt idx="225">
                        <c:v>2</c:v>
                      </c:pt>
                      <c:pt idx="226">
                        <c:v>2</c:v>
                      </c:pt>
                      <c:pt idx="227">
                        <c:v>2</c:v>
                      </c:pt>
                      <c:pt idx="228">
                        <c:v>2</c:v>
                      </c:pt>
                      <c:pt idx="229">
                        <c:v>2</c:v>
                      </c:pt>
                      <c:pt idx="230">
                        <c:v>2</c:v>
                      </c:pt>
                      <c:pt idx="231">
                        <c:v>2</c:v>
                      </c:pt>
                      <c:pt idx="232">
                        <c:v>2</c:v>
                      </c:pt>
                      <c:pt idx="233">
                        <c:v>2</c:v>
                      </c:pt>
                      <c:pt idx="234">
                        <c:v>2</c:v>
                      </c:pt>
                      <c:pt idx="235">
                        <c:v>2</c:v>
                      </c:pt>
                      <c:pt idx="236">
                        <c:v>2</c:v>
                      </c:pt>
                      <c:pt idx="237">
                        <c:v>2</c:v>
                      </c:pt>
                      <c:pt idx="238">
                        <c:v>2</c:v>
                      </c:pt>
                      <c:pt idx="239">
                        <c:v>2</c:v>
                      </c:pt>
                      <c:pt idx="240">
                        <c:v>2</c:v>
                      </c:pt>
                      <c:pt idx="241">
                        <c:v>2</c:v>
                      </c:pt>
                      <c:pt idx="242">
                        <c:v>2</c:v>
                      </c:pt>
                      <c:pt idx="243">
                        <c:v>2</c:v>
                      </c:pt>
                      <c:pt idx="244">
                        <c:v>2</c:v>
                      </c:pt>
                      <c:pt idx="245">
                        <c:v>2</c:v>
                      </c:pt>
                      <c:pt idx="246">
                        <c:v>2</c:v>
                      </c:pt>
                      <c:pt idx="247">
                        <c:v>2</c:v>
                      </c:pt>
                      <c:pt idx="248">
                        <c:v>2</c:v>
                      </c:pt>
                      <c:pt idx="249">
                        <c:v>2</c:v>
                      </c:pt>
                      <c:pt idx="250">
                        <c:v>2</c:v>
                      </c:pt>
                      <c:pt idx="251">
                        <c:v>2</c:v>
                      </c:pt>
                      <c:pt idx="252">
                        <c:v>2</c:v>
                      </c:pt>
                      <c:pt idx="253">
                        <c:v>2</c:v>
                      </c:pt>
                      <c:pt idx="254">
                        <c:v>2</c:v>
                      </c:pt>
                      <c:pt idx="255">
                        <c:v>2</c:v>
                      </c:pt>
                      <c:pt idx="256">
                        <c:v>2</c:v>
                      </c:pt>
                      <c:pt idx="257">
                        <c:v>2</c:v>
                      </c:pt>
                      <c:pt idx="258">
                        <c:v>2</c:v>
                      </c:pt>
                      <c:pt idx="259">
                        <c:v>2</c:v>
                      </c:pt>
                      <c:pt idx="260">
                        <c:v>2</c:v>
                      </c:pt>
                      <c:pt idx="261">
                        <c:v>2</c:v>
                      </c:pt>
                      <c:pt idx="262">
                        <c:v>2</c:v>
                      </c:pt>
                      <c:pt idx="263">
                        <c:v>2</c:v>
                      </c:pt>
                      <c:pt idx="264">
                        <c:v>2</c:v>
                      </c:pt>
                      <c:pt idx="265">
                        <c:v>2</c:v>
                      </c:pt>
                      <c:pt idx="266">
                        <c:v>2</c:v>
                      </c:pt>
                      <c:pt idx="267">
                        <c:v>2</c:v>
                      </c:pt>
                      <c:pt idx="268">
                        <c:v>2</c:v>
                      </c:pt>
                      <c:pt idx="269">
                        <c:v>2</c:v>
                      </c:pt>
                      <c:pt idx="270">
                        <c:v>2</c:v>
                      </c:pt>
                      <c:pt idx="271">
                        <c:v>2</c:v>
                      </c:pt>
                      <c:pt idx="272">
                        <c:v>2</c:v>
                      </c:pt>
                      <c:pt idx="273">
                        <c:v>2</c:v>
                      </c:pt>
                      <c:pt idx="274">
                        <c:v>2</c:v>
                      </c:pt>
                      <c:pt idx="275">
                        <c:v>2</c:v>
                      </c:pt>
                      <c:pt idx="276">
                        <c:v>2</c:v>
                      </c:pt>
                      <c:pt idx="277">
                        <c:v>2</c:v>
                      </c:pt>
                      <c:pt idx="278">
                        <c:v>2</c:v>
                      </c:pt>
                      <c:pt idx="279">
                        <c:v>2</c:v>
                      </c:pt>
                      <c:pt idx="280">
                        <c:v>2</c:v>
                      </c:pt>
                      <c:pt idx="281">
                        <c:v>2</c:v>
                      </c:pt>
                      <c:pt idx="282">
                        <c:v>2</c:v>
                      </c:pt>
                      <c:pt idx="283">
                        <c:v>2</c:v>
                      </c:pt>
                      <c:pt idx="284">
                        <c:v>2</c:v>
                      </c:pt>
                      <c:pt idx="285">
                        <c:v>2</c:v>
                      </c:pt>
                      <c:pt idx="286">
                        <c:v>2</c:v>
                      </c:pt>
                      <c:pt idx="287">
                        <c:v>2</c:v>
                      </c:pt>
                      <c:pt idx="288">
                        <c:v>2</c:v>
                      </c:pt>
                      <c:pt idx="289">
                        <c:v>2</c:v>
                      </c:pt>
                      <c:pt idx="290">
                        <c:v>2</c:v>
                      </c:pt>
                      <c:pt idx="291">
                        <c:v>2</c:v>
                      </c:pt>
                      <c:pt idx="292">
                        <c:v>2</c:v>
                      </c:pt>
                      <c:pt idx="293">
                        <c:v>2</c:v>
                      </c:pt>
                      <c:pt idx="294">
                        <c:v>2</c:v>
                      </c:pt>
                      <c:pt idx="295">
                        <c:v>2</c:v>
                      </c:pt>
                      <c:pt idx="296">
                        <c:v>2</c:v>
                      </c:pt>
                      <c:pt idx="297">
                        <c:v>2</c:v>
                      </c:pt>
                      <c:pt idx="298">
                        <c:v>2</c:v>
                      </c:pt>
                      <c:pt idx="299">
                        <c:v>2</c:v>
                      </c:pt>
                      <c:pt idx="300">
                        <c:v>2</c:v>
                      </c:pt>
                      <c:pt idx="301">
                        <c:v>2</c:v>
                      </c:pt>
                      <c:pt idx="302">
                        <c:v>2</c:v>
                      </c:pt>
                      <c:pt idx="303">
                        <c:v>2</c:v>
                      </c:pt>
                      <c:pt idx="304">
                        <c:v>2</c:v>
                      </c:pt>
                      <c:pt idx="305">
                        <c:v>2</c:v>
                      </c:pt>
                      <c:pt idx="306">
                        <c:v>2</c:v>
                      </c:pt>
                      <c:pt idx="307">
                        <c:v>2</c:v>
                      </c:pt>
                      <c:pt idx="308">
                        <c:v>2</c:v>
                      </c:pt>
                      <c:pt idx="309">
                        <c:v>2</c:v>
                      </c:pt>
                      <c:pt idx="310">
                        <c:v>2</c:v>
                      </c:pt>
                      <c:pt idx="311">
                        <c:v>2</c:v>
                      </c:pt>
                      <c:pt idx="312">
                        <c:v>2</c:v>
                      </c:pt>
                      <c:pt idx="313">
                        <c:v>2</c:v>
                      </c:pt>
                      <c:pt idx="314">
                        <c:v>2</c:v>
                      </c:pt>
                      <c:pt idx="315">
                        <c:v>2</c:v>
                      </c:pt>
                      <c:pt idx="316">
                        <c:v>2</c:v>
                      </c:pt>
                      <c:pt idx="317">
                        <c:v>2</c:v>
                      </c:pt>
                      <c:pt idx="318">
                        <c:v>2</c:v>
                      </c:pt>
                      <c:pt idx="319">
                        <c:v>2</c:v>
                      </c:pt>
                      <c:pt idx="320">
                        <c:v>2</c:v>
                      </c:pt>
                      <c:pt idx="321">
                        <c:v>2</c:v>
                      </c:pt>
                      <c:pt idx="322">
                        <c:v>2</c:v>
                      </c:pt>
                      <c:pt idx="323">
                        <c:v>2</c:v>
                      </c:pt>
                      <c:pt idx="324">
                        <c:v>2</c:v>
                      </c:pt>
                      <c:pt idx="325">
                        <c:v>2</c:v>
                      </c:pt>
                      <c:pt idx="326">
                        <c:v>2</c:v>
                      </c:pt>
                      <c:pt idx="327">
                        <c:v>2</c:v>
                      </c:pt>
                      <c:pt idx="328">
                        <c:v>2</c:v>
                      </c:pt>
                      <c:pt idx="329">
                        <c:v>2</c:v>
                      </c:pt>
                      <c:pt idx="330">
                        <c:v>2</c:v>
                      </c:pt>
                      <c:pt idx="331">
                        <c:v>2</c:v>
                      </c:pt>
                      <c:pt idx="332">
                        <c:v>2</c:v>
                      </c:pt>
                      <c:pt idx="333">
                        <c:v>2</c:v>
                      </c:pt>
                      <c:pt idx="334">
                        <c:v>2</c:v>
                      </c:pt>
                      <c:pt idx="335">
                        <c:v>2</c:v>
                      </c:pt>
                      <c:pt idx="336">
                        <c:v>2</c:v>
                      </c:pt>
                      <c:pt idx="337">
                        <c:v>2</c:v>
                      </c:pt>
                      <c:pt idx="338">
                        <c:v>2</c:v>
                      </c:pt>
                      <c:pt idx="339">
                        <c:v>2</c:v>
                      </c:pt>
                      <c:pt idx="340">
                        <c:v>2</c:v>
                      </c:pt>
                      <c:pt idx="341">
                        <c:v>2</c:v>
                      </c:pt>
                      <c:pt idx="342">
                        <c:v>2</c:v>
                      </c:pt>
                      <c:pt idx="343">
                        <c:v>2</c:v>
                      </c:pt>
                      <c:pt idx="344">
                        <c:v>2</c:v>
                      </c:pt>
                      <c:pt idx="345">
                        <c:v>2</c:v>
                      </c:pt>
                      <c:pt idx="346">
                        <c:v>2</c:v>
                      </c:pt>
                      <c:pt idx="347">
                        <c:v>2</c:v>
                      </c:pt>
                      <c:pt idx="348">
                        <c:v>2</c:v>
                      </c:pt>
                      <c:pt idx="349">
                        <c:v>2</c:v>
                      </c:pt>
                      <c:pt idx="350">
                        <c:v>2</c:v>
                      </c:pt>
                      <c:pt idx="351">
                        <c:v>2</c:v>
                      </c:pt>
                      <c:pt idx="352">
                        <c:v>2</c:v>
                      </c:pt>
                      <c:pt idx="353">
                        <c:v>2</c:v>
                      </c:pt>
                      <c:pt idx="354">
                        <c:v>2</c:v>
                      </c:pt>
                      <c:pt idx="355">
                        <c:v>2</c:v>
                      </c:pt>
                      <c:pt idx="356">
                        <c:v>2</c:v>
                      </c:pt>
                      <c:pt idx="357">
                        <c:v>2</c:v>
                      </c:pt>
                      <c:pt idx="358">
                        <c:v>2</c:v>
                      </c:pt>
                      <c:pt idx="359">
                        <c:v>2</c:v>
                      </c:pt>
                      <c:pt idx="360">
                        <c:v>2</c:v>
                      </c:pt>
                      <c:pt idx="361">
                        <c:v>2</c:v>
                      </c:pt>
                      <c:pt idx="362">
                        <c:v>2</c:v>
                      </c:pt>
                      <c:pt idx="363">
                        <c:v>2</c:v>
                      </c:pt>
                      <c:pt idx="364">
                        <c:v>2</c:v>
                      </c:pt>
                      <c:pt idx="365">
                        <c:v>2</c:v>
                      </c:pt>
                      <c:pt idx="366">
                        <c:v>2</c:v>
                      </c:pt>
                      <c:pt idx="367">
                        <c:v>2</c:v>
                      </c:pt>
                      <c:pt idx="368">
                        <c:v>2</c:v>
                      </c:pt>
                      <c:pt idx="369">
                        <c:v>2</c:v>
                      </c:pt>
                      <c:pt idx="370">
                        <c:v>2</c:v>
                      </c:pt>
                      <c:pt idx="371">
                        <c:v>2</c:v>
                      </c:pt>
                      <c:pt idx="372">
                        <c:v>2</c:v>
                      </c:pt>
                      <c:pt idx="373">
                        <c:v>2</c:v>
                      </c:pt>
                      <c:pt idx="374">
                        <c:v>2</c:v>
                      </c:pt>
                      <c:pt idx="375">
                        <c:v>2</c:v>
                      </c:pt>
                      <c:pt idx="376">
                        <c:v>2</c:v>
                      </c:pt>
                      <c:pt idx="377">
                        <c:v>2</c:v>
                      </c:pt>
                      <c:pt idx="378">
                        <c:v>2</c:v>
                      </c:pt>
                      <c:pt idx="379">
                        <c:v>2</c:v>
                      </c:pt>
                      <c:pt idx="380">
                        <c:v>2</c:v>
                      </c:pt>
                      <c:pt idx="381">
                        <c:v>2</c:v>
                      </c:pt>
                      <c:pt idx="382">
                        <c:v>2</c:v>
                      </c:pt>
                      <c:pt idx="383">
                        <c:v>2</c:v>
                      </c:pt>
                      <c:pt idx="384">
                        <c:v>2</c:v>
                      </c:pt>
                      <c:pt idx="385">
                        <c:v>2</c:v>
                      </c:pt>
                      <c:pt idx="386">
                        <c:v>2</c:v>
                      </c:pt>
                      <c:pt idx="387">
                        <c:v>2</c:v>
                      </c:pt>
                      <c:pt idx="388">
                        <c:v>2</c:v>
                      </c:pt>
                      <c:pt idx="389">
                        <c:v>2</c:v>
                      </c:pt>
                      <c:pt idx="390">
                        <c:v>2</c:v>
                      </c:pt>
                      <c:pt idx="391">
                        <c:v>2</c:v>
                      </c:pt>
                      <c:pt idx="392">
                        <c:v>2</c:v>
                      </c:pt>
                      <c:pt idx="393">
                        <c:v>2</c:v>
                      </c:pt>
                      <c:pt idx="394">
                        <c:v>2</c:v>
                      </c:pt>
                      <c:pt idx="395">
                        <c:v>2</c:v>
                      </c:pt>
                      <c:pt idx="396">
                        <c:v>2</c:v>
                      </c:pt>
                      <c:pt idx="397">
                        <c:v>2</c:v>
                      </c:pt>
                      <c:pt idx="398">
                        <c:v>2</c:v>
                      </c:pt>
                      <c:pt idx="399">
                        <c:v>2</c:v>
                      </c:pt>
                      <c:pt idx="400">
                        <c:v>2</c:v>
                      </c:pt>
                      <c:pt idx="401">
                        <c:v>2</c:v>
                      </c:pt>
                      <c:pt idx="402">
                        <c:v>2</c:v>
                      </c:pt>
                      <c:pt idx="403">
                        <c:v>2</c:v>
                      </c:pt>
                      <c:pt idx="404">
                        <c:v>2</c:v>
                      </c:pt>
                      <c:pt idx="405">
                        <c:v>2</c:v>
                      </c:pt>
                      <c:pt idx="406">
                        <c:v>2</c:v>
                      </c:pt>
                      <c:pt idx="407">
                        <c:v>2</c:v>
                      </c:pt>
                      <c:pt idx="408">
                        <c:v>2</c:v>
                      </c:pt>
                      <c:pt idx="409">
                        <c:v>2</c:v>
                      </c:pt>
                      <c:pt idx="410">
                        <c:v>2</c:v>
                      </c:pt>
                      <c:pt idx="411">
                        <c:v>2</c:v>
                      </c:pt>
                      <c:pt idx="412">
                        <c:v>2</c:v>
                      </c:pt>
                      <c:pt idx="413">
                        <c:v>2</c:v>
                      </c:pt>
                    </c:numCache>
                  </c:numRef>
                </c: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2-2239-428B-AE7C-9456B07AA3B8}"/>
                  </c:ext>
                </c:extLst>
              </c15:ser>
            </c15:filteredLineSeries>
            <c15:filteredLineSeries>
              <c15:ser>
                <c:idx val="2"/>
                <c:order val="2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Sheet1!$D$1</c15:sqref>
                        </c15:formulaRef>
                      </c:ext>
                    </c:extLst>
                    <c:strCache>
                      <c:ptCount val="1"/>
                      <c:pt idx="0">
                        <c:v>D1302
속도 비례값</c:v>
                      </c:pt>
                    </c:strCache>
                  </c:strRef>
                </c:tx>
                <c:spPr>
                  <a:ln w="28575" cap="rnd">
                    <a:solidFill>
                      <a:schemeClr val="accent3"/>
                    </a:solidFill>
                    <a:round/>
                  </a:ln>
                  <a:effectLst/>
                </c:spPr>
                <c:marker>
                  <c:symbol val="none"/>
                </c:marker>
                <c:cat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Sheet1!$A$2:$A$415</c15:sqref>
                        </c15:formulaRef>
                      </c:ext>
                    </c:extLst>
                    <c:numCache>
                      <c:formatCode>yyyy/mm/dd\ ddd\ hh:mm:ss</c:formatCode>
                      <c:ptCount val="414"/>
                      <c:pt idx="0">
                        <c:v>45926.421666666669</c:v>
                      </c:pt>
                      <c:pt idx="1">
                        <c:v>45926.421678240738</c:v>
                      </c:pt>
                      <c:pt idx="2">
                        <c:v>45926.421678240738</c:v>
                      </c:pt>
                      <c:pt idx="3">
                        <c:v>45926.421678240738</c:v>
                      </c:pt>
                      <c:pt idx="4">
                        <c:v>45926.421678240738</c:v>
                      </c:pt>
                      <c:pt idx="5">
                        <c:v>45926.421678240738</c:v>
                      </c:pt>
                      <c:pt idx="6">
                        <c:v>45926.421678240738</c:v>
                      </c:pt>
                      <c:pt idx="7">
                        <c:v>45926.421678240738</c:v>
                      </c:pt>
                      <c:pt idx="8">
                        <c:v>45926.421678240738</c:v>
                      </c:pt>
                      <c:pt idx="9">
                        <c:v>45926.421678240738</c:v>
                      </c:pt>
                      <c:pt idx="10">
                        <c:v>45926.421678240738</c:v>
                      </c:pt>
                      <c:pt idx="11">
                        <c:v>45926.421678240738</c:v>
                      </c:pt>
                      <c:pt idx="12">
                        <c:v>45926.421678240738</c:v>
                      </c:pt>
                      <c:pt idx="13">
                        <c:v>45926.421678240738</c:v>
                      </c:pt>
                      <c:pt idx="14">
                        <c:v>45926.421678240738</c:v>
                      </c:pt>
                      <c:pt idx="15">
                        <c:v>45926.421678240738</c:v>
                      </c:pt>
                      <c:pt idx="16">
                        <c:v>45926.421678240738</c:v>
                      </c:pt>
                      <c:pt idx="17">
                        <c:v>45926.421678240738</c:v>
                      </c:pt>
                      <c:pt idx="18">
                        <c:v>45926.421678240738</c:v>
                      </c:pt>
                      <c:pt idx="19">
                        <c:v>45926.421678240738</c:v>
                      </c:pt>
                      <c:pt idx="20">
                        <c:v>45926.421678240738</c:v>
                      </c:pt>
                      <c:pt idx="21">
                        <c:v>45926.421689814815</c:v>
                      </c:pt>
                      <c:pt idx="22">
                        <c:v>45926.421689814815</c:v>
                      </c:pt>
                      <c:pt idx="23">
                        <c:v>45926.421689814815</c:v>
                      </c:pt>
                      <c:pt idx="24">
                        <c:v>45926.421689814815</c:v>
                      </c:pt>
                      <c:pt idx="25">
                        <c:v>45926.421689814815</c:v>
                      </c:pt>
                      <c:pt idx="26">
                        <c:v>45926.421689814815</c:v>
                      </c:pt>
                      <c:pt idx="27">
                        <c:v>45926.421689814815</c:v>
                      </c:pt>
                      <c:pt idx="28">
                        <c:v>45926.421689814815</c:v>
                      </c:pt>
                      <c:pt idx="29">
                        <c:v>45926.421689814815</c:v>
                      </c:pt>
                      <c:pt idx="30">
                        <c:v>45926.421689814815</c:v>
                      </c:pt>
                      <c:pt idx="31">
                        <c:v>45926.421689814815</c:v>
                      </c:pt>
                      <c:pt idx="32">
                        <c:v>45926.421689814815</c:v>
                      </c:pt>
                      <c:pt idx="33">
                        <c:v>45926.421689814815</c:v>
                      </c:pt>
                      <c:pt idx="34">
                        <c:v>45926.421689814815</c:v>
                      </c:pt>
                      <c:pt idx="35">
                        <c:v>45926.421689814815</c:v>
                      </c:pt>
                      <c:pt idx="36">
                        <c:v>45926.421689814815</c:v>
                      </c:pt>
                      <c:pt idx="37">
                        <c:v>45926.421689814815</c:v>
                      </c:pt>
                      <c:pt idx="38">
                        <c:v>45926.421689814815</c:v>
                      </c:pt>
                      <c:pt idx="39">
                        <c:v>45926.421689814815</c:v>
                      </c:pt>
                      <c:pt idx="40">
                        <c:v>45926.421689814815</c:v>
                      </c:pt>
                      <c:pt idx="41">
                        <c:v>45926.421689814815</c:v>
                      </c:pt>
                      <c:pt idx="42">
                        <c:v>45926.421701388892</c:v>
                      </c:pt>
                      <c:pt idx="43">
                        <c:v>45926.421701388892</c:v>
                      </c:pt>
                      <c:pt idx="44">
                        <c:v>45926.421701388892</c:v>
                      </c:pt>
                      <c:pt idx="45">
                        <c:v>45926.421701388892</c:v>
                      </c:pt>
                      <c:pt idx="46">
                        <c:v>45926.421701388892</c:v>
                      </c:pt>
                      <c:pt idx="47">
                        <c:v>45926.421701388892</c:v>
                      </c:pt>
                      <c:pt idx="48">
                        <c:v>45926.421701388892</c:v>
                      </c:pt>
                      <c:pt idx="49">
                        <c:v>45926.421701388892</c:v>
                      </c:pt>
                      <c:pt idx="50">
                        <c:v>45926.421701388892</c:v>
                      </c:pt>
                      <c:pt idx="51">
                        <c:v>45926.421701388892</c:v>
                      </c:pt>
                      <c:pt idx="52">
                        <c:v>45926.421701388892</c:v>
                      </c:pt>
                      <c:pt idx="53">
                        <c:v>45926.421701388892</c:v>
                      </c:pt>
                      <c:pt idx="54">
                        <c:v>45926.421701388892</c:v>
                      </c:pt>
                      <c:pt idx="55">
                        <c:v>45926.421701388892</c:v>
                      </c:pt>
                      <c:pt idx="56">
                        <c:v>45926.421701388892</c:v>
                      </c:pt>
                      <c:pt idx="57">
                        <c:v>45926.421701388892</c:v>
                      </c:pt>
                      <c:pt idx="58">
                        <c:v>45926.421701388892</c:v>
                      </c:pt>
                      <c:pt idx="59">
                        <c:v>45926.421701388892</c:v>
                      </c:pt>
                      <c:pt idx="60">
                        <c:v>45926.421701388892</c:v>
                      </c:pt>
                      <c:pt idx="61">
                        <c:v>45926.421701388892</c:v>
                      </c:pt>
                      <c:pt idx="62">
                        <c:v>45926.421712962961</c:v>
                      </c:pt>
                      <c:pt idx="63">
                        <c:v>45926.421712962961</c:v>
                      </c:pt>
                      <c:pt idx="64">
                        <c:v>45926.421712962961</c:v>
                      </c:pt>
                      <c:pt idx="65">
                        <c:v>45926.421712962961</c:v>
                      </c:pt>
                      <c:pt idx="66">
                        <c:v>45926.421712962961</c:v>
                      </c:pt>
                      <c:pt idx="67">
                        <c:v>45926.421712962961</c:v>
                      </c:pt>
                      <c:pt idx="68">
                        <c:v>45926.421712962961</c:v>
                      </c:pt>
                      <c:pt idx="69">
                        <c:v>45926.421712962961</c:v>
                      </c:pt>
                      <c:pt idx="70">
                        <c:v>45926.421712962961</c:v>
                      </c:pt>
                      <c:pt idx="71">
                        <c:v>45926.421712962961</c:v>
                      </c:pt>
                      <c:pt idx="72">
                        <c:v>45926.421712962961</c:v>
                      </c:pt>
                      <c:pt idx="73">
                        <c:v>45926.421712962961</c:v>
                      </c:pt>
                      <c:pt idx="74">
                        <c:v>45926.421712962961</c:v>
                      </c:pt>
                      <c:pt idx="75">
                        <c:v>45926.421712962961</c:v>
                      </c:pt>
                      <c:pt idx="76">
                        <c:v>45926.421712962961</c:v>
                      </c:pt>
                      <c:pt idx="77">
                        <c:v>45926.421712962961</c:v>
                      </c:pt>
                      <c:pt idx="78">
                        <c:v>45926.421712962961</c:v>
                      </c:pt>
                      <c:pt idx="79">
                        <c:v>45926.421712962961</c:v>
                      </c:pt>
                      <c:pt idx="80">
                        <c:v>45926.421712962961</c:v>
                      </c:pt>
                      <c:pt idx="81">
                        <c:v>45926.421724537038</c:v>
                      </c:pt>
                      <c:pt idx="82">
                        <c:v>45926.421724537038</c:v>
                      </c:pt>
                      <c:pt idx="83">
                        <c:v>45926.421724537038</c:v>
                      </c:pt>
                      <c:pt idx="84">
                        <c:v>45926.421724537038</c:v>
                      </c:pt>
                      <c:pt idx="85">
                        <c:v>45926.421724537038</c:v>
                      </c:pt>
                      <c:pt idx="86">
                        <c:v>45926.421724537038</c:v>
                      </c:pt>
                      <c:pt idx="87">
                        <c:v>45926.421724537038</c:v>
                      </c:pt>
                      <c:pt idx="88">
                        <c:v>45926.421724537038</c:v>
                      </c:pt>
                      <c:pt idx="89">
                        <c:v>45926.421724537038</c:v>
                      </c:pt>
                      <c:pt idx="90">
                        <c:v>45926.421724537038</c:v>
                      </c:pt>
                      <c:pt idx="91">
                        <c:v>45926.421724537038</c:v>
                      </c:pt>
                      <c:pt idx="92">
                        <c:v>45926.421724537038</c:v>
                      </c:pt>
                      <c:pt idx="93">
                        <c:v>45926.421724537038</c:v>
                      </c:pt>
                      <c:pt idx="94">
                        <c:v>45926.421724537038</c:v>
                      </c:pt>
                      <c:pt idx="95">
                        <c:v>45926.421724537038</c:v>
                      </c:pt>
                      <c:pt idx="96">
                        <c:v>45926.421724537038</c:v>
                      </c:pt>
                      <c:pt idx="97">
                        <c:v>45926.421724537038</c:v>
                      </c:pt>
                      <c:pt idx="98">
                        <c:v>45926.421724537038</c:v>
                      </c:pt>
                      <c:pt idx="99">
                        <c:v>45926.421724537038</c:v>
                      </c:pt>
                      <c:pt idx="100">
                        <c:v>45926.421724537038</c:v>
                      </c:pt>
                      <c:pt idx="101">
                        <c:v>45926.421736111108</c:v>
                      </c:pt>
                      <c:pt idx="102">
                        <c:v>45926.421736111108</c:v>
                      </c:pt>
                      <c:pt idx="103">
                        <c:v>45926.421736111108</c:v>
                      </c:pt>
                      <c:pt idx="104">
                        <c:v>45926.421736111108</c:v>
                      </c:pt>
                      <c:pt idx="105">
                        <c:v>45926.421736111108</c:v>
                      </c:pt>
                      <c:pt idx="106">
                        <c:v>45926.421736111108</c:v>
                      </c:pt>
                      <c:pt idx="107">
                        <c:v>45926.421736111108</c:v>
                      </c:pt>
                      <c:pt idx="108">
                        <c:v>45926.421736111108</c:v>
                      </c:pt>
                      <c:pt idx="109">
                        <c:v>45926.421736111108</c:v>
                      </c:pt>
                      <c:pt idx="110">
                        <c:v>45926.421736111108</c:v>
                      </c:pt>
                      <c:pt idx="111">
                        <c:v>45926.421736111108</c:v>
                      </c:pt>
                      <c:pt idx="112">
                        <c:v>45926.421736111108</c:v>
                      </c:pt>
                      <c:pt idx="113">
                        <c:v>45926.421736111108</c:v>
                      </c:pt>
                      <c:pt idx="114">
                        <c:v>45926.421736111108</c:v>
                      </c:pt>
                      <c:pt idx="115">
                        <c:v>45926.421736111108</c:v>
                      </c:pt>
                      <c:pt idx="116">
                        <c:v>45926.421736111108</c:v>
                      </c:pt>
                      <c:pt idx="117">
                        <c:v>45926.421736111108</c:v>
                      </c:pt>
                      <c:pt idx="118">
                        <c:v>45926.421736111108</c:v>
                      </c:pt>
                      <c:pt idx="119">
                        <c:v>45926.421747685185</c:v>
                      </c:pt>
                      <c:pt idx="120">
                        <c:v>45926.421747685185</c:v>
                      </c:pt>
                      <c:pt idx="121">
                        <c:v>45926.421747685185</c:v>
                      </c:pt>
                      <c:pt idx="122">
                        <c:v>45926.421747685185</c:v>
                      </c:pt>
                      <c:pt idx="123">
                        <c:v>45926.421747685185</c:v>
                      </c:pt>
                      <c:pt idx="124">
                        <c:v>45926.421747685185</c:v>
                      </c:pt>
                      <c:pt idx="125">
                        <c:v>45926.421747685185</c:v>
                      </c:pt>
                      <c:pt idx="126">
                        <c:v>45926.421747685185</c:v>
                      </c:pt>
                      <c:pt idx="127">
                        <c:v>45926.421747685185</c:v>
                      </c:pt>
                      <c:pt idx="128">
                        <c:v>45926.421747685185</c:v>
                      </c:pt>
                      <c:pt idx="129">
                        <c:v>45926.421747685185</c:v>
                      </c:pt>
                      <c:pt idx="130">
                        <c:v>45926.421747685185</c:v>
                      </c:pt>
                      <c:pt idx="131">
                        <c:v>45926.421747685185</c:v>
                      </c:pt>
                      <c:pt idx="132">
                        <c:v>45926.421747685185</c:v>
                      </c:pt>
                      <c:pt idx="133">
                        <c:v>45926.421747685185</c:v>
                      </c:pt>
                      <c:pt idx="134">
                        <c:v>45926.421747685185</c:v>
                      </c:pt>
                      <c:pt idx="135">
                        <c:v>45926.421747685185</c:v>
                      </c:pt>
                      <c:pt idx="136">
                        <c:v>45926.421747685185</c:v>
                      </c:pt>
                      <c:pt idx="137">
                        <c:v>45926.421747685185</c:v>
                      </c:pt>
                      <c:pt idx="138">
                        <c:v>45926.421747685185</c:v>
                      </c:pt>
                      <c:pt idx="139">
                        <c:v>45926.421759259261</c:v>
                      </c:pt>
                      <c:pt idx="140">
                        <c:v>45926.421759259261</c:v>
                      </c:pt>
                      <c:pt idx="141">
                        <c:v>45926.421759259261</c:v>
                      </c:pt>
                      <c:pt idx="142">
                        <c:v>45926.421759259261</c:v>
                      </c:pt>
                      <c:pt idx="143">
                        <c:v>45926.421759259261</c:v>
                      </c:pt>
                      <c:pt idx="144">
                        <c:v>45926.421759259261</c:v>
                      </c:pt>
                      <c:pt idx="145">
                        <c:v>45926.421759259261</c:v>
                      </c:pt>
                      <c:pt idx="146">
                        <c:v>45926.421759259261</c:v>
                      </c:pt>
                      <c:pt idx="147">
                        <c:v>45926.421759259261</c:v>
                      </c:pt>
                      <c:pt idx="148">
                        <c:v>45926.421759259261</c:v>
                      </c:pt>
                      <c:pt idx="149">
                        <c:v>45926.421759259261</c:v>
                      </c:pt>
                      <c:pt idx="150">
                        <c:v>45926.421759259261</c:v>
                      </c:pt>
                      <c:pt idx="151">
                        <c:v>45926.421759259261</c:v>
                      </c:pt>
                      <c:pt idx="152">
                        <c:v>45926.421759259261</c:v>
                      </c:pt>
                      <c:pt idx="153">
                        <c:v>45926.421759259261</c:v>
                      </c:pt>
                      <c:pt idx="154">
                        <c:v>45926.421759259261</c:v>
                      </c:pt>
                      <c:pt idx="155">
                        <c:v>45926.421759259261</c:v>
                      </c:pt>
                      <c:pt idx="156">
                        <c:v>45926.421759259261</c:v>
                      </c:pt>
                      <c:pt idx="157">
                        <c:v>45926.421759259261</c:v>
                      </c:pt>
                      <c:pt idx="158">
                        <c:v>45926.421759259261</c:v>
                      </c:pt>
                      <c:pt idx="159">
                        <c:v>45926.421770833331</c:v>
                      </c:pt>
                      <c:pt idx="160">
                        <c:v>45926.421770833331</c:v>
                      </c:pt>
                      <c:pt idx="161">
                        <c:v>45926.421770833331</c:v>
                      </c:pt>
                      <c:pt idx="162">
                        <c:v>45926.421770833331</c:v>
                      </c:pt>
                      <c:pt idx="163">
                        <c:v>45926.421770833331</c:v>
                      </c:pt>
                      <c:pt idx="164">
                        <c:v>45926.421770833331</c:v>
                      </c:pt>
                      <c:pt idx="165">
                        <c:v>45926.421770833331</c:v>
                      </c:pt>
                      <c:pt idx="166">
                        <c:v>45926.421770833331</c:v>
                      </c:pt>
                      <c:pt idx="167">
                        <c:v>45926.421770833331</c:v>
                      </c:pt>
                      <c:pt idx="168">
                        <c:v>45926.421770833331</c:v>
                      </c:pt>
                      <c:pt idx="169">
                        <c:v>45926.421770833331</c:v>
                      </c:pt>
                      <c:pt idx="170">
                        <c:v>45926.421770833331</c:v>
                      </c:pt>
                      <c:pt idx="171">
                        <c:v>45926.421770833331</c:v>
                      </c:pt>
                      <c:pt idx="172">
                        <c:v>45926.421770833331</c:v>
                      </c:pt>
                      <c:pt idx="173">
                        <c:v>45926.421770833331</c:v>
                      </c:pt>
                      <c:pt idx="174">
                        <c:v>45926.421770833331</c:v>
                      </c:pt>
                      <c:pt idx="175">
                        <c:v>45926.421770833331</c:v>
                      </c:pt>
                      <c:pt idx="176">
                        <c:v>45926.421770833331</c:v>
                      </c:pt>
                      <c:pt idx="177">
                        <c:v>45926.421782407408</c:v>
                      </c:pt>
                      <c:pt idx="178">
                        <c:v>45926.421782407408</c:v>
                      </c:pt>
                      <c:pt idx="179">
                        <c:v>45926.421782407408</c:v>
                      </c:pt>
                      <c:pt idx="180">
                        <c:v>45926.421782407408</c:v>
                      </c:pt>
                      <c:pt idx="181">
                        <c:v>45926.421782407408</c:v>
                      </c:pt>
                      <c:pt idx="182">
                        <c:v>45926.421782407408</c:v>
                      </c:pt>
                      <c:pt idx="183">
                        <c:v>45926.421782407408</c:v>
                      </c:pt>
                      <c:pt idx="184">
                        <c:v>45926.421782407408</c:v>
                      </c:pt>
                      <c:pt idx="185">
                        <c:v>45926.421782407408</c:v>
                      </c:pt>
                      <c:pt idx="186">
                        <c:v>45926.421782407408</c:v>
                      </c:pt>
                      <c:pt idx="187">
                        <c:v>45926.421782407408</c:v>
                      </c:pt>
                      <c:pt idx="188">
                        <c:v>45926.421782407408</c:v>
                      </c:pt>
                      <c:pt idx="189">
                        <c:v>45926.421782407408</c:v>
                      </c:pt>
                      <c:pt idx="190">
                        <c:v>45926.421782407408</c:v>
                      </c:pt>
                      <c:pt idx="191">
                        <c:v>45926.421782407408</c:v>
                      </c:pt>
                      <c:pt idx="192">
                        <c:v>45926.421782407408</c:v>
                      </c:pt>
                      <c:pt idx="193">
                        <c:v>45926.421782407408</c:v>
                      </c:pt>
                      <c:pt idx="194">
                        <c:v>45926.421782407408</c:v>
                      </c:pt>
                      <c:pt idx="195">
                        <c:v>45926.421782407408</c:v>
                      </c:pt>
                      <c:pt idx="196">
                        <c:v>45926.421782407408</c:v>
                      </c:pt>
                      <c:pt idx="197">
                        <c:v>45926.421782407408</c:v>
                      </c:pt>
                      <c:pt idx="198">
                        <c:v>45926.421782407408</c:v>
                      </c:pt>
                      <c:pt idx="199">
                        <c:v>45926.421793981484</c:v>
                      </c:pt>
                      <c:pt idx="200">
                        <c:v>45926.421793981484</c:v>
                      </c:pt>
                      <c:pt idx="201">
                        <c:v>45926.421793981484</c:v>
                      </c:pt>
                      <c:pt idx="202">
                        <c:v>45926.421793981484</c:v>
                      </c:pt>
                      <c:pt idx="203">
                        <c:v>45926.421793981484</c:v>
                      </c:pt>
                      <c:pt idx="204">
                        <c:v>45926.421793981484</c:v>
                      </c:pt>
                      <c:pt idx="205">
                        <c:v>45926.421793981484</c:v>
                      </c:pt>
                      <c:pt idx="206">
                        <c:v>45926.421793981484</c:v>
                      </c:pt>
                      <c:pt idx="207">
                        <c:v>45926.421793981484</c:v>
                      </c:pt>
                      <c:pt idx="208">
                        <c:v>45926.421793981484</c:v>
                      </c:pt>
                      <c:pt idx="209">
                        <c:v>45926.421793981484</c:v>
                      </c:pt>
                      <c:pt idx="210">
                        <c:v>45926.421793981484</c:v>
                      </c:pt>
                      <c:pt idx="211">
                        <c:v>45926.421793981484</c:v>
                      </c:pt>
                      <c:pt idx="212">
                        <c:v>45926.421793981484</c:v>
                      </c:pt>
                      <c:pt idx="213">
                        <c:v>45926.421793981484</c:v>
                      </c:pt>
                      <c:pt idx="214">
                        <c:v>45926.421793981484</c:v>
                      </c:pt>
                      <c:pt idx="215">
                        <c:v>45926.421793981484</c:v>
                      </c:pt>
                      <c:pt idx="216">
                        <c:v>45926.421793981484</c:v>
                      </c:pt>
                      <c:pt idx="217">
                        <c:v>45926.421793981484</c:v>
                      </c:pt>
                      <c:pt idx="218">
                        <c:v>45926.421793981484</c:v>
                      </c:pt>
                      <c:pt idx="219">
                        <c:v>45926.421793981484</c:v>
                      </c:pt>
                      <c:pt idx="220">
                        <c:v>45926.421805555554</c:v>
                      </c:pt>
                      <c:pt idx="221">
                        <c:v>45926.421805555554</c:v>
                      </c:pt>
                      <c:pt idx="222">
                        <c:v>45926.421805555554</c:v>
                      </c:pt>
                      <c:pt idx="223">
                        <c:v>45926.421805555554</c:v>
                      </c:pt>
                      <c:pt idx="224">
                        <c:v>45926.421805555554</c:v>
                      </c:pt>
                      <c:pt idx="225">
                        <c:v>45926.421805555554</c:v>
                      </c:pt>
                      <c:pt idx="226">
                        <c:v>45926.421805555554</c:v>
                      </c:pt>
                      <c:pt idx="227">
                        <c:v>45926.421805555554</c:v>
                      </c:pt>
                      <c:pt idx="228">
                        <c:v>45926.421805555554</c:v>
                      </c:pt>
                      <c:pt idx="229">
                        <c:v>45926.421805555554</c:v>
                      </c:pt>
                      <c:pt idx="230">
                        <c:v>45926.421805555554</c:v>
                      </c:pt>
                      <c:pt idx="231">
                        <c:v>45926.421805555554</c:v>
                      </c:pt>
                      <c:pt idx="232">
                        <c:v>45926.421805555554</c:v>
                      </c:pt>
                      <c:pt idx="233">
                        <c:v>45926.421805555554</c:v>
                      </c:pt>
                      <c:pt idx="234">
                        <c:v>45926.421805555554</c:v>
                      </c:pt>
                      <c:pt idx="235">
                        <c:v>45926.421805555554</c:v>
                      </c:pt>
                      <c:pt idx="236">
                        <c:v>45926.421805555554</c:v>
                      </c:pt>
                      <c:pt idx="237">
                        <c:v>45926.421805555554</c:v>
                      </c:pt>
                      <c:pt idx="238">
                        <c:v>45926.421805555554</c:v>
                      </c:pt>
                      <c:pt idx="239">
                        <c:v>45926.421805555554</c:v>
                      </c:pt>
                      <c:pt idx="240">
                        <c:v>45926.421805555554</c:v>
                      </c:pt>
                      <c:pt idx="241">
                        <c:v>45926.421817129631</c:v>
                      </c:pt>
                      <c:pt idx="242">
                        <c:v>45926.421817129631</c:v>
                      </c:pt>
                      <c:pt idx="243">
                        <c:v>45926.421817129631</c:v>
                      </c:pt>
                      <c:pt idx="244">
                        <c:v>45926.421817129631</c:v>
                      </c:pt>
                      <c:pt idx="245">
                        <c:v>45926.421817129631</c:v>
                      </c:pt>
                      <c:pt idx="246">
                        <c:v>45926.421817129631</c:v>
                      </c:pt>
                      <c:pt idx="247">
                        <c:v>45926.421817129631</c:v>
                      </c:pt>
                      <c:pt idx="248">
                        <c:v>45926.421817129631</c:v>
                      </c:pt>
                      <c:pt idx="249">
                        <c:v>45926.421817129631</c:v>
                      </c:pt>
                      <c:pt idx="250">
                        <c:v>45926.421817129631</c:v>
                      </c:pt>
                      <c:pt idx="251">
                        <c:v>45926.421817129631</c:v>
                      </c:pt>
                      <c:pt idx="252">
                        <c:v>45926.421817129631</c:v>
                      </c:pt>
                      <c:pt idx="253">
                        <c:v>45926.421817129631</c:v>
                      </c:pt>
                      <c:pt idx="254">
                        <c:v>45926.421817129631</c:v>
                      </c:pt>
                      <c:pt idx="255">
                        <c:v>45926.421817129631</c:v>
                      </c:pt>
                      <c:pt idx="256">
                        <c:v>45926.421817129631</c:v>
                      </c:pt>
                      <c:pt idx="257">
                        <c:v>45926.421817129631</c:v>
                      </c:pt>
                      <c:pt idx="258">
                        <c:v>45926.421817129631</c:v>
                      </c:pt>
                      <c:pt idx="259">
                        <c:v>45926.421817129631</c:v>
                      </c:pt>
                      <c:pt idx="260">
                        <c:v>45926.421817129631</c:v>
                      </c:pt>
                      <c:pt idx="261">
                        <c:v>45926.4218287037</c:v>
                      </c:pt>
                      <c:pt idx="262">
                        <c:v>45926.4218287037</c:v>
                      </c:pt>
                      <c:pt idx="263">
                        <c:v>45926.4218287037</c:v>
                      </c:pt>
                      <c:pt idx="264">
                        <c:v>45926.4218287037</c:v>
                      </c:pt>
                      <c:pt idx="265">
                        <c:v>45926.4218287037</c:v>
                      </c:pt>
                      <c:pt idx="266">
                        <c:v>45926.4218287037</c:v>
                      </c:pt>
                      <c:pt idx="267">
                        <c:v>45926.4218287037</c:v>
                      </c:pt>
                      <c:pt idx="268">
                        <c:v>45926.4218287037</c:v>
                      </c:pt>
                      <c:pt idx="269">
                        <c:v>45926.4218287037</c:v>
                      </c:pt>
                      <c:pt idx="270">
                        <c:v>45926.4218287037</c:v>
                      </c:pt>
                      <c:pt idx="271">
                        <c:v>45926.4218287037</c:v>
                      </c:pt>
                      <c:pt idx="272">
                        <c:v>45926.4218287037</c:v>
                      </c:pt>
                      <c:pt idx="273">
                        <c:v>45926.4218287037</c:v>
                      </c:pt>
                      <c:pt idx="274">
                        <c:v>45926.4218287037</c:v>
                      </c:pt>
                      <c:pt idx="275">
                        <c:v>45926.4218287037</c:v>
                      </c:pt>
                      <c:pt idx="276">
                        <c:v>45926.4218287037</c:v>
                      </c:pt>
                      <c:pt idx="277">
                        <c:v>45926.4218287037</c:v>
                      </c:pt>
                      <c:pt idx="278">
                        <c:v>45926.4218287037</c:v>
                      </c:pt>
                      <c:pt idx="279">
                        <c:v>45926.4218287037</c:v>
                      </c:pt>
                      <c:pt idx="280">
                        <c:v>45926.4218287037</c:v>
                      </c:pt>
                      <c:pt idx="281">
                        <c:v>45926.421840277777</c:v>
                      </c:pt>
                      <c:pt idx="282">
                        <c:v>45926.421840277777</c:v>
                      </c:pt>
                      <c:pt idx="283">
                        <c:v>45926.421840277777</c:v>
                      </c:pt>
                      <c:pt idx="284">
                        <c:v>45926.421840277777</c:v>
                      </c:pt>
                      <c:pt idx="285">
                        <c:v>45926.421840277777</c:v>
                      </c:pt>
                      <c:pt idx="286">
                        <c:v>45926.421840277777</c:v>
                      </c:pt>
                      <c:pt idx="287">
                        <c:v>45926.421840277777</c:v>
                      </c:pt>
                      <c:pt idx="288">
                        <c:v>45926.421840277777</c:v>
                      </c:pt>
                      <c:pt idx="289">
                        <c:v>45926.421840277777</c:v>
                      </c:pt>
                      <c:pt idx="290">
                        <c:v>45926.421840277777</c:v>
                      </c:pt>
                      <c:pt idx="291">
                        <c:v>45926.421840277777</c:v>
                      </c:pt>
                      <c:pt idx="292">
                        <c:v>45926.421840277777</c:v>
                      </c:pt>
                      <c:pt idx="293">
                        <c:v>45926.421840277777</c:v>
                      </c:pt>
                      <c:pt idx="294">
                        <c:v>45926.421840277777</c:v>
                      </c:pt>
                      <c:pt idx="295">
                        <c:v>45926.421840277777</c:v>
                      </c:pt>
                      <c:pt idx="296">
                        <c:v>45926.421840277777</c:v>
                      </c:pt>
                      <c:pt idx="297">
                        <c:v>45926.421840277777</c:v>
                      </c:pt>
                      <c:pt idx="298">
                        <c:v>45926.421840277777</c:v>
                      </c:pt>
                      <c:pt idx="299">
                        <c:v>45926.421840277777</c:v>
                      </c:pt>
                      <c:pt idx="300">
                        <c:v>45926.421840277777</c:v>
                      </c:pt>
                      <c:pt idx="301">
                        <c:v>45926.421840277777</c:v>
                      </c:pt>
                      <c:pt idx="302">
                        <c:v>45926.421851851854</c:v>
                      </c:pt>
                      <c:pt idx="303">
                        <c:v>45926.421851851854</c:v>
                      </c:pt>
                      <c:pt idx="304">
                        <c:v>45926.421851851854</c:v>
                      </c:pt>
                      <c:pt idx="305">
                        <c:v>45926.421851851854</c:v>
                      </c:pt>
                      <c:pt idx="306">
                        <c:v>45926.421851851854</c:v>
                      </c:pt>
                      <c:pt idx="307">
                        <c:v>45926.421851851854</c:v>
                      </c:pt>
                      <c:pt idx="308">
                        <c:v>45926.421851851854</c:v>
                      </c:pt>
                      <c:pt idx="309">
                        <c:v>45926.421851851854</c:v>
                      </c:pt>
                      <c:pt idx="310">
                        <c:v>45926.421851851854</c:v>
                      </c:pt>
                      <c:pt idx="311">
                        <c:v>45926.421851851854</c:v>
                      </c:pt>
                      <c:pt idx="312">
                        <c:v>45926.421851851854</c:v>
                      </c:pt>
                      <c:pt idx="313">
                        <c:v>45926.421851851854</c:v>
                      </c:pt>
                      <c:pt idx="314">
                        <c:v>45926.421851851854</c:v>
                      </c:pt>
                      <c:pt idx="315">
                        <c:v>45926.421851851854</c:v>
                      </c:pt>
                      <c:pt idx="316">
                        <c:v>45926.421851851854</c:v>
                      </c:pt>
                      <c:pt idx="317">
                        <c:v>45926.421851851854</c:v>
                      </c:pt>
                      <c:pt idx="318">
                        <c:v>45926.421851851854</c:v>
                      </c:pt>
                      <c:pt idx="319">
                        <c:v>45926.421851851854</c:v>
                      </c:pt>
                      <c:pt idx="320">
                        <c:v>45926.421851851854</c:v>
                      </c:pt>
                      <c:pt idx="321">
                        <c:v>45926.421851851854</c:v>
                      </c:pt>
                      <c:pt idx="322">
                        <c:v>45926.421863425923</c:v>
                      </c:pt>
                      <c:pt idx="323">
                        <c:v>45926.421863425923</c:v>
                      </c:pt>
                      <c:pt idx="324">
                        <c:v>45926.421863425923</c:v>
                      </c:pt>
                      <c:pt idx="325">
                        <c:v>45926.421863425923</c:v>
                      </c:pt>
                      <c:pt idx="326">
                        <c:v>45926.421863425923</c:v>
                      </c:pt>
                      <c:pt idx="327">
                        <c:v>45926.421863425923</c:v>
                      </c:pt>
                      <c:pt idx="328">
                        <c:v>45926.421863425923</c:v>
                      </c:pt>
                      <c:pt idx="329">
                        <c:v>45926.421863425923</c:v>
                      </c:pt>
                      <c:pt idx="330">
                        <c:v>45926.421863425923</c:v>
                      </c:pt>
                      <c:pt idx="331">
                        <c:v>45926.421863425923</c:v>
                      </c:pt>
                      <c:pt idx="332">
                        <c:v>45926.421863425923</c:v>
                      </c:pt>
                      <c:pt idx="333">
                        <c:v>45926.421863425923</c:v>
                      </c:pt>
                      <c:pt idx="334">
                        <c:v>45926.421863425923</c:v>
                      </c:pt>
                      <c:pt idx="335">
                        <c:v>45926.421863425923</c:v>
                      </c:pt>
                      <c:pt idx="336">
                        <c:v>45926.421863425923</c:v>
                      </c:pt>
                      <c:pt idx="337">
                        <c:v>45926.421863425923</c:v>
                      </c:pt>
                      <c:pt idx="338">
                        <c:v>45926.421863425923</c:v>
                      </c:pt>
                      <c:pt idx="339">
                        <c:v>45926.421863425923</c:v>
                      </c:pt>
                      <c:pt idx="340">
                        <c:v>45926.421863425923</c:v>
                      </c:pt>
                      <c:pt idx="341">
                        <c:v>45926.421875</c:v>
                      </c:pt>
                      <c:pt idx="342">
                        <c:v>45926.421875</c:v>
                      </c:pt>
                      <c:pt idx="343">
                        <c:v>45926.421875</c:v>
                      </c:pt>
                      <c:pt idx="344">
                        <c:v>45926.421875</c:v>
                      </c:pt>
                      <c:pt idx="345">
                        <c:v>45926.421875</c:v>
                      </c:pt>
                      <c:pt idx="346">
                        <c:v>45926.421875</c:v>
                      </c:pt>
                      <c:pt idx="347">
                        <c:v>45926.421875</c:v>
                      </c:pt>
                      <c:pt idx="348">
                        <c:v>45926.421875</c:v>
                      </c:pt>
                      <c:pt idx="349">
                        <c:v>45926.421875</c:v>
                      </c:pt>
                      <c:pt idx="350">
                        <c:v>45926.421875</c:v>
                      </c:pt>
                      <c:pt idx="351">
                        <c:v>45926.421875</c:v>
                      </c:pt>
                      <c:pt idx="352">
                        <c:v>45926.421875</c:v>
                      </c:pt>
                      <c:pt idx="353">
                        <c:v>45926.421875</c:v>
                      </c:pt>
                      <c:pt idx="354">
                        <c:v>45926.421875</c:v>
                      </c:pt>
                      <c:pt idx="355">
                        <c:v>45926.421875</c:v>
                      </c:pt>
                      <c:pt idx="356">
                        <c:v>45926.421875</c:v>
                      </c:pt>
                      <c:pt idx="357">
                        <c:v>45926.421875</c:v>
                      </c:pt>
                      <c:pt idx="358">
                        <c:v>45926.421875</c:v>
                      </c:pt>
                      <c:pt idx="359">
                        <c:v>45926.421875</c:v>
                      </c:pt>
                      <c:pt idx="360">
                        <c:v>45926.421875</c:v>
                      </c:pt>
                      <c:pt idx="361">
                        <c:v>45926.421886574077</c:v>
                      </c:pt>
                      <c:pt idx="362">
                        <c:v>45926.421886574077</c:v>
                      </c:pt>
                      <c:pt idx="363">
                        <c:v>45926.421886574077</c:v>
                      </c:pt>
                      <c:pt idx="364">
                        <c:v>45926.421886574077</c:v>
                      </c:pt>
                      <c:pt idx="365">
                        <c:v>45926.421886574077</c:v>
                      </c:pt>
                      <c:pt idx="366">
                        <c:v>45926.421886574077</c:v>
                      </c:pt>
                      <c:pt idx="367">
                        <c:v>45926.421886574077</c:v>
                      </c:pt>
                      <c:pt idx="368">
                        <c:v>45926.421886574077</c:v>
                      </c:pt>
                      <c:pt idx="369">
                        <c:v>45926.421886574077</c:v>
                      </c:pt>
                      <c:pt idx="370">
                        <c:v>45926.421886574077</c:v>
                      </c:pt>
                      <c:pt idx="371">
                        <c:v>45926.421886574077</c:v>
                      </c:pt>
                      <c:pt idx="372">
                        <c:v>45926.421886574077</c:v>
                      </c:pt>
                      <c:pt idx="373">
                        <c:v>45926.421886574077</c:v>
                      </c:pt>
                      <c:pt idx="374">
                        <c:v>45926.421886574077</c:v>
                      </c:pt>
                      <c:pt idx="375">
                        <c:v>45926.421886574077</c:v>
                      </c:pt>
                      <c:pt idx="376">
                        <c:v>45926.421886574077</c:v>
                      </c:pt>
                      <c:pt idx="377">
                        <c:v>45926.421886574077</c:v>
                      </c:pt>
                      <c:pt idx="378">
                        <c:v>45926.421886574077</c:v>
                      </c:pt>
                      <c:pt idx="379">
                        <c:v>45926.421886574077</c:v>
                      </c:pt>
                      <c:pt idx="380">
                        <c:v>45926.421886574077</c:v>
                      </c:pt>
                      <c:pt idx="381">
                        <c:v>45926.421898148146</c:v>
                      </c:pt>
                      <c:pt idx="382">
                        <c:v>45926.421898148146</c:v>
                      </c:pt>
                      <c:pt idx="383">
                        <c:v>45926.421898148146</c:v>
                      </c:pt>
                      <c:pt idx="384">
                        <c:v>45926.421898148146</c:v>
                      </c:pt>
                      <c:pt idx="385">
                        <c:v>45926.421898148146</c:v>
                      </c:pt>
                      <c:pt idx="386">
                        <c:v>45926.421898148146</c:v>
                      </c:pt>
                      <c:pt idx="387">
                        <c:v>45926.421898148146</c:v>
                      </c:pt>
                      <c:pt idx="388">
                        <c:v>45926.421898148146</c:v>
                      </c:pt>
                      <c:pt idx="389">
                        <c:v>45926.421898148146</c:v>
                      </c:pt>
                      <c:pt idx="390">
                        <c:v>45926.421898148146</c:v>
                      </c:pt>
                      <c:pt idx="391">
                        <c:v>45926.421898148146</c:v>
                      </c:pt>
                      <c:pt idx="392">
                        <c:v>45926.421898148146</c:v>
                      </c:pt>
                      <c:pt idx="393">
                        <c:v>45926.421898148146</c:v>
                      </c:pt>
                      <c:pt idx="394">
                        <c:v>45926.421898148146</c:v>
                      </c:pt>
                      <c:pt idx="395">
                        <c:v>45926.421898148146</c:v>
                      </c:pt>
                      <c:pt idx="396">
                        <c:v>45926.421898148146</c:v>
                      </c:pt>
                      <c:pt idx="397">
                        <c:v>45926.421898148146</c:v>
                      </c:pt>
                      <c:pt idx="398">
                        <c:v>45926.421898148146</c:v>
                      </c:pt>
                      <c:pt idx="399">
                        <c:v>45926.421898148146</c:v>
                      </c:pt>
                      <c:pt idx="400">
                        <c:v>45926.421909722223</c:v>
                      </c:pt>
                      <c:pt idx="401">
                        <c:v>45926.421909722223</c:v>
                      </c:pt>
                      <c:pt idx="402">
                        <c:v>45926.421909722223</c:v>
                      </c:pt>
                      <c:pt idx="403">
                        <c:v>45926.421909722223</c:v>
                      </c:pt>
                      <c:pt idx="404">
                        <c:v>45926.421909722223</c:v>
                      </c:pt>
                      <c:pt idx="405">
                        <c:v>45926.421909722223</c:v>
                      </c:pt>
                      <c:pt idx="406">
                        <c:v>45926.421909722223</c:v>
                      </c:pt>
                      <c:pt idx="407">
                        <c:v>45926.421909722223</c:v>
                      </c:pt>
                      <c:pt idx="408">
                        <c:v>45926.421909722223</c:v>
                      </c:pt>
                      <c:pt idx="409">
                        <c:v>45926.421909722223</c:v>
                      </c:pt>
                      <c:pt idx="410">
                        <c:v>45926.421909722223</c:v>
                      </c:pt>
                      <c:pt idx="411">
                        <c:v>45926.421909722223</c:v>
                      </c:pt>
                      <c:pt idx="412">
                        <c:v>45926.421909722223</c:v>
                      </c:pt>
                      <c:pt idx="413">
                        <c:v>45926.421909722223</c:v>
                      </c:pt>
                    </c:numCache>
                  </c:num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Sheet1!$D$2:$D$415</c15:sqref>
                        </c15:formulaRef>
                      </c:ext>
                    </c:extLst>
                    <c:numCache>
                      <c:formatCode>General</c:formatCode>
                      <c:ptCount val="414"/>
                      <c:pt idx="0">
                        <c:v>0.5</c:v>
                      </c:pt>
                      <c:pt idx="1">
                        <c:v>0.5</c:v>
                      </c:pt>
                      <c:pt idx="2">
                        <c:v>0.5</c:v>
                      </c:pt>
                      <c:pt idx="3">
                        <c:v>0.5</c:v>
                      </c:pt>
                      <c:pt idx="4">
                        <c:v>0.5</c:v>
                      </c:pt>
                      <c:pt idx="5">
                        <c:v>0.5</c:v>
                      </c:pt>
                      <c:pt idx="6">
                        <c:v>0.5</c:v>
                      </c:pt>
                      <c:pt idx="7">
                        <c:v>0.5</c:v>
                      </c:pt>
                      <c:pt idx="8">
                        <c:v>0.5</c:v>
                      </c:pt>
                      <c:pt idx="9">
                        <c:v>0.5</c:v>
                      </c:pt>
                      <c:pt idx="10">
                        <c:v>0.5</c:v>
                      </c:pt>
                      <c:pt idx="11">
                        <c:v>0.5</c:v>
                      </c:pt>
                      <c:pt idx="12">
                        <c:v>0.5</c:v>
                      </c:pt>
                      <c:pt idx="13">
                        <c:v>0.5</c:v>
                      </c:pt>
                      <c:pt idx="14">
                        <c:v>0.5</c:v>
                      </c:pt>
                      <c:pt idx="15">
                        <c:v>0.5</c:v>
                      </c:pt>
                      <c:pt idx="16">
                        <c:v>0.5</c:v>
                      </c:pt>
                      <c:pt idx="17">
                        <c:v>0.5</c:v>
                      </c:pt>
                      <c:pt idx="18">
                        <c:v>0.5</c:v>
                      </c:pt>
                      <c:pt idx="19">
                        <c:v>0.5</c:v>
                      </c:pt>
                      <c:pt idx="20">
                        <c:v>0.5</c:v>
                      </c:pt>
                      <c:pt idx="21">
                        <c:v>0.5</c:v>
                      </c:pt>
                      <c:pt idx="22">
                        <c:v>0.5</c:v>
                      </c:pt>
                      <c:pt idx="23">
                        <c:v>0.5</c:v>
                      </c:pt>
                      <c:pt idx="24">
                        <c:v>0.5</c:v>
                      </c:pt>
                      <c:pt idx="25">
                        <c:v>0.5</c:v>
                      </c:pt>
                      <c:pt idx="26">
                        <c:v>0.5</c:v>
                      </c:pt>
                      <c:pt idx="27">
                        <c:v>0.5</c:v>
                      </c:pt>
                      <c:pt idx="28">
                        <c:v>0.5</c:v>
                      </c:pt>
                      <c:pt idx="29">
                        <c:v>0.5</c:v>
                      </c:pt>
                      <c:pt idx="30">
                        <c:v>0.5</c:v>
                      </c:pt>
                      <c:pt idx="31">
                        <c:v>0.5</c:v>
                      </c:pt>
                      <c:pt idx="32">
                        <c:v>0.5</c:v>
                      </c:pt>
                      <c:pt idx="33">
                        <c:v>0.5</c:v>
                      </c:pt>
                      <c:pt idx="34">
                        <c:v>0.5</c:v>
                      </c:pt>
                      <c:pt idx="35">
                        <c:v>0.5</c:v>
                      </c:pt>
                      <c:pt idx="36">
                        <c:v>0.5</c:v>
                      </c:pt>
                      <c:pt idx="37">
                        <c:v>0.5</c:v>
                      </c:pt>
                      <c:pt idx="38">
                        <c:v>0.5</c:v>
                      </c:pt>
                      <c:pt idx="39">
                        <c:v>0.5</c:v>
                      </c:pt>
                      <c:pt idx="40">
                        <c:v>0.5</c:v>
                      </c:pt>
                      <c:pt idx="41">
                        <c:v>0.5</c:v>
                      </c:pt>
                      <c:pt idx="42">
                        <c:v>0.5</c:v>
                      </c:pt>
                      <c:pt idx="43">
                        <c:v>0.5</c:v>
                      </c:pt>
                      <c:pt idx="44">
                        <c:v>0.5</c:v>
                      </c:pt>
                      <c:pt idx="45">
                        <c:v>0.5</c:v>
                      </c:pt>
                      <c:pt idx="46">
                        <c:v>0.5</c:v>
                      </c:pt>
                      <c:pt idx="47">
                        <c:v>0.5</c:v>
                      </c:pt>
                      <c:pt idx="48">
                        <c:v>0.5</c:v>
                      </c:pt>
                      <c:pt idx="49">
                        <c:v>0.5</c:v>
                      </c:pt>
                      <c:pt idx="50">
                        <c:v>0.5</c:v>
                      </c:pt>
                      <c:pt idx="51">
                        <c:v>0.5</c:v>
                      </c:pt>
                      <c:pt idx="52">
                        <c:v>0.5</c:v>
                      </c:pt>
                      <c:pt idx="53">
                        <c:v>0.5</c:v>
                      </c:pt>
                      <c:pt idx="54">
                        <c:v>0.5</c:v>
                      </c:pt>
                      <c:pt idx="55">
                        <c:v>0.5</c:v>
                      </c:pt>
                      <c:pt idx="56">
                        <c:v>0.5</c:v>
                      </c:pt>
                      <c:pt idx="57">
                        <c:v>0.5</c:v>
                      </c:pt>
                      <c:pt idx="58">
                        <c:v>0.5</c:v>
                      </c:pt>
                      <c:pt idx="59">
                        <c:v>0.5</c:v>
                      </c:pt>
                      <c:pt idx="60">
                        <c:v>0.5</c:v>
                      </c:pt>
                      <c:pt idx="61">
                        <c:v>0.5</c:v>
                      </c:pt>
                      <c:pt idx="62">
                        <c:v>0.5</c:v>
                      </c:pt>
                      <c:pt idx="63">
                        <c:v>0.5</c:v>
                      </c:pt>
                      <c:pt idx="64">
                        <c:v>0.5</c:v>
                      </c:pt>
                      <c:pt idx="65">
                        <c:v>0.5</c:v>
                      </c:pt>
                      <c:pt idx="66">
                        <c:v>0.5</c:v>
                      </c:pt>
                      <c:pt idx="67">
                        <c:v>0.5</c:v>
                      </c:pt>
                      <c:pt idx="68">
                        <c:v>0.5</c:v>
                      </c:pt>
                      <c:pt idx="69">
                        <c:v>0.5</c:v>
                      </c:pt>
                      <c:pt idx="70">
                        <c:v>0.5</c:v>
                      </c:pt>
                      <c:pt idx="71">
                        <c:v>0.5</c:v>
                      </c:pt>
                      <c:pt idx="72">
                        <c:v>0.5</c:v>
                      </c:pt>
                      <c:pt idx="73">
                        <c:v>0.5</c:v>
                      </c:pt>
                      <c:pt idx="74">
                        <c:v>0.5</c:v>
                      </c:pt>
                      <c:pt idx="75">
                        <c:v>0.5</c:v>
                      </c:pt>
                      <c:pt idx="76">
                        <c:v>0.5</c:v>
                      </c:pt>
                      <c:pt idx="77">
                        <c:v>0.5</c:v>
                      </c:pt>
                      <c:pt idx="78">
                        <c:v>0.501</c:v>
                      </c:pt>
                      <c:pt idx="79">
                        <c:v>0.51100000000000001</c:v>
                      </c:pt>
                      <c:pt idx="80">
                        <c:v>0.52400000000000002</c:v>
                      </c:pt>
                      <c:pt idx="81">
                        <c:v>0.53600000000000003</c:v>
                      </c:pt>
                      <c:pt idx="82">
                        <c:v>0.54100000000000004</c:v>
                      </c:pt>
                      <c:pt idx="83">
                        <c:v>0.55700000000000005</c:v>
                      </c:pt>
                      <c:pt idx="84">
                        <c:v>0.56499999999999995</c:v>
                      </c:pt>
                      <c:pt idx="85">
                        <c:v>0.57199999999999995</c:v>
                      </c:pt>
                      <c:pt idx="86">
                        <c:v>0.58399999999999996</c:v>
                      </c:pt>
                      <c:pt idx="87">
                        <c:v>0.59099999999999997</c:v>
                      </c:pt>
                      <c:pt idx="88">
                        <c:v>0.60399999999999998</c:v>
                      </c:pt>
                      <c:pt idx="89">
                        <c:v>0.61199999999999999</c:v>
                      </c:pt>
                      <c:pt idx="90">
                        <c:v>0.623</c:v>
                      </c:pt>
                      <c:pt idx="91">
                        <c:v>0.63700000000000001</c:v>
                      </c:pt>
                      <c:pt idx="92">
                        <c:v>0.64300000000000002</c:v>
                      </c:pt>
                      <c:pt idx="93">
                        <c:v>0.65300000000000002</c:v>
                      </c:pt>
                      <c:pt idx="94">
                        <c:v>0.66600000000000004</c:v>
                      </c:pt>
                      <c:pt idx="95">
                        <c:v>0.67900000000000005</c:v>
                      </c:pt>
                      <c:pt idx="96">
                        <c:v>0.68899999999999995</c:v>
                      </c:pt>
                      <c:pt idx="97">
                        <c:v>0.70299999999999996</c:v>
                      </c:pt>
                      <c:pt idx="98">
                        <c:v>0.70699999999999996</c:v>
                      </c:pt>
                      <c:pt idx="99">
                        <c:v>0.71699999999999997</c:v>
                      </c:pt>
                      <c:pt idx="100">
                        <c:v>0.72799999999999998</c:v>
                      </c:pt>
                      <c:pt idx="101">
                        <c:v>0.73299999999999998</c:v>
                      </c:pt>
                      <c:pt idx="102">
                        <c:v>0.748</c:v>
                      </c:pt>
                      <c:pt idx="103">
                        <c:v>0.75700000000000001</c:v>
                      </c:pt>
                      <c:pt idx="104">
                        <c:v>0.77200000000000002</c:v>
                      </c:pt>
                      <c:pt idx="105">
                        <c:v>0.78900000000000003</c:v>
                      </c:pt>
                      <c:pt idx="106">
                        <c:v>0.79900000000000004</c:v>
                      </c:pt>
                      <c:pt idx="107">
                        <c:v>0.80700000000000005</c:v>
                      </c:pt>
                      <c:pt idx="108">
                        <c:v>0.81799999999999995</c:v>
                      </c:pt>
                      <c:pt idx="109">
                        <c:v>0.82899999999999996</c:v>
                      </c:pt>
                      <c:pt idx="110">
                        <c:v>0.84</c:v>
                      </c:pt>
                      <c:pt idx="111">
                        <c:v>0.84899999999999998</c:v>
                      </c:pt>
                      <c:pt idx="112">
                        <c:v>0.86399999999999999</c:v>
                      </c:pt>
                      <c:pt idx="113">
                        <c:v>0.873</c:v>
                      </c:pt>
                      <c:pt idx="114">
                        <c:v>0.88400000000000001</c:v>
                      </c:pt>
                      <c:pt idx="115">
                        <c:v>0.89</c:v>
                      </c:pt>
                      <c:pt idx="116">
                        <c:v>0.90100000000000002</c:v>
                      </c:pt>
                      <c:pt idx="117">
                        <c:v>0.91200000000000003</c:v>
                      </c:pt>
                      <c:pt idx="118">
                        <c:v>0.92500000000000004</c:v>
                      </c:pt>
                      <c:pt idx="119">
                        <c:v>0.93600000000000005</c:v>
                      </c:pt>
                      <c:pt idx="120">
                        <c:v>0.94099999999999995</c:v>
                      </c:pt>
                      <c:pt idx="121">
                        <c:v>0.95299999999999996</c:v>
                      </c:pt>
                      <c:pt idx="122">
                        <c:v>0.96199999999999997</c:v>
                      </c:pt>
                      <c:pt idx="123">
                        <c:v>0.97</c:v>
                      </c:pt>
                      <c:pt idx="124">
                        <c:v>0.98099999999999998</c:v>
                      </c:pt>
                      <c:pt idx="125">
                        <c:v>0.98899999999999999</c:v>
                      </c:pt>
                      <c:pt idx="126">
                        <c:v>0.996</c:v>
                      </c:pt>
                      <c:pt idx="127">
                        <c:v>1</c:v>
                      </c:pt>
                      <c:pt idx="128">
                        <c:v>0.999</c:v>
                      </c:pt>
                      <c:pt idx="129">
                        <c:v>0.999</c:v>
                      </c:pt>
                      <c:pt idx="130">
                        <c:v>0.999</c:v>
                      </c:pt>
                      <c:pt idx="131">
                        <c:v>0.998</c:v>
                      </c:pt>
                      <c:pt idx="132">
                        <c:v>1</c:v>
                      </c:pt>
                      <c:pt idx="133">
                        <c:v>0.998</c:v>
                      </c:pt>
                      <c:pt idx="134">
                        <c:v>0.998</c:v>
                      </c:pt>
                      <c:pt idx="135">
                        <c:v>0.999</c:v>
                      </c:pt>
                      <c:pt idx="136">
                        <c:v>0.998</c:v>
                      </c:pt>
                      <c:pt idx="137">
                        <c:v>1</c:v>
                      </c:pt>
                      <c:pt idx="138">
                        <c:v>1</c:v>
                      </c:pt>
                      <c:pt idx="139">
                        <c:v>0.999</c:v>
                      </c:pt>
                      <c:pt idx="140">
                        <c:v>1</c:v>
                      </c:pt>
                      <c:pt idx="141">
                        <c:v>1</c:v>
                      </c:pt>
                      <c:pt idx="142">
                        <c:v>1</c:v>
                      </c:pt>
                      <c:pt idx="143">
                        <c:v>1</c:v>
                      </c:pt>
                      <c:pt idx="144">
                        <c:v>0.999</c:v>
                      </c:pt>
                      <c:pt idx="145">
                        <c:v>1</c:v>
                      </c:pt>
                      <c:pt idx="146">
                        <c:v>1</c:v>
                      </c:pt>
                      <c:pt idx="147">
                        <c:v>1</c:v>
                      </c:pt>
                      <c:pt idx="148">
                        <c:v>1</c:v>
                      </c:pt>
                      <c:pt idx="149">
                        <c:v>0.999</c:v>
                      </c:pt>
                      <c:pt idx="150">
                        <c:v>1</c:v>
                      </c:pt>
                      <c:pt idx="151">
                        <c:v>0.999</c:v>
                      </c:pt>
                      <c:pt idx="152">
                        <c:v>0.998</c:v>
                      </c:pt>
                      <c:pt idx="153">
                        <c:v>0.997</c:v>
                      </c:pt>
                      <c:pt idx="154">
                        <c:v>1</c:v>
                      </c:pt>
                      <c:pt idx="155">
                        <c:v>1</c:v>
                      </c:pt>
                      <c:pt idx="156">
                        <c:v>0.999</c:v>
                      </c:pt>
                      <c:pt idx="157">
                        <c:v>1</c:v>
                      </c:pt>
                      <c:pt idx="158">
                        <c:v>0.999</c:v>
                      </c:pt>
                      <c:pt idx="159">
                        <c:v>1</c:v>
                      </c:pt>
                      <c:pt idx="160">
                        <c:v>0.999</c:v>
                      </c:pt>
                      <c:pt idx="161">
                        <c:v>1</c:v>
                      </c:pt>
                      <c:pt idx="162">
                        <c:v>1</c:v>
                      </c:pt>
                      <c:pt idx="163">
                        <c:v>1</c:v>
                      </c:pt>
                      <c:pt idx="164">
                        <c:v>1</c:v>
                      </c:pt>
                      <c:pt idx="165">
                        <c:v>1</c:v>
                      </c:pt>
                      <c:pt idx="166">
                        <c:v>1</c:v>
                      </c:pt>
                      <c:pt idx="167">
                        <c:v>1</c:v>
                      </c:pt>
                      <c:pt idx="168">
                        <c:v>1</c:v>
                      </c:pt>
                      <c:pt idx="169">
                        <c:v>1</c:v>
                      </c:pt>
                      <c:pt idx="170">
                        <c:v>1</c:v>
                      </c:pt>
                      <c:pt idx="171">
                        <c:v>1</c:v>
                      </c:pt>
                      <c:pt idx="172">
                        <c:v>0.999</c:v>
                      </c:pt>
                      <c:pt idx="173">
                        <c:v>1</c:v>
                      </c:pt>
                      <c:pt idx="174">
                        <c:v>1</c:v>
                      </c:pt>
                      <c:pt idx="175">
                        <c:v>1</c:v>
                      </c:pt>
                      <c:pt idx="176">
                        <c:v>1</c:v>
                      </c:pt>
                      <c:pt idx="177">
                        <c:v>0.999</c:v>
                      </c:pt>
                      <c:pt idx="178">
                        <c:v>1</c:v>
                      </c:pt>
                      <c:pt idx="179">
                        <c:v>0.999</c:v>
                      </c:pt>
                      <c:pt idx="180">
                        <c:v>1</c:v>
                      </c:pt>
                      <c:pt idx="181">
                        <c:v>1</c:v>
                      </c:pt>
                      <c:pt idx="182">
                        <c:v>1</c:v>
                      </c:pt>
                      <c:pt idx="183">
                        <c:v>1</c:v>
                      </c:pt>
                      <c:pt idx="184">
                        <c:v>1</c:v>
                      </c:pt>
                      <c:pt idx="185">
                        <c:v>1</c:v>
                      </c:pt>
                      <c:pt idx="186">
                        <c:v>1</c:v>
                      </c:pt>
                      <c:pt idx="187">
                        <c:v>1</c:v>
                      </c:pt>
                      <c:pt idx="188">
                        <c:v>1</c:v>
                      </c:pt>
                      <c:pt idx="189">
                        <c:v>1</c:v>
                      </c:pt>
                      <c:pt idx="190">
                        <c:v>0.998</c:v>
                      </c:pt>
                      <c:pt idx="191">
                        <c:v>1</c:v>
                      </c:pt>
                      <c:pt idx="192">
                        <c:v>0.997</c:v>
                      </c:pt>
                      <c:pt idx="193">
                        <c:v>1</c:v>
                      </c:pt>
                      <c:pt idx="194">
                        <c:v>1</c:v>
                      </c:pt>
                      <c:pt idx="195">
                        <c:v>0.999</c:v>
                      </c:pt>
                      <c:pt idx="196">
                        <c:v>1</c:v>
                      </c:pt>
                      <c:pt idx="197">
                        <c:v>1</c:v>
                      </c:pt>
                      <c:pt idx="198">
                        <c:v>0.999</c:v>
                      </c:pt>
                      <c:pt idx="199">
                        <c:v>1</c:v>
                      </c:pt>
                      <c:pt idx="200">
                        <c:v>1</c:v>
                      </c:pt>
                      <c:pt idx="201">
                        <c:v>0.997</c:v>
                      </c:pt>
                      <c:pt idx="202">
                        <c:v>1</c:v>
                      </c:pt>
                      <c:pt idx="203">
                        <c:v>0.997</c:v>
                      </c:pt>
                      <c:pt idx="204">
                        <c:v>1</c:v>
                      </c:pt>
                      <c:pt idx="205">
                        <c:v>1</c:v>
                      </c:pt>
                      <c:pt idx="206">
                        <c:v>0.998</c:v>
                      </c:pt>
                      <c:pt idx="207">
                        <c:v>0.999</c:v>
                      </c:pt>
                      <c:pt idx="208">
                        <c:v>0.998</c:v>
                      </c:pt>
                      <c:pt idx="209">
                        <c:v>0.997</c:v>
                      </c:pt>
                      <c:pt idx="210">
                        <c:v>0.997</c:v>
                      </c:pt>
                      <c:pt idx="211">
                        <c:v>0.999</c:v>
                      </c:pt>
                      <c:pt idx="212">
                        <c:v>1</c:v>
                      </c:pt>
                      <c:pt idx="213">
                        <c:v>1</c:v>
                      </c:pt>
                      <c:pt idx="214">
                        <c:v>0.998</c:v>
                      </c:pt>
                      <c:pt idx="215">
                        <c:v>1</c:v>
                      </c:pt>
                      <c:pt idx="216">
                        <c:v>0.999</c:v>
                      </c:pt>
                      <c:pt idx="217">
                        <c:v>1</c:v>
                      </c:pt>
                      <c:pt idx="218">
                        <c:v>1</c:v>
                      </c:pt>
                      <c:pt idx="219">
                        <c:v>1</c:v>
                      </c:pt>
                      <c:pt idx="220">
                        <c:v>1</c:v>
                      </c:pt>
                      <c:pt idx="221">
                        <c:v>1</c:v>
                      </c:pt>
                      <c:pt idx="222">
                        <c:v>1</c:v>
                      </c:pt>
                      <c:pt idx="223">
                        <c:v>1</c:v>
                      </c:pt>
                      <c:pt idx="224">
                        <c:v>1</c:v>
                      </c:pt>
                      <c:pt idx="225">
                        <c:v>1</c:v>
                      </c:pt>
                      <c:pt idx="226">
                        <c:v>1</c:v>
                      </c:pt>
                      <c:pt idx="227">
                        <c:v>1</c:v>
                      </c:pt>
                      <c:pt idx="228">
                        <c:v>1</c:v>
                      </c:pt>
                      <c:pt idx="229">
                        <c:v>0.998</c:v>
                      </c:pt>
                      <c:pt idx="230">
                        <c:v>0.998</c:v>
                      </c:pt>
                      <c:pt idx="231">
                        <c:v>0.998</c:v>
                      </c:pt>
                      <c:pt idx="232">
                        <c:v>1</c:v>
                      </c:pt>
                      <c:pt idx="233">
                        <c:v>0.999</c:v>
                      </c:pt>
                      <c:pt idx="234">
                        <c:v>1</c:v>
                      </c:pt>
                      <c:pt idx="235">
                        <c:v>1</c:v>
                      </c:pt>
                      <c:pt idx="236">
                        <c:v>1</c:v>
                      </c:pt>
                      <c:pt idx="237">
                        <c:v>1</c:v>
                      </c:pt>
                      <c:pt idx="238">
                        <c:v>1</c:v>
                      </c:pt>
                      <c:pt idx="239">
                        <c:v>1</c:v>
                      </c:pt>
                      <c:pt idx="240">
                        <c:v>0.998</c:v>
                      </c:pt>
                      <c:pt idx="241">
                        <c:v>1</c:v>
                      </c:pt>
                      <c:pt idx="242">
                        <c:v>1</c:v>
                      </c:pt>
                      <c:pt idx="243">
                        <c:v>0.999</c:v>
                      </c:pt>
                      <c:pt idx="244">
                        <c:v>1</c:v>
                      </c:pt>
                      <c:pt idx="245">
                        <c:v>0.998</c:v>
                      </c:pt>
                      <c:pt idx="246">
                        <c:v>0.99199999999999999</c:v>
                      </c:pt>
                      <c:pt idx="247">
                        <c:v>0.97399999999999998</c:v>
                      </c:pt>
                      <c:pt idx="248">
                        <c:v>0.96499999999999997</c:v>
                      </c:pt>
                      <c:pt idx="249">
                        <c:v>0.95</c:v>
                      </c:pt>
                      <c:pt idx="250">
                        <c:v>0.93700000000000006</c:v>
                      </c:pt>
                      <c:pt idx="251">
                        <c:v>0.92800000000000005</c:v>
                      </c:pt>
                      <c:pt idx="252">
                        <c:v>0.91700000000000004</c:v>
                      </c:pt>
                      <c:pt idx="253">
                        <c:v>0.89300000000000002</c:v>
                      </c:pt>
                      <c:pt idx="254">
                        <c:v>0.877</c:v>
                      </c:pt>
                      <c:pt idx="255">
                        <c:v>0.87</c:v>
                      </c:pt>
                      <c:pt idx="256">
                        <c:v>0.85299999999999998</c:v>
                      </c:pt>
                      <c:pt idx="257">
                        <c:v>0.83899999999999997</c:v>
                      </c:pt>
                      <c:pt idx="258">
                        <c:v>0.82599999999999996</c:v>
                      </c:pt>
                      <c:pt idx="259">
                        <c:v>0.81</c:v>
                      </c:pt>
                      <c:pt idx="260">
                        <c:v>0.79700000000000004</c:v>
                      </c:pt>
                      <c:pt idx="261">
                        <c:v>0.78200000000000003</c:v>
                      </c:pt>
                      <c:pt idx="262">
                        <c:v>0.77</c:v>
                      </c:pt>
                      <c:pt idx="263">
                        <c:v>0.748</c:v>
                      </c:pt>
                      <c:pt idx="264">
                        <c:v>0.73799999999999999</c:v>
                      </c:pt>
                      <c:pt idx="265">
                        <c:v>0.72399999999999998</c:v>
                      </c:pt>
                      <c:pt idx="266">
                        <c:v>0.71399999999999997</c:v>
                      </c:pt>
                      <c:pt idx="267">
                        <c:v>0.69599999999999995</c:v>
                      </c:pt>
                      <c:pt idx="268">
                        <c:v>0.68500000000000005</c:v>
                      </c:pt>
                      <c:pt idx="269">
                        <c:v>0.65900000000000003</c:v>
                      </c:pt>
                      <c:pt idx="270">
                        <c:v>0.64200000000000002</c:v>
                      </c:pt>
                      <c:pt idx="271">
                        <c:v>0.63</c:v>
                      </c:pt>
                      <c:pt idx="272">
                        <c:v>0.61699999999999999</c:v>
                      </c:pt>
                      <c:pt idx="273">
                        <c:v>0.60799999999999998</c:v>
                      </c:pt>
                      <c:pt idx="274">
                        <c:v>0.59299999999999997</c:v>
                      </c:pt>
                      <c:pt idx="275">
                        <c:v>0.57899999999999996</c:v>
                      </c:pt>
                      <c:pt idx="276">
                        <c:v>0.56599999999999995</c:v>
                      </c:pt>
                      <c:pt idx="277">
                        <c:v>0.55500000000000005</c:v>
                      </c:pt>
                      <c:pt idx="278">
                        <c:v>0.54700000000000004</c:v>
                      </c:pt>
                      <c:pt idx="279">
                        <c:v>0.52900000000000003</c:v>
                      </c:pt>
                      <c:pt idx="280">
                        <c:v>0.51700000000000002</c:v>
                      </c:pt>
                      <c:pt idx="281">
                        <c:v>0.501</c:v>
                      </c:pt>
                      <c:pt idx="282">
                        <c:v>0.5</c:v>
                      </c:pt>
                      <c:pt idx="283">
                        <c:v>0.5</c:v>
                      </c:pt>
                      <c:pt idx="284">
                        <c:v>0.5</c:v>
                      </c:pt>
                      <c:pt idx="285">
                        <c:v>0.5</c:v>
                      </c:pt>
                      <c:pt idx="286">
                        <c:v>0.5</c:v>
                      </c:pt>
                      <c:pt idx="287">
                        <c:v>0.5</c:v>
                      </c:pt>
                      <c:pt idx="288">
                        <c:v>0.5</c:v>
                      </c:pt>
                      <c:pt idx="289">
                        <c:v>0.5</c:v>
                      </c:pt>
                      <c:pt idx="290">
                        <c:v>0.5</c:v>
                      </c:pt>
                      <c:pt idx="291">
                        <c:v>0.5</c:v>
                      </c:pt>
                      <c:pt idx="292">
                        <c:v>0.5</c:v>
                      </c:pt>
                      <c:pt idx="293">
                        <c:v>0.5</c:v>
                      </c:pt>
                      <c:pt idx="294">
                        <c:v>0.5</c:v>
                      </c:pt>
                      <c:pt idx="295">
                        <c:v>0.5</c:v>
                      </c:pt>
                      <c:pt idx="296">
                        <c:v>0.5</c:v>
                      </c:pt>
                      <c:pt idx="297">
                        <c:v>0.5</c:v>
                      </c:pt>
                      <c:pt idx="298">
                        <c:v>0.5</c:v>
                      </c:pt>
                      <c:pt idx="299">
                        <c:v>0.5</c:v>
                      </c:pt>
                      <c:pt idx="300">
                        <c:v>0.5</c:v>
                      </c:pt>
                      <c:pt idx="301">
                        <c:v>0.5</c:v>
                      </c:pt>
                      <c:pt idx="302">
                        <c:v>0.5</c:v>
                      </c:pt>
                      <c:pt idx="303">
                        <c:v>0.5</c:v>
                      </c:pt>
                      <c:pt idx="304">
                        <c:v>0.5</c:v>
                      </c:pt>
                      <c:pt idx="305">
                        <c:v>0.5</c:v>
                      </c:pt>
                      <c:pt idx="306">
                        <c:v>0.5</c:v>
                      </c:pt>
                      <c:pt idx="307">
                        <c:v>0.5</c:v>
                      </c:pt>
                      <c:pt idx="308">
                        <c:v>0.5</c:v>
                      </c:pt>
                      <c:pt idx="309">
                        <c:v>0.5</c:v>
                      </c:pt>
                      <c:pt idx="310">
                        <c:v>0.5</c:v>
                      </c:pt>
                      <c:pt idx="311">
                        <c:v>0.5</c:v>
                      </c:pt>
                      <c:pt idx="312">
                        <c:v>0.5</c:v>
                      </c:pt>
                      <c:pt idx="313">
                        <c:v>0.5</c:v>
                      </c:pt>
                      <c:pt idx="314">
                        <c:v>0.5</c:v>
                      </c:pt>
                      <c:pt idx="315">
                        <c:v>0.5</c:v>
                      </c:pt>
                      <c:pt idx="316">
                        <c:v>0.5</c:v>
                      </c:pt>
                      <c:pt idx="317">
                        <c:v>0.5</c:v>
                      </c:pt>
                      <c:pt idx="318">
                        <c:v>0.5</c:v>
                      </c:pt>
                      <c:pt idx="319">
                        <c:v>0.5</c:v>
                      </c:pt>
                      <c:pt idx="320">
                        <c:v>0.5</c:v>
                      </c:pt>
                      <c:pt idx="321">
                        <c:v>0.5</c:v>
                      </c:pt>
                      <c:pt idx="322">
                        <c:v>0.5</c:v>
                      </c:pt>
                      <c:pt idx="323">
                        <c:v>0.5</c:v>
                      </c:pt>
                      <c:pt idx="324">
                        <c:v>0.5</c:v>
                      </c:pt>
                      <c:pt idx="325">
                        <c:v>0.5</c:v>
                      </c:pt>
                      <c:pt idx="326">
                        <c:v>0.5</c:v>
                      </c:pt>
                      <c:pt idx="327">
                        <c:v>0.5</c:v>
                      </c:pt>
                      <c:pt idx="328">
                        <c:v>0.5</c:v>
                      </c:pt>
                      <c:pt idx="329">
                        <c:v>0.5</c:v>
                      </c:pt>
                      <c:pt idx="330">
                        <c:v>0.5</c:v>
                      </c:pt>
                      <c:pt idx="331">
                        <c:v>0.5</c:v>
                      </c:pt>
                      <c:pt idx="332">
                        <c:v>0.5</c:v>
                      </c:pt>
                      <c:pt idx="333">
                        <c:v>0.5</c:v>
                      </c:pt>
                      <c:pt idx="334">
                        <c:v>0.5</c:v>
                      </c:pt>
                      <c:pt idx="335">
                        <c:v>0.5</c:v>
                      </c:pt>
                      <c:pt idx="336">
                        <c:v>0.5</c:v>
                      </c:pt>
                      <c:pt idx="337">
                        <c:v>0.5</c:v>
                      </c:pt>
                      <c:pt idx="338">
                        <c:v>0.5</c:v>
                      </c:pt>
                      <c:pt idx="339">
                        <c:v>0.5</c:v>
                      </c:pt>
                      <c:pt idx="340">
                        <c:v>0.5</c:v>
                      </c:pt>
                      <c:pt idx="341">
                        <c:v>0.5</c:v>
                      </c:pt>
                      <c:pt idx="342">
                        <c:v>0.5</c:v>
                      </c:pt>
                      <c:pt idx="343">
                        <c:v>0.5</c:v>
                      </c:pt>
                      <c:pt idx="344">
                        <c:v>0.5</c:v>
                      </c:pt>
                      <c:pt idx="345">
                        <c:v>0.5</c:v>
                      </c:pt>
                      <c:pt idx="346">
                        <c:v>0.5</c:v>
                      </c:pt>
                      <c:pt idx="347">
                        <c:v>0.5</c:v>
                      </c:pt>
                      <c:pt idx="348">
                        <c:v>0.5</c:v>
                      </c:pt>
                      <c:pt idx="349">
                        <c:v>0.5</c:v>
                      </c:pt>
                      <c:pt idx="350">
                        <c:v>0.5</c:v>
                      </c:pt>
                      <c:pt idx="351">
                        <c:v>0.5</c:v>
                      </c:pt>
                      <c:pt idx="352">
                        <c:v>0.5</c:v>
                      </c:pt>
                      <c:pt idx="353">
                        <c:v>0.5</c:v>
                      </c:pt>
                      <c:pt idx="354">
                        <c:v>0.5</c:v>
                      </c:pt>
                      <c:pt idx="355">
                        <c:v>0.5</c:v>
                      </c:pt>
                      <c:pt idx="356">
                        <c:v>0.5</c:v>
                      </c:pt>
                      <c:pt idx="357">
                        <c:v>0.5</c:v>
                      </c:pt>
                      <c:pt idx="358">
                        <c:v>0.5</c:v>
                      </c:pt>
                      <c:pt idx="359">
                        <c:v>0.5</c:v>
                      </c:pt>
                      <c:pt idx="360">
                        <c:v>0.5</c:v>
                      </c:pt>
                      <c:pt idx="361">
                        <c:v>0.5</c:v>
                      </c:pt>
                      <c:pt idx="362">
                        <c:v>0.5</c:v>
                      </c:pt>
                      <c:pt idx="363">
                        <c:v>0.5</c:v>
                      </c:pt>
                      <c:pt idx="364">
                        <c:v>0.5</c:v>
                      </c:pt>
                      <c:pt idx="365">
                        <c:v>0.5</c:v>
                      </c:pt>
                      <c:pt idx="366">
                        <c:v>0.5</c:v>
                      </c:pt>
                      <c:pt idx="367">
                        <c:v>0.5</c:v>
                      </c:pt>
                      <c:pt idx="368">
                        <c:v>0.5</c:v>
                      </c:pt>
                      <c:pt idx="369">
                        <c:v>0.5</c:v>
                      </c:pt>
                      <c:pt idx="370">
                        <c:v>0.5</c:v>
                      </c:pt>
                      <c:pt idx="371">
                        <c:v>0.5</c:v>
                      </c:pt>
                      <c:pt idx="372">
                        <c:v>0.5</c:v>
                      </c:pt>
                      <c:pt idx="373">
                        <c:v>0.5</c:v>
                      </c:pt>
                      <c:pt idx="374">
                        <c:v>0.5</c:v>
                      </c:pt>
                      <c:pt idx="375">
                        <c:v>0.5</c:v>
                      </c:pt>
                      <c:pt idx="376">
                        <c:v>0.5</c:v>
                      </c:pt>
                      <c:pt idx="377">
                        <c:v>0.5</c:v>
                      </c:pt>
                      <c:pt idx="378">
                        <c:v>0.5</c:v>
                      </c:pt>
                      <c:pt idx="379">
                        <c:v>0.5</c:v>
                      </c:pt>
                      <c:pt idx="380">
                        <c:v>0.5</c:v>
                      </c:pt>
                      <c:pt idx="381">
                        <c:v>0.5</c:v>
                      </c:pt>
                      <c:pt idx="382">
                        <c:v>0.5</c:v>
                      </c:pt>
                      <c:pt idx="383">
                        <c:v>0.5</c:v>
                      </c:pt>
                      <c:pt idx="384">
                        <c:v>0.5</c:v>
                      </c:pt>
                      <c:pt idx="385">
                        <c:v>0.5</c:v>
                      </c:pt>
                      <c:pt idx="386">
                        <c:v>0.5</c:v>
                      </c:pt>
                      <c:pt idx="387">
                        <c:v>0.5</c:v>
                      </c:pt>
                      <c:pt idx="388">
                        <c:v>0.5</c:v>
                      </c:pt>
                      <c:pt idx="389">
                        <c:v>0.5</c:v>
                      </c:pt>
                      <c:pt idx="390">
                        <c:v>0.5</c:v>
                      </c:pt>
                      <c:pt idx="391">
                        <c:v>0.5</c:v>
                      </c:pt>
                      <c:pt idx="392">
                        <c:v>0.5</c:v>
                      </c:pt>
                      <c:pt idx="393">
                        <c:v>0.5</c:v>
                      </c:pt>
                      <c:pt idx="394">
                        <c:v>0.5</c:v>
                      </c:pt>
                      <c:pt idx="395">
                        <c:v>0.5</c:v>
                      </c:pt>
                      <c:pt idx="396">
                        <c:v>0.5</c:v>
                      </c:pt>
                      <c:pt idx="397">
                        <c:v>0.5</c:v>
                      </c:pt>
                      <c:pt idx="398">
                        <c:v>0.5</c:v>
                      </c:pt>
                      <c:pt idx="399">
                        <c:v>0.5</c:v>
                      </c:pt>
                      <c:pt idx="400">
                        <c:v>0.5</c:v>
                      </c:pt>
                      <c:pt idx="401">
                        <c:v>0.5</c:v>
                      </c:pt>
                      <c:pt idx="402">
                        <c:v>0.5</c:v>
                      </c:pt>
                      <c:pt idx="403">
                        <c:v>0.5</c:v>
                      </c:pt>
                      <c:pt idx="404">
                        <c:v>0.5</c:v>
                      </c:pt>
                      <c:pt idx="405">
                        <c:v>0.5</c:v>
                      </c:pt>
                      <c:pt idx="406">
                        <c:v>0.5</c:v>
                      </c:pt>
                      <c:pt idx="407">
                        <c:v>0.5</c:v>
                      </c:pt>
                      <c:pt idx="408">
                        <c:v>0.5</c:v>
                      </c:pt>
                      <c:pt idx="409">
                        <c:v>0.5</c:v>
                      </c:pt>
                      <c:pt idx="410">
                        <c:v>0.5</c:v>
                      </c:pt>
                      <c:pt idx="411">
                        <c:v>0.5</c:v>
                      </c:pt>
                      <c:pt idx="412">
                        <c:v>0.5</c:v>
                      </c:pt>
                      <c:pt idx="413">
                        <c:v>0.5</c:v>
                      </c:pt>
                    </c:numCache>
                  </c:numRef>
                </c: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3-2239-428B-AE7C-9456B07AA3B8}"/>
                  </c:ext>
                </c:extLst>
              </c15:ser>
            </c15:filteredLineSeries>
            <c15:filteredLineSeries>
              <c15:ser>
                <c:idx val="3"/>
                <c:order val="3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Sheet1!$E$1</c15:sqref>
                        </c15:formulaRef>
                      </c:ext>
                    </c:extLst>
                    <c:strCache>
                      <c:ptCount val="1"/>
                      <c:pt idx="0">
                        <c:v>D1308
선속비례제어</c:v>
                      </c:pt>
                    </c:strCache>
                  </c:strRef>
                </c:tx>
                <c:spPr>
                  <a:ln w="28575" cap="rnd">
                    <a:solidFill>
                      <a:schemeClr val="accent4"/>
                    </a:solidFill>
                    <a:round/>
                  </a:ln>
                  <a:effectLst/>
                </c:spPr>
                <c:marker>
                  <c:symbol val="none"/>
                </c:marker>
                <c:cat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Sheet1!$A$2:$A$415</c15:sqref>
                        </c15:formulaRef>
                      </c:ext>
                    </c:extLst>
                    <c:numCache>
                      <c:formatCode>yyyy/mm/dd\ ddd\ hh:mm:ss</c:formatCode>
                      <c:ptCount val="414"/>
                      <c:pt idx="0">
                        <c:v>45926.421666666669</c:v>
                      </c:pt>
                      <c:pt idx="1">
                        <c:v>45926.421678240738</c:v>
                      </c:pt>
                      <c:pt idx="2">
                        <c:v>45926.421678240738</c:v>
                      </c:pt>
                      <c:pt idx="3">
                        <c:v>45926.421678240738</c:v>
                      </c:pt>
                      <c:pt idx="4">
                        <c:v>45926.421678240738</c:v>
                      </c:pt>
                      <c:pt idx="5">
                        <c:v>45926.421678240738</c:v>
                      </c:pt>
                      <c:pt idx="6">
                        <c:v>45926.421678240738</c:v>
                      </c:pt>
                      <c:pt idx="7">
                        <c:v>45926.421678240738</c:v>
                      </c:pt>
                      <c:pt idx="8">
                        <c:v>45926.421678240738</c:v>
                      </c:pt>
                      <c:pt idx="9">
                        <c:v>45926.421678240738</c:v>
                      </c:pt>
                      <c:pt idx="10">
                        <c:v>45926.421678240738</c:v>
                      </c:pt>
                      <c:pt idx="11">
                        <c:v>45926.421678240738</c:v>
                      </c:pt>
                      <c:pt idx="12">
                        <c:v>45926.421678240738</c:v>
                      </c:pt>
                      <c:pt idx="13">
                        <c:v>45926.421678240738</c:v>
                      </c:pt>
                      <c:pt idx="14">
                        <c:v>45926.421678240738</c:v>
                      </c:pt>
                      <c:pt idx="15">
                        <c:v>45926.421678240738</c:v>
                      </c:pt>
                      <c:pt idx="16">
                        <c:v>45926.421678240738</c:v>
                      </c:pt>
                      <c:pt idx="17">
                        <c:v>45926.421678240738</c:v>
                      </c:pt>
                      <c:pt idx="18">
                        <c:v>45926.421678240738</c:v>
                      </c:pt>
                      <c:pt idx="19">
                        <c:v>45926.421678240738</c:v>
                      </c:pt>
                      <c:pt idx="20">
                        <c:v>45926.421678240738</c:v>
                      </c:pt>
                      <c:pt idx="21">
                        <c:v>45926.421689814815</c:v>
                      </c:pt>
                      <c:pt idx="22">
                        <c:v>45926.421689814815</c:v>
                      </c:pt>
                      <c:pt idx="23">
                        <c:v>45926.421689814815</c:v>
                      </c:pt>
                      <c:pt idx="24">
                        <c:v>45926.421689814815</c:v>
                      </c:pt>
                      <c:pt idx="25">
                        <c:v>45926.421689814815</c:v>
                      </c:pt>
                      <c:pt idx="26">
                        <c:v>45926.421689814815</c:v>
                      </c:pt>
                      <c:pt idx="27">
                        <c:v>45926.421689814815</c:v>
                      </c:pt>
                      <c:pt idx="28">
                        <c:v>45926.421689814815</c:v>
                      </c:pt>
                      <c:pt idx="29">
                        <c:v>45926.421689814815</c:v>
                      </c:pt>
                      <c:pt idx="30">
                        <c:v>45926.421689814815</c:v>
                      </c:pt>
                      <c:pt idx="31">
                        <c:v>45926.421689814815</c:v>
                      </c:pt>
                      <c:pt idx="32">
                        <c:v>45926.421689814815</c:v>
                      </c:pt>
                      <c:pt idx="33">
                        <c:v>45926.421689814815</c:v>
                      </c:pt>
                      <c:pt idx="34">
                        <c:v>45926.421689814815</c:v>
                      </c:pt>
                      <c:pt idx="35">
                        <c:v>45926.421689814815</c:v>
                      </c:pt>
                      <c:pt idx="36">
                        <c:v>45926.421689814815</c:v>
                      </c:pt>
                      <c:pt idx="37">
                        <c:v>45926.421689814815</c:v>
                      </c:pt>
                      <c:pt idx="38">
                        <c:v>45926.421689814815</c:v>
                      </c:pt>
                      <c:pt idx="39">
                        <c:v>45926.421689814815</c:v>
                      </c:pt>
                      <c:pt idx="40">
                        <c:v>45926.421689814815</c:v>
                      </c:pt>
                      <c:pt idx="41">
                        <c:v>45926.421689814815</c:v>
                      </c:pt>
                      <c:pt idx="42">
                        <c:v>45926.421701388892</c:v>
                      </c:pt>
                      <c:pt idx="43">
                        <c:v>45926.421701388892</c:v>
                      </c:pt>
                      <c:pt idx="44">
                        <c:v>45926.421701388892</c:v>
                      </c:pt>
                      <c:pt idx="45">
                        <c:v>45926.421701388892</c:v>
                      </c:pt>
                      <c:pt idx="46">
                        <c:v>45926.421701388892</c:v>
                      </c:pt>
                      <c:pt idx="47">
                        <c:v>45926.421701388892</c:v>
                      </c:pt>
                      <c:pt idx="48">
                        <c:v>45926.421701388892</c:v>
                      </c:pt>
                      <c:pt idx="49">
                        <c:v>45926.421701388892</c:v>
                      </c:pt>
                      <c:pt idx="50">
                        <c:v>45926.421701388892</c:v>
                      </c:pt>
                      <c:pt idx="51">
                        <c:v>45926.421701388892</c:v>
                      </c:pt>
                      <c:pt idx="52">
                        <c:v>45926.421701388892</c:v>
                      </c:pt>
                      <c:pt idx="53">
                        <c:v>45926.421701388892</c:v>
                      </c:pt>
                      <c:pt idx="54">
                        <c:v>45926.421701388892</c:v>
                      </c:pt>
                      <c:pt idx="55">
                        <c:v>45926.421701388892</c:v>
                      </c:pt>
                      <c:pt idx="56">
                        <c:v>45926.421701388892</c:v>
                      </c:pt>
                      <c:pt idx="57">
                        <c:v>45926.421701388892</c:v>
                      </c:pt>
                      <c:pt idx="58">
                        <c:v>45926.421701388892</c:v>
                      </c:pt>
                      <c:pt idx="59">
                        <c:v>45926.421701388892</c:v>
                      </c:pt>
                      <c:pt idx="60">
                        <c:v>45926.421701388892</c:v>
                      </c:pt>
                      <c:pt idx="61">
                        <c:v>45926.421701388892</c:v>
                      </c:pt>
                      <c:pt idx="62">
                        <c:v>45926.421712962961</c:v>
                      </c:pt>
                      <c:pt idx="63">
                        <c:v>45926.421712962961</c:v>
                      </c:pt>
                      <c:pt idx="64">
                        <c:v>45926.421712962961</c:v>
                      </c:pt>
                      <c:pt idx="65">
                        <c:v>45926.421712962961</c:v>
                      </c:pt>
                      <c:pt idx="66">
                        <c:v>45926.421712962961</c:v>
                      </c:pt>
                      <c:pt idx="67">
                        <c:v>45926.421712962961</c:v>
                      </c:pt>
                      <c:pt idx="68">
                        <c:v>45926.421712962961</c:v>
                      </c:pt>
                      <c:pt idx="69">
                        <c:v>45926.421712962961</c:v>
                      </c:pt>
                      <c:pt idx="70">
                        <c:v>45926.421712962961</c:v>
                      </c:pt>
                      <c:pt idx="71">
                        <c:v>45926.421712962961</c:v>
                      </c:pt>
                      <c:pt idx="72">
                        <c:v>45926.421712962961</c:v>
                      </c:pt>
                      <c:pt idx="73">
                        <c:v>45926.421712962961</c:v>
                      </c:pt>
                      <c:pt idx="74">
                        <c:v>45926.421712962961</c:v>
                      </c:pt>
                      <c:pt idx="75">
                        <c:v>45926.421712962961</c:v>
                      </c:pt>
                      <c:pt idx="76">
                        <c:v>45926.421712962961</c:v>
                      </c:pt>
                      <c:pt idx="77">
                        <c:v>45926.421712962961</c:v>
                      </c:pt>
                      <c:pt idx="78">
                        <c:v>45926.421712962961</c:v>
                      </c:pt>
                      <c:pt idx="79">
                        <c:v>45926.421712962961</c:v>
                      </c:pt>
                      <c:pt idx="80">
                        <c:v>45926.421712962961</c:v>
                      </c:pt>
                      <c:pt idx="81">
                        <c:v>45926.421724537038</c:v>
                      </c:pt>
                      <c:pt idx="82">
                        <c:v>45926.421724537038</c:v>
                      </c:pt>
                      <c:pt idx="83">
                        <c:v>45926.421724537038</c:v>
                      </c:pt>
                      <c:pt idx="84">
                        <c:v>45926.421724537038</c:v>
                      </c:pt>
                      <c:pt idx="85">
                        <c:v>45926.421724537038</c:v>
                      </c:pt>
                      <c:pt idx="86">
                        <c:v>45926.421724537038</c:v>
                      </c:pt>
                      <c:pt idx="87">
                        <c:v>45926.421724537038</c:v>
                      </c:pt>
                      <c:pt idx="88">
                        <c:v>45926.421724537038</c:v>
                      </c:pt>
                      <c:pt idx="89">
                        <c:v>45926.421724537038</c:v>
                      </c:pt>
                      <c:pt idx="90">
                        <c:v>45926.421724537038</c:v>
                      </c:pt>
                      <c:pt idx="91">
                        <c:v>45926.421724537038</c:v>
                      </c:pt>
                      <c:pt idx="92">
                        <c:v>45926.421724537038</c:v>
                      </c:pt>
                      <c:pt idx="93">
                        <c:v>45926.421724537038</c:v>
                      </c:pt>
                      <c:pt idx="94">
                        <c:v>45926.421724537038</c:v>
                      </c:pt>
                      <c:pt idx="95">
                        <c:v>45926.421724537038</c:v>
                      </c:pt>
                      <c:pt idx="96">
                        <c:v>45926.421724537038</c:v>
                      </c:pt>
                      <c:pt idx="97">
                        <c:v>45926.421724537038</c:v>
                      </c:pt>
                      <c:pt idx="98">
                        <c:v>45926.421724537038</c:v>
                      </c:pt>
                      <c:pt idx="99">
                        <c:v>45926.421724537038</c:v>
                      </c:pt>
                      <c:pt idx="100">
                        <c:v>45926.421724537038</c:v>
                      </c:pt>
                      <c:pt idx="101">
                        <c:v>45926.421736111108</c:v>
                      </c:pt>
                      <c:pt idx="102">
                        <c:v>45926.421736111108</c:v>
                      </c:pt>
                      <c:pt idx="103">
                        <c:v>45926.421736111108</c:v>
                      </c:pt>
                      <c:pt idx="104">
                        <c:v>45926.421736111108</c:v>
                      </c:pt>
                      <c:pt idx="105">
                        <c:v>45926.421736111108</c:v>
                      </c:pt>
                      <c:pt idx="106">
                        <c:v>45926.421736111108</c:v>
                      </c:pt>
                      <c:pt idx="107">
                        <c:v>45926.421736111108</c:v>
                      </c:pt>
                      <c:pt idx="108">
                        <c:v>45926.421736111108</c:v>
                      </c:pt>
                      <c:pt idx="109">
                        <c:v>45926.421736111108</c:v>
                      </c:pt>
                      <c:pt idx="110">
                        <c:v>45926.421736111108</c:v>
                      </c:pt>
                      <c:pt idx="111">
                        <c:v>45926.421736111108</c:v>
                      </c:pt>
                      <c:pt idx="112">
                        <c:v>45926.421736111108</c:v>
                      </c:pt>
                      <c:pt idx="113">
                        <c:v>45926.421736111108</c:v>
                      </c:pt>
                      <c:pt idx="114">
                        <c:v>45926.421736111108</c:v>
                      </c:pt>
                      <c:pt idx="115">
                        <c:v>45926.421736111108</c:v>
                      </c:pt>
                      <c:pt idx="116">
                        <c:v>45926.421736111108</c:v>
                      </c:pt>
                      <c:pt idx="117">
                        <c:v>45926.421736111108</c:v>
                      </c:pt>
                      <c:pt idx="118">
                        <c:v>45926.421736111108</c:v>
                      </c:pt>
                      <c:pt idx="119">
                        <c:v>45926.421747685185</c:v>
                      </c:pt>
                      <c:pt idx="120">
                        <c:v>45926.421747685185</c:v>
                      </c:pt>
                      <c:pt idx="121">
                        <c:v>45926.421747685185</c:v>
                      </c:pt>
                      <c:pt idx="122">
                        <c:v>45926.421747685185</c:v>
                      </c:pt>
                      <c:pt idx="123">
                        <c:v>45926.421747685185</c:v>
                      </c:pt>
                      <c:pt idx="124">
                        <c:v>45926.421747685185</c:v>
                      </c:pt>
                      <c:pt idx="125">
                        <c:v>45926.421747685185</c:v>
                      </c:pt>
                      <c:pt idx="126">
                        <c:v>45926.421747685185</c:v>
                      </c:pt>
                      <c:pt idx="127">
                        <c:v>45926.421747685185</c:v>
                      </c:pt>
                      <c:pt idx="128">
                        <c:v>45926.421747685185</c:v>
                      </c:pt>
                      <c:pt idx="129">
                        <c:v>45926.421747685185</c:v>
                      </c:pt>
                      <c:pt idx="130">
                        <c:v>45926.421747685185</c:v>
                      </c:pt>
                      <c:pt idx="131">
                        <c:v>45926.421747685185</c:v>
                      </c:pt>
                      <c:pt idx="132">
                        <c:v>45926.421747685185</c:v>
                      </c:pt>
                      <c:pt idx="133">
                        <c:v>45926.421747685185</c:v>
                      </c:pt>
                      <c:pt idx="134">
                        <c:v>45926.421747685185</c:v>
                      </c:pt>
                      <c:pt idx="135">
                        <c:v>45926.421747685185</c:v>
                      </c:pt>
                      <c:pt idx="136">
                        <c:v>45926.421747685185</c:v>
                      </c:pt>
                      <c:pt idx="137">
                        <c:v>45926.421747685185</c:v>
                      </c:pt>
                      <c:pt idx="138">
                        <c:v>45926.421747685185</c:v>
                      </c:pt>
                      <c:pt idx="139">
                        <c:v>45926.421759259261</c:v>
                      </c:pt>
                      <c:pt idx="140">
                        <c:v>45926.421759259261</c:v>
                      </c:pt>
                      <c:pt idx="141">
                        <c:v>45926.421759259261</c:v>
                      </c:pt>
                      <c:pt idx="142">
                        <c:v>45926.421759259261</c:v>
                      </c:pt>
                      <c:pt idx="143">
                        <c:v>45926.421759259261</c:v>
                      </c:pt>
                      <c:pt idx="144">
                        <c:v>45926.421759259261</c:v>
                      </c:pt>
                      <c:pt idx="145">
                        <c:v>45926.421759259261</c:v>
                      </c:pt>
                      <c:pt idx="146">
                        <c:v>45926.421759259261</c:v>
                      </c:pt>
                      <c:pt idx="147">
                        <c:v>45926.421759259261</c:v>
                      </c:pt>
                      <c:pt idx="148">
                        <c:v>45926.421759259261</c:v>
                      </c:pt>
                      <c:pt idx="149">
                        <c:v>45926.421759259261</c:v>
                      </c:pt>
                      <c:pt idx="150">
                        <c:v>45926.421759259261</c:v>
                      </c:pt>
                      <c:pt idx="151">
                        <c:v>45926.421759259261</c:v>
                      </c:pt>
                      <c:pt idx="152">
                        <c:v>45926.421759259261</c:v>
                      </c:pt>
                      <c:pt idx="153">
                        <c:v>45926.421759259261</c:v>
                      </c:pt>
                      <c:pt idx="154">
                        <c:v>45926.421759259261</c:v>
                      </c:pt>
                      <c:pt idx="155">
                        <c:v>45926.421759259261</c:v>
                      </c:pt>
                      <c:pt idx="156">
                        <c:v>45926.421759259261</c:v>
                      </c:pt>
                      <c:pt idx="157">
                        <c:v>45926.421759259261</c:v>
                      </c:pt>
                      <c:pt idx="158">
                        <c:v>45926.421759259261</c:v>
                      </c:pt>
                      <c:pt idx="159">
                        <c:v>45926.421770833331</c:v>
                      </c:pt>
                      <c:pt idx="160">
                        <c:v>45926.421770833331</c:v>
                      </c:pt>
                      <c:pt idx="161">
                        <c:v>45926.421770833331</c:v>
                      </c:pt>
                      <c:pt idx="162">
                        <c:v>45926.421770833331</c:v>
                      </c:pt>
                      <c:pt idx="163">
                        <c:v>45926.421770833331</c:v>
                      </c:pt>
                      <c:pt idx="164">
                        <c:v>45926.421770833331</c:v>
                      </c:pt>
                      <c:pt idx="165">
                        <c:v>45926.421770833331</c:v>
                      </c:pt>
                      <c:pt idx="166">
                        <c:v>45926.421770833331</c:v>
                      </c:pt>
                      <c:pt idx="167">
                        <c:v>45926.421770833331</c:v>
                      </c:pt>
                      <c:pt idx="168">
                        <c:v>45926.421770833331</c:v>
                      </c:pt>
                      <c:pt idx="169">
                        <c:v>45926.421770833331</c:v>
                      </c:pt>
                      <c:pt idx="170">
                        <c:v>45926.421770833331</c:v>
                      </c:pt>
                      <c:pt idx="171">
                        <c:v>45926.421770833331</c:v>
                      </c:pt>
                      <c:pt idx="172">
                        <c:v>45926.421770833331</c:v>
                      </c:pt>
                      <c:pt idx="173">
                        <c:v>45926.421770833331</c:v>
                      </c:pt>
                      <c:pt idx="174">
                        <c:v>45926.421770833331</c:v>
                      </c:pt>
                      <c:pt idx="175">
                        <c:v>45926.421770833331</c:v>
                      </c:pt>
                      <c:pt idx="176">
                        <c:v>45926.421770833331</c:v>
                      </c:pt>
                      <c:pt idx="177">
                        <c:v>45926.421782407408</c:v>
                      </c:pt>
                      <c:pt idx="178">
                        <c:v>45926.421782407408</c:v>
                      </c:pt>
                      <c:pt idx="179">
                        <c:v>45926.421782407408</c:v>
                      </c:pt>
                      <c:pt idx="180">
                        <c:v>45926.421782407408</c:v>
                      </c:pt>
                      <c:pt idx="181">
                        <c:v>45926.421782407408</c:v>
                      </c:pt>
                      <c:pt idx="182">
                        <c:v>45926.421782407408</c:v>
                      </c:pt>
                      <c:pt idx="183">
                        <c:v>45926.421782407408</c:v>
                      </c:pt>
                      <c:pt idx="184">
                        <c:v>45926.421782407408</c:v>
                      </c:pt>
                      <c:pt idx="185">
                        <c:v>45926.421782407408</c:v>
                      </c:pt>
                      <c:pt idx="186">
                        <c:v>45926.421782407408</c:v>
                      </c:pt>
                      <c:pt idx="187">
                        <c:v>45926.421782407408</c:v>
                      </c:pt>
                      <c:pt idx="188">
                        <c:v>45926.421782407408</c:v>
                      </c:pt>
                      <c:pt idx="189">
                        <c:v>45926.421782407408</c:v>
                      </c:pt>
                      <c:pt idx="190">
                        <c:v>45926.421782407408</c:v>
                      </c:pt>
                      <c:pt idx="191">
                        <c:v>45926.421782407408</c:v>
                      </c:pt>
                      <c:pt idx="192">
                        <c:v>45926.421782407408</c:v>
                      </c:pt>
                      <c:pt idx="193">
                        <c:v>45926.421782407408</c:v>
                      </c:pt>
                      <c:pt idx="194">
                        <c:v>45926.421782407408</c:v>
                      </c:pt>
                      <c:pt idx="195">
                        <c:v>45926.421782407408</c:v>
                      </c:pt>
                      <c:pt idx="196">
                        <c:v>45926.421782407408</c:v>
                      </c:pt>
                      <c:pt idx="197">
                        <c:v>45926.421782407408</c:v>
                      </c:pt>
                      <c:pt idx="198">
                        <c:v>45926.421782407408</c:v>
                      </c:pt>
                      <c:pt idx="199">
                        <c:v>45926.421793981484</c:v>
                      </c:pt>
                      <c:pt idx="200">
                        <c:v>45926.421793981484</c:v>
                      </c:pt>
                      <c:pt idx="201">
                        <c:v>45926.421793981484</c:v>
                      </c:pt>
                      <c:pt idx="202">
                        <c:v>45926.421793981484</c:v>
                      </c:pt>
                      <c:pt idx="203">
                        <c:v>45926.421793981484</c:v>
                      </c:pt>
                      <c:pt idx="204">
                        <c:v>45926.421793981484</c:v>
                      </c:pt>
                      <c:pt idx="205">
                        <c:v>45926.421793981484</c:v>
                      </c:pt>
                      <c:pt idx="206">
                        <c:v>45926.421793981484</c:v>
                      </c:pt>
                      <c:pt idx="207">
                        <c:v>45926.421793981484</c:v>
                      </c:pt>
                      <c:pt idx="208">
                        <c:v>45926.421793981484</c:v>
                      </c:pt>
                      <c:pt idx="209">
                        <c:v>45926.421793981484</c:v>
                      </c:pt>
                      <c:pt idx="210">
                        <c:v>45926.421793981484</c:v>
                      </c:pt>
                      <c:pt idx="211">
                        <c:v>45926.421793981484</c:v>
                      </c:pt>
                      <c:pt idx="212">
                        <c:v>45926.421793981484</c:v>
                      </c:pt>
                      <c:pt idx="213">
                        <c:v>45926.421793981484</c:v>
                      </c:pt>
                      <c:pt idx="214">
                        <c:v>45926.421793981484</c:v>
                      </c:pt>
                      <c:pt idx="215">
                        <c:v>45926.421793981484</c:v>
                      </c:pt>
                      <c:pt idx="216">
                        <c:v>45926.421793981484</c:v>
                      </c:pt>
                      <c:pt idx="217">
                        <c:v>45926.421793981484</c:v>
                      </c:pt>
                      <c:pt idx="218">
                        <c:v>45926.421793981484</c:v>
                      </c:pt>
                      <c:pt idx="219">
                        <c:v>45926.421793981484</c:v>
                      </c:pt>
                      <c:pt idx="220">
                        <c:v>45926.421805555554</c:v>
                      </c:pt>
                      <c:pt idx="221">
                        <c:v>45926.421805555554</c:v>
                      </c:pt>
                      <c:pt idx="222">
                        <c:v>45926.421805555554</c:v>
                      </c:pt>
                      <c:pt idx="223">
                        <c:v>45926.421805555554</c:v>
                      </c:pt>
                      <c:pt idx="224">
                        <c:v>45926.421805555554</c:v>
                      </c:pt>
                      <c:pt idx="225">
                        <c:v>45926.421805555554</c:v>
                      </c:pt>
                      <c:pt idx="226">
                        <c:v>45926.421805555554</c:v>
                      </c:pt>
                      <c:pt idx="227">
                        <c:v>45926.421805555554</c:v>
                      </c:pt>
                      <c:pt idx="228">
                        <c:v>45926.421805555554</c:v>
                      </c:pt>
                      <c:pt idx="229">
                        <c:v>45926.421805555554</c:v>
                      </c:pt>
                      <c:pt idx="230">
                        <c:v>45926.421805555554</c:v>
                      </c:pt>
                      <c:pt idx="231">
                        <c:v>45926.421805555554</c:v>
                      </c:pt>
                      <c:pt idx="232">
                        <c:v>45926.421805555554</c:v>
                      </c:pt>
                      <c:pt idx="233">
                        <c:v>45926.421805555554</c:v>
                      </c:pt>
                      <c:pt idx="234">
                        <c:v>45926.421805555554</c:v>
                      </c:pt>
                      <c:pt idx="235">
                        <c:v>45926.421805555554</c:v>
                      </c:pt>
                      <c:pt idx="236">
                        <c:v>45926.421805555554</c:v>
                      </c:pt>
                      <c:pt idx="237">
                        <c:v>45926.421805555554</c:v>
                      </c:pt>
                      <c:pt idx="238">
                        <c:v>45926.421805555554</c:v>
                      </c:pt>
                      <c:pt idx="239">
                        <c:v>45926.421805555554</c:v>
                      </c:pt>
                      <c:pt idx="240">
                        <c:v>45926.421805555554</c:v>
                      </c:pt>
                      <c:pt idx="241">
                        <c:v>45926.421817129631</c:v>
                      </c:pt>
                      <c:pt idx="242">
                        <c:v>45926.421817129631</c:v>
                      </c:pt>
                      <c:pt idx="243">
                        <c:v>45926.421817129631</c:v>
                      </c:pt>
                      <c:pt idx="244">
                        <c:v>45926.421817129631</c:v>
                      </c:pt>
                      <c:pt idx="245">
                        <c:v>45926.421817129631</c:v>
                      </c:pt>
                      <c:pt idx="246">
                        <c:v>45926.421817129631</c:v>
                      </c:pt>
                      <c:pt idx="247">
                        <c:v>45926.421817129631</c:v>
                      </c:pt>
                      <c:pt idx="248">
                        <c:v>45926.421817129631</c:v>
                      </c:pt>
                      <c:pt idx="249">
                        <c:v>45926.421817129631</c:v>
                      </c:pt>
                      <c:pt idx="250">
                        <c:v>45926.421817129631</c:v>
                      </c:pt>
                      <c:pt idx="251">
                        <c:v>45926.421817129631</c:v>
                      </c:pt>
                      <c:pt idx="252">
                        <c:v>45926.421817129631</c:v>
                      </c:pt>
                      <c:pt idx="253">
                        <c:v>45926.421817129631</c:v>
                      </c:pt>
                      <c:pt idx="254">
                        <c:v>45926.421817129631</c:v>
                      </c:pt>
                      <c:pt idx="255">
                        <c:v>45926.421817129631</c:v>
                      </c:pt>
                      <c:pt idx="256">
                        <c:v>45926.421817129631</c:v>
                      </c:pt>
                      <c:pt idx="257">
                        <c:v>45926.421817129631</c:v>
                      </c:pt>
                      <c:pt idx="258">
                        <c:v>45926.421817129631</c:v>
                      </c:pt>
                      <c:pt idx="259">
                        <c:v>45926.421817129631</c:v>
                      </c:pt>
                      <c:pt idx="260">
                        <c:v>45926.421817129631</c:v>
                      </c:pt>
                      <c:pt idx="261">
                        <c:v>45926.4218287037</c:v>
                      </c:pt>
                      <c:pt idx="262">
                        <c:v>45926.4218287037</c:v>
                      </c:pt>
                      <c:pt idx="263">
                        <c:v>45926.4218287037</c:v>
                      </c:pt>
                      <c:pt idx="264">
                        <c:v>45926.4218287037</c:v>
                      </c:pt>
                      <c:pt idx="265">
                        <c:v>45926.4218287037</c:v>
                      </c:pt>
                      <c:pt idx="266">
                        <c:v>45926.4218287037</c:v>
                      </c:pt>
                      <c:pt idx="267">
                        <c:v>45926.4218287037</c:v>
                      </c:pt>
                      <c:pt idx="268">
                        <c:v>45926.4218287037</c:v>
                      </c:pt>
                      <c:pt idx="269">
                        <c:v>45926.4218287037</c:v>
                      </c:pt>
                      <c:pt idx="270">
                        <c:v>45926.4218287037</c:v>
                      </c:pt>
                      <c:pt idx="271">
                        <c:v>45926.4218287037</c:v>
                      </c:pt>
                      <c:pt idx="272">
                        <c:v>45926.4218287037</c:v>
                      </c:pt>
                      <c:pt idx="273">
                        <c:v>45926.4218287037</c:v>
                      </c:pt>
                      <c:pt idx="274">
                        <c:v>45926.4218287037</c:v>
                      </c:pt>
                      <c:pt idx="275">
                        <c:v>45926.4218287037</c:v>
                      </c:pt>
                      <c:pt idx="276">
                        <c:v>45926.4218287037</c:v>
                      </c:pt>
                      <c:pt idx="277">
                        <c:v>45926.4218287037</c:v>
                      </c:pt>
                      <c:pt idx="278">
                        <c:v>45926.4218287037</c:v>
                      </c:pt>
                      <c:pt idx="279">
                        <c:v>45926.4218287037</c:v>
                      </c:pt>
                      <c:pt idx="280">
                        <c:v>45926.4218287037</c:v>
                      </c:pt>
                      <c:pt idx="281">
                        <c:v>45926.421840277777</c:v>
                      </c:pt>
                      <c:pt idx="282">
                        <c:v>45926.421840277777</c:v>
                      </c:pt>
                      <c:pt idx="283">
                        <c:v>45926.421840277777</c:v>
                      </c:pt>
                      <c:pt idx="284">
                        <c:v>45926.421840277777</c:v>
                      </c:pt>
                      <c:pt idx="285">
                        <c:v>45926.421840277777</c:v>
                      </c:pt>
                      <c:pt idx="286">
                        <c:v>45926.421840277777</c:v>
                      </c:pt>
                      <c:pt idx="287">
                        <c:v>45926.421840277777</c:v>
                      </c:pt>
                      <c:pt idx="288">
                        <c:v>45926.421840277777</c:v>
                      </c:pt>
                      <c:pt idx="289">
                        <c:v>45926.421840277777</c:v>
                      </c:pt>
                      <c:pt idx="290">
                        <c:v>45926.421840277777</c:v>
                      </c:pt>
                      <c:pt idx="291">
                        <c:v>45926.421840277777</c:v>
                      </c:pt>
                      <c:pt idx="292">
                        <c:v>45926.421840277777</c:v>
                      </c:pt>
                      <c:pt idx="293">
                        <c:v>45926.421840277777</c:v>
                      </c:pt>
                      <c:pt idx="294">
                        <c:v>45926.421840277777</c:v>
                      </c:pt>
                      <c:pt idx="295">
                        <c:v>45926.421840277777</c:v>
                      </c:pt>
                      <c:pt idx="296">
                        <c:v>45926.421840277777</c:v>
                      </c:pt>
                      <c:pt idx="297">
                        <c:v>45926.421840277777</c:v>
                      </c:pt>
                      <c:pt idx="298">
                        <c:v>45926.421840277777</c:v>
                      </c:pt>
                      <c:pt idx="299">
                        <c:v>45926.421840277777</c:v>
                      </c:pt>
                      <c:pt idx="300">
                        <c:v>45926.421840277777</c:v>
                      </c:pt>
                      <c:pt idx="301">
                        <c:v>45926.421840277777</c:v>
                      </c:pt>
                      <c:pt idx="302">
                        <c:v>45926.421851851854</c:v>
                      </c:pt>
                      <c:pt idx="303">
                        <c:v>45926.421851851854</c:v>
                      </c:pt>
                      <c:pt idx="304">
                        <c:v>45926.421851851854</c:v>
                      </c:pt>
                      <c:pt idx="305">
                        <c:v>45926.421851851854</c:v>
                      </c:pt>
                      <c:pt idx="306">
                        <c:v>45926.421851851854</c:v>
                      </c:pt>
                      <c:pt idx="307">
                        <c:v>45926.421851851854</c:v>
                      </c:pt>
                      <c:pt idx="308">
                        <c:v>45926.421851851854</c:v>
                      </c:pt>
                      <c:pt idx="309">
                        <c:v>45926.421851851854</c:v>
                      </c:pt>
                      <c:pt idx="310">
                        <c:v>45926.421851851854</c:v>
                      </c:pt>
                      <c:pt idx="311">
                        <c:v>45926.421851851854</c:v>
                      </c:pt>
                      <c:pt idx="312">
                        <c:v>45926.421851851854</c:v>
                      </c:pt>
                      <c:pt idx="313">
                        <c:v>45926.421851851854</c:v>
                      </c:pt>
                      <c:pt idx="314">
                        <c:v>45926.421851851854</c:v>
                      </c:pt>
                      <c:pt idx="315">
                        <c:v>45926.421851851854</c:v>
                      </c:pt>
                      <c:pt idx="316">
                        <c:v>45926.421851851854</c:v>
                      </c:pt>
                      <c:pt idx="317">
                        <c:v>45926.421851851854</c:v>
                      </c:pt>
                      <c:pt idx="318">
                        <c:v>45926.421851851854</c:v>
                      </c:pt>
                      <c:pt idx="319">
                        <c:v>45926.421851851854</c:v>
                      </c:pt>
                      <c:pt idx="320">
                        <c:v>45926.421851851854</c:v>
                      </c:pt>
                      <c:pt idx="321">
                        <c:v>45926.421851851854</c:v>
                      </c:pt>
                      <c:pt idx="322">
                        <c:v>45926.421863425923</c:v>
                      </c:pt>
                      <c:pt idx="323">
                        <c:v>45926.421863425923</c:v>
                      </c:pt>
                      <c:pt idx="324">
                        <c:v>45926.421863425923</c:v>
                      </c:pt>
                      <c:pt idx="325">
                        <c:v>45926.421863425923</c:v>
                      </c:pt>
                      <c:pt idx="326">
                        <c:v>45926.421863425923</c:v>
                      </c:pt>
                      <c:pt idx="327">
                        <c:v>45926.421863425923</c:v>
                      </c:pt>
                      <c:pt idx="328">
                        <c:v>45926.421863425923</c:v>
                      </c:pt>
                      <c:pt idx="329">
                        <c:v>45926.421863425923</c:v>
                      </c:pt>
                      <c:pt idx="330">
                        <c:v>45926.421863425923</c:v>
                      </c:pt>
                      <c:pt idx="331">
                        <c:v>45926.421863425923</c:v>
                      </c:pt>
                      <c:pt idx="332">
                        <c:v>45926.421863425923</c:v>
                      </c:pt>
                      <c:pt idx="333">
                        <c:v>45926.421863425923</c:v>
                      </c:pt>
                      <c:pt idx="334">
                        <c:v>45926.421863425923</c:v>
                      </c:pt>
                      <c:pt idx="335">
                        <c:v>45926.421863425923</c:v>
                      </c:pt>
                      <c:pt idx="336">
                        <c:v>45926.421863425923</c:v>
                      </c:pt>
                      <c:pt idx="337">
                        <c:v>45926.421863425923</c:v>
                      </c:pt>
                      <c:pt idx="338">
                        <c:v>45926.421863425923</c:v>
                      </c:pt>
                      <c:pt idx="339">
                        <c:v>45926.421863425923</c:v>
                      </c:pt>
                      <c:pt idx="340">
                        <c:v>45926.421863425923</c:v>
                      </c:pt>
                      <c:pt idx="341">
                        <c:v>45926.421875</c:v>
                      </c:pt>
                      <c:pt idx="342">
                        <c:v>45926.421875</c:v>
                      </c:pt>
                      <c:pt idx="343">
                        <c:v>45926.421875</c:v>
                      </c:pt>
                      <c:pt idx="344">
                        <c:v>45926.421875</c:v>
                      </c:pt>
                      <c:pt idx="345">
                        <c:v>45926.421875</c:v>
                      </c:pt>
                      <c:pt idx="346">
                        <c:v>45926.421875</c:v>
                      </c:pt>
                      <c:pt idx="347">
                        <c:v>45926.421875</c:v>
                      </c:pt>
                      <c:pt idx="348">
                        <c:v>45926.421875</c:v>
                      </c:pt>
                      <c:pt idx="349">
                        <c:v>45926.421875</c:v>
                      </c:pt>
                      <c:pt idx="350">
                        <c:v>45926.421875</c:v>
                      </c:pt>
                      <c:pt idx="351">
                        <c:v>45926.421875</c:v>
                      </c:pt>
                      <c:pt idx="352">
                        <c:v>45926.421875</c:v>
                      </c:pt>
                      <c:pt idx="353">
                        <c:v>45926.421875</c:v>
                      </c:pt>
                      <c:pt idx="354">
                        <c:v>45926.421875</c:v>
                      </c:pt>
                      <c:pt idx="355">
                        <c:v>45926.421875</c:v>
                      </c:pt>
                      <c:pt idx="356">
                        <c:v>45926.421875</c:v>
                      </c:pt>
                      <c:pt idx="357">
                        <c:v>45926.421875</c:v>
                      </c:pt>
                      <c:pt idx="358">
                        <c:v>45926.421875</c:v>
                      </c:pt>
                      <c:pt idx="359">
                        <c:v>45926.421875</c:v>
                      </c:pt>
                      <c:pt idx="360">
                        <c:v>45926.421875</c:v>
                      </c:pt>
                      <c:pt idx="361">
                        <c:v>45926.421886574077</c:v>
                      </c:pt>
                      <c:pt idx="362">
                        <c:v>45926.421886574077</c:v>
                      </c:pt>
                      <c:pt idx="363">
                        <c:v>45926.421886574077</c:v>
                      </c:pt>
                      <c:pt idx="364">
                        <c:v>45926.421886574077</c:v>
                      </c:pt>
                      <c:pt idx="365">
                        <c:v>45926.421886574077</c:v>
                      </c:pt>
                      <c:pt idx="366">
                        <c:v>45926.421886574077</c:v>
                      </c:pt>
                      <c:pt idx="367">
                        <c:v>45926.421886574077</c:v>
                      </c:pt>
                      <c:pt idx="368">
                        <c:v>45926.421886574077</c:v>
                      </c:pt>
                      <c:pt idx="369">
                        <c:v>45926.421886574077</c:v>
                      </c:pt>
                      <c:pt idx="370">
                        <c:v>45926.421886574077</c:v>
                      </c:pt>
                      <c:pt idx="371">
                        <c:v>45926.421886574077</c:v>
                      </c:pt>
                      <c:pt idx="372">
                        <c:v>45926.421886574077</c:v>
                      </c:pt>
                      <c:pt idx="373">
                        <c:v>45926.421886574077</c:v>
                      </c:pt>
                      <c:pt idx="374">
                        <c:v>45926.421886574077</c:v>
                      </c:pt>
                      <c:pt idx="375">
                        <c:v>45926.421886574077</c:v>
                      </c:pt>
                      <c:pt idx="376">
                        <c:v>45926.421886574077</c:v>
                      </c:pt>
                      <c:pt idx="377">
                        <c:v>45926.421886574077</c:v>
                      </c:pt>
                      <c:pt idx="378">
                        <c:v>45926.421886574077</c:v>
                      </c:pt>
                      <c:pt idx="379">
                        <c:v>45926.421886574077</c:v>
                      </c:pt>
                      <c:pt idx="380">
                        <c:v>45926.421886574077</c:v>
                      </c:pt>
                      <c:pt idx="381">
                        <c:v>45926.421898148146</c:v>
                      </c:pt>
                      <c:pt idx="382">
                        <c:v>45926.421898148146</c:v>
                      </c:pt>
                      <c:pt idx="383">
                        <c:v>45926.421898148146</c:v>
                      </c:pt>
                      <c:pt idx="384">
                        <c:v>45926.421898148146</c:v>
                      </c:pt>
                      <c:pt idx="385">
                        <c:v>45926.421898148146</c:v>
                      </c:pt>
                      <c:pt idx="386">
                        <c:v>45926.421898148146</c:v>
                      </c:pt>
                      <c:pt idx="387">
                        <c:v>45926.421898148146</c:v>
                      </c:pt>
                      <c:pt idx="388">
                        <c:v>45926.421898148146</c:v>
                      </c:pt>
                      <c:pt idx="389">
                        <c:v>45926.421898148146</c:v>
                      </c:pt>
                      <c:pt idx="390">
                        <c:v>45926.421898148146</c:v>
                      </c:pt>
                      <c:pt idx="391">
                        <c:v>45926.421898148146</c:v>
                      </c:pt>
                      <c:pt idx="392">
                        <c:v>45926.421898148146</c:v>
                      </c:pt>
                      <c:pt idx="393">
                        <c:v>45926.421898148146</c:v>
                      </c:pt>
                      <c:pt idx="394">
                        <c:v>45926.421898148146</c:v>
                      </c:pt>
                      <c:pt idx="395">
                        <c:v>45926.421898148146</c:v>
                      </c:pt>
                      <c:pt idx="396">
                        <c:v>45926.421898148146</c:v>
                      </c:pt>
                      <c:pt idx="397">
                        <c:v>45926.421898148146</c:v>
                      </c:pt>
                      <c:pt idx="398">
                        <c:v>45926.421898148146</c:v>
                      </c:pt>
                      <c:pt idx="399">
                        <c:v>45926.421898148146</c:v>
                      </c:pt>
                      <c:pt idx="400">
                        <c:v>45926.421909722223</c:v>
                      </c:pt>
                      <c:pt idx="401">
                        <c:v>45926.421909722223</c:v>
                      </c:pt>
                      <c:pt idx="402">
                        <c:v>45926.421909722223</c:v>
                      </c:pt>
                      <c:pt idx="403">
                        <c:v>45926.421909722223</c:v>
                      </c:pt>
                      <c:pt idx="404">
                        <c:v>45926.421909722223</c:v>
                      </c:pt>
                      <c:pt idx="405">
                        <c:v>45926.421909722223</c:v>
                      </c:pt>
                      <c:pt idx="406">
                        <c:v>45926.421909722223</c:v>
                      </c:pt>
                      <c:pt idx="407">
                        <c:v>45926.421909722223</c:v>
                      </c:pt>
                      <c:pt idx="408">
                        <c:v>45926.421909722223</c:v>
                      </c:pt>
                      <c:pt idx="409">
                        <c:v>45926.421909722223</c:v>
                      </c:pt>
                      <c:pt idx="410">
                        <c:v>45926.421909722223</c:v>
                      </c:pt>
                      <c:pt idx="411">
                        <c:v>45926.421909722223</c:v>
                      </c:pt>
                      <c:pt idx="412">
                        <c:v>45926.421909722223</c:v>
                      </c:pt>
                      <c:pt idx="413">
                        <c:v>45926.421909722223</c:v>
                      </c:pt>
                    </c:numCache>
                  </c:num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Sheet1!$E$2:$E$415</c15:sqref>
                        </c15:formulaRef>
                      </c:ext>
                    </c:extLst>
                    <c:numCache>
                      <c:formatCode>General</c:formatCode>
                      <c:ptCount val="414"/>
                      <c:pt idx="0">
                        <c:v>-5.6666660000000002</c:v>
                      </c:pt>
                      <c:pt idx="1">
                        <c:v>-5.6666660000000002</c:v>
                      </c:pt>
                      <c:pt idx="2">
                        <c:v>-5.6666660000000002</c:v>
                      </c:pt>
                      <c:pt idx="3">
                        <c:v>-5.6666660000000002</c:v>
                      </c:pt>
                      <c:pt idx="4">
                        <c:v>-5.6666660000000002</c:v>
                      </c:pt>
                      <c:pt idx="5">
                        <c:v>-5.6666660000000002</c:v>
                      </c:pt>
                      <c:pt idx="6">
                        <c:v>-5.6666660000000002</c:v>
                      </c:pt>
                      <c:pt idx="7">
                        <c:v>-5.6666660000000002</c:v>
                      </c:pt>
                      <c:pt idx="8">
                        <c:v>-5.6666660000000002</c:v>
                      </c:pt>
                      <c:pt idx="9">
                        <c:v>-5.6666660000000002</c:v>
                      </c:pt>
                      <c:pt idx="10">
                        <c:v>-5.6666660000000002</c:v>
                      </c:pt>
                      <c:pt idx="11">
                        <c:v>-5.6666660000000002</c:v>
                      </c:pt>
                      <c:pt idx="12">
                        <c:v>-5.6666660000000002</c:v>
                      </c:pt>
                      <c:pt idx="13">
                        <c:v>-5.6666660000000002</c:v>
                      </c:pt>
                      <c:pt idx="14">
                        <c:v>-5.6666660000000002</c:v>
                      </c:pt>
                      <c:pt idx="15">
                        <c:v>-5.6666660000000002</c:v>
                      </c:pt>
                      <c:pt idx="16">
                        <c:v>-5.6666660000000002</c:v>
                      </c:pt>
                      <c:pt idx="17">
                        <c:v>-5.6666660000000002</c:v>
                      </c:pt>
                      <c:pt idx="18">
                        <c:v>-5.6666660000000002</c:v>
                      </c:pt>
                      <c:pt idx="19">
                        <c:v>-5.6666660000000002</c:v>
                      </c:pt>
                      <c:pt idx="20">
                        <c:v>-5.6666660000000002</c:v>
                      </c:pt>
                      <c:pt idx="21">
                        <c:v>-5.6666660000000002</c:v>
                      </c:pt>
                      <c:pt idx="22">
                        <c:v>-5.6666660000000002</c:v>
                      </c:pt>
                      <c:pt idx="23">
                        <c:v>-5.6666660000000002</c:v>
                      </c:pt>
                      <c:pt idx="24">
                        <c:v>-5.6666660000000002</c:v>
                      </c:pt>
                      <c:pt idx="25">
                        <c:v>-5.6666660000000002</c:v>
                      </c:pt>
                      <c:pt idx="26">
                        <c:v>-5.6666660000000002</c:v>
                      </c:pt>
                      <c:pt idx="27">
                        <c:v>-5.6666660000000002</c:v>
                      </c:pt>
                      <c:pt idx="28">
                        <c:v>-5.6666660000000002</c:v>
                      </c:pt>
                      <c:pt idx="29">
                        <c:v>-5.6666660000000002</c:v>
                      </c:pt>
                      <c:pt idx="30">
                        <c:v>-5.6666660000000002</c:v>
                      </c:pt>
                      <c:pt idx="31">
                        <c:v>-5.6666660000000002</c:v>
                      </c:pt>
                      <c:pt idx="32">
                        <c:v>-5.6666660000000002</c:v>
                      </c:pt>
                      <c:pt idx="33">
                        <c:v>-5.6666660000000002</c:v>
                      </c:pt>
                      <c:pt idx="34">
                        <c:v>-5.6666660000000002</c:v>
                      </c:pt>
                      <c:pt idx="35">
                        <c:v>-5.6666660000000002</c:v>
                      </c:pt>
                      <c:pt idx="36">
                        <c:v>-5.6666660000000002</c:v>
                      </c:pt>
                      <c:pt idx="37">
                        <c:v>-5.6666660000000002</c:v>
                      </c:pt>
                      <c:pt idx="38">
                        <c:v>-31.5</c:v>
                      </c:pt>
                      <c:pt idx="39">
                        <c:v>-33.5</c:v>
                      </c:pt>
                      <c:pt idx="40">
                        <c:v>-32.16666</c:v>
                      </c:pt>
                      <c:pt idx="41">
                        <c:v>-35.333330000000004</c:v>
                      </c:pt>
                      <c:pt idx="42">
                        <c:v>-36</c:v>
                      </c:pt>
                      <c:pt idx="43">
                        <c:v>-32.333329999999997</c:v>
                      </c:pt>
                      <c:pt idx="44">
                        <c:v>-34.333330000000004</c:v>
                      </c:pt>
                      <c:pt idx="45">
                        <c:v>-36.833329999999997</c:v>
                      </c:pt>
                      <c:pt idx="46">
                        <c:v>-37.16666</c:v>
                      </c:pt>
                      <c:pt idx="47">
                        <c:v>-31.83333</c:v>
                      </c:pt>
                      <c:pt idx="48">
                        <c:v>-65.333330000000004</c:v>
                      </c:pt>
                      <c:pt idx="49">
                        <c:v>-33.16666</c:v>
                      </c:pt>
                      <c:pt idx="50">
                        <c:v>-33.16666</c:v>
                      </c:pt>
                      <c:pt idx="51">
                        <c:v>-37</c:v>
                      </c:pt>
                      <c:pt idx="52">
                        <c:v>-36.833329999999997</c:v>
                      </c:pt>
                      <c:pt idx="53">
                        <c:v>-35</c:v>
                      </c:pt>
                      <c:pt idx="54">
                        <c:v>-34.66666</c:v>
                      </c:pt>
                      <c:pt idx="55">
                        <c:v>-34.833330000000004</c:v>
                      </c:pt>
                      <c:pt idx="56">
                        <c:v>-53.833330000000004</c:v>
                      </c:pt>
                      <c:pt idx="57">
                        <c:v>-30.5</c:v>
                      </c:pt>
                      <c:pt idx="58">
                        <c:v>-31.16666</c:v>
                      </c:pt>
                      <c:pt idx="59">
                        <c:v>-29.5</c:v>
                      </c:pt>
                      <c:pt idx="60">
                        <c:v>-30</c:v>
                      </c:pt>
                      <c:pt idx="61">
                        <c:v>-30.5</c:v>
                      </c:pt>
                      <c:pt idx="62">
                        <c:v>-49.833329999999997</c:v>
                      </c:pt>
                      <c:pt idx="63">
                        <c:v>-27.33333</c:v>
                      </c:pt>
                      <c:pt idx="64">
                        <c:v>-28.66666</c:v>
                      </c:pt>
                      <c:pt idx="65">
                        <c:v>-29.5</c:v>
                      </c:pt>
                      <c:pt idx="66">
                        <c:v>-28.66666</c:v>
                      </c:pt>
                      <c:pt idx="67">
                        <c:v>-46.833330000000004</c:v>
                      </c:pt>
                      <c:pt idx="68">
                        <c:v>-35.16666</c:v>
                      </c:pt>
                      <c:pt idx="69">
                        <c:v>-26.666659999999997</c:v>
                      </c:pt>
                      <c:pt idx="70">
                        <c:v>-24.16666</c:v>
                      </c:pt>
                      <c:pt idx="71">
                        <c:v>-22.16666</c:v>
                      </c:pt>
                      <c:pt idx="72">
                        <c:v>-39.833330000000004</c:v>
                      </c:pt>
                      <c:pt idx="73">
                        <c:v>-21.5</c:v>
                      </c:pt>
                      <c:pt idx="74">
                        <c:v>-20.83333</c:v>
                      </c:pt>
                      <c:pt idx="75">
                        <c:v>-19.66667</c:v>
                      </c:pt>
                      <c:pt idx="76">
                        <c:v>-32</c:v>
                      </c:pt>
                      <c:pt idx="77">
                        <c:v>-14.000000000000002</c:v>
                      </c:pt>
                      <c:pt idx="78">
                        <c:v>-15.03</c:v>
                      </c:pt>
                      <c:pt idx="79">
                        <c:v>-32.192999999999998</c:v>
                      </c:pt>
                      <c:pt idx="80">
                        <c:v>-18.34</c:v>
                      </c:pt>
                      <c:pt idx="81">
                        <c:v>-17.509330000000002</c:v>
                      </c:pt>
                      <c:pt idx="82">
                        <c:v>-18.754670000000001</c:v>
                      </c:pt>
                      <c:pt idx="83">
                        <c:v>-29.520999999999997</c:v>
                      </c:pt>
                      <c:pt idx="84">
                        <c:v>-17.891670000000001</c:v>
                      </c:pt>
                      <c:pt idx="85">
                        <c:v>-18.113330000000001</c:v>
                      </c:pt>
                      <c:pt idx="86">
                        <c:v>-34.261330000000001</c:v>
                      </c:pt>
                      <c:pt idx="87">
                        <c:v>-21.67</c:v>
                      </c:pt>
                      <c:pt idx="88">
                        <c:v>-18.724</c:v>
                      </c:pt>
                      <c:pt idx="89">
                        <c:v>-29.171999999999997</c:v>
                      </c:pt>
                      <c:pt idx="90">
                        <c:v>-25.335329999999999</c:v>
                      </c:pt>
                      <c:pt idx="91">
                        <c:v>-14.013999999999999</c:v>
                      </c:pt>
                      <c:pt idx="92">
                        <c:v>-21.433330000000002</c:v>
                      </c:pt>
                      <c:pt idx="93">
                        <c:v>-11.318670000000001</c:v>
                      </c:pt>
                      <c:pt idx="94">
                        <c:v>-11.988</c:v>
                      </c:pt>
                      <c:pt idx="95">
                        <c:v>-10.864000000000001</c:v>
                      </c:pt>
                      <c:pt idx="96">
                        <c:v>-9.6460000000000008</c:v>
                      </c:pt>
                      <c:pt idx="97">
                        <c:v>-29.526000000000003</c:v>
                      </c:pt>
                      <c:pt idx="98">
                        <c:v>-13.197329999999999</c:v>
                      </c:pt>
                      <c:pt idx="99">
                        <c:v>2.1510000000000002</c:v>
                      </c:pt>
                      <c:pt idx="100">
                        <c:v>-23.295999999999999</c:v>
                      </c:pt>
                      <c:pt idx="101">
                        <c:v>9.7733329999999992</c:v>
                      </c:pt>
                      <c:pt idx="102">
                        <c:v>2.742667</c:v>
                      </c:pt>
                      <c:pt idx="103">
                        <c:v>13.625999999999999</c:v>
                      </c:pt>
                      <c:pt idx="104">
                        <c:v>4.6319999999999997</c:v>
                      </c:pt>
                      <c:pt idx="105">
                        <c:v>24.722000000000001</c:v>
                      </c:pt>
                      <c:pt idx="106">
                        <c:v>-6.6583329999999998</c:v>
                      </c:pt>
                      <c:pt idx="107">
                        <c:v>12.105</c:v>
                      </c:pt>
                      <c:pt idx="108">
                        <c:v>33.538000000000004</c:v>
                      </c:pt>
                      <c:pt idx="109">
                        <c:v>29.56767</c:v>
                      </c:pt>
                      <c:pt idx="110">
                        <c:v>40.880000000000003</c:v>
                      </c:pt>
                      <c:pt idx="111">
                        <c:v>21.507999999999999</c:v>
                      </c:pt>
                      <c:pt idx="112">
                        <c:v>46.655999999999999</c:v>
                      </c:pt>
                      <c:pt idx="113">
                        <c:v>49.47</c:v>
                      </c:pt>
                      <c:pt idx="114">
                        <c:v>51.566670000000002</c:v>
                      </c:pt>
                      <c:pt idx="115">
                        <c:v>55.773330000000001</c:v>
                      </c:pt>
                      <c:pt idx="116">
                        <c:v>58.865330000000007</c:v>
                      </c:pt>
                      <c:pt idx="117">
                        <c:v>41.951999999999998</c:v>
                      </c:pt>
                      <c:pt idx="118">
                        <c:v>87.875</c:v>
                      </c:pt>
                      <c:pt idx="119">
                        <c:v>90.167990000000003</c:v>
                      </c:pt>
                      <c:pt idx="120">
                        <c:v>91.590670000000003</c:v>
                      </c:pt>
                      <c:pt idx="121">
                        <c:v>75.922330000000002</c:v>
                      </c:pt>
                      <c:pt idx="122">
                        <c:v>100.048</c:v>
                      </c:pt>
                      <c:pt idx="123">
                        <c:v>81.803330000000003</c:v>
                      </c:pt>
                      <c:pt idx="124">
                        <c:v>106.27499999999999</c:v>
                      </c:pt>
                      <c:pt idx="125">
                        <c:v>118.3503</c:v>
                      </c:pt>
                      <c:pt idx="126">
                        <c:v>135.45599999999999</c:v>
                      </c:pt>
                      <c:pt idx="127">
                        <c:v>121</c:v>
                      </c:pt>
                      <c:pt idx="128">
                        <c:v>143.85600000000002</c:v>
                      </c:pt>
                      <c:pt idx="129">
                        <c:v>125.87400000000001</c:v>
                      </c:pt>
                      <c:pt idx="130">
                        <c:v>146.85300000000001</c:v>
                      </c:pt>
                      <c:pt idx="131">
                        <c:v>153.02669999999998</c:v>
                      </c:pt>
                      <c:pt idx="132">
                        <c:v>159</c:v>
                      </c:pt>
                      <c:pt idx="133">
                        <c:v>173.3193</c:v>
                      </c:pt>
                      <c:pt idx="134">
                        <c:v>139.0547</c:v>
                      </c:pt>
                      <c:pt idx="135">
                        <c:v>171.828</c:v>
                      </c:pt>
                      <c:pt idx="136">
                        <c:v>137.05870000000002</c:v>
                      </c:pt>
                      <c:pt idx="137">
                        <c:v>176</c:v>
                      </c:pt>
                      <c:pt idx="138">
                        <c:v>185.33330000000001</c:v>
                      </c:pt>
                      <c:pt idx="139">
                        <c:v>187.14600000000002</c:v>
                      </c:pt>
                      <c:pt idx="140">
                        <c:v>193.33330000000001</c:v>
                      </c:pt>
                      <c:pt idx="141">
                        <c:v>188</c:v>
                      </c:pt>
                      <c:pt idx="142">
                        <c:v>188</c:v>
                      </c:pt>
                      <c:pt idx="143">
                        <c:v>172</c:v>
                      </c:pt>
                      <c:pt idx="144">
                        <c:v>192.80700000000002</c:v>
                      </c:pt>
                      <c:pt idx="145">
                        <c:v>159</c:v>
                      </c:pt>
                      <c:pt idx="146">
                        <c:v>193.66669999999999</c:v>
                      </c:pt>
                      <c:pt idx="147">
                        <c:v>206.33330000000001</c:v>
                      </c:pt>
                      <c:pt idx="148">
                        <c:v>202.66669999999999</c:v>
                      </c:pt>
                      <c:pt idx="149">
                        <c:v>203.13</c:v>
                      </c:pt>
                      <c:pt idx="150">
                        <c:v>205.33330000000001</c:v>
                      </c:pt>
                      <c:pt idx="151">
                        <c:v>204.12900000000002</c:v>
                      </c:pt>
                      <c:pt idx="152">
                        <c:v>209.57999999999998</c:v>
                      </c:pt>
                      <c:pt idx="153">
                        <c:v>219.34</c:v>
                      </c:pt>
                      <c:pt idx="154">
                        <c:v>210</c:v>
                      </c:pt>
                      <c:pt idx="155">
                        <c:v>192.33330000000001</c:v>
                      </c:pt>
                      <c:pt idx="156">
                        <c:v>223.44300000000001</c:v>
                      </c:pt>
                      <c:pt idx="157">
                        <c:v>191</c:v>
                      </c:pt>
                      <c:pt idx="158">
                        <c:v>219.78</c:v>
                      </c:pt>
                      <c:pt idx="159">
                        <c:v>185</c:v>
                      </c:pt>
                      <c:pt idx="160">
                        <c:v>183.483</c:v>
                      </c:pt>
                      <c:pt idx="161">
                        <c:v>221.33330000000001</c:v>
                      </c:pt>
                      <c:pt idx="162">
                        <c:v>235.66670000000002</c:v>
                      </c:pt>
                      <c:pt idx="163">
                        <c:v>232.33329999999998</c:v>
                      </c:pt>
                      <c:pt idx="164">
                        <c:v>228.66669999999999</c:v>
                      </c:pt>
                      <c:pt idx="165">
                        <c:v>225</c:v>
                      </c:pt>
                      <c:pt idx="166">
                        <c:v>221.33330000000001</c:v>
                      </c:pt>
                      <c:pt idx="167">
                        <c:v>226.33329999999998</c:v>
                      </c:pt>
                      <c:pt idx="168">
                        <c:v>212</c:v>
                      </c:pt>
                      <c:pt idx="169">
                        <c:v>195.33329999999998</c:v>
                      </c:pt>
                      <c:pt idx="170">
                        <c:v>168.66669999999999</c:v>
                      </c:pt>
                      <c:pt idx="171">
                        <c:v>171.33329999999998</c:v>
                      </c:pt>
                      <c:pt idx="172">
                        <c:v>181.81800000000001</c:v>
                      </c:pt>
                      <c:pt idx="173">
                        <c:v>172.33330000000001</c:v>
                      </c:pt>
                      <c:pt idx="174">
                        <c:v>166.66669999999999</c:v>
                      </c:pt>
                      <c:pt idx="175">
                        <c:v>166.66669999999999</c:v>
                      </c:pt>
                      <c:pt idx="176">
                        <c:v>160.66669999999999</c:v>
                      </c:pt>
                      <c:pt idx="177">
                        <c:v>149.184</c:v>
                      </c:pt>
                      <c:pt idx="178">
                        <c:v>141.66670000000002</c:v>
                      </c:pt>
                      <c:pt idx="179">
                        <c:v>132.86700000000002</c:v>
                      </c:pt>
                      <c:pt idx="180">
                        <c:v>108</c:v>
                      </c:pt>
                      <c:pt idx="181">
                        <c:v>111</c:v>
                      </c:pt>
                      <c:pt idx="182">
                        <c:v>87.333330000000004</c:v>
                      </c:pt>
                      <c:pt idx="183">
                        <c:v>111.66669999999999</c:v>
                      </c:pt>
                      <c:pt idx="184">
                        <c:v>86.666659999999993</c:v>
                      </c:pt>
                      <c:pt idx="185">
                        <c:v>81.333330000000004</c:v>
                      </c:pt>
                      <c:pt idx="186">
                        <c:v>104.66670000000001</c:v>
                      </c:pt>
                      <c:pt idx="187">
                        <c:v>67.333330000000004</c:v>
                      </c:pt>
                      <c:pt idx="188">
                        <c:v>77.333330000000004</c:v>
                      </c:pt>
                      <c:pt idx="189">
                        <c:v>65.333330000000004</c:v>
                      </c:pt>
                      <c:pt idx="190">
                        <c:v>53.891999999999996</c:v>
                      </c:pt>
                      <c:pt idx="191">
                        <c:v>75.999989999999997</c:v>
                      </c:pt>
                      <c:pt idx="192">
                        <c:v>71.119330000000005</c:v>
                      </c:pt>
                      <c:pt idx="193">
                        <c:v>54.333330000000004</c:v>
                      </c:pt>
                      <c:pt idx="194">
                        <c:v>39.333329999999997</c:v>
                      </c:pt>
                      <c:pt idx="195">
                        <c:v>13.986000000000001</c:v>
                      </c:pt>
                      <c:pt idx="196">
                        <c:v>22.66666</c:v>
                      </c:pt>
                      <c:pt idx="197">
                        <c:v>-25</c:v>
                      </c:pt>
                      <c:pt idx="198">
                        <c:v>-17.649000000000001</c:v>
                      </c:pt>
                      <c:pt idx="199">
                        <c:v>-9.3333329999999997</c:v>
                      </c:pt>
                      <c:pt idx="200">
                        <c:v>-14.666670000000002</c:v>
                      </c:pt>
                      <c:pt idx="201">
                        <c:v>-21.26933</c:v>
                      </c:pt>
                      <c:pt idx="202">
                        <c:v>-29.333330000000004</c:v>
                      </c:pt>
                      <c:pt idx="203">
                        <c:v>-38.550669999999997</c:v>
                      </c:pt>
                      <c:pt idx="204">
                        <c:v>-47.66666</c:v>
                      </c:pt>
                      <c:pt idx="205">
                        <c:v>-51.333329999999997</c:v>
                      </c:pt>
                      <c:pt idx="206">
                        <c:v>-55.222660000000005</c:v>
                      </c:pt>
                      <c:pt idx="207">
                        <c:v>-54.278999999999996</c:v>
                      </c:pt>
                      <c:pt idx="208">
                        <c:v>-97.803989999999999</c:v>
                      </c:pt>
                      <c:pt idx="209">
                        <c:v>-107.3437</c:v>
                      </c:pt>
                      <c:pt idx="210">
                        <c:v>-106.3467</c:v>
                      </c:pt>
                      <c:pt idx="211">
                        <c:v>-112.554</c:v>
                      </c:pt>
                      <c:pt idx="212">
                        <c:v>-90.666659999999993</c:v>
                      </c:pt>
                      <c:pt idx="213">
                        <c:v>-110</c:v>
                      </c:pt>
                      <c:pt idx="214">
                        <c:v>-98.136659999999992</c:v>
                      </c:pt>
                      <c:pt idx="215">
                        <c:v>-100.33329999999999</c:v>
                      </c:pt>
                      <c:pt idx="216">
                        <c:v>-108.22500000000001</c:v>
                      </c:pt>
                      <c:pt idx="217">
                        <c:v>-119.66670000000001</c:v>
                      </c:pt>
                      <c:pt idx="218">
                        <c:v>-128.33330000000001</c:v>
                      </c:pt>
                      <c:pt idx="219">
                        <c:v>-130.33330000000001</c:v>
                      </c:pt>
                      <c:pt idx="220">
                        <c:v>-142</c:v>
                      </c:pt>
                      <c:pt idx="221">
                        <c:v>-152.66669999999999</c:v>
                      </c:pt>
                      <c:pt idx="222">
                        <c:v>-188.66669999999999</c:v>
                      </c:pt>
                      <c:pt idx="223">
                        <c:v>-166</c:v>
                      </c:pt>
                      <c:pt idx="224">
                        <c:v>-186.33330000000001</c:v>
                      </c:pt>
                      <c:pt idx="225">
                        <c:v>-163.33329999999998</c:v>
                      </c:pt>
                      <c:pt idx="226">
                        <c:v>-173.66670000000002</c:v>
                      </c:pt>
                      <c:pt idx="227">
                        <c:v>-161</c:v>
                      </c:pt>
                      <c:pt idx="228">
                        <c:v>-162.33330000000001</c:v>
                      </c:pt>
                      <c:pt idx="229">
                        <c:v>-162.34129999999999</c:v>
                      </c:pt>
                      <c:pt idx="230">
                        <c:v>-163.33929999999998</c:v>
                      </c:pt>
                      <c:pt idx="231">
                        <c:v>-165.66800000000001</c:v>
                      </c:pt>
                      <c:pt idx="232">
                        <c:v>-173</c:v>
                      </c:pt>
                      <c:pt idx="233">
                        <c:v>-201.13200000000001</c:v>
                      </c:pt>
                      <c:pt idx="234">
                        <c:v>-185</c:v>
                      </c:pt>
                      <c:pt idx="235">
                        <c:v>-214.33330000000001</c:v>
                      </c:pt>
                      <c:pt idx="236">
                        <c:v>-181</c:v>
                      </c:pt>
                      <c:pt idx="237">
                        <c:v>-193</c:v>
                      </c:pt>
                      <c:pt idx="238">
                        <c:v>-168.66669999999999</c:v>
                      </c:pt>
                      <c:pt idx="239">
                        <c:v>-165.66669999999999</c:v>
                      </c:pt>
                      <c:pt idx="240">
                        <c:v>-160.0127</c:v>
                      </c:pt>
                      <c:pt idx="241">
                        <c:v>-157.33330000000001</c:v>
                      </c:pt>
                      <c:pt idx="242">
                        <c:v>-158</c:v>
                      </c:pt>
                      <c:pt idx="243">
                        <c:v>-148.851</c:v>
                      </c:pt>
                      <c:pt idx="244">
                        <c:v>-139.33329999999998</c:v>
                      </c:pt>
                      <c:pt idx="245">
                        <c:v>-125.4153</c:v>
                      </c:pt>
                      <c:pt idx="246">
                        <c:v>-122.3467</c:v>
                      </c:pt>
                      <c:pt idx="247">
                        <c:v>-108.114</c:v>
                      </c:pt>
                      <c:pt idx="248">
                        <c:v>-102.6117</c:v>
                      </c:pt>
                      <c:pt idx="249">
                        <c:v>-86.766660000000002</c:v>
                      </c:pt>
                      <c:pt idx="250">
                        <c:v>-71.212000000000003</c:v>
                      </c:pt>
                      <c:pt idx="251">
                        <c:v>-60.629330000000003</c:v>
                      </c:pt>
                      <c:pt idx="252">
                        <c:v>-55.325659999999999</c:v>
                      </c:pt>
                      <c:pt idx="253">
                        <c:v>-58.937989999999999</c:v>
                      </c:pt>
                      <c:pt idx="254">
                        <c:v>-86.530659999999997</c:v>
                      </c:pt>
                      <c:pt idx="255">
                        <c:v>-86.71</c:v>
                      </c:pt>
                      <c:pt idx="256">
                        <c:v>-49.758330000000001</c:v>
                      </c:pt>
                      <c:pt idx="257">
                        <c:v>-81.662670000000006</c:v>
                      </c:pt>
                      <c:pt idx="258">
                        <c:v>-51.212000000000003</c:v>
                      </c:pt>
                      <c:pt idx="259">
                        <c:v>-47.25</c:v>
                      </c:pt>
                      <c:pt idx="260">
                        <c:v>-44.100660000000005</c:v>
                      </c:pt>
                      <c:pt idx="261">
                        <c:v>-53.957999999999998</c:v>
                      </c:pt>
                      <c:pt idx="262">
                        <c:v>-40.04</c:v>
                      </c:pt>
                      <c:pt idx="263">
                        <c:v>-40.641329999999996</c:v>
                      </c:pt>
                      <c:pt idx="264">
                        <c:v>-40.835999999999999</c:v>
                      </c:pt>
                      <c:pt idx="265">
                        <c:v>-43.19867</c:v>
                      </c:pt>
                      <c:pt idx="266">
                        <c:v>-59.262</c:v>
                      </c:pt>
                      <c:pt idx="267">
                        <c:v>-43.152000000000001</c:v>
                      </c:pt>
                      <c:pt idx="268">
                        <c:v>-43.611660000000001</c:v>
                      </c:pt>
                      <c:pt idx="269">
                        <c:v>-43.274329999999999</c:v>
                      </c:pt>
                      <c:pt idx="270">
                        <c:v>-43.655999999999999</c:v>
                      </c:pt>
                      <c:pt idx="271">
                        <c:v>-51.66</c:v>
                      </c:pt>
                      <c:pt idx="272">
                        <c:v>-42.367329999999995</c:v>
                      </c:pt>
                      <c:pt idx="273">
                        <c:v>-38.709339999999997</c:v>
                      </c:pt>
                      <c:pt idx="274">
                        <c:v>-40.521659999999997</c:v>
                      </c:pt>
                      <c:pt idx="275">
                        <c:v>-41.494999999999997</c:v>
                      </c:pt>
                      <c:pt idx="276">
                        <c:v>-40.752000000000002</c:v>
                      </c:pt>
                      <c:pt idx="277">
                        <c:v>-41.994999999999997</c:v>
                      </c:pt>
                      <c:pt idx="278">
                        <c:v>-41.389670000000002</c:v>
                      </c:pt>
                      <c:pt idx="279">
                        <c:v>-41.967330000000004</c:v>
                      </c:pt>
                      <c:pt idx="280">
                        <c:v>-43.427999999999997</c:v>
                      </c:pt>
                      <c:pt idx="281">
                        <c:v>-43.586999999999996</c:v>
                      </c:pt>
                      <c:pt idx="282">
                        <c:v>-60.833329999999997</c:v>
                      </c:pt>
                      <c:pt idx="283">
                        <c:v>-60.666659999999993</c:v>
                      </c:pt>
                      <c:pt idx="284">
                        <c:v>-45.16666</c:v>
                      </c:pt>
                      <c:pt idx="285">
                        <c:v>-45.16666</c:v>
                      </c:pt>
                      <c:pt idx="286">
                        <c:v>-46.5</c:v>
                      </c:pt>
                      <c:pt idx="287">
                        <c:v>-57.16666</c:v>
                      </c:pt>
                      <c:pt idx="288">
                        <c:v>-36.66666</c:v>
                      </c:pt>
                      <c:pt idx="289">
                        <c:v>-37.66666</c:v>
                      </c:pt>
                      <c:pt idx="290">
                        <c:v>-40.66666</c:v>
                      </c:pt>
                      <c:pt idx="291">
                        <c:v>-42</c:v>
                      </c:pt>
                      <c:pt idx="292">
                        <c:v>-62.5</c:v>
                      </c:pt>
                      <c:pt idx="293">
                        <c:v>-45.16666</c:v>
                      </c:pt>
                      <c:pt idx="294">
                        <c:v>-45.66666</c:v>
                      </c:pt>
                      <c:pt idx="295">
                        <c:v>-47.833330000000004</c:v>
                      </c:pt>
                      <c:pt idx="296">
                        <c:v>-49.5</c:v>
                      </c:pt>
                      <c:pt idx="297">
                        <c:v>-49.66666</c:v>
                      </c:pt>
                      <c:pt idx="298">
                        <c:v>-75.833330000000004</c:v>
                      </c:pt>
                      <c:pt idx="299">
                        <c:v>-53</c:v>
                      </c:pt>
                      <c:pt idx="300">
                        <c:v>-51.333329999999997</c:v>
                      </c:pt>
                      <c:pt idx="301">
                        <c:v>-52</c:v>
                      </c:pt>
                      <c:pt idx="302">
                        <c:v>-52.333330000000004</c:v>
                      </c:pt>
                      <c:pt idx="303">
                        <c:v>-51.5</c:v>
                      </c:pt>
                      <c:pt idx="304">
                        <c:v>-51.833329999999997</c:v>
                      </c:pt>
                      <c:pt idx="305">
                        <c:v>-51</c:v>
                      </c:pt>
                      <c:pt idx="306">
                        <c:v>-92.333330000000004</c:v>
                      </c:pt>
                      <c:pt idx="307">
                        <c:v>-50.833329999999997</c:v>
                      </c:pt>
                      <c:pt idx="308">
                        <c:v>-50</c:v>
                      </c:pt>
                      <c:pt idx="309">
                        <c:v>-49</c:v>
                      </c:pt>
                      <c:pt idx="310">
                        <c:v>-51</c:v>
                      </c:pt>
                      <c:pt idx="311">
                        <c:v>-51</c:v>
                      </c:pt>
                      <c:pt idx="312">
                        <c:v>-51</c:v>
                      </c:pt>
                      <c:pt idx="313">
                        <c:v>-51</c:v>
                      </c:pt>
                      <c:pt idx="314">
                        <c:v>-51</c:v>
                      </c:pt>
                      <c:pt idx="315">
                        <c:v>-51</c:v>
                      </c:pt>
                      <c:pt idx="316">
                        <c:v>-51</c:v>
                      </c:pt>
                      <c:pt idx="317">
                        <c:v>-51</c:v>
                      </c:pt>
                      <c:pt idx="318">
                        <c:v>-51</c:v>
                      </c:pt>
                      <c:pt idx="319">
                        <c:v>-51</c:v>
                      </c:pt>
                      <c:pt idx="320">
                        <c:v>-51</c:v>
                      </c:pt>
                      <c:pt idx="321">
                        <c:v>-51</c:v>
                      </c:pt>
                      <c:pt idx="322">
                        <c:v>-51</c:v>
                      </c:pt>
                      <c:pt idx="323">
                        <c:v>-51</c:v>
                      </c:pt>
                      <c:pt idx="324">
                        <c:v>-51</c:v>
                      </c:pt>
                      <c:pt idx="325">
                        <c:v>-51</c:v>
                      </c:pt>
                      <c:pt idx="326">
                        <c:v>-51</c:v>
                      </c:pt>
                      <c:pt idx="327">
                        <c:v>-51</c:v>
                      </c:pt>
                      <c:pt idx="328">
                        <c:v>-51</c:v>
                      </c:pt>
                      <c:pt idx="329">
                        <c:v>-51</c:v>
                      </c:pt>
                      <c:pt idx="330">
                        <c:v>-51</c:v>
                      </c:pt>
                      <c:pt idx="331">
                        <c:v>-51</c:v>
                      </c:pt>
                      <c:pt idx="332">
                        <c:v>-51</c:v>
                      </c:pt>
                      <c:pt idx="333">
                        <c:v>-51</c:v>
                      </c:pt>
                      <c:pt idx="334">
                        <c:v>-51</c:v>
                      </c:pt>
                      <c:pt idx="335">
                        <c:v>-51</c:v>
                      </c:pt>
                      <c:pt idx="336">
                        <c:v>-51</c:v>
                      </c:pt>
                      <c:pt idx="337">
                        <c:v>-51</c:v>
                      </c:pt>
                      <c:pt idx="338">
                        <c:v>-51</c:v>
                      </c:pt>
                      <c:pt idx="339">
                        <c:v>-51</c:v>
                      </c:pt>
                      <c:pt idx="340">
                        <c:v>-51</c:v>
                      </c:pt>
                      <c:pt idx="341">
                        <c:v>-51</c:v>
                      </c:pt>
                      <c:pt idx="342">
                        <c:v>-51</c:v>
                      </c:pt>
                      <c:pt idx="343">
                        <c:v>-51</c:v>
                      </c:pt>
                      <c:pt idx="344">
                        <c:v>-51</c:v>
                      </c:pt>
                      <c:pt idx="345">
                        <c:v>-51</c:v>
                      </c:pt>
                      <c:pt idx="346">
                        <c:v>-51</c:v>
                      </c:pt>
                      <c:pt idx="347">
                        <c:v>-51</c:v>
                      </c:pt>
                      <c:pt idx="348">
                        <c:v>-51</c:v>
                      </c:pt>
                      <c:pt idx="349">
                        <c:v>-51</c:v>
                      </c:pt>
                      <c:pt idx="350">
                        <c:v>-51</c:v>
                      </c:pt>
                      <c:pt idx="351">
                        <c:v>-51</c:v>
                      </c:pt>
                      <c:pt idx="352">
                        <c:v>-51</c:v>
                      </c:pt>
                      <c:pt idx="353">
                        <c:v>-51</c:v>
                      </c:pt>
                      <c:pt idx="354">
                        <c:v>-51</c:v>
                      </c:pt>
                      <c:pt idx="355">
                        <c:v>-51</c:v>
                      </c:pt>
                      <c:pt idx="356">
                        <c:v>-51</c:v>
                      </c:pt>
                      <c:pt idx="357">
                        <c:v>-51</c:v>
                      </c:pt>
                      <c:pt idx="358">
                        <c:v>-51</c:v>
                      </c:pt>
                      <c:pt idx="359">
                        <c:v>-51</c:v>
                      </c:pt>
                      <c:pt idx="360">
                        <c:v>-51</c:v>
                      </c:pt>
                      <c:pt idx="361">
                        <c:v>-51</c:v>
                      </c:pt>
                      <c:pt idx="362">
                        <c:v>-51</c:v>
                      </c:pt>
                      <c:pt idx="363">
                        <c:v>-51</c:v>
                      </c:pt>
                      <c:pt idx="364">
                        <c:v>-51</c:v>
                      </c:pt>
                      <c:pt idx="365">
                        <c:v>-51</c:v>
                      </c:pt>
                      <c:pt idx="366">
                        <c:v>-51</c:v>
                      </c:pt>
                      <c:pt idx="367">
                        <c:v>-51</c:v>
                      </c:pt>
                      <c:pt idx="368">
                        <c:v>-51</c:v>
                      </c:pt>
                      <c:pt idx="369">
                        <c:v>-51</c:v>
                      </c:pt>
                      <c:pt idx="370">
                        <c:v>-51</c:v>
                      </c:pt>
                      <c:pt idx="371">
                        <c:v>-51</c:v>
                      </c:pt>
                      <c:pt idx="372">
                        <c:v>-51</c:v>
                      </c:pt>
                      <c:pt idx="373">
                        <c:v>-51</c:v>
                      </c:pt>
                      <c:pt idx="374">
                        <c:v>-51</c:v>
                      </c:pt>
                      <c:pt idx="375">
                        <c:v>-51</c:v>
                      </c:pt>
                      <c:pt idx="376">
                        <c:v>-51</c:v>
                      </c:pt>
                      <c:pt idx="377">
                        <c:v>-51</c:v>
                      </c:pt>
                      <c:pt idx="378">
                        <c:v>-51</c:v>
                      </c:pt>
                      <c:pt idx="379">
                        <c:v>-51</c:v>
                      </c:pt>
                      <c:pt idx="380">
                        <c:v>-51</c:v>
                      </c:pt>
                      <c:pt idx="381">
                        <c:v>-51</c:v>
                      </c:pt>
                      <c:pt idx="382">
                        <c:v>-51</c:v>
                      </c:pt>
                      <c:pt idx="383">
                        <c:v>-51</c:v>
                      </c:pt>
                      <c:pt idx="384">
                        <c:v>-51</c:v>
                      </c:pt>
                      <c:pt idx="385">
                        <c:v>-51</c:v>
                      </c:pt>
                      <c:pt idx="386">
                        <c:v>-51</c:v>
                      </c:pt>
                      <c:pt idx="387">
                        <c:v>-51</c:v>
                      </c:pt>
                      <c:pt idx="388">
                        <c:v>-51</c:v>
                      </c:pt>
                      <c:pt idx="389">
                        <c:v>-51</c:v>
                      </c:pt>
                      <c:pt idx="390">
                        <c:v>-51</c:v>
                      </c:pt>
                      <c:pt idx="391">
                        <c:v>-51</c:v>
                      </c:pt>
                      <c:pt idx="392">
                        <c:v>-51</c:v>
                      </c:pt>
                      <c:pt idx="393">
                        <c:v>-51</c:v>
                      </c:pt>
                      <c:pt idx="394">
                        <c:v>-51</c:v>
                      </c:pt>
                      <c:pt idx="395">
                        <c:v>-51</c:v>
                      </c:pt>
                      <c:pt idx="396">
                        <c:v>-51</c:v>
                      </c:pt>
                      <c:pt idx="397">
                        <c:v>-51</c:v>
                      </c:pt>
                      <c:pt idx="398">
                        <c:v>-51</c:v>
                      </c:pt>
                      <c:pt idx="399">
                        <c:v>-51</c:v>
                      </c:pt>
                      <c:pt idx="400">
                        <c:v>-51</c:v>
                      </c:pt>
                      <c:pt idx="401">
                        <c:v>-51</c:v>
                      </c:pt>
                      <c:pt idx="402">
                        <c:v>-51</c:v>
                      </c:pt>
                      <c:pt idx="403">
                        <c:v>-51</c:v>
                      </c:pt>
                      <c:pt idx="404">
                        <c:v>-51</c:v>
                      </c:pt>
                      <c:pt idx="405">
                        <c:v>-51</c:v>
                      </c:pt>
                      <c:pt idx="406">
                        <c:v>-51</c:v>
                      </c:pt>
                      <c:pt idx="407">
                        <c:v>-51</c:v>
                      </c:pt>
                      <c:pt idx="408">
                        <c:v>-51</c:v>
                      </c:pt>
                      <c:pt idx="409">
                        <c:v>-51</c:v>
                      </c:pt>
                      <c:pt idx="410">
                        <c:v>-51</c:v>
                      </c:pt>
                      <c:pt idx="411">
                        <c:v>-51</c:v>
                      </c:pt>
                      <c:pt idx="412">
                        <c:v>-51</c:v>
                      </c:pt>
                      <c:pt idx="413">
                        <c:v>-51</c:v>
                      </c:pt>
                    </c:numCache>
                  </c:numRef>
                </c: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4-2239-428B-AE7C-9456B07AA3B8}"/>
                  </c:ext>
                </c:extLst>
              </c15:ser>
            </c15:filteredLineSeries>
            <c15:filteredLineSeries>
              <c15:ser>
                <c:idx val="4"/>
                <c:order val="4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Sheet1!$F$1</c15:sqref>
                        </c15:formulaRef>
                      </c:ext>
                    </c:extLst>
                    <c:strCache>
                      <c:ptCount val="1"/>
                      <c:pt idx="0">
                        <c:v>LPC 제어속도</c:v>
                      </c:pt>
                    </c:strCache>
                  </c:strRef>
                </c:tx>
                <c:spPr>
                  <a:ln w="28575" cap="rnd">
                    <a:solidFill>
                      <a:schemeClr val="accent5"/>
                    </a:solidFill>
                    <a:round/>
                  </a:ln>
                  <a:effectLst/>
                </c:spPr>
                <c:marker>
                  <c:symbol val="none"/>
                </c:marker>
                <c:cat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Sheet1!$A$2:$A$415</c15:sqref>
                        </c15:formulaRef>
                      </c:ext>
                    </c:extLst>
                    <c:numCache>
                      <c:formatCode>yyyy/mm/dd\ ddd\ hh:mm:ss</c:formatCode>
                      <c:ptCount val="414"/>
                      <c:pt idx="0">
                        <c:v>45926.421666666669</c:v>
                      </c:pt>
                      <c:pt idx="1">
                        <c:v>45926.421678240738</c:v>
                      </c:pt>
                      <c:pt idx="2">
                        <c:v>45926.421678240738</c:v>
                      </c:pt>
                      <c:pt idx="3">
                        <c:v>45926.421678240738</c:v>
                      </c:pt>
                      <c:pt idx="4">
                        <c:v>45926.421678240738</c:v>
                      </c:pt>
                      <c:pt idx="5">
                        <c:v>45926.421678240738</c:v>
                      </c:pt>
                      <c:pt idx="6">
                        <c:v>45926.421678240738</c:v>
                      </c:pt>
                      <c:pt idx="7">
                        <c:v>45926.421678240738</c:v>
                      </c:pt>
                      <c:pt idx="8">
                        <c:v>45926.421678240738</c:v>
                      </c:pt>
                      <c:pt idx="9">
                        <c:v>45926.421678240738</c:v>
                      </c:pt>
                      <c:pt idx="10">
                        <c:v>45926.421678240738</c:v>
                      </c:pt>
                      <c:pt idx="11">
                        <c:v>45926.421678240738</c:v>
                      </c:pt>
                      <c:pt idx="12">
                        <c:v>45926.421678240738</c:v>
                      </c:pt>
                      <c:pt idx="13">
                        <c:v>45926.421678240738</c:v>
                      </c:pt>
                      <c:pt idx="14">
                        <c:v>45926.421678240738</c:v>
                      </c:pt>
                      <c:pt idx="15">
                        <c:v>45926.421678240738</c:v>
                      </c:pt>
                      <c:pt idx="16">
                        <c:v>45926.421678240738</c:v>
                      </c:pt>
                      <c:pt idx="17">
                        <c:v>45926.421678240738</c:v>
                      </c:pt>
                      <c:pt idx="18">
                        <c:v>45926.421678240738</c:v>
                      </c:pt>
                      <c:pt idx="19">
                        <c:v>45926.421678240738</c:v>
                      </c:pt>
                      <c:pt idx="20">
                        <c:v>45926.421678240738</c:v>
                      </c:pt>
                      <c:pt idx="21">
                        <c:v>45926.421689814815</c:v>
                      </c:pt>
                      <c:pt idx="22">
                        <c:v>45926.421689814815</c:v>
                      </c:pt>
                      <c:pt idx="23">
                        <c:v>45926.421689814815</c:v>
                      </c:pt>
                      <c:pt idx="24">
                        <c:v>45926.421689814815</c:v>
                      </c:pt>
                      <c:pt idx="25">
                        <c:v>45926.421689814815</c:v>
                      </c:pt>
                      <c:pt idx="26">
                        <c:v>45926.421689814815</c:v>
                      </c:pt>
                      <c:pt idx="27">
                        <c:v>45926.421689814815</c:v>
                      </c:pt>
                      <c:pt idx="28">
                        <c:v>45926.421689814815</c:v>
                      </c:pt>
                      <c:pt idx="29">
                        <c:v>45926.421689814815</c:v>
                      </c:pt>
                      <c:pt idx="30">
                        <c:v>45926.421689814815</c:v>
                      </c:pt>
                      <c:pt idx="31">
                        <c:v>45926.421689814815</c:v>
                      </c:pt>
                      <c:pt idx="32">
                        <c:v>45926.421689814815</c:v>
                      </c:pt>
                      <c:pt idx="33">
                        <c:v>45926.421689814815</c:v>
                      </c:pt>
                      <c:pt idx="34">
                        <c:v>45926.421689814815</c:v>
                      </c:pt>
                      <c:pt idx="35">
                        <c:v>45926.421689814815</c:v>
                      </c:pt>
                      <c:pt idx="36">
                        <c:v>45926.421689814815</c:v>
                      </c:pt>
                      <c:pt idx="37">
                        <c:v>45926.421689814815</c:v>
                      </c:pt>
                      <c:pt idx="38">
                        <c:v>45926.421689814815</c:v>
                      </c:pt>
                      <c:pt idx="39">
                        <c:v>45926.421689814815</c:v>
                      </c:pt>
                      <c:pt idx="40">
                        <c:v>45926.421689814815</c:v>
                      </c:pt>
                      <c:pt idx="41">
                        <c:v>45926.421689814815</c:v>
                      </c:pt>
                      <c:pt idx="42">
                        <c:v>45926.421701388892</c:v>
                      </c:pt>
                      <c:pt idx="43">
                        <c:v>45926.421701388892</c:v>
                      </c:pt>
                      <c:pt idx="44">
                        <c:v>45926.421701388892</c:v>
                      </c:pt>
                      <c:pt idx="45">
                        <c:v>45926.421701388892</c:v>
                      </c:pt>
                      <c:pt idx="46">
                        <c:v>45926.421701388892</c:v>
                      </c:pt>
                      <c:pt idx="47">
                        <c:v>45926.421701388892</c:v>
                      </c:pt>
                      <c:pt idx="48">
                        <c:v>45926.421701388892</c:v>
                      </c:pt>
                      <c:pt idx="49">
                        <c:v>45926.421701388892</c:v>
                      </c:pt>
                      <c:pt idx="50">
                        <c:v>45926.421701388892</c:v>
                      </c:pt>
                      <c:pt idx="51">
                        <c:v>45926.421701388892</c:v>
                      </c:pt>
                      <c:pt idx="52">
                        <c:v>45926.421701388892</c:v>
                      </c:pt>
                      <c:pt idx="53">
                        <c:v>45926.421701388892</c:v>
                      </c:pt>
                      <c:pt idx="54">
                        <c:v>45926.421701388892</c:v>
                      </c:pt>
                      <c:pt idx="55">
                        <c:v>45926.421701388892</c:v>
                      </c:pt>
                      <c:pt idx="56">
                        <c:v>45926.421701388892</c:v>
                      </c:pt>
                      <c:pt idx="57">
                        <c:v>45926.421701388892</c:v>
                      </c:pt>
                      <c:pt idx="58">
                        <c:v>45926.421701388892</c:v>
                      </c:pt>
                      <c:pt idx="59">
                        <c:v>45926.421701388892</c:v>
                      </c:pt>
                      <c:pt idx="60">
                        <c:v>45926.421701388892</c:v>
                      </c:pt>
                      <c:pt idx="61">
                        <c:v>45926.421701388892</c:v>
                      </c:pt>
                      <c:pt idx="62">
                        <c:v>45926.421712962961</c:v>
                      </c:pt>
                      <c:pt idx="63">
                        <c:v>45926.421712962961</c:v>
                      </c:pt>
                      <c:pt idx="64">
                        <c:v>45926.421712962961</c:v>
                      </c:pt>
                      <c:pt idx="65">
                        <c:v>45926.421712962961</c:v>
                      </c:pt>
                      <c:pt idx="66">
                        <c:v>45926.421712962961</c:v>
                      </c:pt>
                      <c:pt idx="67">
                        <c:v>45926.421712962961</c:v>
                      </c:pt>
                      <c:pt idx="68">
                        <c:v>45926.421712962961</c:v>
                      </c:pt>
                      <c:pt idx="69">
                        <c:v>45926.421712962961</c:v>
                      </c:pt>
                      <c:pt idx="70">
                        <c:v>45926.421712962961</c:v>
                      </c:pt>
                      <c:pt idx="71">
                        <c:v>45926.421712962961</c:v>
                      </c:pt>
                      <c:pt idx="72">
                        <c:v>45926.421712962961</c:v>
                      </c:pt>
                      <c:pt idx="73">
                        <c:v>45926.421712962961</c:v>
                      </c:pt>
                      <c:pt idx="74">
                        <c:v>45926.421712962961</c:v>
                      </c:pt>
                      <c:pt idx="75">
                        <c:v>45926.421712962961</c:v>
                      </c:pt>
                      <c:pt idx="76">
                        <c:v>45926.421712962961</c:v>
                      </c:pt>
                      <c:pt idx="77">
                        <c:v>45926.421712962961</c:v>
                      </c:pt>
                      <c:pt idx="78">
                        <c:v>45926.421712962961</c:v>
                      </c:pt>
                      <c:pt idx="79">
                        <c:v>45926.421712962961</c:v>
                      </c:pt>
                      <c:pt idx="80">
                        <c:v>45926.421712962961</c:v>
                      </c:pt>
                      <c:pt idx="81">
                        <c:v>45926.421724537038</c:v>
                      </c:pt>
                      <c:pt idx="82">
                        <c:v>45926.421724537038</c:v>
                      </c:pt>
                      <c:pt idx="83">
                        <c:v>45926.421724537038</c:v>
                      </c:pt>
                      <c:pt idx="84">
                        <c:v>45926.421724537038</c:v>
                      </c:pt>
                      <c:pt idx="85">
                        <c:v>45926.421724537038</c:v>
                      </c:pt>
                      <c:pt idx="86">
                        <c:v>45926.421724537038</c:v>
                      </c:pt>
                      <c:pt idx="87">
                        <c:v>45926.421724537038</c:v>
                      </c:pt>
                      <c:pt idx="88">
                        <c:v>45926.421724537038</c:v>
                      </c:pt>
                      <c:pt idx="89">
                        <c:v>45926.421724537038</c:v>
                      </c:pt>
                      <c:pt idx="90">
                        <c:v>45926.421724537038</c:v>
                      </c:pt>
                      <c:pt idx="91">
                        <c:v>45926.421724537038</c:v>
                      </c:pt>
                      <c:pt idx="92">
                        <c:v>45926.421724537038</c:v>
                      </c:pt>
                      <c:pt idx="93">
                        <c:v>45926.421724537038</c:v>
                      </c:pt>
                      <c:pt idx="94">
                        <c:v>45926.421724537038</c:v>
                      </c:pt>
                      <c:pt idx="95">
                        <c:v>45926.421724537038</c:v>
                      </c:pt>
                      <c:pt idx="96">
                        <c:v>45926.421724537038</c:v>
                      </c:pt>
                      <c:pt idx="97">
                        <c:v>45926.421724537038</c:v>
                      </c:pt>
                      <c:pt idx="98">
                        <c:v>45926.421724537038</c:v>
                      </c:pt>
                      <c:pt idx="99">
                        <c:v>45926.421724537038</c:v>
                      </c:pt>
                      <c:pt idx="100">
                        <c:v>45926.421724537038</c:v>
                      </c:pt>
                      <c:pt idx="101">
                        <c:v>45926.421736111108</c:v>
                      </c:pt>
                      <c:pt idx="102">
                        <c:v>45926.421736111108</c:v>
                      </c:pt>
                      <c:pt idx="103">
                        <c:v>45926.421736111108</c:v>
                      </c:pt>
                      <c:pt idx="104">
                        <c:v>45926.421736111108</c:v>
                      </c:pt>
                      <c:pt idx="105">
                        <c:v>45926.421736111108</c:v>
                      </c:pt>
                      <c:pt idx="106">
                        <c:v>45926.421736111108</c:v>
                      </c:pt>
                      <c:pt idx="107">
                        <c:v>45926.421736111108</c:v>
                      </c:pt>
                      <c:pt idx="108">
                        <c:v>45926.421736111108</c:v>
                      </c:pt>
                      <c:pt idx="109">
                        <c:v>45926.421736111108</c:v>
                      </c:pt>
                      <c:pt idx="110">
                        <c:v>45926.421736111108</c:v>
                      </c:pt>
                      <c:pt idx="111">
                        <c:v>45926.421736111108</c:v>
                      </c:pt>
                      <c:pt idx="112">
                        <c:v>45926.421736111108</c:v>
                      </c:pt>
                      <c:pt idx="113">
                        <c:v>45926.421736111108</c:v>
                      </c:pt>
                      <c:pt idx="114">
                        <c:v>45926.421736111108</c:v>
                      </c:pt>
                      <c:pt idx="115">
                        <c:v>45926.421736111108</c:v>
                      </c:pt>
                      <c:pt idx="116">
                        <c:v>45926.421736111108</c:v>
                      </c:pt>
                      <c:pt idx="117">
                        <c:v>45926.421736111108</c:v>
                      </c:pt>
                      <c:pt idx="118">
                        <c:v>45926.421736111108</c:v>
                      </c:pt>
                      <c:pt idx="119">
                        <c:v>45926.421747685185</c:v>
                      </c:pt>
                      <c:pt idx="120">
                        <c:v>45926.421747685185</c:v>
                      </c:pt>
                      <c:pt idx="121">
                        <c:v>45926.421747685185</c:v>
                      </c:pt>
                      <c:pt idx="122">
                        <c:v>45926.421747685185</c:v>
                      </c:pt>
                      <c:pt idx="123">
                        <c:v>45926.421747685185</c:v>
                      </c:pt>
                      <c:pt idx="124">
                        <c:v>45926.421747685185</c:v>
                      </c:pt>
                      <c:pt idx="125">
                        <c:v>45926.421747685185</c:v>
                      </c:pt>
                      <c:pt idx="126">
                        <c:v>45926.421747685185</c:v>
                      </c:pt>
                      <c:pt idx="127">
                        <c:v>45926.421747685185</c:v>
                      </c:pt>
                      <c:pt idx="128">
                        <c:v>45926.421747685185</c:v>
                      </c:pt>
                      <c:pt idx="129">
                        <c:v>45926.421747685185</c:v>
                      </c:pt>
                      <c:pt idx="130">
                        <c:v>45926.421747685185</c:v>
                      </c:pt>
                      <c:pt idx="131">
                        <c:v>45926.421747685185</c:v>
                      </c:pt>
                      <c:pt idx="132">
                        <c:v>45926.421747685185</c:v>
                      </c:pt>
                      <c:pt idx="133">
                        <c:v>45926.421747685185</c:v>
                      </c:pt>
                      <c:pt idx="134">
                        <c:v>45926.421747685185</c:v>
                      </c:pt>
                      <c:pt idx="135">
                        <c:v>45926.421747685185</c:v>
                      </c:pt>
                      <c:pt idx="136">
                        <c:v>45926.421747685185</c:v>
                      </c:pt>
                      <c:pt idx="137">
                        <c:v>45926.421747685185</c:v>
                      </c:pt>
                      <c:pt idx="138">
                        <c:v>45926.421747685185</c:v>
                      </c:pt>
                      <c:pt idx="139">
                        <c:v>45926.421759259261</c:v>
                      </c:pt>
                      <c:pt idx="140">
                        <c:v>45926.421759259261</c:v>
                      </c:pt>
                      <c:pt idx="141">
                        <c:v>45926.421759259261</c:v>
                      </c:pt>
                      <c:pt idx="142">
                        <c:v>45926.421759259261</c:v>
                      </c:pt>
                      <c:pt idx="143">
                        <c:v>45926.421759259261</c:v>
                      </c:pt>
                      <c:pt idx="144">
                        <c:v>45926.421759259261</c:v>
                      </c:pt>
                      <c:pt idx="145">
                        <c:v>45926.421759259261</c:v>
                      </c:pt>
                      <c:pt idx="146">
                        <c:v>45926.421759259261</c:v>
                      </c:pt>
                      <c:pt idx="147">
                        <c:v>45926.421759259261</c:v>
                      </c:pt>
                      <c:pt idx="148">
                        <c:v>45926.421759259261</c:v>
                      </c:pt>
                      <c:pt idx="149">
                        <c:v>45926.421759259261</c:v>
                      </c:pt>
                      <c:pt idx="150">
                        <c:v>45926.421759259261</c:v>
                      </c:pt>
                      <c:pt idx="151">
                        <c:v>45926.421759259261</c:v>
                      </c:pt>
                      <c:pt idx="152">
                        <c:v>45926.421759259261</c:v>
                      </c:pt>
                      <c:pt idx="153">
                        <c:v>45926.421759259261</c:v>
                      </c:pt>
                      <c:pt idx="154">
                        <c:v>45926.421759259261</c:v>
                      </c:pt>
                      <c:pt idx="155">
                        <c:v>45926.421759259261</c:v>
                      </c:pt>
                      <c:pt idx="156">
                        <c:v>45926.421759259261</c:v>
                      </c:pt>
                      <c:pt idx="157">
                        <c:v>45926.421759259261</c:v>
                      </c:pt>
                      <c:pt idx="158">
                        <c:v>45926.421759259261</c:v>
                      </c:pt>
                      <c:pt idx="159">
                        <c:v>45926.421770833331</c:v>
                      </c:pt>
                      <c:pt idx="160">
                        <c:v>45926.421770833331</c:v>
                      </c:pt>
                      <c:pt idx="161">
                        <c:v>45926.421770833331</c:v>
                      </c:pt>
                      <c:pt idx="162">
                        <c:v>45926.421770833331</c:v>
                      </c:pt>
                      <c:pt idx="163">
                        <c:v>45926.421770833331</c:v>
                      </c:pt>
                      <c:pt idx="164">
                        <c:v>45926.421770833331</c:v>
                      </c:pt>
                      <c:pt idx="165">
                        <c:v>45926.421770833331</c:v>
                      </c:pt>
                      <c:pt idx="166">
                        <c:v>45926.421770833331</c:v>
                      </c:pt>
                      <c:pt idx="167">
                        <c:v>45926.421770833331</c:v>
                      </c:pt>
                      <c:pt idx="168">
                        <c:v>45926.421770833331</c:v>
                      </c:pt>
                      <c:pt idx="169">
                        <c:v>45926.421770833331</c:v>
                      </c:pt>
                      <c:pt idx="170">
                        <c:v>45926.421770833331</c:v>
                      </c:pt>
                      <c:pt idx="171">
                        <c:v>45926.421770833331</c:v>
                      </c:pt>
                      <c:pt idx="172">
                        <c:v>45926.421770833331</c:v>
                      </c:pt>
                      <c:pt idx="173">
                        <c:v>45926.421770833331</c:v>
                      </c:pt>
                      <c:pt idx="174">
                        <c:v>45926.421770833331</c:v>
                      </c:pt>
                      <c:pt idx="175">
                        <c:v>45926.421770833331</c:v>
                      </c:pt>
                      <c:pt idx="176">
                        <c:v>45926.421770833331</c:v>
                      </c:pt>
                      <c:pt idx="177">
                        <c:v>45926.421782407408</c:v>
                      </c:pt>
                      <c:pt idx="178">
                        <c:v>45926.421782407408</c:v>
                      </c:pt>
                      <c:pt idx="179">
                        <c:v>45926.421782407408</c:v>
                      </c:pt>
                      <c:pt idx="180">
                        <c:v>45926.421782407408</c:v>
                      </c:pt>
                      <c:pt idx="181">
                        <c:v>45926.421782407408</c:v>
                      </c:pt>
                      <c:pt idx="182">
                        <c:v>45926.421782407408</c:v>
                      </c:pt>
                      <c:pt idx="183">
                        <c:v>45926.421782407408</c:v>
                      </c:pt>
                      <c:pt idx="184">
                        <c:v>45926.421782407408</c:v>
                      </c:pt>
                      <c:pt idx="185">
                        <c:v>45926.421782407408</c:v>
                      </c:pt>
                      <c:pt idx="186">
                        <c:v>45926.421782407408</c:v>
                      </c:pt>
                      <c:pt idx="187">
                        <c:v>45926.421782407408</c:v>
                      </c:pt>
                      <c:pt idx="188">
                        <c:v>45926.421782407408</c:v>
                      </c:pt>
                      <c:pt idx="189">
                        <c:v>45926.421782407408</c:v>
                      </c:pt>
                      <c:pt idx="190">
                        <c:v>45926.421782407408</c:v>
                      </c:pt>
                      <c:pt idx="191">
                        <c:v>45926.421782407408</c:v>
                      </c:pt>
                      <c:pt idx="192">
                        <c:v>45926.421782407408</c:v>
                      </c:pt>
                      <c:pt idx="193">
                        <c:v>45926.421782407408</c:v>
                      </c:pt>
                      <c:pt idx="194">
                        <c:v>45926.421782407408</c:v>
                      </c:pt>
                      <c:pt idx="195">
                        <c:v>45926.421782407408</c:v>
                      </c:pt>
                      <c:pt idx="196">
                        <c:v>45926.421782407408</c:v>
                      </c:pt>
                      <c:pt idx="197">
                        <c:v>45926.421782407408</c:v>
                      </c:pt>
                      <c:pt idx="198">
                        <c:v>45926.421782407408</c:v>
                      </c:pt>
                      <c:pt idx="199">
                        <c:v>45926.421793981484</c:v>
                      </c:pt>
                      <c:pt idx="200">
                        <c:v>45926.421793981484</c:v>
                      </c:pt>
                      <c:pt idx="201">
                        <c:v>45926.421793981484</c:v>
                      </c:pt>
                      <c:pt idx="202">
                        <c:v>45926.421793981484</c:v>
                      </c:pt>
                      <c:pt idx="203">
                        <c:v>45926.421793981484</c:v>
                      </c:pt>
                      <c:pt idx="204">
                        <c:v>45926.421793981484</c:v>
                      </c:pt>
                      <c:pt idx="205">
                        <c:v>45926.421793981484</c:v>
                      </c:pt>
                      <c:pt idx="206">
                        <c:v>45926.421793981484</c:v>
                      </c:pt>
                      <c:pt idx="207">
                        <c:v>45926.421793981484</c:v>
                      </c:pt>
                      <c:pt idx="208">
                        <c:v>45926.421793981484</c:v>
                      </c:pt>
                      <c:pt idx="209">
                        <c:v>45926.421793981484</c:v>
                      </c:pt>
                      <c:pt idx="210">
                        <c:v>45926.421793981484</c:v>
                      </c:pt>
                      <c:pt idx="211">
                        <c:v>45926.421793981484</c:v>
                      </c:pt>
                      <c:pt idx="212">
                        <c:v>45926.421793981484</c:v>
                      </c:pt>
                      <c:pt idx="213">
                        <c:v>45926.421793981484</c:v>
                      </c:pt>
                      <c:pt idx="214">
                        <c:v>45926.421793981484</c:v>
                      </c:pt>
                      <c:pt idx="215">
                        <c:v>45926.421793981484</c:v>
                      </c:pt>
                      <c:pt idx="216">
                        <c:v>45926.421793981484</c:v>
                      </c:pt>
                      <c:pt idx="217">
                        <c:v>45926.421793981484</c:v>
                      </c:pt>
                      <c:pt idx="218">
                        <c:v>45926.421793981484</c:v>
                      </c:pt>
                      <c:pt idx="219">
                        <c:v>45926.421793981484</c:v>
                      </c:pt>
                      <c:pt idx="220">
                        <c:v>45926.421805555554</c:v>
                      </c:pt>
                      <c:pt idx="221">
                        <c:v>45926.421805555554</c:v>
                      </c:pt>
                      <c:pt idx="222">
                        <c:v>45926.421805555554</c:v>
                      </c:pt>
                      <c:pt idx="223">
                        <c:v>45926.421805555554</c:v>
                      </c:pt>
                      <c:pt idx="224">
                        <c:v>45926.421805555554</c:v>
                      </c:pt>
                      <c:pt idx="225">
                        <c:v>45926.421805555554</c:v>
                      </c:pt>
                      <c:pt idx="226">
                        <c:v>45926.421805555554</c:v>
                      </c:pt>
                      <c:pt idx="227">
                        <c:v>45926.421805555554</c:v>
                      </c:pt>
                      <c:pt idx="228">
                        <c:v>45926.421805555554</c:v>
                      </c:pt>
                      <c:pt idx="229">
                        <c:v>45926.421805555554</c:v>
                      </c:pt>
                      <c:pt idx="230">
                        <c:v>45926.421805555554</c:v>
                      </c:pt>
                      <c:pt idx="231">
                        <c:v>45926.421805555554</c:v>
                      </c:pt>
                      <c:pt idx="232">
                        <c:v>45926.421805555554</c:v>
                      </c:pt>
                      <c:pt idx="233">
                        <c:v>45926.421805555554</c:v>
                      </c:pt>
                      <c:pt idx="234">
                        <c:v>45926.421805555554</c:v>
                      </c:pt>
                      <c:pt idx="235">
                        <c:v>45926.421805555554</c:v>
                      </c:pt>
                      <c:pt idx="236">
                        <c:v>45926.421805555554</c:v>
                      </c:pt>
                      <c:pt idx="237">
                        <c:v>45926.421805555554</c:v>
                      </c:pt>
                      <c:pt idx="238">
                        <c:v>45926.421805555554</c:v>
                      </c:pt>
                      <c:pt idx="239">
                        <c:v>45926.421805555554</c:v>
                      </c:pt>
                      <c:pt idx="240">
                        <c:v>45926.421805555554</c:v>
                      </c:pt>
                      <c:pt idx="241">
                        <c:v>45926.421817129631</c:v>
                      </c:pt>
                      <c:pt idx="242">
                        <c:v>45926.421817129631</c:v>
                      </c:pt>
                      <c:pt idx="243">
                        <c:v>45926.421817129631</c:v>
                      </c:pt>
                      <c:pt idx="244">
                        <c:v>45926.421817129631</c:v>
                      </c:pt>
                      <c:pt idx="245">
                        <c:v>45926.421817129631</c:v>
                      </c:pt>
                      <c:pt idx="246">
                        <c:v>45926.421817129631</c:v>
                      </c:pt>
                      <c:pt idx="247">
                        <c:v>45926.421817129631</c:v>
                      </c:pt>
                      <c:pt idx="248">
                        <c:v>45926.421817129631</c:v>
                      </c:pt>
                      <c:pt idx="249">
                        <c:v>45926.421817129631</c:v>
                      </c:pt>
                      <c:pt idx="250">
                        <c:v>45926.421817129631</c:v>
                      </c:pt>
                      <c:pt idx="251">
                        <c:v>45926.421817129631</c:v>
                      </c:pt>
                      <c:pt idx="252">
                        <c:v>45926.421817129631</c:v>
                      </c:pt>
                      <c:pt idx="253">
                        <c:v>45926.421817129631</c:v>
                      </c:pt>
                      <c:pt idx="254">
                        <c:v>45926.421817129631</c:v>
                      </c:pt>
                      <c:pt idx="255">
                        <c:v>45926.421817129631</c:v>
                      </c:pt>
                      <c:pt idx="256">
                        <c:v>45926.421817129631</c:v>
                      </c:pt>
                      <c:pt idx="257">
                        <c:v>45926.421817129631</c:v>
                      </c:pt>
                      <c:pt idx="258">
                        <c:v>45926.421817129631</c:v>
                      </c:pt>
                      <c:pt idx="259">
                        <c:v>45926.421817129631</c:v>
                      </c:pt>
                      <c:pt idx="260">
                        <c:v>45926.421817129631</c:v>
                      </c:pt>
                      <c:pt idx="261">
                        <c:v>45926.4218287037</c:v>
                      </c:pt>
                      <c:pt idx="262">
                        <c:v>45926.4218287037</c:v>
                      </c:pt>
                      <c:pt idx="263">
                        <c:v>45926.4218287037</c:v>
                      </c:pt>
                      <c:pt idx="264">
                        <c:v>45926.4218287037</c:v>
                      </c:pt>
                      <c:pt idx="265">
                        <c:v>45926.4218287037</c:v>
                      </c:pt>
                      <c:pt idx="266">
                        <c:v>45926.4218287037</c:v>
                      </c:pt>
                      <c:pt idx="267">
                        <c:v>45926.4218287037</c:v>
                      </c:pt>
                      <c:pt idx="268">
                        <c:v>45926.4218287037</c:v>
                      </c:pt>
                      <c:pt idx="269">
                        <c:v>45926.4218287037</c:v>
                      </c:pt>
                      <c:pt idx="270">
                        <c:v>45926.4218287037</c:v>
                      </c:pt>
                      <c:pt idx="271">
                        <c:v>45926.4218287037</c:v>
                      </c:pt>
                      <c:pt idx="272">
                        <c:v>45926.4218287037</c:v>
                      </c:pt>
                      <c:pt idx="273">
                        <c:v>45926.4218287037</c:v>
                      </c:pt>
                      <c:pt idx="274">
                        <c:v>45926.4218287037</c:v>
                      </c:pt>
                      <c:pt idx="275">
                        <c:v>45926.4218287037</c:v>
                      </c:pt>
                      <c:pt idx="276">
                        <c:v>45926.4218287037</c:v>
                      </c:pt>
                      <c:pt idx="277">
                        <c:v>45926.4218287037</c:v>
                      </c:pt>
                      <c:pt idx="278">
                        <c:v>45926.4218287037</c:v>
                      </c:pt>
                      <c:pt idx="279">
                        <c:v>45926.4218287037</c:v>
                      </c:pt>
                      <c:pt idx="280">
                        <c:v>45926.4218287037</c:v>
                      </c:pt>
                      <c:pt idx="281">
                        <c:v>45926.421840277777</c:v>
                      </c:pt>
                      <c:pt idx="282">
                        <c:v>45926.421840277777</c:v>
                      </c:pt>
                      <c:pt idx="283">
                        <c:v>45926.421840277777</c:v>
                      </c:pt>
                      <c:pt idx="284">
                        <c:v>45926.421840277777</c:v>
                      </c:pt>
                      <c:pt idx="285">
                        <c:v>45926.421840277777</c:v>
                      </c:pt>
                      <c:pt idx="286">
                        <c:v>45926.421840277777</c:v>
                      </c:pt>
                      <c:pt idx="287">
                        <c:v>45926.421840277777</c:v>
                      </c:pt>
                      <c:pt idx="288">
                        <c:v>45926.421840277777</c:v>
                      </c:pt>
                      <c:pt idx="289">
                        <c:v>45926.421840277777</c:v>
                      </c:pt>
                      <c:pt idx="290">
                        <c:v>45926.421840277777</c:v>
                      </c:pt>
                      <c:pt idx="291">
                        <c:v>45926.421840277777</c:v>
                      </c:pt>
                      <c:pt idx="292">
                        <c:v>45926.421840277777</c:v>
                      </c:pt>
                      <c:pt idx="293">
                        <c:v>45926.421840277777</c:v>
                      </c:pt>
                      <c:pt idx="294">
                        <c:v>45926.421840277777</c:v>
                      </c:pt>
                      <c:pt idx="295">
                        <c:v>45926.421840277777</c:v>
                      </c:pt>
                      <c:pt idx="296">
                        <c:v>45926.421840277777</c:v>
                      </c:pt>
                      <c:pt idx="297">
                        <c:v>45926.421840277777</c:v>
                      </c:pt>
                      <c:pt idx="298">
                        <c:v>45926.421840277777</c:v>
                      </c:pt>
                      <c:pt idx="299">
                        <c:v>45926.421840277777</c:v>
                      </c:pt>
                      <c:pt idx="300">
                        <c:v>45926.421840277777</c:v>
                      </c:pt>
                      <c:pt idx="301">
                        <c:v>45926.421840277777</c:v>
                      </c:pt>
                      <c:pt idx="302">
                        <c:v>45926.421851851854</c:v>
                      </c:pt>
                      <c:pt idx="303">
                        <c:v>45926.421851851854</c:v>
                      </c:pt>
                      <c:pt idx="304">
                        <c:v>45926.421851851854</c:v>
                      </c:pt>
                      <c:pt idx="305">
                        <c:v>45926.421851851854</c:v>
                      </c:pt>
                      <c:pt idx="306">
                        <c:v>45926.421851851854</c:v>
                      </c:pt>
                      <c:pt idx="307">
                        <c:v>45926.421851851854</c:v>
                      </c:pt>
                      <c:pt idx="308">
                        <c:v>45926.421851851854</c:v>
                      </c:pt>
                      <c:pt idx="309">
                        <c:v>45926.421851851854</c:v>
                      </c:pt>
                      <c:pt idx="310">
                        <c:v>45926.421851851854</c:v>
                      </c:pt>
                      <c:pt idx="311">
                        <c:v>45926.421851851854</c:v>
                      </c:pt>
                      <c:pt idx="312">
                        <c:v>45926.421851851854</c:v>
                      </c:pt>
                      <c:pt idx="313">
                        <c:v>45926.421851851854</c:v>
                      </c:pt>
                      <c:pt idx="314">
                        <c:v>45926.421851851854</c:v>
                      </c:pt>
                      <c:pt idx="315">
                        <c:v>45926.421851851854</c:v>
                      </c:pt>
                      <c:pt idx="316">
                        <c:v>45926.421851851854</c:v>
                      </c:pt>
                      <c:pt idx="317">
                        <c:v>45926.421851851854</c:v>
                      </c:pt>
                      <c:pt idx="318">
                        <c:v>45926.421851851854</c:v>
                      </c:pt>
                      <c:pt idx="319">
                        <c:v>45926.421851851854</c:v>
                      </c:pt>
                      <c:pt idx="320">
                        <c:v>45926.421851851854</c:v>
                      </c:pt>
                      <c:pt idx="321">
                        <c:v>45926.421851851854</c:v>
                      </c:pt>
                      <c:pt idx="322">
                        <c:v>45926.421863425923</c:v>
                      </c:pt>
                      <c:pt idx="323">
                        <c:v>45926.421863425923</c:v>
                      </c:pt>
                      <c:pt idx="324">
                        <c:v>45926.421863425923</c:v>
                      </c:pt>
                      <c:pt idx="325">
                        <c:v>45926.421863425923</c:v>
                      </c:pt>
                      <c:pt idx="326">
                        <c:v>45926.421863425923</c:v>
                      </c:pt>
                      <c:pt idx="327">
                        <c:v>45926.421863425923</c:v>
                      </c:pt>
                      <c:pt idx="328">
                        <c:v>45926.421863425923</c:v>
                      </c:pt>
                      <c:pt idx="329">
                        <c:v>45926.421863425923</c:v>
                      </c:pt>
                      <c:pt idx="330">
                        <c:v>45926.421863425923</c:v>
                      </c:pt>
                      <c:pt idx="331">
                        <c:v>45926.421863425923</c:v>
                      </c:pt>
                      <c:pt idx="332">
                        <c:v>45926.421863425923</c:v>
                      </c:pt>
                      <c:pt idx="333">
                        <c:v>45926.421863425923</c:v>
                      </c:pt>
                      <c:pt idx="334">
                        <c:v>45926.421863425923</c:v>
                      </c:pt>
                      <c:pt idx="335">
                        <c:v>45926.421863425923</c:v>
                      </c:pt>
                      <c:pt idx="336">
                        <c:v>45926.421863425923</c:v>
                      </c:pt>
                      <c:pt idx="337">
                        <c:v>45926.421863425923</c:v>
                      </c:pt>
                      <c:pt idx="338">
                        <c:v>45926.421863425923</c:v>
                      </c:pt>
                      <c:pt idx="339">
                        <c:v>45926.421863425923</c:v>
                      </c:pt>
                      <c:pt idx="340">
                        <c:v>45926.421863425923</c:v>
                      </c:pt>
                      <c:pt idx="341">
                        <c:v>45926.421875</c:v>
                      </c:pt>
                      <c:pt idx="342">
                        <c:v>45926.421875</c:v>
                      </c:pt>
                      <c:pt idx="343">
                        <c:v>45926.421875</c:v>
                      </c:pt>
                      <c:pt idx="344">
                        <c:v>45926.421875</c:v>
                      </c:pt>
                      <c:pt idx="345">
                        <c:v>45926.421875</c:v>
                      </c:pt>
                      <c:pt idx="346">
                        <c:v>45926.421875</c:v>
                      </c:pt>
                      <c:pt idx="347">
                        <c:v>45926.421875</c:v>
                      </c:pt>
                      <c:pt idx="348">
                        <c:v>45926.421875</c:v>
                      </c:pt>
                      <c:pt idx="349">
                        <c:v>45926.421875</c:v>
                      </c:pt>
                      <c:pt idx="350">
                        <c:v>45926.421875</c:v>
                      </c:pt>
                      <c:pt idx="351">
                        <c:v>45926.421875</c:v>
                      </c:pt>
                      <c:pt idx="352">
                        <c:v>45926.421875</c:v>
                      </c:pt>
                      <c:pt idx="353">
                        <c:v>45926.421875</c:v>
                      </c:pt>
                      <c:pt idx="354">
                        <c:v>45926.421875</c:v>
                      </c:pt>
                      <c:pt idx="355">
                        <c:v>45926.421875</c:v>
                      </c:pt>
                      <c:pt idx="356">
                        <c:v>45926.421875</c:v>
                      </c:pt>
                      <c:pt idx="357">
                        <c:v>45926.421875</c:v>
                      </c:pt>
                      <c:pt idx="358">
                        <c:v>45926.421875</c:v>
                      </c:pt>
                      <c:pt idx="359">
                        <c:v>45926.421875</c:v>
                      </c:pt>
                      <c:pt idx="360">
                        <c:v>45926.421875</c:v>
                      </c:pt>
                      <c:pt idx="361">
                        <c:v>45926.421886574077</c:v>
                      </c:pt>
                      <c:pt idx="362">
                        <c:v>45926.421886574077</c:v>
                      </c:pt>
                      <c:pt idx="363">
                        <c:v>45926.421886574077</c:v>
                      </c:pt>
                      <c:pt idx="364">
                        <c:v>45926.421886574077</c:v>
                      </c:pt>
                      <c:pt idx="365">
                        <c:v>45926.421886574077</c:v>
                      </c:pt>
                      <c:pt idx="366">
                        <c:v>45926.421886574077</c:v>
                      </c:pt>
                      <c:pt idx="367">
                        <c:v>45926.421886574077</c:v>
                      </c:pt>
                      <c:pt idx="368">
                        <c:v>45926.421886574077</c:v>
                      </c:pt>
                      <c:pt idx="369">
                        <c:v>45926.421886574077</c:v>
                      </c:pt>
                      <c:pt idx="370">
                        <c:v>45926.421886574077</c:v>
                      </c:pt>
                      <c:pt idx="371">
                        <c:v>45926.421886574077</c:v>
                      </c:pt>
                      <c:pt idx="372">
                        <c:v>45926.421886574077</c:v>
                      </c:pt>
                      <c:pt idx="373">
                        <c:v>45926.421886574077</c:v>
                      </c:pt>
                      <c:pt idx="374">
                        <c:v>45926.421886574077</c:v>
                      </c:pt>
                      <c:pt idx="375">
                        <c:v>45926.421886574077</c:v>
                      </c:pt>
                      <c:pt idx="376">
                        <c:v>45926.421886574077</c:v>
                      </c:pt>
                      <c:pt idx="377">
                        <c:v>45926.421886574077</c:v>
                      </c:pt>
                      <c:pt idx="378">
                        <c:v>45926.421886574077</c:v>
                      </c:pt>
                      <c:pt idx="379">
                        <c:v>45926.421886574077</c:v>
                      </c:pt>
                      <c:pt idx="380">
                        <c:v>45926.421886574077</c:v>
                      </c:pt>
                      <c:pt idx="381">
                        <c:v>45926.421898148146</c:v>
                      </c:pt>
                      <c:pt idx="382">
                        <c:v>45926.421898148146</c:v>
                      </c:pt>
                      <c:pt idx="383">
                        <c:v>45926.421898148146</c:v>
                      </c:pt>
                      <c:pt idx="384">
                        <c:v>45926.421898148146</c:v>
                      </c:pt>
                      <c:pt idx="385">
                        <c:v>45926.421898148146</c:v>
                      </c:pt>
                      <c:pt idx="386">
                        <c:v>45926.421898148146</c:v>
                      </c:pt>
                      <c:pt idx="387">
                        <c:v>45926.421898148146</c:v>
                      </c:pt>
                      <c:pt idx="388">
                        <c:v>45926.421898148146</c:v>
                      </c:pt>
                      <c:pt idx="389">
                        <c:v>45926.421898148146</c:v>
                      </c:pt>
                      <c:pt idx="390">
                        <c:v>45926.421898148146</c:v>
                      </c:pt>
                      <c:pt idx="391">
                        <c:v>45926.421898148146</c:v>
                      </c:pt>
                      <c:pt idx="392">
                        <c:v>45926.421898148146</c:v>
                      </c:pt>
                      <c:pt idx="393">
                        <c:v>45926.421898148146</c:v>
                      </c:pt>
                      <c:pt idx="394">
                        <c:v>45926.421898148146</c:v>
                      </c:pt>
                      <c:pt idx="395">
                        <c:v>45926.421898148146</c:v>
                      </c:pt>
                      <c:pt idx="396">
                        <c:v>45926.421898148146</c:v>
                      </c:pt>
                      <c:pt idx="397">
                        <c:v>45926.421898148146</c:v>
                      </c:pt>
                      <c:pt idx="398">
                        <c:v>45926.421898148146</c:v>
                      </c:pt>
                      <c:pt idx="399">
                        <c:v>45926.421898148146</c:v>
                      </c:pt>
                      <c:pt idx="400">
                        <c:v>45926.421909722223</c:v>
                      </c:pt>
                      <c:pt idx="401">
                        <c:v>45926.421909722223</c:v>
                      </c:pt>
                      <c:pt idx="402">
                        <c:v>45926.421909722223</c:v>
                      </c:pt>
                      <c:pt idx="403">
                        <c:v>45926.421909722223</c:v>
                      </c:pt>
                      <c:pt idx="404">
                        <c:v>45926.421909722223</c:v>
                      </c:pt>
                      <c:pt idx="405">
                        <c:v>45926.421909722223</c:v>
                      </c:pt>
                      <c:pt idx="406">
                        <c:v>45926.421909722223</c:v>
                      </c:pt>
                      <c:pt idx="407">
                        <c:v>45926.421909722223</c:v>
                      </c:pt>
                      <c:pt idx="408">
                        <c:v>45926.421909722223</c:v>
                      </c:pt>
                      <c:pt idx="409">
                        <c:v>45926.421909722223</c:v>
                      </c:pt>
                      <c:pt idx="410">
                        <c:v>45926.421909722223</c:v>
                      </c:pt>
                      <c:pt idx="411">
                        <c:v>45926.421909722223</c:v>
                      </c:pt>
                      <c:pt idx="412">
                        <c:v>45926.421909722223</c:v>
                      </c:pt>
                      <c:pt idx="413">
                        <c:v>45926.421909722223</c:v>
                      </c:pt>
                    </c:numCache>
                  </c:num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Sheet1!$F$2:$F$415</c15:sqref>
                        </c15:formulaRef>
                      </c:ext>
                    </c:extLst>
                    <c:numCache>
                      <c:formatCode>General</c:formatCode>
                      <c:ptCount val="414"/>
                      <c:pt idx="0">
                        <c:v>-2.8333330000000001</c:v>
                      </c:pt>
                      <c:pt idx="1">
                        <c:v>-2.8333330000000001</c:v>
                      </c:pt>
                      <c:pt idx="2">
                        <c:v>-2.8333330000000001</c:v>
                      </c:pt>
                      <c:pt idx="3">
                        <c:v>-2.8333330000000001</c:v>
                      </c:pt>
                      <c:pt idx="4">
                        <c:v>-2.8333330000000001</c:v>
                      </c:pt>
                      <c:pt idx="5">
                        <c:v>-2.8333330000000001</c:v>
                      </c:pt>
                      <c:pt idx="6">
                        <c:v>-2.8333330000000001</c:v>
                      </c:pt>
                      <c:pt idx="7">
                        <c:v>-2.8333330000000001</c:v>
                      </c:pt>
                      <c:pt idx="8">
                        <c:v>-2.8333330000000001</c:v>
                      </c:pt>
                      <c:pt idx="9">
                        <c:v>-2.8333330000000001</c:v>
                      </c:pt>
                      <c:pt idx="10">
                        <c:v>-2.8333330000000001</c:v>
                      </c:pt>
                      <c:pt idx="11">
                        <c:v>-2.8333330000000001</c:v>
                      </c:pt>
                      <c:pt idx="12">
                        <c:v>-2.8333330000000001</c:v>
                      </c:pt>
                      <c:pt idx="13">
                        <c:v>-2.8333330000000001</c:v>
                      </c:pt>
                      <c:pt idx="14">
                        <c:v>-2.8333330000000001</c:v>
                      </c:pt>
                      <c:pt idx="15">
                        <c:v>-2.8333330000000001</c:v>
                      </c:pt>
                      <c:pt idx="16">
                        <c:v>-2.8333330000000001</c:v>
                      </c:pt>
                      <c:pt idx="17">
                        <c:v>-2.8333330000000001</c:v>
                      </c:pt>
                      <c:pt idx="18">
                        <c:v>-2.8333330000000001</c:v>
                      </c:pt>
                      <c:pt idx="19">
                        <c:v>-2.8333330000000001</c:v>
                      </c:pt>
                      <c:pt idx="20">
                        <c:v>-2.8333330000000001</c:v>
                      </c:pt>
                      <c:pt idx="21">
                        <c:v>-2.8333330000000001</c:v>
                      </c:pt>
                      <c:pt idx="22">
                        <c:v>-2.8333330000000001</c:v>
                      </c:pt>
                      <c:pt idx="23">
                        <c:v>-2.8333330000000001</c:v>
                      </c:pt>
                      <c:pt idx="24">
                        <c:v>-2.8333330000000001</c:v>
                      </c:pt>
                      <c:pt idx="25">
                        <c:v>-2.8333330000000001</c:v>
                      </c:pt>
                      <c:pt idx="26">
                        <c:v>-2.8333330000000001</c:v>
                      </c:pt>
                      <c:pt idx="27">
                        <c:v>-2.8333330000000001</c:v>
                      </c:pt>
                      <c:pt idx="28">
                        <c:v>-2.8333330000000001</c:v>
                      </c:pt>
                      <c:pt idx="29">
                        <c:v>-2.8333330000000001</c:v>
                      </c:pt>
                      <c:pt idx="30">
                        <c:v>-2.8333330000000001</c:v>
                      </c:pt>
                      <c:pt idx="31">
                        <c:v>-2.8333330000000001</c:v>
                      </c:pt>
                      <c:pt idx="32">
                        <c:v>-2.8333330000000001</c:v>
                      </c:pt>
                      <c:pt idx="33">
                        <c:v>-2.8333330000000001</c:v>
                      </c:pt>
                      <c:pt idx="34">
                        <c:v>-2.8333330000000001</c:v>
                      </c:pt>
                      <c:pt idx="35">
                        <c:v>-2.8333330000000001</c:v>
                      </c:pt>
                      <c:pt idx="36">
                        <c:v>-2.8333330000000001</c:v>
                      </c:pt>
                      <c:pt idx="37">
                        <c:v>-2.8333330000000001</c:v>
                      </c:pt>
                      <c:pt idx="38">
                        <c:v>-15.75</c:v>
                      </c:pt>
                      <c:pt idx="39">
                        <c:v>-16.75</c:v>
                      </c:pt>
                      <c:pt idx="40">
                        <c:v>-16.08333</c:v>
                      </c:pt>
                      <c:pt idx="41">
                        <c:v>-17.66667</c:v>
                      </c:pt>
                      <c:pt idx="42">
                        <c:v>-18</c:v>
                      </c:pt>
                      <c:pt idx="43">
                        <c:v>-16.16667</c:v>
                      </c:pt>
                      <c:pt idx="44">
                        <c:v>-17.16667</c:v>
                      </c:pt>
                      <c:pt idx="45">
                        <c:v>-18.41667</c:v>
                      </c:pt>
                      <c:pt idx="46">
                        <c:v>-18.58333</c:v>
                      </c:pt>
                      <c:pt idx="47">
                        <c:v>-15.91667</c:v>
                      </c:pt>
                      <c:pt idx="48">
                        <c:v>-49</c:v>
                      </c:pt>
                      <c:pt idx="49">
                        <c:v>0</c:v>
                      </c:pt>
                      <c:pt idx="50">
                        <c:v>0</c:v>
                      </c:pt>
                      <c:pt idx="51">
                        <c:v>-18.5</c:v>
                      </c:pt>
                      <c:pt idx="52">
                        <c:v>-18.41667</c:v>
                      </c:pt>
                      <c:pt idx="53">
                        <c:v>-17.5</c:v>
                      </c:pt>
                      <c:pt idx="54">
                        <c:v>-17.33333</c:v>
                      </c:pt>
                      <c:pt idx="55">
                        <c:v>-17.41667</c:v>
                      </c:pt>
                      <c:pt idx="56">
                        <c:v>-40.375</c:v>
                      </c:pt>
                      <c:pt idx="57">
                        <c:v>0</c:v>
                      </c:pt>
                      <c:pt idx="58">
                        <c:v>0</c:v>
                      </c:pt>
                      <c:pt idx="59">
                        <c:v>-14.75</c:v>
                      </c:pt>
                      <c:pt idx="60">
                        <c:v>-15</c:v>
                      </c:pt>
                      <c:pt idx="61">
                        <c:v>-15.25</c:v>
                      </c:pt>
                      <c:pt idx="62">
                        <c:v>-37.375</c:v>
                      </c:pt>
                      <c:pt idx="63">
                        <c:v>0</c:v>
                      </c:pt>
                      <c:pt idx="64">
                        <c:v>0</c:v>
                      </c:pt>
                      <c:pt idx="65">
                        <c:v>-14.75</c:v>
                      </c:pt>
                      <c:pt idx="66">
                        <c:v>-14.33333</c:v>
                      </c:pt>
                      <c:pt idx="67">
                        <c:v>-35.125</c:v>
                      </c:pt>
                      <c:pt idx="68">
                        <c:v>0</c:v>
                      </c:pt>
                      <c:pt idx="69">
                        <c:v>0</c:v>
                      </c:pt>
                      <c:pt idx="70">
                        <c:v>-12.08333</c:v>
                      </c:pt>
                      <c:pt idx="71">
                        <c:v>-11.08333</c:v>
                      </c:pt>
                      <c:pt idx="72">
                        <c:v>0</c:v>
                      </c:pt>
                      <c:pt idx="73">
                        <c:v>-10.75</c:v>
                      </c:pt>
                      <c:pt idx="74">
                        <c:v>-10.41667</c:v>
                      </c:pt>
                      <c:pt idx="75">
                        <c:v>-9.8333329999999997</c:v>
                      </c:pt>
                      <c:pt idx="76">
                        <c:v>-16</c:v>
                      </c:pt>
                      <c:pt idx="77">
                        <c:v>-7</c:v>
                      </c:pt>
                      <c:pt idx="78">
                        <c:v>-7.5149999999999997</c:v>
                      </c:pt>
                      <c:pt idx="79">
                        <c:v>-16.096499999999999</c:v>
                      </c:pt>
                      <c:pt idx="80">
                        <c:v>-9.1699990000000007</c:v>
                      </c:pt>
                      <c:pt idx="81">
                        <c:v>-8.7546660000000003</c:v>
                      </c:pt>
                      <c:pt idx="82">
                        <c:v>-9.3773340000000012</c:v>
                      </c:pt>
                      <c:pt idx="83">
                        <c:v>-14.760499999999999</c:v>
                      </c:pt>
                      <c:pt idx="84">
                        <c:v>-8.9458330000000004</c:v>
                      </c:pt>
                      <c:pt idx="85">
                        <c:v>-9.0566650000000006</c:v>
                      </c:pt>
                      <c:pt idx="86">
                        <c:v>-17.130670000000002</c:v>
                      </c:pt>
                      <c:pt idx="87">
                        <c:v>-10.835000000000001</c:v>
                      </c:pt>
                      <c:pt idx="88">
                        <c:v>-9.3620000000000001</c:v>
                      </c:pt>
                      <c:pt idx="89">
                        <c:v>-14.585999999999999</c:v>
                      </c:pt>
                      <c:pt idx="90">
                        <c:v>-12.667670000000001</c:v>
                      </c:pt>
                      <c:pt idx="91">
                        <c:v>-7.0069999999999997</c:v>
                      </c:pt>
                      <c:pt idx="92">
                        <c:v>-10.716670000000001</c:v>
                      </c:pt>
                      <c:pt idx="93">
                        <c:v>-5.6593330000000002</c:v>
                      </c:pt>
                      <c:pt idx="94">
                        <c:v>-5.9939989999999996</c:v>
                      </c:pt>
                      <c:pt idx="95">
                        <c:v>0</c:v>
                      </c:pt>
                      <c:pt idx="96">
                        <c:v>0</c:v>
                      </c:pt>
                      <c:pt idx="97">
                        <c:v>-14.763000000000002</c:v>
                      </c:pt>
                      <c:pt idx="98">
                        <c:v>-6.5986659999999997</c:v>
                      </c:pt>
                      <c:pt idx="99">
                        <c:v>0</c:v>
                      </c:pt>
                      <c:pt idx="100">
                        <c:v>-11.648</c:v>
                      </c:pt>
                      <c:pt idx="101">
                        <c:v>0</c:v>
                      </c:pt>
                      <c:pt idx="102">
                        <c:v>0</c:v>
                      </c:pt>
                      <c:pt idx="103">
                        <c:v>6.8129989999999996</c:v>
                      </c:pt>
                      <c:pt idx="104">
                        <c:v>0</c:v>
                      </c:pt>
                      <c:pt idx="105">
                        <c:v>12.361000000000001</c:v>
                      </c:pt>
                      <c:pt idx="106">
                        <c:v>0</c:v>
                      </c:pt>
                      <c:pt idx="107">
                        <c:v>0</c:v>
                      </c:pt>
                      <c:pt idx="108">
                        <c:v>16.769000000000002</c:v>
                      </c:pt>
                      <c:pt idx="109">
                        <c:v>14.78383</c:v>
                      </c:pt>
                      <c:pt idx="110">
                        <c:v>20.440000000000001</c:v>
                      </c:pt>
                      <c:pt idx="111">
                        <c:v>10.754</c:v>
                      </c:pt>
                      <c:pt idx="112">
                        <c:v>23.327999999999999</c:v>
                      </c:pt>
                      <c:pt idx="113">
                        <c:v>24.734999999999999</c:v>
                      </c:pt>
                      <c:pt idx="114">
                        <c:v>25.783329999999999</c:v>
                      </c:pt>
                      <c:pt idx="115">
                        <c:v>27.886670000000002</c:v>
                      </c:pt>
                      <c:pt idx="116">
                        <c:v>29.432659999999998</c:v>
                      </c:pt>
                      <c:pt idx="117">
                        <c:v>20.975999999999999</c:v>
                      </c:pt>
                      <c:pt idx="118">
                        <c:v>65.90625</c:v>
                      </c:pt>
                      <c:pt idx="119">
                        <c:v>67.625990000000002</c:v>
                      </c:pt>
                      <c:pt idx="120">
                        <c:v>68.692999999999998</c:v>
                      </c:pt>
                      <c:pt idx="121">
                        <c:v>0</c:v>
                      </c:pt>
                      <c:pt idx="122">
                        <c:v>0</c:v>
                      </c:pt>
                      <c:pt idx="123">
                        <c:v>61.352499999999999</c:v>
                      </c:pt>
                      <c:pt idx="124">
                        <c:v>79.706249999999997</c:v>
                      </c:pt>
                      <c:pt idx="125">
                        <c:v>88.762749999999997</c:v>
                      </c:pt>
                      <c:pt idx="126">
                        <c:v>101.592</c:v>
                      </c:pt>
                      <c:pt idx="127">
                        <c:v>90.75</c:v>
                      </c:pt>
                      <c:pt idx="128">
                        <c:v>107.892</c:v>
                      </c:pt>
                      <c:pt idx="129">
                        <c:v>94.405500000000004</c:v>
                      </c:pt>
                      <c:pt idx="130">
                        <c:v>110.13969999999999</c:v>
                      </c:pt>
                      <c:pt idx="131">
                        <c:v>114.77</c:v>
                      </c:pt>
                      <c:pt idx="132">
                        <c:v>119.25</c:v>
                      </c:pt>
                      <c:pt idx="133">
                        <c:v>173.3193</c:v>
                      </c:pt>
                      <c:pt idx="134">
                        <c:v>0</c:v>
                      </c:pt>
                      <c:pt idx="135">
                        <c:v>0</c:v>
                      </c:pt>
                      <c:pt idx="136">
                        <c:v>0</c:v>
                      </c:pt>
                      <c:pt idx="137">
                        <c:v>176</c:v>
                      </c:pt>
                      <c:pt idx="138">
                        <c:v>185.33330000000001</c:v>
                      </c:pt>
                      <c:pt idx="139">
                        <c:v>187.14600000000002</c:v>
                      </c:pt>
                      <c:pt idx="140">
                        <c:v>193.33330000000001</c:v>
                      </c:pt>
                      <c:pt idx="141">
                        <c:v>188</c:v>
                      </c:pt>
                      <c:pt idx="142">
                        <c:v>188</c:v>
                      </c:pt>
                      <c:pt idx="143">
                        <c:v>172</c:v>
                      </c:pt>
                      <c:pt idx="144">
                        <c:v>192.80700000000002</c:v>
                      </c:pt>
                      <c:pt idx="145">
                        <c:v>0</c:v>
                      </c:pt>
                      <c:pt idx="146">
                        <c:v>0</c:v>
                      </c:pt>
                      <c:pt idx="147">
                        <c:v>0</c:v>
                      </c:pt>
                      <c:pt idx="148">
                        <c:v>202.66669999999999</c:v>
                      </c:pt>
                      <c:pt idx="149">
                        <c:v>203.13</c:v>
                      </c:pt>
                      <c:pt idx="150">
                        <c:v>205.33330000000001</c:v>
                      </c:pt>
                      <c:pt idx="151">
                        <c:v>204.12900000000002</c:v>
                      </c:pt>
                      <c:pt idx="152">
                        <c:v>209.57999999999998</c:v>
                      </c:pt>
                      <c:pt idx="153">
                        <c:v>219.34</c:v>
                      </c:pt>
                      <c:pt idx="154">
                        <c:v>210</c:v>
                      </c:pt>
                      <c:pt idx="155">
                        <c:v>192.33330000000001</c:v>
                      </c:pt>
                      <c:pt idx="156">
                        <c:v>223.44300000000001</c:v>
                      </c:pt>
                      <c:pt idx="157">
                        <c:v>191</c:v>
                      </c:pt>
                      <c:pt idx="158">
                        <c:v>219.78</c:v>
                      </c:pt>
                      <c:pt idx="159">
                        <c:v>185</c:v>
                      </c:pt>
                      <c:pt idx="160">
                        <c:v>183.483</c:v>
                      </c:pt>
                      <c:pt idx="161">
                        <c:v>221.33330000000001</c:v>
                      </c:pt>
                      <c:pt idx="162">
                        <c:v>235.66670000000002</c:v>
                      </c:pt>
                      <c:pt idx="163">
                        <c:v>232.33329999999998</c:v>
                      </c:pt>
                      <c:pt idx="164">
                        <c:v>228.66669999999999</c:v>
                      </c:pt>
                      <c:pt idx="165">
                        <c:v>225</c:v>
                      </c:pt>
                      <c:pt idx="166">
                        <c:v>221.33330000000001</c:v>
                      </c:pt>
                      <c:pt idx="167">
                        <c:v>226.33329999999998</c:v>
                      </c:pt>
                      <c:pt idx="168">
                        <c:v>212</c:v>
                      </c:pt>
                      <c:pt idx="169">
                        <c:v>195.33329999999998</c:v>
                      </c:pt>
                      <c:pt idx="170">
                        <c:v>168.66669999999999</c:v>
                      </c:pt>
                      <c:pt idx="171">
                        <c:v>171.33329999999998</c:v>
                      </c:pt>
                      <c:pt idx="172">
                        <c:v>181.81800000000001</c:v>
                      </c:pt>
                      <c:pt idx="173">
                        <c:v>172.33330000000001</c:v>
                      </c:pt>
                      <c:pt idx="174">
                        <c:v>166.66669999999999</c:v>
                      </c:pt>
                      <c:pt idx="175">
                        <c:v>166.66669999999999</c:v>
                      </c:pt>
                      <c:pt idx="176">
                        <c:v>0</c:v>
                      </c:pt>
                      <c:pt idx="177">
                        <c:v>0</c:v>
                      </c:pt>
                      <c:pt idx="178">
                        <c:v>0</c:v>
                      </c:pt>
                      <c:pt idx="179">
                        <c:v>0</c:v>
                      </c:pt>
                      <c:pt idx="180">
                        <c:v>0</c:v>
                      </c:pt>
                      <c:pt idx="181">
                        <c:v>83.25</c:v>
                      </c:pt>
                      <c:pt idx="182">
                        <c:v>65.5</c:v>
                      </c:pt>
                      <c:pt idx="183">
                        <c:v>83.749989999999997</c:v>
                      </c:pt>
                      <c:pt idx="184">
                        <c:v>64.999989999999997</c:v>
                      </c:pt>
                      <c:pt idx="185">
                        <c:v>0</c:v>
                      </c:pt>
                      <c:pt idx="186">
                        <c:v>0</c:v>
                      </c:pt>
                      <c:pt idx="187">
                        <c:v>0</c:v>
                      </c:pt>
                      <c:pt idx="188">
                        <c:v>0</c:v>
                      </c:pt>
                      <c:pt idx="189">
                        <c:v>0</c:v>
                      </c:pt>
                      <c:pt idx="190">
                        <c:v>26.945999999999998</c:v>
                      </c:pt>
                      <c:pt idx="191">
                        <c:v>38</c:v>
                      </c:pt>
                      <c:pt idx="192">
                        <c:v>35.559669999999997</c:v>
                      </c:pt>
                      <c:pt idx="193">
                        <c:v>27.166659999999997</c:v>
                      </c:pt>
                      <c:pt idx="194">
                        <c:v>19.66667</c:v>
                      </c:pt>
                      <c:pt idx="195">
                        <c:v>0</c:v>
                      </c:pt>
                      <c:pt idx="196">
                        <c:v>11.33333</c:v>
                      </c:pt>
                      <c:pt idx="197">
                        <c:v>-12.5</c:v>
                      </c:pt>
                      <c:pt idx="198">
                        <c:v>-8.8245000000000005</c:v>
                      </c:pt>
                      <c:pt idx="199">
                        <c:v>0</c:v>
                      </c:pt>
                      <c:pt idx="200">
                        <c:v>0</c:v>
                      </c:pt>
                      <c:pt idx="201">
                        <c:v>-10.63467</c:v>
                      </c:pt>
                      <c:pt idx="202">
                        <c:v>-14.666670000000002</c:v>
                      </c:pt>
                      <c:pt idx="203">
                        <c:v>-19.27533</c:v>
                      </c:pt>
                      <c:pt idx="204">
                        <c:v>-23.83333</c:v>
                      </c:pt>
                      <c:pt idx="205">
                        <c:v>-25.666660000000004</c:v>
                      </c:pt>
                      <c:pt idx="206">
                        <c:v>-27.611330000000002</c:v>
                      </c:pt>
                      <c:pt idx="207">
                        <c:v>-27.139499999999998</c:v>
                      </c:pt>
                      <c:pt idx="208">
                        <c:v>-73.353000000000009</c:v>
                      </c:pt>
                      <c:pt idx="209">
                        <c:v>-80.507740000000013</c:v>
                      </c:pt>
                      <c:pt idx="210">
                        <c:v>0</c:v>
                      </c:pt>
                      <c:pt idx="211">
                        <c:v>-84.415499999999994</c:v>
                      </c:pt>
                      <c:pt idx="212">
                        <c:v>-67.999989999999997</c:v>
                      </c:pt>
                      <c:pt idx="213">
                        <c:v>-82.5</c:v>
                      </c:pt>
                      <c:pt idx="214">
                        <c:v>-73.602490000000003</c:v>
                      </c:pt>
                      <c:pt idx="215">
                        <c:v>-75.25</c:v>
                      </c:pt>
                      <c:pt idx="216">
                        <c:v>-81.168750000000003</c:v>
                      </c:pt>
                      <c:pt idx="217">
                        <c:v>-89.749989999999997</c:v>
                      </c:pt>
                      <c:pt idx="218">
                        <c:v>-96.25</c:v>
                      </c:pt>
                      <c:pt idx="219">
                        <c:v>-97.75</c:v>
                      </c:pt>
                      <c:pt idx="220">
                        <c:v>-106.5</c:v>
                      </c:pt>
                      <c:pt idx="221">
                        <c:v>-114.5</c:v>
                      </c:pt>
                      <c:pt idx="222">
                        <c:v>-188.66669999999999</c:v>
                      </c:pt>
                      <c:pt idx="223">
                        <c:v>-166</c:v>
                      </c:pt>
                      <c:pt idx="224">
                        <c:v>0</c:v>
                      </c:pt>
                      <c:pt idx="225">
                        <c:v>0</c:v>
                      </c:pt>
                      <c:pt idx="226">
                        <c:v>0</c:v>
                      </c:pt>
                      <c:pt idx="227">
                        <c:v>0</c:v>
                      </c:pt>
                      <c:pt idx="228">
                        <c:v>-162.33330000000001</c:v>
                      </c:pt>
                      <c:pt idx="229">
                        <c:v>-162.34129999999999</c:v>
                      </c:pt>
                      <c:pt idx="230">
                        <c:v>-163.33929999999998</c:v>
                      </c:pt>
                      <c:pt idx="231">
                        <c:v>-165.66800000000001</c:v>
                      </c:pt>
                      <c:pt idx="232">
                        <c:v>-173</c:v>
                      </c:pt>
                      <c:pt idx="233">
                        <c:v>-201.13200000000001</c:v>
                      </c:pt>
                      <c:pt idx="234">
                        <c:v>-185</c:v>
                      </c:pt>
                      <c:pt idx="235">
                        <c:v>-214.33330000000001</c:v>
                      </c:pt>
                      <c:pt idx="236">
                        <c:v>-181</c:v>
                      </c:pt>
                      <c:pt idx="237">
                        <c:v>-193</c:v>
                      </c:pt>
                      <c:pt idx="238">
                        <c:v>-168.66669999999999</c:v>
                      </c:pt>
                      <c:pt idx="239">
                        <c:v>-165.66669999999999</c:v>
                      </c:pt>
                      <c:pt idx="240">
                        <c:v>-160.0127</c:v>
                      </c:pt>
                      <c:pt idx="241">
                        <c:v>0</c:v>
                      </c:pt>
                      <c:pt idx="242">
                        <c:v>0</c:v>
                      </c:pt>
                      <c:pt idx="243">
                        <c:v>0</c:v>
                      </c:pt>
                      <c:pt idx="244">
                        <c:v>-104.5</c:v>
                      </c:pt>
                      <c:pt idx="245">
                        <c:v>-94.061490000000006</c:v>
                      </c:pt>
                      <c:pt idx="246">
                        <c:v>-91.759999999999991</c:v>
                      </c:pt>
                      <c:pt idx="247">
                        <c:v>-81.085499999999996</c:v>
                      </c:pt>
                      <c:pt idx="248">
                        <c:v>-76.958749999999995</c:v>
                      </c:pt>
                      <c:pt idx="249">
                        <c:v>-65.075000000000003</c:v>
                      </c:pt>
                      <c:pt idx="250">
                        <c:v>0</c:v>
                      </c:pt>
                      <c:pt idx="251">
                        <c:v>0</c:v>
                      </c:pt>
                      <c:pt idx="252">
                        <c:v>-27.66283</c:v>
                      </c:pt>
                      <c:pt idx="253">
                        <c:v>0</c:v>
                      </c:pt>
                      <c:pt idx="254">
                        <c:v>0</c:v>
                      </c:pt>
                      <c:pt idx="255">
                        <c:v>0</c:v>
                      </c:pt>
                      <c:pt idx="256">
                        <c:v>-24.879170000000002</c:v>
                      </c:pt>
                      <c:pt idx="257">
                        <c:v>-61.246999999999993</c:v>
                      </c:pt>
                      <c:pt idx="258">
                        <c:v>0</c:v>
                      </c:pt>
                      <c:pt idx="259">
                        <c:v>0</c:v>
                      </c:pt>
                      <c:pt idx="260">
                        <c:v>-22.050330000000002</c:v>
                      </c:pt>
                      <c:pt idx="261">
                        <c:v>-26.978999999999999</c:v>
                      </c:pt>
                      <c:pt idx="262">
                        <c:v>-20.02</c:v>
                      </c:pt>
                      <c:pt idx="263">
                        <c:v>-20.32067</c:v>
                      </c:pt>
                      <c:pt idx="264">
                        <c:v>-20.417999999999999</c:v>
                      </c:pt>
                      <c:pt idx="265">
                        <c:v>-21.599329999999998</c:v>
                      </c:pt>
                      <c:pt idx="266">
                        <c:v>-44.4465</c:v>
                      </c:pt>
                      <c:pt idx="267">
                        <c:v>0</c:v>
                      </c:pt>
                      <c:pt idx="268">
                        <c:v>-21.80583</c:v>
                      </c:pt>
                      <c:pt idx="269">
                        <c:v>-21.637170000000001</c:v>
                      </c:pt>
                      <c:pt idx="270">
                        <c:v>-21.827999999999999</c:v>
                      </c:pt>
                      <c:pt idx="271">
                        <c:v>-38.745000000000005</c:v>
                      </c:pt>
                      <c:pt idx="272">
                        <c:v>0</c:v>
                      </c:pt>
                      <c:pt idx="273">
                        <c:v>0</c:v>
                      </c:pt>
                      <c:pt idx="274">
                        <c:v>-20.260829999999999</c:v>
                      </c:pt>
                      <c:pt idx="275">
                        <c:v>-20.747499999999999</c:v>
                      </c:pt>
                      <c:pt idx="276">
                        <c:v>-20.376000000000001</c:v>
                      </c:pt>
                      <c:pt idx="277">
                        <c:v>-20.997499999999999</c:v>
                      </c:pt>
                      <c:pt idx="278">
                        <c:v>-20.69483</c:v>
                      </c:pt>
                      <c:pt idx="279">
                        <c:v>-20.98367</c:v>
                      </c:pt>
                      <c:pt idx="280">
                        <c:v>-32.570999999999998</c:v>
                      </c:pt>
                      <c:pt idx="281">
                        <c:v>-32.690249999999999</c:v>
                      </c:pt>
                      <c:pt idx="282">
                        <c:v>-45.625</c:v>
                      </c:pt>
                      <c:pt idx="283">
                        <c:v>-45.5</c:v>
                      </c:pt>
                      <c:pt idx="284">
                        <c:v>-33.875</c:v>
                      </c:pt>
                      <c:pt idx="285">
                        <c:v>-33.875</c:v>
                      </c:pt>
                      <c:pt idx="286">
                        <c:v>-34.875</c:v>
                      </c:pt>
                      <c:pt idx="287">
                        <c:v>-42.875</c:v>
                      </c:pt>
                      <c:pt idx="288">
                        <c:v>0</c:v>
                      </c:pt>
                      <c:pt idx="289">
                        <c:v>-18.83333</c:v>
                      </c:pt>
                      <c:pt idx="290">
                        <c:v>-30.5</c:v>
                      </c:pt>
                      <c:pt idx="291">
                        <c:v>-31.5</c:v>
                      </c:pt>
                      <c:pt idx="292">
                        <c:v>-46.875</c:v>
                      </c:pt>
                      <c:pt idx="293">
                        <c:v>-33.875</c:v>
                      </c:pt>
                      <c:pt idx="294">
                        <c:v>-34.25</c:v>
                      </c:pt>
                      <c:pt idx="295">
                        <c:v>-35.875</c:v>
                      </c:pt>
                      <c:pt idx="296">
                        <c:v>-37.125</c:v>
                      </c:pt>
                      <c:pt idx="297">
                        <c:v>-37.25</c:v>
                      </c:pt>
                      <c:pt idx="298">
                        <c:v>-56.875</c:v>
                      </c:pt>
                      <c:pt idx="299">
                        <c:v>-39.75</c:v>
                      </c:pt>
                      <c:pt idx="300">
                        <c:v>-38.5</c:v>
                      </c:pt>
                      <c:pt idx="301">
                        <c:v>-39</c:v>
                      </c:pt>
                      <c:pt idx="302">
                        <c:v>-39.25</c:v>
                      </c:pt>
                      <c:pt idx="303">
                        <c:v>-38.625</c:v>
                      </c:pt>
                      <c:pt idx="304">
                        <c:v>-38.875</c:v>
                      </c:pt>
                      <c:pt idx="305">
                        <c:v>-38.25</c:v>
                      </c:pt>
                      <c:pt idx="306">
                        <c:v>-92.333330000000004</c:v>
                      </c:pt>
                      <c:pt idx="307">
                        <c:v>0</c:v>
                      </c:pt>
                      <c:pt idx="308">
                        <c:v>0</c:v>
                      </c:pt>
                      <c:pt idx="309">
                        <c:v>0</c:v>
                      </c:pt>
                      <c:pt idx="310">
                        <c:v>-25.5</c:v>
                      </c:pt>
                      <c:pt idx="311">
                        <c:v>-25.5</c:v>
                      </c:pt>
                      <c:pt idx="312">
                        <c:v>-25.5</c:v>
                      </c:pt>
                      <c:pt idx="313">
                        <c:v>-25.5</c:v>
                      </c:pt>
                      <c:pt idx="314">
                        <c:v>-25.5</c:v>
                      </c:pt>
                      <c:pt idx="315">
                        <c:v>-25.5</c:v>
                      </c:pt>
                      <c:pt idx="316">
                        <c:v>-25.5</c:v>
                      </c:pt>
                      <c:pt idx="317">
                        <c:v>-25.5</c:v>
                      </c:pt>
                      <c:pt idx="318">
                        <c:v>-25.5</c:v>
                      </c:pt>
                      <c:pt idx="319">
                        <c:v>-25.5</c:v>
                      </c:pt>
                      <c:pt idx="320">
                        <c:v>-25.5</c:v>
                      </c:pt>
                      <c:pt idx="321">
                        <c:v>-25.5</c:v>
                      </c:pt>
                      <c:pt idx="322">
                        <c:v>-25.5</c:v>
                      </c:pt>
                      <c:pt idx="323">
                        <c:v>-25.5</c:v>
                      </c:pt>
                      <c:pt idx="324">
                        <c:v>-25.5</c:v>
                      </c:pt>
                      <c:pt idx="325">
                        <c:v>-25.5</c:v>
                      </c:pt>
                      <c:pt idx="326">
                        <c:v>-25.5</c:v>
                      </c:pt>
                      <c:pt idx="327">
                        <c:v>-25.5</c:v>
                      </c:pt>
                      <c:pt idx="328">
                        <c:v>-25.5</c:v>
                      </c:pt>
                      <c:pt idx="329">
                        <c:v>-25.5</c:v>
                      </c:pt>
                      <c:pt idx="330">
                        <c:v>-25.5</c:v>
                      </c:pt>
                      <c:pt idx="331">
                        <c:v>-25.5</c:v>
                      </c:pt>
                      <c:pt idx="332">
                        <c:v>-25.5</c:v>
                      </c:pt>
                      <c:pt idx="333">
                        <c:v>-25.5</c:v>
                      </c:pt>
                      <c:pt idx="334">
                        <c:v>-25.5</c:v>
                      </c:pt>
                      <c:pt idx="335">
                        <c:v>-25.5</c:v>
                      </c:pt>
                      <c:pt idx="336">
                        <c:v>-25.5</c:v>
                      </c:pt>
                      <c:pt idx="337">
                        <c:v>-25.5</c:v>
                      </c:pt>
                      <c:pt idx="338">
                        <c:v>-25.5</c:v>
                      </c:pt>
                      <c:pt idx="339">
                        <c:v>-25.5</c:v>
                      </c:pt>
                      <c:pt idx="340">
                        <c:v>-25.5</c:v>
                      </c:pt>
                      <c:pt idx="341">
                        <c:v>-25.5</c:v>
                      </c:pt>
                      <c:pt idx="342">
                        <c:v>-25.5</c:v>
                      </c:pt>
                      <c:pt idx="343">
                        <c:v>-25.5</c:v>
                      </c:pt>
                      <c:pt idx="344">
                        <c:v>-25.5</c:v>
                      </c:pt>
                      <c:pt idx="345">
                        <c:v>-25.5</c:v>
                      </c:pt>
                      <c:pt idx="346">
                        <c:v>-25.5</c:v>
                      </c:pt>
                      <c:pt idx="347">
                        <c:v>-25.5</c:v>
                      </c:pt>
                      <c:pt idx="348">
                        <c:v>-25.5</c:v>
                      </c:pt>
                      <c:pt idx="349">
                        <c:v>-25.5</c:v>
                      </c:pt>
                      <c:pt idx="350">
                        <c:v>-25.5</c:v>
                      </c:pt>
                      <c:pt idx="351">
                        <c:v>-25.5</c:v>
                      </c:pt>
                      <c:pt idx="352">
                        <c:v>-25.5</c:v>
                      </c:pt>
                      <c:pt idx="353">
                        <c:v>-25.5</c:v>
                      </c:pt>
                      <c:pt idx="354">
                        <c:v>-25.5</c:v>
                      </c:pt>
                      <c:pt idx="355">
                        <c:v>-25.5</c:v>
                      </c:pt>
                      <c:pt idx="356">
                        <c:v>-25.5</c:v>
                      </c:pt>
                      <c:pt idx="357">
                        <c:v>-25.5</c:v>
                      </c:pt>
                      <c:pt idx="358">
                        <c:v>-25.5</c:v>
                      </c:pt>
                      <c:pt idx="359">
                        <c:v>-25.5</c:v>
                      </c:pt>
                      <c:pt idx="360">
                        <c:v>-25.5</c:v>
                      </c:pt>
                      <c:pt idx="361">
                        <c:v>-25.5</c:v>
                      </c:pt>
                      <c:pt idx="362">
                        <c:v>-25.5</c:v>
                      </c:pt>
                      <c:pt idx="363">
                        <c:v>-25.5</c:v>
                      </c:pt>
                      <c:pt idx="364">
                        <c:v>-25.5</c:v>
                      </c:pt>
                      <c:pt idx="365">
                        <c:v>-25.5</c:v>
                      </c:pt>
                      <c:pt idx="366">
                        <c:v>-25.5</c:v>
                      </c:pt>
                      <c:pt idx="367">
                        <c:v>-25.5</c:v>
                      </c:pt>
                      <c:pt idx="368">
                        <c:v>-25.5</c:v>
                      </c:pt>
                      <c:pt idx="369">
                        <c:v>-25.5</c:v>
                      </c:pt>
                      <c:pt idx="370">
                        <c:v>-25.5</c:v>
                      </c:pt>
                      <c:pt idx="371">
                        <c:v>-25.5</c:v>
                      </c:pt>
                      <c:pt idx="372">
                        <c:v>-25.5</c:v>
                      </c:pt>
                      <c:pt idx="373">
                        <c:v>-25.5</c:v>
                      </c:pt>
                      <c:pt idx="374">
                        <c:v>-25.5</c:v>
                      </c:pt>
                      <c:pt idx="375">
                        <c:v>-25.5</c:v>
                      </c:pt>
                      <c:pt idx="376">
                        <c:v>-25.5</c:v>
                      </c:pt>
                      <c:pt idx="377">
                        <c:v>-25.5</c:v>
                      </c:pt>
                      <c:pt idx="378">
                        <c:v>-25.5</c:v>
                      </c:pt>
                      <c:pt idx="379">
                        <c:v>-25.5</c:v>
                      </c:pt>
                      <c:pt idx="380">
                        <c:v>-25.5</c:v>
                      </c:pt>
                      <c:pt idx="381">
                        <c:v>-25.5</c:v>
                      </c:pt>
                      <c:pt idx="382">
                        <c:v>-25.5</c:v>
                      </c:pt>
                      <c:pt idx="383">
                        <c:v>-25.5</c:v>
                      </c:pt>
                      <c:pt idx="384">
                        <c:v>-25.5</c:v>
                      </c:pt>
                      <c:pt idx="385">
                        <c:v>-25.5</c:v>
                      </c:pt>
                      <c:pt idx="386">
                        <c:v>-25.5</c:v>
                      </c:pt>
                      <c:pt idx="387">
                        <c:v>-25.5</c:v>
                      </c:pt>
                      <c:pt idx="388">
                        <c:v>-25.5</c:v>
                      </c:pt>
                      <c:pt idx="389">
                        <c:v>-25.5</c:v>
                      </c:pt>
                      <c:pt idx="390">
                        <c:v>-25.5</c:v>
                      </c:pt>
                      <c:pt idx="391">
                        <c:v>-25.5</c:v>
                      </c:pt>
                      <c:pt idx="392">
                        <c:v>-25.5</c:v>
                      </c:pt>
                      <c:pt idx="393">
                        <c:v>-25.5</c:v>
                      </c:pt>
                      <c:pt idx="394">
                        <c:v>-25.5</c:v>
                      </c:pt>
                      <c:pt idx="395">
                        <c:v>-25.5</c:v>
                      </c:pt>
                      <c:pt idx="396">
                        <c:v>-25.5</c:v>
                      </c:pt>
                      <c:pt idx="397">
                        <c:v>-25.5</c:v>
                      </c:pt>
                      <c:pt idx="398">
                        <c:v>-25.5</c:v>
                      </c:pt>
                      <c:pt idx="399">
                        <c:v>-25.5</c:v>
                      </c:pt>
                      <c:pt idx="400">
                        <c:v>-25.5</c:v>
                      </c:pt>
                      <c:pt idx="401">
                        <c:v>-25.5</c:v>
                      </c:pt>
                      <c:pt idx="402">
                        <c:v>-25.5</c:v>
                      </c:pt>
                      <c:pt idx="403">
                        <c:v>-25.5</c:v>
                      </c:pt>
                      <c:pt idx="404">
                        <c:v>-25.5</c:v>
                      </c:pt>
                      <c:pt idx="405">
                        <c:v>-25.5</c:v>
                      </c:pt>
                      <c:pt idx="406">
                        <c:v>-25.5</c:v>
                      </c:pt>
                      <c:pt idx="407">
                        <c:v>-25.5</c:v>
                      </c:pt>
                      <c:pt idx="408">
                        <c:v>-25.5</c:v>
                      </c:pt>
                      <c:pt idx="409">
                        <c:v>-25.5</c:v>
                      </c:pt>
                      <c:pt idx="410">
                        <c:v>-25.5</c:v>
                      </c:pt>
                      <c:pt idx="411">
                        <c:v>-25.5</c:v>
                      </c:pt>
                      <c:pt idx="412">
                        <c:v>-25.5</c:v>
                      </c:pt>
                      <c:pt idx="413">
                        <c:v>-25.5</c:v>
                      </c:pt>
                    </c:numCache>
                  </c:numRef>
                </c: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5-2239-428B-AE7C-9456B07AA3B8}"/>
                  </c:ext>
                </c:extLst>
              </c15:ser>
            </c15:filteredLineSeries>
          </c:ext>
        </c:extLst>
      </c:lineChart>
      <c:catAx>
        <c:axId val="55883839"/>
        <c:scaling>
          <c:orientation val="minMax"/>
        </c:scaling>
        <c:delete val="1"/>
        <c:axPos val="b"/>
        <c:numFmt formatCode="h:mm:ss;@" sourceLinked="0"/>
        <c:majorTickMark val="out"/>
        <c:minorTickMark val="none"/>
        <c:tickLblPos val="nextTo"/>
        <c:crossAx val="420468224"/>
        <c:crosses val="autoZero"/>
        <c:auto val="0"/>
        <c:lblAlgn val="ctr"/>
        <c:lblOffset val="100"/>
        <c:noMultiLvlLbl val="0"/>
      </c:catAx>
      <c:valAx>
        <c:axId val="420468224"/>
        <c:scaling>
          <c:orientation val="minMax"/>
          <c:min val="2.5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.0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55883839"/>
        <c:crosses val="autoZero"/>
        <c:crossBetween val="between"/>
        <c:majorUnit val="0.4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9184957395138025"/>
          <c:y val="0.77310962479025602"/>
          <c:w val="0.46390962934122015"/>
          <c:h val="0.2268896926683755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8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4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센서값</c:v>
                </c:pt>
              </c:strCache>
            </c:strRef>
          </c:tx>
          <c:spPr>
            <a:ln w="1270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Sheet1!$A$2:$A$364</c:f>
              <c:numCache>
                <c:formatCode>yyyy/mm/dd\ ddd\ hh:mm:ss</c:formatCode>
                <c:ptCount val="363"/>
                <c:pt idx="0">
                  <c:v>45944.80096064815</c:v>
                </c:pt>
                <c:pt idx="1">
                  <c:v>45944.80097222222</c:v>
                </c:pt>
                <c:pt idx="2">
                  <c:v>45944.80097222222</c:v>
                </c:pt>
                <c:pt idx="3">
                  <c:v>45944.80097222222</c:v>
                </c:pt>
                <c:pt idx="4">
                  <c:v>45944.80097222222</c:v>
                </c:pt>
                <c:pt idx="5">
                  <c:v>45944.80097222222</c:v>
                </c:pt>
                <c:pt idx="6">
                  <c:v>45944.80097222222</c:v>
                </c:pt>
                <c:pt idx="7">
                  <c:v>45944.80097222222</c:v>
                </c:pt>
                <c:pt idx="8">
                  <c:v>45944.80097222222</c:v>
                </c:pt>
                <c:pt idx="9">
                  <c:v>45944.80097222222</c:v>
                </c:pt>
                <c:pt idx="10">
                  <c:v>45944.80097222222</c:v>
                </c:pt>
                <c:pt idx="11">
                  <c:v>45944.80097222222</c:v>
                </c:pt>
                <c:pt idx="12">
                  <c:v>45944.80097222222</c:v>
                </c:pt>
                <c:pt idx="13">
                  <c:v>45944.80097222222</c:v>
                </c:pt>
                <c:pt idx="14">
                  <c:v>45944.80097222222</c:v>
                </c:pt>
                <c:pt idx="15">
                  <c:v>45944.80097222222</c:v>
                </c:pt>
                <c:pt idx="16">
                  <c:v>45944.80097222222</c:v>
                </c:pt>
                <c:pt idx="17">
                  <c:v>45944.80097222222</c:v>
                </c:pt>
                <c:pt idx="18">
                  <c:v>45944.80097222222</c:v>
                </c:pt>
                <c:pt idx="19">
                  <c:v>45944.80097222222</c:v>
                </c:pt>
                <c:pt idx="20">
                  <c:v>45944.80097222222</c:v>
                </c:pt>
                <c:pt idx="21">
                  <c:v>45944.80097222222</c:v>
                </c:pt>
                <c:pt idx="22">
                  <c:v>45944.800983796296</c:v>
                </c:pt>
                <c:pt idx="23">
                  <c:v>45944.800983796296</c:v>
                </c:pt>
                <c:pt idx="24">
                  <c:v>45944.800983796296</c:v>
                </c:pt>
                <c:pt idx="25">
                  <c:v>45944.800983796296</c:v>
                </c:pt>
                <c:pt idx="26">
                  <c:v>45944.800983796296</c:v>
                </c:pt>
                <c:pt idx="27">
                  <c:v>45944.800983796296</c:v>
                </c:pt>
                <c:pt idx="28">
                  <c:v>45944.800983796296</c:v>
                </c:pt>
                <c:pt idx="29">
                  <c:v>45944.800983796296</c:v>
                </c:pt>
                <c:pt idx="30">
                  <c:v>45944.800983796296</c:v>
                </c:pt>
                <c:pt idx="31">
                  <c:v>45944.800983796296</c:v>
                </c:pt>
                <c:pt idx="32">
                  <c:v>45944.800983796296</c:v>
                </c:pt>
                <c:pt idx="33">
                  <c:v>45944.800983796296</c:v>
                </c:pt>
                <c:pt idx="34">
                  <c:v>45944.800983796296</c:v>
                </c:pt>
                <c:pt idx="35">
                  <c:v>45944.800983796296</c:v>
                </c:pt>
                <c:pt idx="36">
                  <c:v>45944.800983796296</c:v>
                </c:pt>
                <c:pt idx="37">
                  <c:v>45944.800983796296</c:v>
                </c:pt>
                <c:pt idx="38">
                  <c:v>45944.800983796296</c:v>
                </c:pt>
                <c:pt idx="39">
                  <c:v>45944.800983796296</c:v>
                </c:pt>
                <c:pt idx="40">
                  <c:v>45944.800983796296</c:v>
                </c:pt>
                <c:pt idx="41">
                  <c:v>45944.800983796296</c:v>
                </c:pt>
                <c:pt idx="42">
                  <c:v>45944.800983796296</c:v>
                </c:pt>
                <c:pt idx="43">
                  <c:v>45944.800995370373</c:v>
                </c:pt>
                <c:pt idx="44">
                  <c:v>45944.800995370373</c:v>
                </c:pt>
                <c:pt idx="45">
                  <c:v>45944.800995370373</c:v>
                </c:pt>
                <c:pt idx="46">
                  <c:v>45944.800995370373</c:v>
                </c:pt>
                <c:pt idx="47">
                  <c:v>45944.800995370373</c:v>
                </c:pt>
                <c:pt idx="48">
                  <c:v>45944.800995370373</c:v>
                </c:pt>
                <c:pt idx="49">
                  <c:v>45944.800995370373</c:v>
                </c:pt>
                <c:pt idx="50">
                  <c:v>45944.800995370373</c:v>
                </c:pt>
                <c:pt idx="51">
                  <c:v>45944.800995370373</c:v>
                </c:pt>
                <c:pt idx="52">
                  <c:v>45944.800995370373</c:v>
                </c:pt>
                <c:pt idx="53">
                  <c:v>45944.800995370373</c:v>
                </c:pt>
                <c:pt idx="54">
                  <c:v>45944.800995370373</c:v>
                </c:pt>
                <c:pt idx="55">
                  <c:v>45944.800995370373</c:v>
                </c:pt>
                <c:pt idx="56">
                  <c:v>45944.800995370373</c:v>
                </c:pt>
                <c:pt idx="57">
                  <c:v>45944.800995370373</c:v>
                </c:pt>
                <c:pt idx="58">
                  <c:v>45944.800995370373</c:v>
                </c:pt>
                <c:pt idx="59">
                  <c:v>45944.800995370373</c:v>
                </c:pt>
                <c:pt idx="60">
                  <c:v>45944.800995370373</c:v>
                </c:pt>
                <c:pt idx="61">
                  <c:v>45944.800995370373</c:v>
                </c:pt>
                <c:pt idx="62">
                  <c:v>45944.800995370373</c:v>
                </c:pt>
                <c:pt idx="63">
                  <c:v>45944.801006944443</c:v>
                </c:pt>
                <c:pt idx="64">
                  <c:v>45944.801006944443</c:v>
                </c:pt>
                <c:pt idx="65">
                  <c:v>45944.801006944443</c:v>
                </c:pt>
                <c:pt idx="66">
                  <c:v>45944.801006944443</c:v>
                </c:pt>
                <c:pt idx="67">
                  <c:v>45944.801006944443</c:v>
                </c:pt>
                <c:pt idx="68">
                  <c:v>45944.801006944443</c:v>
                </c:pt>
                <c:pt idx="69">
                  <c:v>45944.801006944443</c:v>
                </c:pt>
                <c:pt idx="70">
                  <c:v>45944.801006944443</c:v>
                </c:pt>
                <c:pt idx="71">
                  <c:v>45944.801006944443</c:v>
                </c:pt>
                <c:pt idx="72">
                  <c:v>45944.801006944443</c:v>
                </c:pt>
                <c:pt idx="73">
                  <c:v>45944.801006944443</c:v>
                </c:pt>
                <c:pt idx="74">
                  <c:v>45944.801006944443</c:v>
                </c:pt>
                <c:pt idx="75">
                  <c:v>45944.801006944443</c:v>
                </c:pt>
                <c:pt idx="76">
                  <c:v>45944.801006944443</c:v>
                </c:pt>
                <c:pt idx="77">
                  <c:v>45944.801006944443</c:v>
                </c:pt>
                <c:pt idx="78">
                  <c:v>45944.801006944443</c:v>
                </c:pt>
                <c:pt idx="79">
                  <c:v>45944.801006944443</c:v>
                </c:pt>
                <c:pt idx="80">
                  <c:v>45944.801006944443</c:v>
                </c:pt>
                <c:pt idx="81">
                  <c:v>45944.801006944443</c:v>
                </c:pt>
                <c:pt idx="82">
                  <c:v>45944.801018518519</c:v>
                </c:pt>
                <c:pt idx="83">
                  <c:v>45944.801018518519</c:v>
                </c:pt>
                <c:pt idx="84">
                  <c:v>45944.801018518519</c:v>
                </c:pt>
                <c:pt idx="85">
                  <c:v>45944.801018518519</c:v>
                </c:pt>
                <c:pt idx="86">
                  <c:v>45944.801018518519</c:v>
                </c:pt>
                <c:pt idx="87">
                  <c:v>45944.801018518519</c:v>
                </c:pt>
                <c:pt idx="88">
                  <c:v>45944.801018518519</c:v>
                </c:pt>
                <c:pt idx="89">
                  <c:v>45944.801018518519</c:v>
                </c:pt>
                <c:pt idx="90">
                  <c:v>45944.801018518519</c:v>
                </c:pt>
                <c:pt idx="91">
                  <c:v>45944.801018518519</c:v>
                </c:pt>
                <c:pt idx="92">
                  <c:v>45944.801018518519</c:v>
                </c:pt>
                <c:pt idx="93">
                  <c:v>45944.801018518519</c:v>
                </c:pt>
                <c:pt idx="94">
                  <c:v>45944.801018518519</c:v>
                </c:pt>
                <c:pt idx="95">
                  <c:v>45944.801018518519</c:v>
                </c:pt>
                <c:pt idx="96">
                  <c:v>45944.801018518519</c:v>
                </c:pt>
                <c:pt idx="97">
                  <c:v>45944.801018518519</c:v>
                </c:pt>
                <c:pt idx="98">
                  <c:v>45944.801018518519</c:v>
                </c:pt>
                <c:pt idx="99">
                  <c:v>45944.801018518519</c:v>
                </c:pt>
                <c:pt idx="100">
                  <c:v>45944.801018518519</c:v>
                </c:pt>
                <c:pt idx="101">
                  <c:v>45944.801018518519</c:v>
                </c:pt>
                <c:pt idx="102">
                  <c:v>45944.801030092596</c:v>
                </c:pt>
                <c:pt idx="103">
                  <c:v>45944.801030092596</c:v>
                </c:pt>
                <c:pt idx="104">
                  <c:v>45944.801030092596</c:v>
                </c:pt>
                <c:pt idx="105">
                  <c:v>45944.801030092596</c:v>
                </c:pt>
                <c:pt idx="106">
                  <c:v>45944.801030092596</c:v>
                </c:pt>
                <c:pt idx="107">
                  <c:v>45944.801030092596</c:v>
                </c:pt>
                <c:pt idx="108">
                  <c:v>45944.801030092596</c:v>
                </c:pt>
                <c:pt idx="109">
                  <c:v>45944.801030092596</c:v>
                </c:pt>
                <c:pt idx="110">
                  <c:v>45944.801030092596</c:v>
                </c:pt>
                <c:pt idx="111">
                  <c:v>45944.801030092596</c:v>
                </c:pt>
                <c:pt idx="112">
                  <c:v>45944.801030092596</c:v>
                </c:pt>
                <c:pt idx="113">
                  <c:v>45944.801030092596</c:v>
                </c:pt>
                <c:pt idx="114">
                  <c:v>45944.801030092596</c:v>
                </c:pt>
                <c:pt idx="115">
                  <c:v>45944.801030092596</c:v>
                </c:pt>
                <c:pt idx="116">
                  <c:v>45944.801030092596</c:v>
                </c:pt>
                <c:pt idx="117">
                  <c:v>45944.801030092596</c:v>
                </c:pt>
                <c:pt idx="118">
                  <c:v>45944.801030092596</c:v>
                </c:pt>
                <c:pt idx="119">
                  <c:v>45944.801030092596</c:v>
                </c:pt>
                <c:pt idx="120">
                  <c:v>45944.801030092596</c:v>
                </c:pt>
                <c:pt idx="121">
                  <c:v>45944.801030092596</c:v>
                </c:pt>
                <c:pt idx="122">
                  <c:v>45944.801041666666</c:v>
                </c:pt>
                <c:pt idx="123">
                  <c:v>45944.801041666666</c:v>
                </c:pt>
                <c:pt idx="124">
                  <c:v>45944.801041666666</c:v>
                </c:pt>
                <c:pt idx="125">
                  <c:v>45944.801041666666</c:v>
                </c:pt>
                <c:pt idx="126">
                  <c:v>45944.801041666666</c:v>
                </c:pt>
                <c:pt idx="127">
                  <c:v>45944.801041666666</c:v>
                </c:pt>
                <c:pt idx="128">
                  <c:v>45944.801041666666</c:v>
                </c:pt>
                <c:pt idx="129">
                  <c:v>45944.801041666666</c:v>
                </c:pt>
                <c:pt idx="130">
                  <c:v>45944.801041666666</c:v>
                </c:pt>
                <c:pt idx="131">
                  <c:v>45944.801041666666</c:v>
                </c:pt>
                <c:pt idx="132">
                  <c:v>45944.801041666666</c:v>
                </c:pt>
                <c:pt idx="133">
                  <c:v>45944.801041666666</c:v>
                </c:pt>
                <c:pt idx="134">
                  <c:v>45944.801041666666</c:v>
                </c:pt>
                <c:pt idx="135">
                  <c:v>45944.801041666666</c:v>
                </c:pt>
                <c:pt idx="136">
                  <c:v>45944.801041666666</c:v>
                </c:pt>
                <c:pt idx="137">
                  <c:v>45944.801041666666</c:v>
                </c:pt>
                <c:pt idx="138">
                  <c:v>45944.801041666666</c:v>
                </c:pt>
                <c:pt idx="139">
                  <c:v>45944.801041666666</c:v>
                </c:pt>
                <c:pt idx="140">
                  <c:v>45944.801041666666</c:v>
                </c:pt>
                <c:pt idx="141">
                  <c:v>45944.801041666666</c:v>
                </c:pt>
                <c:pt idx="142">
                  <c:v>45944.801053240742</c:v>
                </c:pt>
                <c:pt idx="143">
                  <c:v>45944.801053240742</c:v>
                </c:pt>
                <c:pt idx="144">
                  <c:v>45944.801053240742</c:v>
                </c:pt>
                <c:pt idx="145">
                  <c:v>45944.801053240742</c:v>
                </c:pt>
                <c:pt idx="146">
                  <c:v>45944.801053240742</c:v>
                </c:pt>
                <c:pt idx="147">
                  <c:v>45944.801053240742</c:v>
                </c:pt>
                <c:pt idx="148">
                  <c:v>45944.801053240742</c:v>
                </c:pt>
                <c:pt idx="149">
                  <c:v>45944.801053240742</c:v>
                </c:pt>
                <c:pt idx="150">
                  <c:v>45944.801053240742</c:v>
                </c:pt>
                <c:pt idx="151">
                  <c:v>45944.801053240742</c:v>
                </c:pt>
                <c:pt idx="152">
                  <c:v>45944.801053240742</c:v>
                </c:pt>
                <c:pt idx="153">
                  <c:v>45944.801053240742</c:v>
                </c:pt>
                <c:pt idx="154">
                  <c:v>45944.801053240742</c:v>
                </c:pt>
                <c:pt idx="155">
                  <c:v>45944.801053240742</c:v>
                </c:pt>
                <c:pt idx="156">
                  <c:v>45944.801053240742</c:v>
                </c:pt>
                <c:pt idx="157">
                  <c:v>45944.801053240742</c:v>
                </c:pt>
                <c:pt idx="158">
                  <c:v>45944.801053240742</c:v>
                </c:pt>
                <c:pt idx="159">
                  <c:v>45944.801053240742</c:v>
                </c:pt>
                <c:pt idx="160">
                  <c:v>45944.801053240742</c:v>
                </c:pt>
                <c:pt idx="161">
                  <c:v>45944.801053240742</c:v>
                </c:pt>
                <c:pt idx="162">
                  <c:v>45944.801053240742</c:v>
                </c:pt>
                <c:pt idx="163">
                  <c:v>45944.801053240742</c:v>
                </c:pt>
                <c:pt idx="164">
                  <c:v>45944.801064814812</c:v>
                </c:pt>
                <c:pt idx="165">
                  <c:v>45944.801064814812</c:v>
                </c:pt>
                <c:pt idx="166">
                  <c:v>45944.801064814812</c:v>
                </c:pt>
                <c:pt idx="167">
                  <c:v>45944.801064814812</c:v>
                </c:pt>
                <c:pt idx="168">
                  <c:v>45944.801064814812</c:v>
                </c:pt>
                <c:pt idx="169">
                  <c:v>45944.801064814812</c:v>
                </c:pt>
                <c:pt idx="170">
                  <c:v>45944.801064814812</c:v>
                </c:pt>
                <c:pt idx="171">
                  <c:v>45944.801064814812</c:v>
                </c:pt>
                <c:pt idx="172">
                  <c:v>45944.801064814812</c:v>
                </c:pt>
                <c:pt idx="173">
                  <c:v>45944.801064814812</c:v>
                </c:pt>
                <c:pt idx="174">
                  <c:v>45944.801064814812</c:v>
                </c:pt>
                <c:pt idx="175">
                  <c:v>45944.801064814812</c:v>
                </c:pt>
                <c:pt idx="176">
                  <c:v>45944.801064814812</c:v>
                </c:pt>
                <c:pt idx="177">
                  <c:v>45944.801064814812</c:v>
                </c:pt>
                <c:pt idx="178">
                  <c:v>45944.801064814812</c:v>
                </c:pt>
                <c:pt idx="179">
                  <c:v>45944.801064814812</c:v>
                </c:pt>
                <c:pt idx="180">
                  <c:v>45944.801064814812</c:v>
                </c:pt>
                <c:pt idx="181">
                  <c:v>45944.801064814812</c:v>
                </c:pt>
                <c:pt idx="182">
                  <c:v>45944.801064814812</c:v>
                </c:pt>
                <c:pt idx="183">
                  <c:v>45944.801064814812</c:v>
                </c:pt>
                <c:pt idx="184">
                  <c:v>45944.801076388889</c:v>
                </c:pt>
                <c:pt idx="185">
                  <c:v>45944.801076388889</c:v>
                </c:pt>
                <c:pt idx="186">
                  <c:v>45944.801076388889</c:v>
                </c:pt>
                <c:pt idx="187">
                  <c:v>45944.801076388889</c:v>
                </c:pt>
                <c:pt idx="188">
                  <c:v>45944.801076388889</c:v>
                </c:pt>
                <c:pt idx="189">
                  <c:v>45944.801076388889</c:v>
                </c:pt>
                <c:pt idx="190">
                  <c:v>45944.801076388889</c:v>
                </c:pt>
                <c:pt idx="191">
                  <c:v>45944.801076388889</c:v>
                </c:pt>
                <c:pt idx="192">
                  <c:v>45944.801076388889</c:v>
                </c:pt>
                <c:pt idx="193">
                  <c:v>45944.801076388889</c:v>
                </c:pt>
                <c:pt idx="194">
                  <c:v>45944.801076388889</c:v>
                </c:pt>
                <c:pt idx="195">
                  <c:v>45944.801076388889</c:v>
                </c:pt>
                <c:pt idx="196">
                  <c:v>45944.801076388889</c:v>
                </c:pt>
                <c:pt idx="197">
                  <c:v>45944.801076388889</c:v>
                </c:pt>
                <c:pt idx="198">
                  <c:v>45944.801076388889</c:v>
                </c:pt>
                <c:pt idx="199">
                  <c:v>45944.801076388889</c:v>
                </c:pt>
                <c:pt idx="200">
                  <c:v>45944.801076388889</c:v>
                </c:pt>
                <c:pt idx="201">
                  <c:v>45944.801076388889</c:v>
                </c:pt>
                <c:pt idx="202">
                  <c:v>45944.801076388889</c:v>
                </c:pt>
                <c:pt idx="203">
                  <c:v>45944.801076388889</c:v>
                </c:pt>
                <c:pt idx="204">
                  <c:v>45944.801076388889</c:v>
                </c:pt>
                <c:pt idx="205">
                  <c:v>45944.801076388889</c:v>
                </c:pt>
                <c:pt idx="206">
                  <c:v>45944.801087962966</c:v>
                </c:pt>
                <c:pt idx="207">
                  <c:v>45944.801087962966</c:v>
                </c:pt>
                <c:pt idx="208">
                  <c:v>45944.801087962966</c:v>
                </c:pt>
                <c:pt idx="209">
                  <c:v>45944.801087962966</c:v>
                </c:pt>
                <c:pt idx="210">
                  <c:v>45944.801087962966</c:v>
                </c:pt>
                <c:pt idx="211">
                  <c:v>45944.801087962966</c:v>
                </c:pt>
                <c:pt idx="212">
                  <c:v>45944.801087962966</c:v>
                </c:pt>
                <c:pt idx="213">
                  <c:v>45944.801087962966</c:v>
                </c:pt>
                <c:pt idx="214">
                  <c:v>45944.801087962966</c:v>
                </c:pt>
                <c:pt idx="215">
                  <c:v>45944.801087962966</c:v>
                </c:pt>
                <c:pt idx="216">
                  <c:v>45944.801087962966</c:v>
                </c:pt>
                <c:pt idx="217">
                  <c:v>45944.801087962966</c:v>
                </c:pt>
                <c:pt idx="218">
                  <c:v>45944.801087962966</c:v>
                </c:pt>
                <c:pt idx="219">
                  <c:v>45944.801087962966</c:v>
                </c:pt>
                <c:pt idx="220">
                  <c:v>45944.801087962966</c:v>
                </c:pt>
                <c:pt idx="221">
                  <c:v>45944.801087962966</c:v>
                </c:pt>
                <c:pt idx="222">
                  <c:v>45944.801087962966</c:v>
                </c:pt>
                <c:pt idx="223">
                  <c:v>45944.801087962966</c:v>
                </c:pt>
                <c:pt idx="224">
                  <c:v>45944.801087962966</c:v>
                </c:pt>
                <c:pt idx="225">
                  <c:v>45944.801099537035</c:v>
                </c:pt>
                <c:pt idx="226">
                  <c:v>45944.801099537035</c:v>
                </c:pt>
                <c:pt idx="227">
                  <c:v>45944.801099537035</c:v>
                </c:pt>
                <c:pt idx="228">
                  <c:v>45944.801099537035</c:v>
                </c:pt>
                <c:pt idx="229">
                  <c:v>45944.801099537035</c:v>
                </c:pt>
                <c:pt idx="230">
                  <c:v>45944.801099537035</c:v>
                </c:pt>
                <c:pt idx="231">
                  <c:v>45944.801099537035</c:v>
                </c:pt>
                <c:pt idx="232">
                  <c:v>45944.801099537035</c:v>
                </c:pt>
                <c:pt idx="233">
                  <c:v>45944.801099537035</c:v>
                </c:pt>
                <c:pt idx="234">
                  <c:v>45944.801099537035</c:v>
                </c:pt>
                <c:pt idx="235">
                  <c:v>45944.801099537035</c:v>
                </c:pt>
                <c:pt idx="236">
                  <c:v>45944.801099537035</c:v>
                </c:pt>
                <c:pt idx="237">
                  <c:v>45944.801099537035</c:v>
                </c:pt>
                <c:pt idx="238">
                  <c:v>45944.801099537035</c:v>
                </c:pt>
                <c:pt idx="239">
                  <c:v>45944.801099537035</c:v>
                </c:pt>
                <c:pt idx="240">
                  <c:v>45944.801099537035</c:v>
                </c:pt>
                <c:pt idx="241">
                  <c:v>45944.801099537035</c:v>
                </c:pt>
                <c:pt idx="242">
                  <c:v>45944.801099537035</c:v>
                </c:pt>
                <c:pt idx="243">
                  <c:v>45944.801099537035</c:v>
                </c:pt>
                <c:pt idx="244">
                  <c:v>45944.801099537035</c:v>
                </c:pt>
                <c:pt idx="245">
                  <c:v>45944.801111111112</c:v>
                </c:pt>
                <c:pt idx="246">
                  <c:v>45944.801111111112</c:v>
                </c:pt>
                <c:pt idx="247">
                  <c:v>45944.801111111112</c:v>
                </c:pt>
                <c:pt idx="248">
                  <c:v>45944.801111111112</c:v>
                </c:pt>
                <c:pt idx="249">
                  <c:v>45944.801111111112</c:v>
                </c:pt>
                <c:pt idx="250">
                  <c:v>45944.801111111112</c:v>
                </c:pt>
                <c:pt idx="251">
                  <c:v>45944.801111111112</c:v>
                </c:pt>
                <c:pt idx="252">
                  <c:v>45944.801111111112</c:v>
                </c:pt>
                <c:pt idx="253">
                  <c:v>45944.801111111112</c:v>
                </c:pt>
                <c:pt idx="254">
                  <c:v>45944.801111111112</c:v>
                </c:pt>
                <c:pt idx="255">
                  <c:v>45944.801111111112</c:v>
                </c:pt>
                <c:pt idx="256">
                  <c:v>45944.801111111112</c:v>
                </c:pt>
                <c:pt idx="257">
                  <c:v>45944.801111111112</c:v>
                </c:pt>
                <c:pt idx="258">
                  <c:v>45944.801111111112</c:v>
                </c:pt>
                <c:pt idx="259">
                  <c:v>45944.801111111112</c:v>
                </c:pt>
                <c:pt idx="260">
                  <c:v>45944.801111111112</c:v>
                </c:pt>
                <c:pt idx="261">
                  <c:v>45944.801111111112</c:v>
                </c:pt>
                <c:pt idx="262">
                  <c:v>45944.801111111112</c:v>
                </c:pt>
                <c:pt idx="263">
                  <c:v>45944.801111111112</c:v>
                </c:pt>
                <c:pt idx="264">
                  <c:v>45944.801111111112</c:v>
                </c:pt>
                <c:pt idx="265">
                  <c:v>45944.801122685189</c:v>
                </c:pt>
                <c:pt idx="266">
                  <c:v>45944.801122685189</c:v>
                </c:pt>
                <c:pt idx="267">
                  <c:v>45944.801122685189</c:v>
                </c:pt>
                <c:pt idx="268">
                  <c:v>45944.801122685189</c:v>
                </c:pt>
                <c:pt idx="269">
                  <c:v>45944.801122685189</c:v>
                </c:pt>
                <c:pt idx="270">
                  <c:v>45944.801122685189</c:v>
                </c:pt>
                <c:pt idx="271">
                  <c:v>45944.801122685189</c:v>
                </c:pt>
                <c:pt idx="272">
                  <c:v>45944.801122685189</c:v>
                </c:pt>
                <c:pt idx="273">
                  <c:v>45944.801122685189</c:v>
                </c:pt>
                <c:pt idx="274">
                  <c:v>45944.801122685189</c:v>
                </c:pt>
                <c:pt idx="275">
                  <c:v>45944.801122685189</c:v>
                </c:pt>
                <c:pt idx="276">
                  <c:v>45944.801122685189</c:v>
                </c:pt>
                <c:pt idx="277">
                  <c:v>45944.801122685189</c:v>
                </c:pt>
                <c:pt idx="278">
                  <c:v>45944.801122685189</c:v>
                </c:pt>
                <c:pt idx="279">
                  <c:v>45944.801122685189</c:v>
                </c:pt>
                <c:pt idx="280">
                  <c:v>45944.801122685189</c:v>
                </c:pt>
                <c:pt idx="281">
                  <c:v>45944.801122685189</c:v>
                </c:pt>
                <c:pt idx="282">
                  <c:v>45944.801122685189</c:v>
                </c:pt>
                <c:pt idx="283">
                  <c:v>45944.801122685189</c:v>
                </c:pt>
                <c:pt idx="284">
                  <c:v>45944.801122685189</c:v>
                </c:pt>
                <c:pt idx="285">
                  <c:v>45944.801134259258</c:v>
                </c:pt>
                <c:pt idx="286">
                  <c:v>45944.801134259258</c:v>
                </c:pt>
                <c:pt idx="287">
                  <c:v>45944.801134259258</c:v>
                </c:pt>
                <c:pt idx="288">
                  <c:v>45944.801134259258</c:v>
                </c:pt>
                <c:pt idx="289">
                  <c:v>45944.801134259258</c:v>
                </c:pt>
                <c:pt idx="290">
                  <c:v>45944.801134259258</c:v>
                </c:pt>
                <c:pt idx="291">
                  <c:v>45944.801134259258</c:v>
                </c:pt>
                <c:pt idx="292">
                  <c:v>45944.801134259258</c:v>
                </c:pt>
                <c:pt idx="293">
                  <c:v>45944.801134259258</c:v>
                </c:pt>
                <c:pt idx="294">
                  <c:v>45944.801134259258</c:v>
                </c:pt>
                <c:pt idx="295">
                  <c:v>45944.801134259258</c:v>
                </c:pt>
                <c:pt idx="296">
                  <c:v>45944.801134259258</c:v>
                </c:pt>
                <c:pt idx="297">
                  <c:v>45944.801134259258</c:v>
                </c:pt>
                <c:pt idx="298">
                  <c:v>45944.801134259258</c:v>
                </c:pt>
                <c:pt idx="299">
                  <c:v>45944.801134259258</c:v>
                </c:pt>
                <c:pt idx="300">
                  <c:v>45944.801134259258</c:v>
                </c:pt>
                <c:pt idx="301">
                  <c:v>45944.801134259258</c:v>
                </c:pt>
                <c:pt idx="302">
                  <c:v>45944.801134259258</c:v>
                </c:pt>
                <c:pt idx="303">
                  <c:v>45944.801134259258</c:v>
                </c:pt>
                <c:pt idx="304">
                  <c:v>45944.801134259258</c:v>
                </c:pt>
                <c:pt idx="305">
                  <c:v>45944.801134259258</c:v>
                </c:pt>
                <c:pt idx="306">
                  <c:v>45944.801145833335</c:v>
                </c:pt>
                <c:pt idx="307">
                  <c:v>45944.801145833335</c:v>
                </c:pt>
                <c:pt idx="308">
                  <c:v>45944.801145833335</c:v>
                </c:pt>
                <c:pt idx="309">
                  <c:v>45944.801145833335</c:v>
                </c:pt>
                <c:pt idx="310">
                  <c:v>45944.801145833335</c:v>
                </c:pt>
                <c:pt idx="311">
                  <c:v>45944.801145833335</c:v>
                </c:pt>
                <c:pt idx="312">
                  <c:v>45944.801145833335</c:v>
                </c:pt>
                <c:pt idx="313">
                  <c:v>45944.801145833335</c:v>
                </c:pt>
                <c:pt idx="314">
                  <c:v>45944.801145833335</c:v>
                </c:pt>
                <c:pt idx="315">
                  <c:v>45944.801145833335</c:v>
                </c:pt>
                <c:pt idx="316">
                  <c:v>45944.801145833335</c:v>
                </c:pt>
                <c:pt idx="317">
                  <c:v>45944.801145833335</c:v>
                </c:pt>
                <c:pt idx="318">
                  <c:v>45944.801145833335</c:v>
                </c:pt>
                <c:pt idx="319">
                  <c:v>45944.801145833335</c:v>
                </c:pt>
                <c:pt idx="320">
                  <c:v>45944.801145833335</c:v>
                </c:pt>
                <c:pt idx="321">
                  <c:v>45944.801145833335</c:v>
                </c:pt>
                <c:pt idx="322">
                  <c:v>45944.801145833335</c:v>
                </c:pt>
                <c:pt idx="323">
                  <c:v>45944.801145833335</c:v>
                </c:pt>
                <c:pt idx="324">
                  <c:v>45944.801145833335</c:v>
                </c:pt>
                <c:pt idx="325">
                  <c:v>45944.801145833335</c:v>
                </c:pt>
                <c:pt idx="326">
                  <c:v>45944.801145833335</c:v>
                </c:pt>
                <c:pt idx="327">
                  <c:v>45944.801157407404</c:v>
                </c:pt>
                <c:pt idx="328">
                  <c:v>45944.801157407404</c:v>
                </c:pt>
                <c:pt idx="329">
                  <c:v>45944.801157407404</c:v>
                </c:pt>
                <c:pt idx="330">
                  <c:v>45944.801157407404</c:v>
                </c:pt>
                <c:pt idx="331">
                  <c:v>45944.801157407404</c:v>
                </c:pt>
                <c:pt idx="332">
                  <c:v>45944.801157407404</c:v>
                </c:pt>
                <c:pt idx="333">
                  <c:v>45944.801157407404</c:v>
                </c:pt>
                <c:pt idx="334">
                  <c:v>45944.801157407404</c:v>
                </c:pt>
                <c:pt idx="335">
                  <c:v>45944.801157407404</c:v>
                </c:pt>
                <c:pt idx="336">
                  <c:v>45944.801157407404</c:v>
                </c:pt>
                <c:pt idx="337">
                  <c:v>45944.801157407404</c:v>
                </c:pt>
                <c:pt idx="338">
                  <c:v>45944.801157407404</c:v>
                </c:pt>
                <c:pt idx="339">
                  <c:v>45944.801157407404</c:v>
                </c:pt>
                <c:pt idx="340">
                  <c:v>45944.801157407404</c:v>
                </c:pt>
                <c:pt idx="341">
                  <c:v>45944.801157407404</c:v>
                </c:pt>
                <c:pt idx="342">
                  <c:v>45944.801157407404</c:v>
                </c:pt>
                <c:pt idx="343">
                  <c:v>45944.801157407404</c:v>
                </c:pt>
                <c:pt idx="344">
                  <c:v>45944.801157407404</c:v>
                </c:pt>
                <c:pt idx="345">
                  <c:v>45944.801157407404</c:v>
                </c:pt>
                <c:pt idx="346">
                  <c:v>45944.801157407404</c:v>
                </c:pt>
                <c:pt idx="347">
                  <c:v>45944.801157407404</c:v>
                </c:pt>
                <c:pt idx="348">
                  <c:v>45944.801168981481</c:v>
                </c:pt>
                <c:pt idx="349">
                  <c:v>45944.801168981481</c:v>
                </c:pt>
                <c:pt idx="350">
                  <c:v>45944.801168981481</c:v>
                </c:pt>
                <c:pt idx="351">
                  <c:v>45944.801168981481</c:v>
                </c:pt>
                <c:pt idx="352">
                  <c:v>45944.801168981481</c:v>
                </c:pt>
                <c:pt idx="353">
                  <c:v>45944.801168981481</c:v>
                </c:pt>
                <c:pt idx="354">
                  <c:v>45944.801168981481</c:v>
                </c:pt>
                <c:pt idx="355">
                  <c:v>45944.801168981481</c:v>
                </c:pt>
                <c:pt idx="356">
                  <c:v>45944.801168981481</c:v>
                </c:pt>
                <c:pt idx="357">
                  <c:v>45944.801168981481</c:v>
                </c:pt>
                <c:pt idx="358">
                  <c:v>45944.801168981481</c:v>
                </c:pt>
                <c:pt idx="359">
                  <c:v>45944.801168981481</c:v>
                </c:pt>
                <c:pt idx="360">
                  <c:v>45944.801168981481</c:v>
                </c:pt>
                <c:pt idx="361">
                  <c:v>45944.801168981481</c:v>
                </c:pt>
                <c:pt idx="362">
                  <c:v>45944.801168981481</c:v>
                </c:pt>
              </c:numCache>
            </c:numRef>
          </c:cat>
          <c:val>
            <c:numRef>
              <c:f>Sheet1!$B$2:$B$364</c:f>
              <c:numCache>
                <c:formatCode>General</c:formatCode>
                <c:ptCount val="363"/>
                <c:pt idx="0">
                  <c:v>2.0833330000000001</c:v>
                </c:pt>
                <c:pt idx="1">
                  <c:v>22.91667</c:v>
                </c:pt>
                <c:pt idx="2">
                  <c:v>18.75</c:v>
                </c:pt>
                <c:pt idx="3">
                  <c:v>39.583329999999997</c:v>
                </c:pt>
                <c:pt idx="4">
                  <c:v>22.91667</c:v>
                </c:pt>
                <c:pt idx="5">
                  <c:v>45.833329999999997</c:v>
                </c:pt>
                <c:pt idx="6">
                  <c:v>41.66666</c:v>
                </c:pt>
                <c:pt idx="7">
                  <c:v>25</c:v>
                </c:pt>
                <c:pt idx="8">
                  <c:v>37.5</c:v>
                </c:pt>
                <c:pt idx="9">
                  <c:v>39.583329999999997</c:v>
                </c:pt>
                <c:pt idx="10">
                  <c:v>27.08333</c:v>
                </c:pt>
                <c:pt idx="11">
                  <c:v>-12.5</c:v>
                </c:pt>
                <c:pt idx="12">
                  <c:v>-27.08333</c:v>
                </c:pt>
                <c:pt idx="13">
                  <c:v>-47.91666</c:v>
                </c:pt>
                <c:pt idx="14">
                  <c:v>-72.916659999999993</c:v>
                </c:pt>
                <c:pt idx="15">
                  <c:v>-91.666659999999993</c:v>
                </c:pt>
                <c:pt idx="16">
                  <c:v>-114.58329999999999</c:v>
                </c:pt>
                <c:pt idx="17">
                  <c:v>-112.5</c:v>
                </c:pt>
                <c:pt idx="18">
                  <c:v>-133.33329999999998</c:v>
                </c:pt>
                <c:pt idx="19">
                  <c:v>-137.5</c:v>
                </c:pt>
                <c:pt idx="20">
                  <c:v>-133.33329999999998</c:v>
                </c:pt>
                <c:pt idx="21">
                  <c:v>-139.58329999999998</c:v>
                </c:pt>
                <c:pt idx="22">
                  <c:v>-139.58329999999998</c:v>
                </c:pt>
                <c:pt idx="23">
                  <c:v>-152.08330000000001</c:v>
                </c:pt>
                <c:pt idx="24">
                  <c:v>-131.25</c:v>
                </c:pt>
                <c:pt idx="25">
                  <c:v>-110.41670000000001</c:v>
                </c:pt>
                <c:pt idx="26">
                  <c:v>-2.0833330000000001</c:v>
                </c:pt>
                <c:pt idx="27">
                  <c:v>195.83329999999998</c:v>
                </c:pt>
                <c:pt idx="28">
                  <c:v>-129.16669999999999</c:v>
                </c:pt>
                <c:pt idx="29">
                  <c:v>-108.33329999999999</c:v>
                </c:pt>
                <c:pt idx="30">
                  <c:v>-118.75</c:v>
                </c:pt>
                <c:pt idx="31">
                  <c:v>-83.333330000000004</c:v>
                </c:pt>
                <c:pt idx="32">
                  <c:v>-72.916659999999993</c:v>
                </c:pt>
                <c:pt idx="33">
                  <c:v>-70.833330000000004</c:v>
                </c:pt>
                <c:pt idx="34">
                  <c:v>-93.75</c:v>
                </c:pt>
                <c:pt idx="35">
                  <c:v>31.25</c:v>
                </c:pt>
                <c:pt idx="36">
                  <c:v>-160.41669999999999</c:v>
                </c:pt>
                <c:pt idx="37">
                  <c:v>-168.75</c:v>
                </c:pt>
                <c:pt idx="38">
                  <c:v>-127.08330000000001</c:v>
                </c:pt>
                <c:pt idx="39">
                  <c:v>-129.16669999999999</c:v>
                </c:pt>
                <c:pt idx="40">
                  <c:v>-150</c:v>
                </c:pt>
                <c:pt idx="41">
                  <c:v>168.75</c:v>
                </c:pt>
                <c:pt idx="42">
                  <c:v>52.083330000000004</c:v>
                </c:pt>
                <c:pt idx="43">
                  <c:v>-97.916659999999993</c:v>
                </c:pt>
                <c:pt idx="44">
                  <c:v>-145.83330000000001</c:v>
                </c:pt>
                <c:pt idx="45">
                  <c:v>-154.16669999999999</c:v>
                </c:pt>
                <c:pt idx="46">
                  <c:v>-125</c:v>
                </c:pt>
                <c:pt idx="47">
                  <c:v>62.5</c:v>
                </c:pt>
                <c:pt idx="48">
                  <c:v>-81.25</c:v>
                </c:pt>
                <c:pt idx="49">
                  <c:v>-79.166659999999993</c:v>
                </c:pt>
                <c:pt idx="50">
                  <c:v>-89.583330000000004</c:v>
                </c:pt>
                <c:pt idx="51">
                  <c:v>-50</c:v>
                </c:pt>
                <c:pt idx="52">
                  <c:v>145.83330000000001</c:v>
                </c:pt>
                <c:pt idx="53">
                  <c:v>-6.25</c:v>
                </c:pt>
                <c:pt idx="54">
                  <c:v>-4.1666670000000003</c:v>
                </c:pt>
                <c:pt idx="55">
                  <c:v>18.75</c:v>
                </c:pt>
                <c:pt idx="56">
                  <c:v>133.33329999999998</c:v>
                </c:pt>
                <c:pt idx="57">
                  <c:v>-91.666659999999993</c:v>
                </c:pt>
                <c:pt idx="58">
                  <c:v>-85.416659999999993</c:v>
                </c:pt>
                <c:pt idx="59">
                  <c:v>-70.833330000000004</c:v>
                </c:pt>
                <c:pt idx="60">
                  <c:v>70.833330000000004</c:v>
                </c:pt>
                <c:pt idx="61">
                  <c:v>193.75</c:v>
                </c:pt>
                <c:pt idx="62">
                  <c:v>-2.0833330000000001</c:v>
                </c:pt>
                <c:pt idx="63">
                  <c:v>10.41667</c:v>
                </c:pt>
                <c:pt idx="64">
                  <c:v>52.083330000000004</c:v>
                </c:pt>
                <c:pt idx="65">
                  <c:v>237.5</c:v>
                </c:pt>
                <c:pt idx="66">
                  <c:v>160.41669999999999</c:v>
                </c:pt>
                <c:pt idx="67">
                  <c:v>110.41670000000001</c:v>
                </c:pt>
                <c:pt idx="68">
                  <c:v>147.91670000000002</c:v>
                </c:pt>
                <c:pt idx="69">
                  <c:v>131.25</c:v>
                </c:pt>
                <c:pt idx="70">
                  <c:v>247.91669999999999</c:v>
                </c:pt>
                <c:pt idx="71">
                  <c:v>141.66670000000002</c:v>
                </c:pt>
                <c:pt idx="72">
                  <c:v>150</c:v>
                </c:pt>
                <c:pt idx="73">
                  <c:v>177.08330000000001</c:v>
                </c:pt>
                <c:pt idx="74">
                  <c:v>283.33330000000001</c:v>
                </c:pt>
                <c:pt idx="75">
                  <c:v>118.75</c:v>
                </c:pt>
                <c:pt idx="76">
                  <c:v>129.16669999999999</c:v>
                </c:pt>
                <c:pt idx="77">
                  <c:v>152.08330000000001</c:v>
                </c:pt>
                <c:pt idx="78">
                  <c:v>410.41670000000005</c:v>
                </c:pt>
                <c:pt idx="79">
                  <c:v>189.58330000000001</c:v>
                </c:pt>
                <c:pt idx="80">
                  <c:v>170.83329999999998</c:v>
                </c:pt>
                <c:pt idx="81">
                  <c:v>143.75</c:v>
                </c:pt>
                <c:pt idx="82">
                  <c:v>56.25</c:v>
                </c:pt>
                <c:pt idx="83">
                  <c:v>27.08333</c:v>
                </c:pt>
                <c:pt idx="84">
                  <c:v>193.75</c:v>
                </c:pt>
                <c:pt idx="85">
                  <c:v>189.58330000000001</c:v>
                </c:pt>
                <c:pt idx="86">
                  <c:v>-16.66667</c:v>
                </c:pt>
                <c:pt idx="87">
                  <c:v>-22.91667</c:v>
                </c:pt>
                <c:pt idx="88">
                  <c:v>29.16667</c:v>
                </c:pt>
                <c:pt idx="89">
                  <c:v>-137.5</c:v>
                </c:pt>
                <c:pt idx="90">
                  <c:v>-139.58329999999998</c:v>
                </c:pt>
                <c:pt idx="91">
                  <c:v>-54.16666</c:v>
                </c:pt>
                <c:pt idx="92">
                  <c:v>-133.33329999999998</c:v>
                </c:pt>
                <c:pt idx="93">
                  <c:v>18.75</c:v>
                </c:pt>
                <c:pt idx="94">
                  <c:v>29.16667</c:v>
                </c:pt>
                <c:pt idx="95">
                  <c:v>-104.16670000000001</c:v>
                </c:pt>
                <c:pt idx="96">
                  <c:v>14.58333</c:v>
                </c:pt>
                <c:pt idx="97">
                  <c:v>139.58329999999998</c:v>
                </c:pt>
                <c:pt idx="98">
                  <c:v>-145.83330000000001</c:v>
                </c:pt>
                <c:pt idx="99">
                  <c:v>-158.33330000000001</c:v>
                </c:pt>
                <c:pt idx="100">
                  <c:v>-218.75</c:v>
                </c:pt>
                <c:pt idx="101">
                  <c:v>-235.41670000000002</c:v>
                </c:pt>
                <c:pt idx="102">
                  <c:v>29.16667</c:v>
                </c:pt>
                <c:pt idx="103">
                  <c:v>-197.91669999999999</c:v>
                </c:pt>
                <c:pt idx="104">
                  <c:v>-206.25</c:v>
                </c:pt>
                <c:pt idx="105">
                  <c:v>-214.58330000000001</c:v>
                </c:pt>
                <c:pt idx="106">
                  <c:v>-187.5</c:v>
                </c:pt>
                <c:pt idx="107">
                  <c:v>110.41670000000001</c:v>
                </c:pt>
                <c:pt idx="108">
                  <c:v>-100</c:v>
                </c:pt>
                <c:pt idx="109">
                  <c:v>100</c:v>
                </c:pt>
                <c:pt idx="110">
                  <c:v>-154.16669999999999</c:v>
                </c:pt>
                <c:pt idx="111">
                  <c:v>91.666659999999993</c:v>
                </c:pt>
                <c:pt idx="112">
                  <c:v>-118.75</c:v>
                </c:pt>
                <c:pt idx="113">
                  <c:v>-75</c:v>
                </c:pt>
                <c:pt idx="114">
                  <c:v>-58.333330000000004</c:v>
                </c:pt>
                <c:pt idx="115">
                  <c:v>-27.08333</c:v>
                </c:pt>
                <c:pt idx="116">
                  <c:v>72.916659999999993</c:v>
                </c:pt>
                <c:pt idx="117">
                  <c:v>-25</c:v>
                </c:pt>
                <c:pt idx="118">
                  <c:v>187.5</c:v>
                </c:pt>
                <c:pt idx="119">
                  <c:v>-39.583329999999997</c:v>
                </c:pt>
                <c:pt idx="120">
                  <c:v>33.333329999999997</c:v>
                </c:pt>
                <c:pt idx="121">
                  <c:v>60.41666</c:v>
                </c:pt>
                <c:pt idx="122">
                  <c:v>54.16666</c:v>
                </c:pt>
                <c:pt idx="123">
                  <c:v>22.91667</c:v>
                </c:pt>
                <c:pt idx="124">
                  <c:v>341.66669999999999</c:v>
                </c:pt>
                <c:pt idx="125">
                  <c:v>131.25</c:v>
                </c:pt>
                <c:pt idx="126">
                  <c:v>170.83329999999998</c:v>
                </c:pt>
                <c:pt idx="127">
                  <c:v>41.66666</c:v>
                </c:pt>
                <c:pt idx="128">
                  <c:v>45.833329999999997</c:v>
                </c:pt>
                <c:pt idx="129">
                  <c:v>39.583329999999997</c:v>
                </c:pt>
                <c:pt idx="130">
                  <c:v>85.416659999999993</c:v>
                </c:pt>
                <c:pt idx="131">
                  <c:v>112.5</c:v>
                </c:pt>
                <c:pt idx="132">
                  <c:v>135.41669999999999</c:v>
                </c:pt>
                <c:pt idx="133">
                  <c:v>114.58329999999999</c:v>
                </c:pt>
                <c:pt idx="134">
                  <c:v>87.5</c:v>
                </c:pt>
                <c:pt idx="135">
                  <c:v>125</c:v>
                </c:pt>
                <c:pt idx="136">
                  <c:v>185.41669999999999</c:v>
                </c:pt>
                <c:pt idx="137">
                  <c:v>214.58330000000001</c:v>
                </c:pt>
                <c:pt idx="138">
                  <c:v>204.16670000000002</c:v>
                </c:pt>
                <c:pt idx="139">
                  <c:v>229.16669999999999</c:v>
                </c:pt>
                <c:pt idx="140">
                  <c:v>283.33330000000001</c:v>
                </c:pt>
                <c:pt idx="141">
                  <c:v>285.41670000000005</c:v>
                </c:pt>
                <c:pt idx="142">
                  <c:v>266.66669999999999</c:v>
                </c:pt>
                <c:pt idx="143">
                  <c:v>260.41669999999999</c:v>
                </c:pt>
                <c:pt idx="144">
                  <c:v>254.16670000000002</c:v>
                </c:pt>
                <c:pt idx="145">
                  <c:v>281.25</c:v>
                </c:pt>
                <c:pt idx="146">
                  <c:v>327.08330000000001</c:v>
                </c:pt>
                <c:pt idx="147">
                  <c:v>337.5</c:v>
                </c:pt>
                <c:pt idx="148">
                  <c:v>291.66669999999999</c:v>
                </c:pt>
                <c:pt idx="149">
                  <c:v>262.5</c:v>
                </c:pt>
                <c:pt idx="150">
                  <c:v>252.08330000000001</c:v>
                </c:pt>
                <c:pt idx="151">
                  <c:v>302.08330000000001</c:v>
                </c:pt>
                <c:pt idx="152">
                  <c:v>264.58330000000001</c:v>
                </c:pt>
                <c:pt idx="153">
                  <c:v>385.41669999999999</c:v>
                </c:pt>
                <c:pt idx="154">
                  <c:v>185.41669999999999</c:v>
                </c:pt>
                <c:pt idx="155">
                  <c:v>318.75</c:v>
                </c:pt>
                <c:pt idx="156">
                  <c:v>202.08329999999998</c:v>
                </c:pt>
                <c:pt idx="157">
                  <c:v>393.75</c:v>
                </c:pt>
                <c:pt idx="158">
                  <c:v>218.75</c:v>
                </c:pt>
                <c:pt idx="159">
                  <c:v>320.83330000000001</c:v>
                </c:pt>
                <c:pt idx="160">
                  <c:v>195.83329999999998</c:v>
                </c:pt>
                <c:pt idx="161">
                  <c:v>445.83330000000001</c:v>
                </c:pt>
                <c:pt idx="162">
                  <c:v>218.75</c:v>
                </c:pt>
                <c:pt idx="163">
                  <c:v>335.41669999999999</c:v>
                </c:pt>
                <c:pt idx="164">
                  <c:v>154.16669999999999</c:v>
                </c:pt>
                <c:pt idx="165">
                  <c:v>260.41669999999999</c:v>
                </c:pt>
                <c:pt idx="166">
                  <c:v>168.75</c:v>
                </c:pt>
                <c:pt idx="167">
                  <c:v>304.16669999999999</c:v>
                </c:pt>
                <c:pt idx="168">
                  <c:v>191.66669999999999</c:v>
                </c:pt>
                <c:pt idx="169">
                  <c:v>389.58330000000001</c:v>
                </c:pt>
                <c:pt idx="170">
                  <c:v>116.66669999999999</c:v>
                </c:pt>
                <c:pt idx="171">
                  <c:v>300</c:v>
                </c:pt>
                <c:pt idx="172">
                  <c:v>97.916659999999993</c:v>
                </c:pt>
                <c:pt idx="173">
                  <c:v>264.58330000000001</c:v>
                </c:pt>
                <c:pt idx="174">
                  <c:v>162.5</c:v>
                </c:pt>
                <c:pt idx="175">
                  <c:v>95.833330000000004</c:v>
                </c:pt>
                <c:pt idx="176">
                  <c:v>54.16666</c:v>
                </c:pt>
                <c:pt idx="177">
                  <c:v>66.666659999999993</c:v>
                </c:pt>
                <c:pt idx="178">
                  <c:v>56.25</c:v>
                </c:pt>
                <c:pt idx="179">
                  <c:v>12.5</c:v>
                </c:pt>
                <c:pt idx="180">
                  <c:v>-2.0833330000000001</c:v>
                </c:pt>
                <c:pt idx="181">
                  <c:v>14.58333</c:v>
                </c:pt>
                <c:pt idx="182">
                  <c:v>25</c:v>
                </c:pt>
                <c:pt idx="183">
                  <c:v>60.41666</c:v>
                </c:pt>
                <c:pt idx="184">
                  <c:v>75</c:v>
                </c:pt>
                <c:pt idx="185">
                  <c:v>33.333329999999997</c:v>
                </c:pt>
                <c:pt idx="186">
                  <c:v>18.75</c:v>
                </c:pt>
                <c:pt idx="187">
                  <c:v>10.41667</c:v>
                </c:pt>
                <c:pt idx="188">
                  <c:v>39.583329999999997</c:v>
                </c:pt>
                <c:pt idx="189">
                  <c:v>120.83330000000001</c:v>
                </c:pt>
                <c:pt idx="190">
                  <c:v>104.16670000000001</c:v>
                </c:pt>
                <c:pt idx="191">
                  <c:v>54.16666</c:v>
                </c:pt>
                <c:pt idx="192">
                  <c:v>31.25</c:v>
                </c:pt>
                <c:pt idx="193">
                  <c:v>35.41666</c:v>
                </c:pt>
                <c:pt idx="194">
                  <c:v>33.333329999999997</c:v>
                </c:pt>
                <c:pt idx="195">
                  <c:v>-20.83333</c:v>
                </c:pt>
                <c:pt idx="196">
                  <c:v>-4.1666670000000003</c:v>
                </c:pt>
                <c:pt idx="197">
                  <c:v>20.83333</c:v>
                </c:pt>
                <c:pt idx="198">
                  <c:v>83.333330000000004</c:v>
                </c:pt>
                <c:pt idx="199">
                  <c:v>25</c:v>
                </c:pt>
                <c:pt idx="200">
                  <c:v>160.41669999999999</c:v>
                </c:pt>
                <c:pt idx="201">
                  <c:v>-47.91666</c:v>
                </c:pt>
                <c:pt idx="202">
                  <c:v>4.1666670000000003</c:v>
                </c:pt>
                <c:pt idx="203">
                  <c:v>-143.75</c:v>
                </c:pt>
                <c:pt idx="204">
                  <c:v>83.333330000000004</c:v>
                </c:pt>
                <c:pt idx="205">
                  <c:v>-77.083330000000004</c:v>
                </c:pt>
                <c:pt idx="206">
                  <c:v>79.166659999999993</c:v>
                </c:pt>
                <c:pt idx="207">
                  <c:v>-6.25</c:v>
                </c:pt>
                <c:pt idx="208">
                  <c:v>-8.3333329999999997</c:v>
                </c:pt>
                <c:pt idx="209">
                  <c:v>-2.0833330000000001</c:v>
                </c:pt>
                <c:pt idx="210">
                  <c:v>-133.33329999999998</c:v>
                </c:pt>
                <c:pt idx="211">
                  <c:v>54.16666</c:v>
                </c:pt>
                <c:pt idx="212">
                  <c:v>110.41670000000001</c:v>
                </c:pt>
                <c:pt idx="213">
                  <c:v>12.5</c:v>
                </c:pt>
                <c:pt idx="214">
                  <c:v>141.66670000000002</c:v>
                </c:pt>
                <c:pt idx="215">
                  <c:v>-2.0833330000000001</c:v>
                </c:pt>
                <c:pt idx="216">
                  <c:v>37.5</c:v>
                </c:pt>
                <c:pt idx="217">
                  <c:v>-179.16670000000002</c:v>
                </c:pt>
                <c:pt idx="218">
                  <c:v>-10.41667</c:v>
                </c:pt>
                <c:pt idx="219">
                  <c:v>-89.583330000000004</c:v>
                </c:pt>
                <c:pt idx="220">
                  <c:v>-60.41666</c:v>
                </c:pt>
                <c:pt idx="221">
                  <c:v>-75</c:v>
                </c:pt>
                <c:pt idx="222">
                  <c:v>-112.5</c:v>
                </c:pt>
                <c:pt idx="223">
                  <c:v>-97.916659999999993</c:v>
                </c:pt>
                <c:pt idx="224">
                  <c:v>-85.416659999999993</c:v>
                </c:pt>
                <c:pt idx="225">
                  <c:v>-64.583330000000004</c:v>
                </c:pt>
                <c:pt idx="226">
                  <c:v>-70.833330000000004</c:v>
                </c:pt>
                <c:pt idx="227">
                  <c:v>-79.166659999999993</c:v>
                </c:pt>
                <c:pt idx="228">
                  <c:v>-91.666659999999993</c:v>
                </c:pt>
                <c:pt idx="229">
                  <c:v>-87.5</c:v>
                </c:pt>
                <c:pt idx="230">
                  <c:v>-66.666659999999993</c:v>
                </c:pt>
                <c:pt idx="231">
                  <c:v>-60.41666</c:v>
                </c:pt>
                <c:pt idx="232">
                  <c:v>-100</c:v>
                </c:pt>
                <c:pt idx="233">
                  <c:v>-112.5</c:v>
                </c:pt>
                <c:pt idx="234">
                  <c:v>-95.833330000000004</c:v>
                </c:pt>
                <c:pt idx="235">
                  <c:v>-60.41666</c:v>
                </c:pt>
                <c:pt idx="236">
                  <c:v>-95.833330000000004</c:v>
                </c:pt>
                <c:pt idx="237">
                  <c:v>43.75</c:v>
                </c:pt>
                <c:pt idx="238">
                  <c:v>-91.666659999999993</c:v>
                </c:pt>
                <c:pt idx="239">
                  <c:v>-43.75</c:v>
                </c:pt>
                <c:pt idx="240">
                  <c:v>-47.91666</c:v>
                </c:pt>
                <c:pt idx="241">
                  <c:v>104.16670000000001</c:v>
                </c:pt>
                <c:pt idx="242">
                  <c:v>-143.75</c:v>
                </c:pt>
                <c:pt idx="243">
                  <c:v>27.08333</c:v>
                </c:pt>
                <c:pt idx="244">
                  <c:v>-120.83330000000001</c:v>
                </c:pt>
                <c:pt idx="245">
                  <c:v>154.16669999999999</c:v>
                </c:pt>
                <c:pt idx="246">
                  <c:v>-81.25</c:v>
                </c:pt>
                <c:pt idx="247">
                  <c:v>-100</c:v>
                </c:pt>
                <c:pt idx="248">
                  <c:v>-129.16669999999999</c:v>
                </c:pt>
                <c:pt idx="249">
                  <c:v>-125</c:v>
                </c:pt>
                <c:pt idx="250">
                  <c:v>-141.66670000000002</c:v>
                </c:pt>
                <c:pt idx="251">
                  <c:v>-127.08330000000001</c:v>
                </c:pt>
                <c:pt idx="252">
                  <c:v>-25</c:v>
                </c:pt>
                <c:pt idx="253">
                  <c:v>-118.75</c:v>
                </c:pt>
                <c:pt idx="254">
                  <c:v>102.08330000000001</c:v>
                </c:pt>
                <c:pt idx="255">
                  <c:v>-118.75</c:v>
                </c:pt>
                <c:pt idx="256">
                  <c:v>129.16669999999999</c:v>
                </c:pt>
                <c:pt idx="257">
                  <c:v>-62.5</c:v>
                </c:pt>
                <c:pt idx="258">
                  <c:v>-29.16667</c:v>
                </c:pt>
                <c:pt idx="259">
                  <c:v>193.75</c:v>
                </c:pt>
                <c:pt idx="260">
                  <c:v>-93.75</c:v>
                </c:pt>
                <c:pt idx="261">
                  <c:v>43.75</c:v>
                </c:pt>
                <c:pt idx="262">
                  <c:v>187.5</c:v>
                </c:pt>
                <c:pt idx="263">
                  <c:v>-20.83333</c:v>
                </c:pt>
                <c:pt idx="264">
                  <c:v>6.25</c:v>
                </c:pt>
                <c:pt idx="265">
                  <c:v>41.66666</c:v>
                </c:pt>
                <c:pt idx="266">
                  <c:v>66.666659999999993</c:v>
                </c:pt>
                <c:pt idx="267">
                  <c:v>70.833330000000004</c:v>
                </c:pt>
                <c:pt idx="268">
                  <c:v>68.75</c:v>
                </c:pt>
                <c:pt idx="269">
                  <c:v>83.333330000000004</c:v>
                </c:pt>
                <c:pt idx="270">
                  <c:v>212.5</c:v>
                </c:pt>
                <c:pt idx="271">
                  <c:v>-4.1666670000000003</c:v>
                </c:pt>
                <c:pt idx="272">
                  <c:v>45.833329999999997</c:v>
                </c:pt>
                <c:pt idx="273">
                  <c:v>308.33329999999995</c:v>
                </c:pt>
                <c:pt idx="274">
                  <c:v>91.666659999999993</c:v>
                </c:pt>
                <c:pt idx="275">
                  <c:v>66.666659999999993</c:v>
                </c:pt>
                <c:pt idx="276">
                  <c:v>306.25</c:v>
                </c:pt>
                <c:pt idx="277">
                  <c:v>39.583329999999997</c:v>
                </c:pt>
                <c:pt idx="278">
                  <c:v>58.333330000000004</c:v>
                </c:pt>
                <c:pt idx="279">
                  <c:v>43.75</c:v>
                </c:pt>
                <c:pt idx="280">
                  <c:v>66.666659999999993</c:v>
                </c:pt>
                <c:pt idx="281">
                  <c:v>77.083330000000004</c:v>
                </c:pt>
                <c:pt idx="282">
                  <c:v>89.583330000000004</c:v>
                </c:pt>
                <c:pt idx="283">
                  <c:v>341.66669999999999</c:v>
                </c:pt>
                <c:pt idx="284">
                  <c:v>41.66666</c:v>
                </c:pt>
                <c:pt idx="285">
                  <c:v>45.833329999999997</c:v>
                </c:pt>
                <c:pt idx="286">
                  <c:v>68.75</c:v>
                </c:pt>
                <c:pt idx="287">
                  <c:v>93.75</c:v>
                </c:pt>
                <c:pt idx="288">
                  <c:v>197.91669999999999</c:v>
                </c:pt>
                <c:pt idx="289">
                  <c:v>72.916659999999993</c:v>
                </c:pt>
                <c:pt idx="290">
                  <c:v>95.833330000000004</c:v>
                </c:pt>
                <c:pt idx="291">
                  <c:v>131.25</c:v>
                </c:pt>
                <c:pt idx="292">
                  <c:v>243.75</c:v>
                </c:pt>
                <c:pt idx="293">
                  <c:v>114.58329999999999</c:v>
                </c:pt>
                <c:pt idx="294">
                  <c:v>145.83330000000001</c:v>
                </c:pt>
                <c:pt idx="295">
                  <c:v>139.58329999999998</c:v>
                </c:pt>
                <c:pt idx="296">
                  <c:v>308.33329999999995</c:v>
                </c:pt>
                <c:pt idx="297">
                  <c:v>116.66669999999999</c:v>
                </c:pt>
                <c:pt idx="298">
                  <c:v>102.08330000000001</c:v>
                </c:pt>
                <c:pt idx="299">
                  <c:v>81.25</c:v>
                </c:pt>
                <c:pt idx="300">
                  <c:v>83.333330000000004</c:v>
                </c:pt>
                <c:pt idx="301">
                  <c:v>77.083330000000004</c:v>
                </c:pt>
                <c:pt idx="302">
                  <c:v>335.41669999999999</c:v>
                </c:pt>
                <c:pt idx="303">
                  <c:v>-25</c:v>
                </c:pt>
                <c:pt idx="304">
                  <c:v>-6.25</c:v>
                </c:pt>
                <c:pt idx="305">
                  <c:v>2.0833330000000001</c:v>
                </c:pt>
                <c:pt idx="306">
                  <c:v>14.58333</c:v>
                </c:pt>
                <c:pt idx="307">
                  <c:v>22.91667</c:v>
                </c:pt>
                <c:pt idx="308">
                  <c:v>47.91666</c:v>
                </c:pt>
                <c:pt idx="309">
                  <c:v>329.16669999999999</c:v>
                </c:pt>
                <c:pt idx="310">
                  <c:v>131.25</c:v>
                </c:pt>
                <c:pt idx="311">
                  <c:v>52.083330000000004</c:v>
                </c:pt>
                <c:pt idx="312">
                  <c:v>50</c:v>
                </c:pt>
                <c:pt idx="313">
                  <c:v>39.583329999999997</c:v>
                </c:pt>
                <c:pt idx="314">
                  <c:v>47.91666</c:v>
                </c:pt>
                <c:pt idx="315">
                  <c:v>20.83333</c:v>
                </c:pt>
                <c:pt idx="316">
                  <c:v>27.08333</c:v>
                </c:pt>
                <c:pt idx="317">
                  <c:v>47.91666</c:v>
                </c:pt>
                <c:pt idx="318">
                  <c:v>106.25</c:v>
                </c:pt>
                <c:pt idx="319">
                  <c:v>485.41669999999999</c:v>
                </c:pt>
                <c:pt idx="320">
                  <c:v>52.083330000000004</c:v>
                </c:pt>
                <c:pt idx="321">
                  <c:v>66.666659999999993</c:v>
                </c:pt>
                <c:pt idx="322">
                  <c:v>62.5</c:v>
                </c:pt>
                <c:pt idx="323">
                  <c:v>72.916659999999993</c:v>
                </c:pt>
                <c:pt idx="324">
                  <c:v>75</c:v>
                </c:pt>
                <c:pt idx="325">
                  <c:v>70.833330000000004</c:v>
                </c:pt>
                <c:pt idx="326">
                  <c:v>87.5</c:v>
                </c:pt>
                <c:pt idx="327">
                  <c:v>83.333330000000004</c:v>
                </c:pt>
                <c:pt idx="328">
                  <c:v>89.583330000000004</c:v>
                </c:pt>
                <c:pt idx="329">
                  <c:v>108.33329999999999</c:v>
                </c:pt>
                <c:pt idx="330">
                  <c:v>127.08330000000001</c:v>
                </c:pt>
                <c:pt idx="331">
                  <c:v>114.58329999999999</c:v>
                </c:pt>
                <c:pt idx="332">
                  <c:v>127.08330000000001</c:v>
                </c:pt>
                <c:pt idx="333">
                  <c:v>133.33329999999998</c:v>
                </c:pt>
                <c:pt idx="334">
                  <c:v>122.91670000000001</c:v>
                </c:pt>
                <c:pt idx="335">
                  <c:v>116.66669999999999</c:v>
                </c:pt>
                <c:pt idx="336">
                  <c:v>127.08330000000001</c:v>
                </c:pt>
                <c:pt idx="337">
                  <c:v>127.08330000000001</c:v>
                </c:pt>
                <c:pt idx="338">
                  <c:v>129.16669999999999</c:v>
                </c:pt>
                <c:pt idx="339">
                  <c:v>129.16669999999999</c:v>
                </c:pt>
                <c:pt idx="340">
                  <c:v>122.91670000000001</c:v>
                </c:pt>
                <c:pt idx="341">
                  <c:v>131.25</c:v>
                </c:pt>
                <c:pt idx="342">
                  <c:v>120.83330000000001</c:v>
                </c:pt>
                <c:pt idx="343">
                  <c:v>133.33329999999998</c:v>
                </c:pt>
                <c:pt idx="344">
                  <c:v>139.58329999999998</c:v>
                </c:pt>
                <c:pt idx="345">
                  <c:v>131.25</c:v>
                </c:pt>
                <c:pt idx="346">
                  <c:v>127.08330000000001</c:v>
                </c:pt>
                <c:pt idx="347">
                  <c:v>139.58329999999998</c:v>
                </c:pt>
                <c:pt idx="348">
                  <c:v>131.25</c:v>
                </c:pt>
                <c:pt idx="349">
                  <c:v>122.91670000000001</c:v>
                </c:pt>
                <c:pt idx="350">
                  <c:v>137.5</c:v>
                </c:pt>
                <c:pt idx="351">
                  <c:v>135.41669999999999</c:v>
                </c:pt>
                <c:pt idx="352">
                  <c:v>122.91670000000001</c:v>
                </c:pt>
                <c:pt idx="353">
                  <c:v>120.83330000000001</c:v>
                </c:pt>
                <c:pt idx="354">
                  <c:v>104.16670000000001</c:v>
                </c:pt>
                <c:pt idx="355">
                  <c:v>104.16670000000001</c:v>
                </c:pt>
                <c:pt idx="356">
                  <c:v>79.166659999999993</c:v>
                </c:pt>
                <c:pt idx="357">
                  <c:v>68.75</c:v>
                </c:pt>
                <c:pt idx="358">
                  <c:v>70.833330000000004</c:v>
                </c:pt>
                <c:pt idx="359">
                  <c:v>87.5</c:v>
                </c:pt>
                <c:pt idx="360">
                  <c:v>77.083330000000004</c:v>
                </c:pt>
                <c:pt idx="361">
                  <c:v>93.75</c:v>
                </c:pt>
                <c:pt idx="362">
                  <c:v>87.5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C6C-4E57-BDE7-FE2A206675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D1360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Sheet1!$A$2:$A$364</c:f>
              <c:numCache>
                <c:formatCode>yyyy/mm/dd\ ddd\ hh:mm:ss</c:formatCode>
                <c:ptCount val="363"/>
                <c:pt idx="0">
                  <c:v>45944.80096064815</c:v>
                </c:pt>
                <c:pt idx="1">
                  <c:v>45944.80097222222</c:v>
                </c:pt>
                <c:pt idx="2">
                  <c:v>45944.80097222222</c:v>
                </c:pt>
                <c:pt idx="3">
                  <c:v>45944.80097222222</c:v>
                </c:pt>
                <c:pt idx="4">
                  <c:v>45944.80097222222</c:v>
                </c:pt>
                <c:pt idx="5">
                  <c:v>45944.80097222222</c:v>
                </c:pt>
                <c:pt idx="6">
                  <c:v>45944.80097222222</c:v>
                </c:pt>
                <c:pt idx="7">
                  <c:v>45944.80097222222</c:v>
                </c:pt>
                <c:pt idx="8">
                  <c:v>45944.80097222222</c:v>
                </c:pt>
                <c:pt idx="9">
                  <c:v>45944.80097222222</c:v>
                </c:pt>
                <c:pt idx="10">
                  <c:v>45944.80097222222</c:v>
                </c:pt>
                <c:pt idx="11">
                  <c:v>45944.80097222222</c:v>
                </c:pt>
                <c:pt idx="12">
                  <c:v>45944.80097222222</c:v>
                </c:pt>
                <c:pt idx="13">
                  <c:v>45944.80097222222</c:v>
                </c:pt>
                <c:pt idx="14">
                  <c:v>45944.80097222222</c:v>
                </c:pt>
                <c:pt idx="15">
                  <c:v>45944.80097222222</c:v>
                </c:pt>
                <c:pt idx="16">
                  <c:v>45944.80097222222</c:v>
                </c:pt>
                <c:pt idx="17">
                  <c:v>45944.80097222222</c:v>
                </c:pt>
                <c:pt idx="18">
                  <c:v>45944.80097222222</c:v>
                </c:pt>
                <c:pt idx="19">
                  <c:v>45944.80097222222</c:v>
                </c:pt>
                <c:pt idx="20">
                  <c:v>45944.80097222222</c:v>
                </c:pt>
                <c:pt idx="21">
                  <c:v>45944.80097222222</c:v>
                </c:pt>
                <c:pt idx="22">
                  <c:v>45944.800983796296</c:v>
                </c:pt>
                <c:pt idx="23">
                  <c:v>45944.800983796296</c:v>
                </c:pt>
                <c:pt idx="24">
                  <c:v>45944.800983796296</c:v>
                </c:pt>
                <c:pt idx="25">
                  <c:v>45944.800983796296</c:v>
                </c:pt>
                <c:pt idx="26">
                  <c:v>45944.800983796296</c:v>
                </c:pt>
                <c:pt idx="27">
                  <c:v>45944.800983796296</c:v>
                </c:pt>
                <c:pt idx="28">
                  <c:v>45944.800983796296</c:v>
                </c:pt>
                <c:pt idx="29">
                  <c:v>45944.800983796296</c:v>
                </c:pt>
                <c:pt idx="30">
                  <c:v>45944.800983796296</c:v>
                </c:pt>
                <c:pt idx="31">
                  <c:v>45944.800983796296</c:v>
                </c:pt>
                <c:pt idx="32">
                  <c:v>45944.800983796296</c:v>
                </c:pt>
                <c:pt idx="33">
                  <c:v>45944.800983796296</c:v>
                </c:pt>
                <c:pt idx="34">
                  <c:v>45944.800983796296</c:v>
                </c:pt>
                <c:pt idx="35">
                  <c:v>45944.800983796296</c:v>
                </c:pt>
                <c:pt idx="36">
                  <c:v>45944.800983796296</c:v>
                </c:pt>
                <c:pt idx="37">
                  <c:v>45944.800983796296</c:v>
                </c:pt>
                <c:pt idx="38">
                  <c:v>45944.800983796296</c:v>
                </c:pt>
                <c:pt idx="39">
                  <c:v>45944.800983796296</c:v>
                </c:pt>
                <c:pt idx="40">
                  <c:v>45944.800983796296</c:v>
                </c:pt>
                <c:pt idx="41">
                  <c:v>45944.800983796296</c:v>
                </c:pt>
                <c:pt idx="42">
                  <c:v>45944.800983796296</c:v>
                </c:pt>
                <c:pt idx="43">
                  <c:v>45944.800995370373</c:v>
                </c:pt>
                <c:pt idx="44">
                  <c:v>45944.800995370373</c:v>
                </c:pt>
                <c:pt idx="45">
                  <c:v>45944.800995370373</c:v>
                </c:pt>
                <c:pt idx="46">
                  <c:v>45944.800995370373</c:v>
                </c:pt>
                <c:pt idx="47">
                  <c:v>45944.800995370373</c:v>
                </c:pt>
                <c:pt idx="48">
                  <c:v>45944.800995370373</c:v>
                </c:pt>
                <c:pt idx="49">
                  <c:v>45944.800995370373</c:v>
                </c:pt>
                <c:pt idx="50">
                  <c:v>45944.800995370373</c:v>
                </c:pt>
                <c:pt idx="51">
                  <c:v>45944.800995370373</c:v>
                </c:pt>
                <c:pt idx="52">
                  <c:v>45944.800995370373</c:v>
                </c:pt>
                <c:pt idx="53">
                  <c:v>45944.800995370373</c:v>
                </c:pt>
                <c:pt idx="54">
                  <c:v>45944.800995370373</c:v>
                </c:pt>
                <c:pt idx="55">
                  <c:v>45944.800995370373</c:v>
                </c:pt>
                <c:pt idx="56">
                  <c:v>45944.800995370373</c:v>
                </c:pt>
                <c:pt idx="57">
                  <c:v>45944.800995370373</c:v>
                </c:pt>
                <c:pt idx="58">
                  <c:v>45944.800995370373</c:v>
                </c:pt>
                <c:pt idx="59">
                  <c:v>45944.800995370373</c:v>
                </c:pt>
                <c:pt idx="60">
                  <c:v>45944.800995370373</c:v>
                </c:pt>
                <c:pt idx="61">
                  <c:v>45944.800995370373</c:v>
                </c:pt>
                <c:pt idx="62">
                  <c:v>45944.800995370373</c:v>
                </c:pt>
                <c:pt idx="63">
                  <c:v>45944.801006944443</c:v>
                </c:pt>
                <c:pt idx="64">
                  <c:v>45944.801006944443</c:v>
                </c:pt>
                <c:pt idx="65">
                  <c:v>45944.801006944443</c:v>
                </c:pt>
                <c:pt idx="66">
                  <c:v>45944.801006944443</c:v>
                </c:pt>
                <c:pt idx="67">
                  <c:v>45944.801006944443</c:v>
                </c:pt>
                <c:pt idx="68">
                  <c:v>45944.801006944443</c:v>
                </c:pt>
                <c:pt idx="69">
                  <c:v>45944.801006944443</c:v>
                </c:pt>
                <c:pt idx="70">
                  <c:v>45944.801006944443</c:v>
                </c:pt>
                <c:pt idx="71">
                  <c:v>45944.801006944443</c:v>
                </c:pt>
                <c:pt idx="72">
                  <c:v>45944.801006944443</c:v>
                </c:pt>
                <c:pt idx="73">
                  <c:v>45944.801006944443</c:v>
                </c:pt>
                <c:pt idx="74">
                  <c:v>45944.801006944443</c:v>
                </c:pt>
                <c:pt idx="75">
                  <c:v>45944.801006944443</c:v>
                </c:pt>
                <c:pt idx="76">
                  <c:v>45944.801006944443</c:v>
                </c:pt>
                <c:pt idx="77">
                  <c:v>45944.801006944443</c:v>
                </c:pt>
                <c:pt idx="78">
                  <c:v>45944.801006944443</c:v>
                </c:pt>
                <c:pt idx="79">
                  <c:v>45944.801006944443</c:v>
                </c:pt>
                <c:pt idx="80">
                  <c:v>45944.801006944443</c:v>
                </c:pt>
                <c:pt idx="81">
                  <c:v>45944.801006944443</c:v>
                </c:pt>
                <c:pt idx="82">
                  <c:v>45944.801018518519</c:v>
                </c:pt>
                <c:pt idx="83">
                  <c:v>45944.801018518519</c:v>
                </c:pt>
                <c:pt idx="84">
                  <c:v>45944.801018518519</c:v>
                </c:pt>
                <c:pt idx="85">
                  <c:v>45944.801018518519</c:v>
                </c:pt>
                <c:pt idx="86">
                  <c:v>45944.801018518519</c:v>
                </c:pt>
                <c:pt idx="87">
                  <c:v>45944.801018518519</c:v>
                </c:pt>
                <c:pt idx="88">
                  <c:v>45944.801018518519</c:v>
                </c:pt>
                <c:pt idx="89">
                  <c:v>45944.801018518519</c:v>
                </c:pt>
                <c:pt idx="90">
                  <c:v>45944.801018518519</c:v>
                </c:pt>
                <c:pt idx="91">
                  <c:v>45944.801018518519</c:v>
                </c:pt>
                <c:pt idx="92">
                  <c:v>45944.801018518519</c:v>
                </c:pt>
                <c:pt idx="93">
                  <c:v>45944.801018518519</c:v>
                </c:pt>
                <c:pt idx="94">
                  <c:v>45944.801018518519</c:v>
                </c:pt>
                <c:pt idx="95">
                  <c:v>45944.801018518519</c:v>
                </c:pt>
                <c:pt idx="96">
                  <c:v>45944.801018518519</c:v>
                </c:pt>
                <c:pt idx="97">
                  <c:v>45944.801018518519</c:v>
                </c:pt>
                <c:pt idx="98">
                  <c:v>45944.801018518519</c:v>
                </c:pt>
                <c:pt idx="99">
                  <c:v>45944.801018518519</c:v>
                </c:pt>
                <c:pt idx="100">
                  <c:v>45944.801018518519</c:v>
                </c:pt>
                <c:pt idx="101">
                  <c:v>45944.801018518519</c:v>
                </c:pt>
                <c:pt idx="102">
                  <c:v>45944.801030092596</c:v>
                </c:pt>
                <c:pt idx="103">
                  <c:v>45944.801030092596</c:v>
                </c:pt>
                <c:pt idx="104">
                  <c:v>45944.801030092596</c:v>
                </c:pt>
                <c:pt idx="105">
                  <c:v>45944.801030092596</c:v>
                </c:pt>
                <c:pt idx="106">
                  <c:v>45944.801030092596</c:v>
                </c:pt>
                <c:pt idx="107">
                  <c:v>45944.801030092596</c:v>
                </c:pt>
                <c:pt idx="108">
                  <c:v>45944.801030092596</c:v>
                </c:pt>
                <c:pt idx="109">
                  <c:v>45944.801030092596</c:v>
                </c:pt>
                <c:pt idx="110">
                  <c:v>45944.801030092596</c:v>
                </c:pt>
                <c:pt idx="111">
                  <c:v>45944.801030092596</c:v>
                </c:pt>
                <c:pt idx="112">
                  <c:v>45944.801030092596</c:v>
                </c:pt>
                <c:pt idx="113">
                  <c:v>45944.801030092596</c:v>
                </c:pt>
                <c:pt idx="114">
                  <c:v>45944.801030092596</c:v>
                </c:pt>
                <c:pt idx="115">
                  <c:v>45944.801030092596</c:v>
                </c:pt>
                <c:pt idx="116">
                  <c:v>45944.801030092596</c:v>
                </c:pt>
                <c:pt idx="117">
                  <c:v>45944.801030092596</c:v>
                </c:pt>
                <c:pt idx="118">
                  <c:v>45944.801030092596</c:v>
                </c:pt>
                <c:pt idx="119">
                  <c:v>45944.801030092596</c:v>
                </c:pt>
                <c:pt idx="120">
                  <c:v>45944.801030092596</c:v>
                </c:pt>
                <c:pt idx="121">
                  <c:v>45944.801030092596</c:v>
                </c:pt>
                <c:pt idx="122">
                  <c:v>45944.801041666666</c:v>
                </c:pt>
                <c:pt idx="123">
                  <c:v>45944.801041666666</c:v>
                </c:pt>
                <c:pt idx="124">
                  <c:v>45944.801041666666</c:v>
                </c:pt>
                <c:pt idx="125">
                  <c:v>45944.801041666666</c:v>
                </c:pt>
                <c:pt idx="126">
                  <c:v>45944.801041666666</c:v>
                </c:pt>
                <c:pt idx="127">
                  <c:v>45944.801041666666</c:v>
                </c:pt>
                <c:pt idx="128">
                  <c:v>45944.801041666666</c:v>
                </c:pt>
                <c:pt idx="129">
                  <c:v>45944.801041666666</c:v>
                </c:pt>
                <c:pt idx="130">
                  <c:v>45944.801041666666</c:v>
                </c:pt>
                <c:pt idx="131">
                  <c:v>45944.801041666666</c:v>
                </c:pt>
                <c:pt idx="132">
                  <c:v>45944.801041666666</c:v>
                </c:pt>
                <c:pt idx="133">
                  <c:v>45944.801041666666</c:v>
                </c:pt>
                <c:pt idx="134">
                  <c:v>45944.801041666666</c:v>
                </c:pt>
                <c:pt idx="135">
                  <c:v>45944.801041666666</c:v>
                </c:pt>
                <c:pt idx="136">
                  <c:v>45944.801041666666</c:v>
                </c:pt>
                <c:pt idx="137">
                  <c:v>45944.801041666666</c:v>
                </c:pt>
                <c:pt idx="138">
                  <c:v>45944.801041666666</c:v>
                </c:pt>
                <c:pt idx="139">
                  <c:v>45944.801041666666</c:v>
                </c:pt>
                <c:pt idx="140">
                  <c:v>45944.801041666666</c:v>
                </c:pt>
                <c:pt idx="141">
                  <c:v>45944.801041666666</c:v>
                </c:pt>
                <c:pt idx="142">
                  <c:v>45944.801053240742</c:v>
                </c:pt>
                <c:pt idx="143">
                  <c:v>45944.801053240742</c:v>
                </c:pt>
                <c:pt idx="144">
                  <c:v>45944.801053240742</c:v>
                </c:pt>
                <c:pt idx="145">
                  <c:v>45944.801053240742</c:v>
                </c:pt>
                <c:pt idx="146">
                  <c:v>45944.801053240742</c:v>
                </c:pt>
                <c:pt idx="147">
                  <c:v>45944.801053240742</c:v>
                </c:pt>
                <c:pt idx="148">
                  <c:v>45944.801053240742</c:v>
                </c:pt>
                <c:pt idx="149">
                  <c:v>45944.801053240742</c:v>
                </c:pt>
                <c:pt idx="150">
                  <c:v>45944.801053240742</c:v>
                </c:pt>
                <c:pt idx="151">
                  <c:v>45944.801053240742</c:v>
                </c:pt>
                <c:pt idx="152">
                  <c:v>45944.801053240742</c:v>
                </c:pt>
                <c:pt idx="153">
                  <c:v>45944.801053240742</c:v>
                </c:pt>
                <c:pt idx="154">
                  <c:v>45944.801053240742</c:v>
                </c:pt>
                <c:pt idx="155">
                  <c:v>45944.801053240742</c:v>
                </c:pt>
                <c:pt idx="156">
                  <c:v>45944.801053240742</c:v>
                </c:pt>
                <c:pt idx="157">
                  <c:v>45944.801053240742</c:v>
                </c:pt>
                <c:pt idx="158">
                  <c:v>45944.801053240742</c:v>
                </c:pt>
                <c:pt idx="159">
                  <c:v>45944.801053240742</c:v>
                </c:pt>
                <c:pt idx="160">
                  <c:v>45944.801053240742</c:v>
                </c:pt>
                <c:pt idx="161">
                  <c:v>45944.801053240742</c:v>
                </c:pt>
                <c:pt idx="162">
                  <c:v>45944.801053240742</c:v>
                </c:pt>
                <c:pt idx="163">
                  <c:v>45944.801053240742</c:v>
                </c:pt>
                <c:pt idx="164">
                  <c:v>45944.801064814812</c:v>
                </c:pt>
                <c:pt idx="165">
                  <c:v>45944.801064814812</c:v>
                </c:pt>
                <c:pt idx="166">
                  <c:v>45944.801064814812</c:v>
                </c:pt>
                <c:pt idx="167">
                  <c:v>45944.801064814812</c:v>
                </c:pt>
                <c:pt idx="168">
                  <c:v>45944.801064814812</c:v>
                </c:pt>
                <c:pt idx="169">
                  <c:v>45944.801064814812</c:v>
                </c:pt>
                <c:pt idx="170">
                  <c:v>45944.801064814812</c:v>
                </c:pt>
                <c:pt idx="171">
                  <c:v>45944.801064814812</c:v>
                </c:pt>
                <c:pt idx="172">
                  <c:v>45944.801064814812</c:v>
                </c:pt>
                <c:pt idx="173">
                  <c:v>45944.801064814812</c:v>
                </c:pt>
                <c:pt idx="174">
                  <c:v>45944.801064814812</c:v>
                </c:pt>
                <c:pt idx="175">
                  <c:v>45944.801064814812</c:v>
                </c:pt>
                <c:pt idx="176">
                  <c:v>45944.801064814812</c:v>
                </c:pt>
                <c:pt idx="177">
                  <c:v>45944.801064814812</c:v>
                </c:pt>
                <c:pt idx="178">
                  <c:v>45944.801064814812</c:v>
                </c:pt>
                <c:pt idx="179">
                  <c:v>45944.801064814812</c:v>
                </c:pt>
                <c:pt idx="180">
                  <c:v>45944.801064814812</c:v>
                </c:pt>
                <c:pt idx="181">
                  <c:v>45944.801064814812</c:v>
                </c:pt>
                <c:pt idx="182">
                  <c:v>45944.801064814812</c:v>
                </c:pt>
                <c:pt idx="183">
                  <c:v>45944.801064814812</c:v>
                </c:pt>
                <c:pt idx="184">
                  <c:v>45944.801076388889</c:v>
                </c:pt>
                <c:pt idx="185">
                  <c:v>45944.801076388889</c:v>
                </c:pt>
                <c:pt idx="186">
                  <c:v>45944.801076388889</c:v>
                </c:pt>
                <c:pt idx="187">
                  <c:v>45944.801076388889</c:v>
                </c:pt>
                <c:pt idx="188">
                  <c:v>45944.801076388889</c:v>
                </c:pt>
                <c:pt idx="189">
                  <c:v>45944.801076388889</c:v>
                </c:pt>
                <c:pt idx="190">
                  <c:v>45944.801076388889</c:v>
                </c:pt>
                <c:pt idx="191">
                  <c:v>45944.801076388889</c:v>
                </c:pt>
                <c:pt idx="192">
                  <c:v>45944.801076388889</c:v>
                </c:pt>
                <c:pt idx="193">
                  <c:v>45944.801076388889</c:v>
                </c:pt>
                <c:pt idx="194">
                  <c:v>45944.801076388889</c:v>
                </c:pt>
                <c:pt idx="195">
                  <c:v>45944.801076388889</c:v>
                </c:pt>
                <c:pt idx="196">
                  <c:v>45944.801076388889</c:v>
                </c:pt>
                <c:pt idx="197">
                  <c:v>45944.801076388889</c:v>
                </c:pt>
                <c:pt idx="198">
                  <c:v>45944.801076388889</c:v>
                </c:pt>
                <c:pt idx="199">
                  <c:v>45944.801076388889</c:v>
                </c:pt>
                <c:pt idx="200">
                  <c:v>45944.801076388889</c:v>
                </c:pt>
                <c:pt idx="201">
                  <c:v>45944.801076388889</c:v>
                </c:pt>
                <c:pt idx="202">
                  <c:v>45944.801076388889</c:v>
                </c:pt>
                <c:pt idx="203">
                  <c:v>45944.801076388889</c:v>
                </c:pt>
                <c:pt idx="204">
                  <c:v>45944.801076388889</c:v>
                </c:pt>
                <c:pt idx="205">
                  <c:v>45944.801076388889</c:v>
                </c:pt>
                <c:pt idx="206">
                  <c:v>45944.801087962966</c:v>
                </c:pt>
                <c:pt idx="207">
                  <c:v>45944.801087962966</c:v>
                </c:pt>
                <c:pt idx="208">
                  <c:v>45944.801087962966</c:v>
                </c:pt>
                <c:pt idx="209">
                  <c:v>45944.801087962966</c:v>
                </c:pt>
                <c:pt idx="210">
                  <c:v>45944.801087962966</c:v>
                </c:pt>
                <c:pt idx="211">
                  <c:v>45944.801087962966</c:v>
                </c:pt>
                <c:pt idx="212">
                  <c:v>45944.801087962966</c:v>
                </c:pt>
                <c:pt idx="213">
                  <c:v>45944.801087962966</c:v>
                </c:pt>
                <c:pt idx="214">
                  <c:v>45944.801087962966</c:v>
                </c:pt>
                <c:pt idx="215">
                  <c:v>45944.801087962966</c:v>
                </c:pt>
                <c:pt idx="216">
                  <c:v>45944.801087962966</c:v>
                </c:pt>
                <c:pt idx="217">
                  <c:v>45944.801087962966</c:v>
                </c:pt>
                <c:pt idx="218">
                  <c:v>45944.801087962966</c:v>
                </c:pt>
                <c:pt idx="219">
                  <c:v>45944.801087962966</c:v>
                </c:pt>
                <c:pt idx="220">
                  <c:v>45944.801087962966</c:v>
                </c:pt>
                <c:pt idx="221">
                  <c:v>45944.801087962966</c:v>
                </c:pt>
                <c:pt idx="222">
                  <c:v>45944.801087962966</c:v>
                </c:pt>
                <c:pt idx="223">
                  <c:v>45944.801087962966</c:v>
                </c:pt>
                <c:pt idx="224">
                  <c:v>45944.801087962966</c:v>
                </c:pt>
                <c:pt idx="225">
                  <c:v>45944.801099537035</c:v>
                </c:pt>
                <c:pt idx="226">
                  <c:v>45944.801099537035</c:v>
                </c:pt>
                <c:pt idx="227">
                  <c:v>45944.801099537035</c:v>
                </c:pt>
                <c:pt idx="228">
                  <c:v>45944.801099537035</c:v>
                </c:pt>
                <c:pt idx="229">
                  <c:v>45944.801099537035</c:v>
                </c:pt>
                <c:pt idx="230">
                  <c:v>45944.801099537035</c:v>
                </c:pt>
                <c:pt idx="231">
                  <c:v>45944.801099537035</c:v>
                </c:pt>
                <c:pt idx="232">
                  <c:v>45944.801099537035</c:v>
                </c:pt>
                <c:pt idx="233">
                  <c:v>45944.801099537035</c:v>
                </c:pt>
                <c:pt idx="234">
                  <c:v>45944.801099537035</c:v>
                </c:pt>
                <c:pt idx="235">
                  <c:v>45944.801099537035</c:v>
                </c:pt>
                <c:pt idx="236">
                  <c:v>45944.801099537035</c:v>
                </c:pt>
                <c:pt idx="237">
                  <c:v>45944.801099537035</c:v>
                </c:pt>
                <c:pt idx="238">
                  <c:v>45944.801099537035</c:v>
                </c:pt>
                <c:pt idx="239">
                  <c:v>45944.801099537035</c:v>
                </c:pt>
                <c:pt idx="240">
                  <c:v>45944.801099537035</c:v>
                </c:pt>
                <c:pt idx="241">
                  <c:v>45944.801099537035</c:v>
                </c:pt>
                <c:pt idx="242">
                  <c:v>45944.801099537035</c:v>
                </c:pt>
                <c:pt idx="243">
                  <c:v>45944.801099537035</c:v>
                </c:pt>
                <c:pt idx="244">
                  <c:v>45944.801099537035</c:v>
                </c:pt>
                <c:pt idx="245">
                  <c:v>45944.801111111112</c:v>
                </c:pt>
                <c:pt idx="246">
                  <c:v>45944.801111111112</c:v>
                </c:pt>
                <c:pt idx="247">
                  <c:v>45944.801111111112</c:v>
                </c:pt>
                <c:pt idx="248">
                  <c:v>45944.801111111112</c:v>
                </c:pt>
                <c:pt idx="249">
                  <c:v>45944.801111111112</c:v>
                </c:pt>
                <c:pt idx="250">
                  <c:v>45944.801111111112</c:v>
                </c:pt>
                <c:pt idx="251">
                  <c:v>45944.801111111112</c:v>
                </c:pt>
                <c:pt idx="252">
                  <c:v>45944.801111111112</c:v>
                </c:pt>
                <c:pt idx="253">
                  <c:v>45944.801111111112</c:v>
                </c:pt>
                <c:pt idx="254">
                  <c:v>45944.801111111112</c:v>
                </c:pt>
                <c:pt idx="255">
                  <c:v>45944.801111111112</c:v>
                </c:pt>
                <c:pt idx="256">
                  <c:v>45944.801111111112</c:v>
                </c:pt>
                <c:pt idx="257">
                  <c:v>45944.801111111112</c:v>
                </c:pt>
                <c:pt idx="258">
                  <c:v>45944.801111111112</c:v>
                </c:pt>
                <c:pt idx="259">
                  <c:v>45944.801111111112</c:v>
                </c:pt>
                <c:pt idx="260">
                  <c:v>45944.801111111112</c:v>
                </c:pt>
                <c:pt idx="261">
                  <c:v>45944.801111111112</c:v>
                </c:pt>
                <c:pt idx="262">
                  <c:v>45944.801111111112</c:v>
                </c:pt>
                <c:pt idx="263">
                  <c:v>45944.801111111112</c:v>
                </c:pt>
                <c:pt idx="264">
                  <c:v>45944.801111111112</c:v>
                </c:pt>
                <c:pt idx="265">
                  <c:v>45944.801122685189</c:v>
                </c:pt>
                <c:pt idx="266">
                  <c:v>45944.801122685189</c:v>
                </c:pt>
                <c:pt idx="267">
                  <c:v>45944.801122685189</c:v>
                </c:pt>
                <c:pt idx="268">
                  <c:v>45944.801122685189</c:v>
                </c:pt>
                <c:pt idx="269">
                  <c:v>45944.801122685189</c:v>
                </c:pt>
                <c:pt idx="270">
                  <c:v>45944.801122685189</c:v>
                </c:pt>
                <c:pt idx="271">
                  <c:v>45944.801122685189</c:v>
                </c:pt>
                <c:pt idx="272">
                  <c:v>45944.801122685189</c:v>
                </c:pt>
                <c:pt idx="273">
                  <c:v>45944.801122685189</c:v>
                </c:pt>
                <c:pt idx="274">
                  <c:v>45944.801122685189</c:v>
                </c:pt>
                <c:pt idx="275">
                  <c:v>45944.801122685189</c:v>
                </c:pt>
                <c:pt idx="276">
                  <c:v>45944.801122685189</c:v>
                </c:pt>
                <c:pt idx="277">
                  <c:v>45944.801122685189</c:v>
                </c:pt>
                <c:pt idx="278">
                  <c:v>45944.801122685189</c:v>
                </c:pt>
                <c:pt idx="279">
                  <c:v>45944.801122685189</c:v>
                </c:pt>
                <c:pt idx="280">
                  <c:v>45944.801122685189</c:v>
                </c:pt>
                <c:pt idx="281">
                  <c:v>45944.801122685189</c:v>
                </c:pt>
                <c:pt idx="282">
                  <c:v>45944.801122685189</c:v>
                </c:pt>
                <c:pt idx="283">
                  <c:v>45944.801122685189</c:v>
                </c:pt>
                <c:pt idx="284">
                  <c:v>45944.801122685189</c:v>
                </c:pt>
                <c:pt idx="285">
                  <c:v>45944.801134259258</c:v>
                </c:pt>
                <c:pt idx="286">
                  <c:v>45944.801134259258</c:v>
                </c:pt>
                <c:pt idx="287">
                  <c:v>45944.801134259258</c:v>
                </c:pt>
                <c:pt idx="288">
                  <c:v>45944.801134259258</c:v>
                </c:pt>
                <c:pt idx="289">
                  <c:v>45944.801134259258</c:v>
                </c:pt>
                <c:pt idx="290">
                  <c:v>45944.801134259258</c:v>
                </c:pt>
                <c:pt idx="291">
                  <c:v>45944.801134259258</c:v>
                </c:pt>
                <c:pt idx="292">
                  <c:v>45944.801134259258</c:v>
                </c:pt>
                <c:pt idx="293">
                  <c:v>45944.801134259258</c:v>
                </c:pt>
                <c:pt idx="294">
                  <c:v>45944.801134259258</c:v>
                </c:pt>
                <c:pt idx="295">
                  <c:v>45944.801134259258</c:v>
                </c:pt>
                <c:pt idx="296">
                  <c:v>45944.801134259258</c:v>
                </c:pt>
                <c:pt idx="297">
                  <c:v>45944.801134259258</c:v>
                </c:pt>
                <c:pt idx="298">
                  <c:v>45944.801134259258</c:v>
                </c:pt>
                <c:pt idx="299">
                  <c:v>45944.801134259258</c:v>
                </c:pt>
                <c:pt idx="300">
                  <c:v>45944.801134259258</c:v>
                </c:pt>
                <c:pt idx="301">
                  <c:v>45944.801134259258</c:v>
                </c:pt>
                <c:pt idx="302">
                  <c:v>45944.801134259258</c:v>
                </c:pt>
                <c:pt idx="303">
                  <c:v>45944.801134259258</c:v>
                </c:pt>
                <c:pt idx="304">
                  <c:v>45944.801134259258</c:v>
                </c:pt>
                <c:pt idx="305">
                  <c:v>45944.801134259258</c:v>
                </c:pt>
                <c:pt idx="306">
                  <c:v>45944.801145833335</c:v>
                </c:pt>
                <c:pt idx="307">
                  <c:v>45944.801145833335</c:v>
                </c:pt>
                <c:pt idx="308">
                  <c:v>45944.801145833335</c:v>
                </c:pt>
                <c:pt idx="309">
                  <c:v>45944.801145833335</c:v>
                </c:pt>
                <c:pt idx="310">
                  <c:v>45944.801145833335</c:v>
                </c:pt>
                <c:pt idx="311">
                  <c:v>45944.801145833335</c:v>
                </c:pt>
                <c:pt idx="312">
                  <c:v>45944.801145833335</c:v>
                </c:pt>
                <c:pt idx="313">
                  <c:v>45944.801145833335</c:v>
                </c:pt>
                <c:pt idx="314">
                  <c:v>45944.801145833335</c:v>
                </c:pt>
                <c:pt idx="315">
                  <c:v>45944.801145833335</c:v>
                </c:pt>
                <c:pt idx="316">
                  <c:v>45944.801145833335</c:v>
                </c:pt>
                <c:pt idx="317">
                  <c:v>45944.801145833335</c:v>
                </c:pt>
                <c:pt idx="318">
                  <c:v>45944.801145833335</c:v>
                </c:pt>
                <c:pt idx="319">
                  <c:v>45944.801145833335</c:v>
                </c:pt>
                <c:pt idx="320">
                  <c:v>45944.801145833335</c:v>
                </c:pt>
                <c:pt idx="321">
                  <c:v>45944.801145833335</c:v>
                </c:pt>
                <c:pt idx="322">
                  <c:v>45944.801145833335</c:v>
                </c:pt>
                <c:pt idx="323">
                  <c:v>45944.801145833335</c:v>
                </c:pt>
                <c:pt idx="324">
                  <c:v>45944.801145833335</c:v>
                </c:pt>
                <c:pt idx="325">
                  <c:v>45944.801145833335</c:v>
                </c:pt>
                <c:pt idx="326">
                  <c:v>45944.801145833335</c:v>
                </c:pt>
                <c:pt idx="327">
                  <c:v>45944.801157407404</c:v>
                </c:pt>
                <c:pt idx="328">
                  <c:v>45944.801157407404</c:v>
                </c:pt>
                <c:pt idx="329">
                  <c:v>45944.801157407404</c:v>
                </c:pt>
                <c:pt idx="330">
                  <c:v>45944.801157407404</c:v>
                </c:pt>
                <c:pt idx="331">
                  <c:v>45944.801157407404</c:v>
                </c:pt>
                <c:pt idx="332">
                  <c:v>45944.801157407404</c:v>
                </c:pt>
                <c:pt idx="333">
                  <c:v>45944.801157407404</c:v>
                </c:pt>
                <c:pt idx="334">
                  <c:v>45944.801157407404</c:v>
                </c:pt>
                <c:pt idx="335">
                  <c:v>45944.801157407404</c:v>
                </c:pt>
                <c:pt idx="336">
                  <c:v>45944.801157407404</c:v>
                </c:pt>
                <c:pt idx="337">
                  <c:v>45944.801157407404</c:v>
                </c:pt>
                <c:pt idx="338">
                  <c:v>45944.801157407404</c:v>
                </c:pt>
                <c:pt idx="339">
                  <c:v>45944.801157407404</c:v>
                </c:pt>
                <c:pt idx="340">
                  <c:v>45944.801157407404</c:v>
                </c:pt>
                <c:pt idx="341">
                  <c:v>45944.801157407404</c:v>
                </c:pt>
                <c:pt idx="342">
                  <c:v>45944.801157407404</c:v>
                </c:pt>
                <c:pt idx="343">
                  <c:v>45944.801157407404</c:v>
                </c:pt>
                <c:pt idx="344">
                  <c:v>45944.801157407404</c:v>
                </c:pt>
                <c:pt idx="345">
                  <c:v>45944.801157407404</c:v>
                </c:pt>
                <c:pt idx="346">
                  <c:v>45944.801157407404</c:v>
                </c:pt>
                <c:pt idx="347">
                  <c:v>45944.801157407404</c:v>
                </c:pt>
                <c:pt idx="348">
                  <c:v>45944.801168981481</c:v>
                </c:pt>
                <c:pt idx="349">
                  <c:v>45944.801168981481</c:v>
                </c:pt>
                <c:pt idx="350">
                  <c:v>45944.801168981481</c:v>
                </c:pt>
                <c:pt idx="351">
                  <c:v>45944.801168981481</c:v>
                </c:pt>
                <c:pt idx="352">
                  <c:v>45944.801168981481</c:v>
                </c:pt>
                <c:pt idx="353">
                  <c:v>45944.801168981481</c:v>
                </c:pt>
                <c:pt idx="354">
                  <c:v>45944.801168981481</c:v>
                </c:pt>
                <c:pt idx="355">
                  <c:v>45944.801168981481</c:v>
                </c:pt>
                <c:pt idx="356">
                  <c:v>45944.801168981481</c:v>
                </c:pt>
                <c:pt idx="357">
                  <c:v>45944.801168981481</c:v>
                </c:pt>
                <c:pt idx="358">
                  <c:v>45944.801168981481</c:v>
                </c:pt>
                <c:pt idx="359">
                  <c:v>45944.801168981481</c:v>
                </c:pt>
                <c:pt idx="360">
                  <c:v>45944.801168981481</c:v>
                </c:pt>
                <c:pt idx="361">
                  <c:v>45944.801168981481</c:v>
                </c:pt>
                <c:pt idx="362">
                  <c:v>45944.801168981481</c:v>
                </c:pt>
              </c:numCache>
            </c:numRef>
          </c:cat>
          <c:val>
            <c:numRef>
              <c:f>Sheet1!$C$2:$C$364</c:f>
            </c:numRef>
          </c:val>
          <c:smooth val="0"/>
          <c:extLst>
            <c:ext xmlns:c16="http://schemas.microsoft.com/office/drawing/2014/chart" uri="{C3380CC4-5D6E-409C-BE32-E72D297353CC}">
              <c16:uniqueId val="{00000001-4C6C-4E57-BDE7-FE2A206675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D1342 속도백분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cat>
            <c:numRef>
              <c:f>Sheet1!$A$2:$A$364</c:f>
              <c:numCache>
                <c:formatCode>yyyy/mm/dd\ ddd\ hh:mm:ss</c:formatCode>
                <c:ptCount val="363"/>
                <c:pt idx="0">
                  <c:v>45944.80096064815</c:v>
                </c:pt>
                <c:pt idx="1">
                  <c:v>45944.80097222222</c:v>
                </c:pt>
                <c:pt idx="2">
                  <c:v>45944.80097222222</c:v>
                </c:pt>
                <c:pt idx="3">
                  <c:v>45944.80097222222</c:v>
                </c:pt>
                <c:pt idx="4">
                  <c:v>45944.80097222222</c:v>
                </c:pt>
                <c:pt idx="5">
                  <c:v>45944.80097222222</c:v>
                </c:pt>
                <c:pt idx="6">
                  <c:v>45944.80097222222</c:v>
                </c:pt>
                <c:pt idx="7">
                  <c:v>45944.80097222222</c:v>
                </c:pt>
                <c:pt idx="8">
                  <c:v>45944.80097222222</c:v>
                </c:pt>
                <c:pt idx="9">
                  <c:v>45944.80097222222</c:v>
                </c:pt>
                <c:pt idx="10">
                  <c:v>45944.80097222222</c:v>
                </c:pt>
                <c:pt idx="11">
                  <c:v>45944.80097222222</c:v>
                </c:pt>
                <c:pt idx="12">
                  <c:v>45944.80097222222</c:v>
                </c:pt>
                <c:pt idx="13">
                  <c:v>45944.80097222222</c:v>
                </c:pt>
                <c:pt idx="14">
                  <c:v>45944.80097222222</c:v>
                </c:pt>
                <c:pt idx="15">
                  <c:v>45944.80097222222</c:v>
                </c:pt>
                <c:pt idx="16">
                  <c:v>45944.80097222222</c:v>
                </c:pt>
                <c:pt idx="17">
                  <c:v>45944.80097222222</c:v>
                </c:pt>
                <c:pt idx="18">
                  <c:v>45944.80097222222</c:v>
                </c:pt>
                <c:pt idx="19">
                  <c:v>45944.80097222222</c:v>
                </c:pt>
                <c:pt idx="20">
                  <c:v>45944.80097222222</c:v>
                </c:pt>
                <c:pt idx="21">
                  <c:v>45944.80097222222</c:v>
                </c:pt>
                <c:pt idx="22">
                  <c:v>45944.800983796296</c:v>
                </c:pt>
                <c:pt idx="23">
                  <c:v>45944.800983796296</c:v>
                </c:pt>
                <c:pt idx="24">
                  <c:v>45944.800983796296</c:v>
                </c:pt>
                <c:pt idx="25">
                  <c:v>45944.800983796296</c:v>
                </c:pt>
                <c:pt idx="26">
                  <c:v>45944.800983796296</c:v>
                </c:pt>
                <c:pt idx="27">
                  <c:v>45944.800983796296</c:v>
                </c:pt>
                <c:pt idx="28">
                  <c:v>45944.800983796296</c:v>
                </c:pt>
                <c:pt idx="29">
                  <c:v>45944.800983796296</c:v>
                </c:pt>
                <c:pt idx="30">
                  <c:v>45944.800983796296</c:v>
                </c:pt>
                <c:pt idx="31">
                  <c:v>45944.800983796296</c:v>
                </c:pt>
                <c:pt idx="32">
                  <c:v>45944.800983796296</c:v>
                </c:pt>
                <c:pt idx="33">
                  <c:v>45944.800983796296</c:v>
                </c:pt>
                <c:pt idx="34">
                  <c:v>45944.800983796296</c:v>
                </c:pt>
                <c:pt idx="35">
                  <c:v>45944.800983796296</c:v>
                </c:pt>
                <c:pt idx="36">
                  <c:v>45944.800983796296</c:v>
                </c:pt>
                <c:pt idx="37">
                  <c:v>45944.800983796296</c:v>
                </c:pt>
                <c:pt idx="38">
                  <c:v>45944.800983796296</c:v>
                </c:pt>
                <c:pt idx="39">
                  <c:v>45944.800983796296</c:v>
                </c:pt>
                <c:pt idx="40">
                  <c:v>45944.800983796296</c:v>
                </c:pt>
                <c:pt idx="41">
                  <c:v>45944.800983796296</c:v>
                </c:pt>
                <c:pt idx="42">
                  <c:v>45944.800983796296</c:v>
                </c:pt>
                <c:pt idx="43">
                  <c:v>45944.800995370373</c:v>
                </c:pt>
                <c:pt idx="44">
                  <c:v>45944.800995370373</c:v>
                </c:pt>
                <c:pt idx="45">
                  <c:v>45944.800995370373</c:v>
                </c:pt>
                <c:pt idx="46">
                  <c:v>45944.800995370373</c:v>
                </c:pt>
                <c:pt idx="47">
                  <c:v>45944.800995370373</c:v>
                </c:pt>
                <c:pt idx="48">
                  <c:v>45944.800995370373</c:v>
                </c:pt>
                <c:pt idx="49">
                  <c:v>45944.800995370373</c:v>
                </c:pt>
                <c:pt idx="50">
                  <c:v>45944.800995370373</c:v>
                </c:pt>
                <c:pt idx="51">
                  <c:v>45944.800995370373</c:v>
                </c:pt>
                <c:pt idx="52">
                  <c:v>45944.800995370373</c:v>
                </c:pt>
                <c:pt idx="53">
                  <c:v>45944.800995370373</c:v>
                </c:pt>
                <c:pt idx="54">
                  <c:v>45944.800995370373</c:v>
                </c:pt>
                <c:pt idx="55">
                  <c:v>45944.800995370373</c:v>
                </c:pt>
                <c:pt idx="56">
                  <c:v>45944.800995370373</c:v>
                </c:pt>
                <c:pt idx="57">
                  <c:v>45944.800995370373</c:v>
                </c:pt>
                <c:pt idx="58">
                  <c:v>45944.800995370373</c:v>
                </c:pt>
                <c:pt idx="59">
                  <c:v>45944.800995370373</c:v>
                </c:pt>
                <c:pt idx="60">
                  <c:v>45944.800995370373</c:v>
                </c:pt>
                <c:pt idx="61">
                  <c:v>45944.800995370373</c:v>
                </c:pt>
                <c:pt idx="62">
                  <c:v>45944.800995370373</c:v>
                </c:pt>
                <c:pt idx="63">
                  <c:v>45944.801006944443</c:v>
                </c:pt>
                <c:pt idx="64">
                  <c:v>45944.801006944443</c:v>
                </c:pt>
                <c:pt idx="65">
                  <c:v>45944.801006944443</c:v>
                </c:pt>
                <c:pt idx="66">
                  <c:v>45944.801006944443</c:v>
                </c:pt>
                <c:pt idx="67">
                  <c:v>45944.801006944443</c:v>
                </c:pt>
                <c:pt idx="68">
                  <c:v>45944.801006944443</c:v>
                </c:pt>
                <c:pt idx="69">
                  <c:v>45944.801006944443</c:v>
                </c:pt>
                <c:pt idx="70">
                  <c:v>45944.801006944443</c:v>
                </c:pt>
                <c:pt idx="71">
                  <c:v>45944.801006944443</c:v>
                </c:pt>
                <c:pt idx="72">
                  <c:v>45944.801006944443</c:v>
                </c:pt>
                <c:pt idx="73">
                  <c:v>45944.801006944443</c:v>
                </c:pt>
                <c:pt idx="74">
                  <c:v>45944.801006944443</c:v>
                </c:pt>
                <c:pt idx="75">
                  <c:v>45944.801006944443</c:v>
                </c:pt>
                <c:pt idx="76">
                  <c:v>45944.801006944443</c:v>
                </c:pt>
                <c:pt idx="77">
                  <c:v>45944.801006944443</c:v>
                </c:pt>
                <c:pt idx="78">
                  <c:v>45944.801006944443</c:v>
                </c:pt>
                <c:pt idx="79">
                  <c:v>45944.801006944443</c:v>
                </c:pt>
                <c:pt idx="80">
                  <c:v>45944.801006944443</c:v>
                </c:pt>
                <c:pt idx="81">
                  <c:v>45944.801006944443</c:v>
                </c:pt>
                <c:pt idx="82">
                  <c:v>45944.801018518519</c:v>
                </c:pt>
                <c:pt idx="83">
                  <c:v>45944.801018518519</c:v>
                </c:pt>
                <c:pt idx="84">
                  <c:v>45944.801018518519</c:v>
                </c:pt>
                <c:pt idx="85">
                  <c:v>45944.801018518519</c:v>
                </c:pt>
                <c:pt idx="86">
                  <c:v>45944.801018518519</c:v>
                </c:pt>
                <c:pt idx="87">
                  <c:v>45944.801018518519</c:v>
                </c:pt>
                <c:pt idx="88">
                  <c:v>45944.801018518519</c:v>
                </c:pt>
                <c:pt idx="89">
                  <c:v>45944.801018518519</c:v>
                </c:pt>
                <c:pt idx="90">
                  <c:v>45944.801018518519</c:v>
                </c:pt>
                <c:pt idx="91">
                  <c:v>45944.801018518519</c:v>
                </c:pt>
                <c:pt idx="92">
                  <c:v>45944.801018518519</c:v>
                </c:pt>
                <c:pt idx="93">
                  <c:v>45944.801018518519</c:v>
                </c:pt>
                <c:pt idx="94">
                  <c:v>45944.801018518519</c:v>
                </c:pt>
                <c:pt idx="95">
                  <c:v>45944.801018518519</c:v>
                </c:pt>
                <c:pt idx="96">
                  <c:v>45944.801018518519</c:v>
                </c:pt>
                <c:pt idx="97">
                  <c:v>45944.801018518519</c:v>
                </c:pt>
                <c:pt idx="98">
                  <c:v>45944.801018518519</c:v>
                </c:pt>
                <c:pt idx="99">
                  <c:v>45944.801018518519</c:v>
                </c:pt>
                <c:pt idx="100">
                  <c:v>45944.801018518519</c:v>
                </c:pt>
                <c:pt idx="101">
                  <c:v>45944.801018518519</c:v>
                </c:pt>
                <c:pt idx="102">
                  <c:v>45944.801030092596</c:v>
                </c:pt>
                <c:pt idx="103">
                  <c:v>45944.801030092596</c:v>
                </c:pt>
                <c:pt idx="104">
                  <c:v>45944.801030092596</c:v>
                </c:pt>
                <c:pt idx="105">
                  <c:v>45944.801030092596</c:v>
                </c:pt>
                <c:pt idx="106">
                  <c:v>45944.801030092596</c:v>
                </c:pt>
                <c:pt idx="107">
                  <c:v>45944.801030092596</c:v>
                </c:pt>
                <c:pt idx="108">
                  <c:v>45944.801030092596</c:v>
                </c:pt>
                <c:pt idx="109">
                  <c:v>45944.801030092596</c:v>
                </c:pt>
                <c:pt idx="110">
                  <c:v>45944.801030092596</c:v>
                </c:pt>
                <c:pt idx="111">
                  <c:v>45944.801030092596</c:v>
                </c:pt>
                <c:pt idx="112">
                  <c:v>45944.801030092596</c:v>
                </c:pt>
                <c:pt idx="113">
                  <c:v>45944.801030092596</c:v>
                </c:pt>
                <c:pt idx="114">
                  <c:v>45944.801030092596</c:v>
                </c:pt>
                <c:pt idx="115">
                  <c:v>45944.801030092596</c:v>
                </c:pt>
                <c:pt idx="116">
                  <c:v>45944.801030092596</c:v>
                </c:pt>
                <c:pt idx="117">
                  <c:v>45944.801030092596</c:v>
                </c:pt>
                <c:pt idx="118">
                  <c:v>45944.801030092596</c:v>
                </c:pt>
                <c:pt idx="119">
                  <c:v>45944.801030092596</c:v>
                </c:pt>
                <c:pt idx="120">
                  <c:v>45944.801030092596</c:v>
                </c:pt>
                <c:pt idx="121">
                  <c:v>45944.801030092596</c:v>
                </c:pt>
                <c:pt idx="122">
                  <c:v>45944.801041666666</c:v>
                </c:pt>
                <c:pt idx="123">
                  <c:v>45944.801041666666</c:v>
                </c:pt>
                <c:pt idx="124">
                  <c:v>45944.801041666666</c:v>
                </c:pt>
                <c:pt idx="125">
                  <c:v>45944.801041666666</c:v>
                </c:pt>
                <c:pt idx="126">
                  <c:v>45944.801041666666</c:v>
                </c:pt>
                <c:pt idx="127">
                  <c:v>45944.801041666666</c:v>
                </c:pt>
                <c:pt idx="128">
                  <c:v>45944.801041666666</c:v>
                </c:pt>
                <c:pt idx="129">
                  <c:v>45944.801041666666</c:v>
                </c:pt>
                <c:pt idx="130">
                  <c:v>45944.801041666666</c:v>
                </c:pt>
                <c:pt idx="131">
                  <c:v>45944.801041666666</c:v>
                </c:pt>
                <c:pt idx="132">
                  <c:v>45944.801041666666</c:v>
                </c:pt>
                <c:pt idx="133">
                  <c:v>45944.801041666666</c:v>
                </c:pt>
                <c:pt idx="134">
                  <c:v>45944.801041666666</c:v>
                </c:pt>
                <c:pt idx="135">
                  <c:v>45944.801041666666</c:v>
                </c:pt>
                <c:pt idx="136">
                  <c:v>45944.801041666666</c:v>
                </c:pt>
                <c:pt idx="137">
                  <c:v>45944.801041666666</c:v>
                </c:pt>
                <c:pt idx="138">
                  <c:v>45944.801041666666</c:v>
                </c:pt>
                <c:pt idx="139">
                  <c:v>45944.801041666666</c:v>
                </c:pt>
                <c:pt idx="140">
                  <c:v>45944.801041666666</c:v>
                </c:pt>
                <c:pt idx="141">
                  <c:v>45944.801041666666</c:v>
                </c:pt>
                <c:pt idx="142">
                  <c:v>45944.801053240742</c:v>
                </c:pt>
                <c:pt idx="143">
                  <c:v>45944.801053240742</c:v>
                </c:pt>
                <c:pt idx="144">
                  <c:v>45944.801053240742</c:v>
                </c:pt>
                <c:pt idx="145">
                  <c:v>45944.801053240742</c:v>
                </c:pt>
                <c:pt idx="146">
                  <c:v>45944.801053240742</c:v>
                </c:pt>
                <c:pt idx="147">
                  <c:v>45944.801053240742</c:v>
                </c:pt>
                <c:pt idx="148">
                  <c:v>45944.801053240742</c:v>
                </c:pt>
                <c:pt idx="149">
                  <c:v>45944.801053240742</c:v>
                </c:pt>
                <c:pt idx="150">
                  <c:v>45944.801053240742</c:v>
                </c:pt>
                <c:pt idx="151">
                  <c:v>45944.801053240742</c:v>
                </c:pt>
                <c:pt idx="152">
                  <c:v>45944.801053240742</c:v>
                </c:pt>
                <c:pt idx="153">
                  <c:v>45944.801053240742</c:v>
                </c:pt>
                <c:pt idx="154">
                  <c:v>45944.801053240742</c:v>
                </c:pt>
                <c:pt idx="155">
                  <c:v>45944.801053240742</c:v>
                </c:pt>
                <c:pt idx="156">
                  <c:v>45944.801053240742</c:v>
                </c:pt>
                <c:pt idx="157">
                  <c:v>45944.801053240742</c:v>
                </c:pt>
                <c:pt idx="158">
                  <c:v>45944.801053240742</c:v>
                </c:pt>
                <c:pt idx="159">
                  <c:v>45944.801053240742</c:v>
                </c:pt>
                <c:pt idx="160">
                  <c:v>45944.801053240742</c:v>
                </c:pt>
                <c:pt idx="161">
                  <c:v>45944.801053240742</c:v>
                </c:pt>
                <c:pt idx="162">
                  <c:v>45944.801053240742</c:v>
                </c:pt>
                <c:pt idx="163">
                  <c:v>45944.801053240742</c:v>
                </c:pt>
                <c:pt idx="164">
                  <c:v>45944.801064814812</c:v>
                </c:pt>
                <c:pt idx="165">
                  <c:v>45944.801064814812</c:v>
                </c:pt>
                <c:pt idx="166">
                  <c:v>45944.801064814812</c:v>
                </c:pt>
                <c:pt idx="167">
                  <c:v>45944.801064814812</c:v>
                </c:pt>
                <c:pt idx="168">
                  <c:v>45944.801064814812</c:v>
                </c:pt>
                <c:pt idx="169">
                  <c:v>45944.801064814812</c:v>
                </c:pt>
                <c:pt idx="170">
                  <c:v>45944.801064814812</c:v>
                </c:pt>
                <c:pt idx="171">
                  <c:v>45944.801064814812</c:v>
                </c:pt>
                <c:pt idx="172">
                  <c:v>45944.801064814812</c:v>
                </c:pt>
                <c:pt idx="173">
                  <c:v>45944.801064814812</c:v>
                </c:pt>
                <c:pt idx="174">
                  <c:v>45944.801064814812</c:v>
                </c:pt>
                <c:pt idx="175">
                  <c:v>45944.801064814812</c:v>
                </c:pt>
                <c:pt idx="176">
                  <c:v>45944.801064814812</c:v>
                </c:pt>
                <c:pt idx="177">
                  <c:v>45944.801064814812</c:v>
                </c:pt>
                <c:pt idx="178">
                  <c:v>45944.801064814812</c:v>
                </c:pt>
                <c:pt idx="179">
                  <c:v>45944.801064814812</c:v>
                </c:pt>
                <c:pt idx="180">
                  <c:v>45944.801064814812</c:v>
                </c:pt>
                <c:pt idx="181">
                  <c:v>45944.801064814812</c:v>
                </c:pt>
                <c:pt idx="182">
                  <c:v>45944.801064814812</c:v>
                </c:pt>
                <c:pt idx="183">
                  <c:v>45944.801064814812</c:v>
                </c:pt>
                <c:pt idx="184">
                  <c:v>45944.801076388889</c:v>
                </c:pt>
                <c:pt idx="185">
                  <c:v>45944.801076388889</c:v>
                </c:pt>
                <c:pt idx="186">
                  <c:v>45944.801076388889</c:v>
                </c:pt>
                <c:pt idx="187">
                  <c:v>45944.801076388889</c:v>
                </c:pt>
                <c:pt idx="188">
                  <c:v>45944.801076388889</c:v>
                </c:pt>
                <c:pt idx="189">
                  <c:v>45944.801076388889</c:v>
                </c:pt>
                <c:pt idx="190">
                  <c:v>45944.801076388889</c:v>
                </c:pt>
                <c:pt idx="191">
                  <c:v>45944.801076388889</c:v>
                </c:pt>
                <c:pt idx="192">
                  <c:v>45944.801076388889</c:v>
                </c:pt>
                <c:pt idx="193">
                  <c:v>45944.801076388889</c:v>
                </c:pt>
                <c:pt idx="194">
                  <c:v>45944.801076388889</c:v>
                </c:pt>
                <c:pt idx="195">
                  <c:v>45944.801076388889</c:v>
                </c:pt>
                <c:pt idx="196">
                  <c:v>45944.801076388889</c:v>
                </c:pt>
                <c:pt idx="197">
                  <c:v>45944.801076388889</c:v>
                </c:pt>
                <c:pt idx="198">
                  <c:v>45944.801076388889</c:v>
                </c:pt>
                <c:pt idx="199">
                  <c:v>45944.801076388889</c:v>
                </c:pt>
                <c:pt idx="200">
                  <c:v>45944.801076388889</c:v>
                </c:pt>
                <c:pt idx="201">
                  <c:v>45944.801076388889</c:v>
                </c:pt>
                <c:pt idx="202">
                  <c:v>45944.801076388889</c:v>
                </c:pt>
                <c:pt idx="203">
                  <c:v>45944.801076388889</c:v>
                </c:pt>
                <c:pt idx="204">
                  <c:v>45944.801076388889</c:v>
                </c:pt>
                <c:pt idx="205">
                  <c:v>45944.801076388889</c:v>
                </c:pt>
                <c:pt idx="206">
                  <c:v>45944.801087962966</c:v>
                </c:pt>
                <c:pt idx="207">
                  <c:v>45944.801087962966</c:v>
                </c:pt>
                <c:pt idx="208">
                  <c:v>45944.801087962966</c:v>
                </c:pt>
                <c:pt idx="209">
                  <c:v>45944.801087962966</c:v>
                </c:pt>
                <c:pt idx="210">
                  <c:v>45944.801087962966</c:v>
                </c:pt>
                <c:pt idx="211">
                  <c:v>45944.801087962966</c:v>
                </c:pt>
                <c:pt idx="212">
                  <c:v>45944.801087962966</c:v>
                </c:pt>
                <c:pt idx="213">
                  <c:v>45944.801087962966</c:v>
                </c:pt>
                <c:pt idx="214">
                  <c:v>45944.801087962966</c:v>
                </c:pt>
                <c:pt idx="215">
                  <c:v>45944.801087962966</c:v>
                </c:pt>
                <c:pt idx="216">
                  <c:v>45944.801087962966</c:v>
                </c:pt>
                <c:pt idx="217">
                  <c:v>45944.801087962966</c:v>
                </c:pt>
                <c:pt idx="218">
                  <c:v>45944.801087962966</c:v>
                </c:pt>
                <c:pt idx="219">
                  <c:v>45944.801087962966</c:v>
                </c:pt>
                <c:pt idx="220">
                  <c:v>45944.801087962966</c:v>
                </c:pt>
                <c:pt idx="221">
                  <c:v>45944.801087962966</c:v>
                </c:pt>
                <c:pt idx="222">
                  <c:v>45944.801087962966</c:v>
                </c:pt>
                <c:pt idx="223">
                  <c:v>45944.801087962966</c:v>
                </c:pt>
                <c:pt idx="224">
                  <c:v>45944.801087962966</c:v>
                </c:pt>
                <c:pt idx="225">
                  <c:v>45944.801099537035</c:v>
                </c:pt>
                <c:pt idx="226">
                  <c:v>45944.801099537035</c:v>
                </c:pt>
                <c:pt idx="227">
                  <c:v>45944.801099537035</c:v>
                </c:pt>
                <c:pt idx="228">
                  <c:v>45944.801099537035</c:v>
                </c:pt>
                <c:pt idx="229">
                  <c:v>45944.801099537035</c:v>
                </c:pt>
                <c:pt idx="230">
                  <c:v>45944.801099537035</c:v>
                </c:pt>
                <c:pt idx="231">
                  <c:v>45944.801099537035</c:v>
                </c:pt>
                <c:pt idx="232">
                  <c:v>45944.801099537035</c:v>
                </c:pt>
                <c:pt idx="233">
                  <c:v>45944.801099537035</c:v>
                </c:pt>
                <c:pt idx="234">
                  <c:v>45944.801099537035</c:v>
                </c:pt>
                <c:pt idx="235">
                  <c:v>45944.801099537035</c:v>
                </c:pt>
                <c:pt idx="236">
                  <c:v>45944.801099537035</c:v>
                </c:pt>
                <c:pt idx="237">
                  <c:v>45944.801099537035</c:v>
                </c:pt>
                <c:pt idx="238">
                  <c:v>45944.801099537035</c:v>
                </c:pt>
                <c:pt idx="239">
                  <c:v>45944.801099537035</c:v>
                </c:pt>
                <c:pt idx="240">
                  <c:v>45944.801099537035</c:v>
                </c:pt>
                <c:pt idx="241">
                  <c:v>45944.801099537035</c:v>
                </c:pt>
                <c:pt idx="242">
                  <c:v>45944.801099537035</c:v>
                </c:pt>
                <c:pt idx="243">
                  <c:v>45944.801099537035</c:v>
                </c:pt>
                <c:pt idx="244">
                  <c:v>45944.801099537035</c:v>
                </c:pt>
                <c:pt idx="245">
                  <c:v>45944.801111111112</c:v>
                </c:pt>
                <c:pt idx="246">
                  <c:v>45944.801111111112</c:v>
                </c:pt>
                <c:pt idx="247">
                  <c:v>45944.801111111112</c:v>
                </c:pt>
                <c:pt idx="248">
                  <c:v>45944.801111111112</c:v>
                </c:pt>
                <c:pt idx="249">
                  <c:v>45944.801111111112</c:v>
                </c:pt>
                <c:pt idx="250">
                  <c:v>45944.801111111112</c:v>
                </c:pt>
                <c:pt idx="251">
                  <c:v>45944.801111111112</c:v>
                </c:pt>
                <c:pt idx="252">
                  <c:v>45944.801111111112</c:v>
                </c:pt>
                <c:pt idx="253">
                  <c:v>45944.801111111112</c:v>
                </c:pt>
                <c:pt idx="254">
                  <c:v>45944.801111111112</c:v>
                </c:pt>
                <c:pt idx="255">
                  <c:v>45944.801111111112</c:v>
                </c:pt>
                <c:pt idx="256">
                  <c:v>45944.801111111112</c:v>
                </c:pt>
                <c:pt idx="257">
                  <c:v>45944.801111111112</c:v>
                </c:pt>
                <c:pt idx="258">
                  <c:v>45944.801111111112</c:v>
                </c:pt>
                <c:pt idx="259">
                  <c:v>45944.801111111112</c:v>
                </c:pt>
                <c:pt idx="260">
                  <c:v>45944.801111111112</c:v>
                </c:pt>
                <c:pt idx="261">
                  <c:v>45944.801111111112</c:v>
                </c:pt>
                <c:pt idx="262">
                  <c:v>45944.801111111112</c:v>
                </c:pt>
                <c:pt idx="263">
                  <c:v>45944.801111111112</c:v>
                </c:pt>
                <c:pt idx="264">
                  <c:v>45944.801111111112</c:v>
                </c:pt>
                <c:pt idx="265">
                  <c:v>45944.801122685189</c:v>
                </c:pt>
                <c:pt idx="266">
                  <c:v>45944.801122685189</c:v>
                </c:pt>
                <c:pt idx="267">
                  <c:v>45944.801122685189</c:v>
                </c:pt>
                <c:pt idx="268">
                  <c:v>45944.801122685189</c:v>
                </c:pt>
                <c:pt idx="269">
                  <c:v>45944.801122685189</c:v>
                </c:pt>
                <c:pt idx="270">
                  <c:v>45944.801122685189</c:v>
                </c:pt>
                <c:pt idx="271">
                  <c:v>45944.801122685189</c:v>
                </c:pt>
                <c:pt idx="272">
                  <c:v>45944.801122685189</c:v>
                </c:pt>
                <c:pt idx="273">
                  <c:v>45944.801122685189</c:v>
                </c:pt>
                <c:pt idx="274">
                  <c:v>45944.801122685189</c:v>
                </c:pt>
                <c:pt idx="275">
                  <c:v>45944.801122685189</c:v>
                </c:pt>
                <c:pt idx="276">
                  <c:v>45944.801122685189</c:v>
                </c:pt>
                <c:pt idx="277">
                  <c:v>45944.801122685189</c:v>
                </c:pt>
                <c:pt idx="278">
                  <c:v>45944.801122685189</c:v>
                </c:pt>
                <c:pt idx="279">
                  <c:v>45944.801122685189</c:v>
                </c:pt>
                <c:pt idx="280">
                  <c:v>45944.801122685189</c:v>
                </c:pt>
                <c:pt idx="281">
                  <c:v>45944.801122685189</c:v>
                </c:pt>
                <c:pt idx="282">
                  <c:v>45944.801122685189</c:v>
                </c:pt>
                <c:pt idx="283">
                  <c:v>45944.801122685189</c:v>
                </c:pt>
                <c:pt idx="284">
                  <c:v>45944.801122685189</c:v>
                </c:pt>
                <c:pt idx="285">
                  <c:v>45944.801134259258</c:v>
                </c:pt>
                <c:pt idx="286">
                  <c:v>45944.801134259258</c:v>
                </c:pt>
                <c:pt idx="287">
                  <c:v>45944.801134259258</c:v>
                </c:pt>
                <c:pt idx="288">
                  <c:v>45944.801134259258</c:v>
                </c:pt>
                <c:pt idx="289">
                  <c:v>45944.801134259258</c:v>
                </c:pt>
                <c:pt idx="290">
                  <c:v>45944.801134259258</c:v>
                </c:pt>
                <c:pt idx="291">
                  <c:v>45944.801134259258</c:v>
                </c:pt>
                <c:pt idx="292">
                  <c:v>45944.801134259258</c:v>
                </c:pt>
                <c:pt idx="293">
                  <c:v>45944.801134259258</c:v>
                </c:pt>
                <c:pt idx="294">
                  <c:v>45944.801134259258</c:v>
                </c:pt>
                <c:pt idx="295">
                  <c:v>45944.801134259258</c:v>
                </c:pt>
                <c:pt idx="296">
                  <c:v>45944.801134259258</c:v>
                </c:pt>
                <c:pt idx="297">
                  <c:v>45944.801134259258</c:v>
                </c:pt>
                <c:pt idx="298">
                  <c:v>45944.801134259258</c:v>
                </c:pt>
                <c:pt idx="299">
                  <c:v>45944.801134259258</c:v>
                </c:pt>
                <c:pt idx="300">
                  <c:v>45944.801134259258</c:v>
                </c:pt>
                <c:pt idx="301">
                  <c:v>45944.801134259258</c:v>
                </c:pt>
                <c:pt idx="302">
                  <c:v>45944.801134259258</c:v>
                </c:pt>
                <c:pt idx="303">
                  <c:v>45944.801134259258</c:v>
                </c:pt>
                <c:pt idx="304">
                  <c:v>45944.801134259258</c:v>
                </c:pt>
                <c:pt idx="305">
                  <c:v>45944.801134259258</c:v>
                </c:pt>
                <c:pt idx="306">
                  <c:v>45944.801145833335</c:v>
                </c:pt>
                <c:pt idx="307">
                  <c:v>45944.801145833335</c:v>
                </c:pt>
                <c:pt idx="308">
                  <c:v>45944.801145833335</c:v>
                </c:pt>
                <c:pt idx="309">
                  <c:v>45944.801145833335</c:v>
                </c:pt>
                <c:pt idx="310">
                  <c:v>45944.801145833335</c:v>
                </c:pt>
                <c:pt idx="311">
                  <c:v>45944.801145833335</c:v>
                </c:pt>
                <c:pt idx="312">
                  <c:v>45944.801145833335</c:v>
                </c:pt>
                <c:pt idx="313">
                  <c:v>45944.801145833335</c:v>
                </c:pt>
                <c:pt idx="314">
                  <c:v>45944.801145833335</c:v>
                </c:pt>
                <c:pt idx="315">
                  <c:v>45944.801145833335</c:v>
                </c:pt>
                <c:pt idx="316">
                  <c:v>45944.801145833335</c:v>
                </c:pt>
                <c:pt idx="317">
                  <c:v>45944.801145833335</c:v>
                </c:pt>
                <c:pt idx="318">
                  <c:v>45944.801145833335</c:v>
                </c:pt>
                <c:pt idx="319">
                  <c:v>45944.801145833335</c:v>
                </c:pt>
                <c:pt idx="320">
                  <c:v>45944.801145833335</c:v>
                </c:pt>
                <c:pt idx="321">
                  <c:v>45944.801145833335</c:v>
                </c:pt>
                <c:pt idx="322">
                  <c:v>45944.801145833335</c:v>
                </c:pt>
                <c:pt idx="323">
                  <c:v>45944.801145833335</c:v>
                </c:pt>
                <c:pt idx="324">
                  <c:v>45944.801145833335</c:v>
                </c:pt>
                <c:pt idx="325">
                  <c:v>45944.801145833335</c:v>
                </c:pt>
                <c:pt idx="326">
                  <c:v>45944.801145833335</c:v>
                </c:pt>
                <c:pt idx="327">
                  <c:v>45944.801157407404</c:v>
                </c:pt>
                <c:pt idx="328">
                  <c:v>45944.801157407404</c:v>
                </c:pt>
                <c:pt idx="329">
                  <c:v>45944.801157407404</c:v>
                </c:pt>
                <c:pt idx="330">
                  <c:v>45944.801157407404</c:v>
                </c:pt>
                <c:pt idx="331">
                  <c:v>45944.801157407404</c:v>
                </c:pt>
                <c:pt idx="332">
                  <c:v>45944.801157407404</c:v>
                </c:pt>
                <c:pt idx="333">
                  <c:v>45944.801157407404</c:v>
                </c:pt>
                <c:pt idx="334">
                  <c:v>45944.801157407404</c:v>
                </c:pt>
                <c:pt idx="335">
                  <c:v>45944.801157407404</c:v>
                </c:pt>
                <c:pt idx="336">
                  <c:v>45944.801157407404</c:v>
                </c:pt>
                <c:pt idx="337">
                  <c:v>45944.801157407404</c:v>
                </c:pt>
                <c:pt idx="338">
                  <c:v>45944.801157407404</c:v>
                </c:pt>
                <c:pt idx="339">
                  <c:v>45944.801157407404</c:v>
                </c:pt>
                <c:pt idx="340">
                  <c:v>45944.801157407404</c:v>
                </c:pt>
                <c:pt idx="341">
                  <c:v>45944.801157407404</c:v>
                </c:pt>
                <c:pt idx="342">
                  <c:v>45944.801157407404</c:v>
                </c:pt>
                <c:pt idx="343">
                  <c:v>45944.801157407404</c:v>
                </c:pt>
                <c:pt idx="344">
                  <c:v>45944.801157407404</c:v>
                </c:pt>
                <c:pt idx="345">
                  <c:v>45944.801157407404</c:v>
                </c:pt>
                <c:pt idx="346">
                  <c:v>45944.801157407404</c:v>
                </c:pt>
                <c:pt idx="347">
                  <c:v>45944.801157407404</c:v>
                </c:pt>
                <c:pt idx="348">
                  <c:v>45944.801168981481</c:v>
                </c:pt>
                <c:pt idx="349">
                  <c:v>45944.801168981481</c:v>
                </c:pt>
                <c:pt idx="350">
                  <c:v>45944.801168981481</c:v>
                </c:pt>
                <c:pt idx="351">
                  <c:v>45944.801168981481</c:v>
                </c:pt>
                <c:pt idx="352">
                  <c:v>45944.801168981481</c:v>
                </c:pt>
                <c:pt idx="353">
                  <c:v>45944.801168981481</c:v>
                </c:pt>
                <c:pt idx="354">
                  <c:v>45944.801168981481</c:v>
                </c:pt>
                <c:pt idx="355">
                  <c:v>45944.801168981481</c:v>
                </c:pt>
                <c:pt idx="356">
                  <c:v>45944.801168981481</c:v>
                </c:pt>
                <c:pt idx="357">
                  <c:v>45944.801168981481</c:v>
                </c:pt>
                <c:pt idx="358">
                  <c:v>45944.801168981481</c:v>
                </c:pt>
                <c:pt idx="359">
                  <c:v>45944.801168981481</c:v>
                </c:pt>
                <c:pt idx="360">
                  <c:v>45944.801168981481</c:v>
                </c:pt>
                <c:pt idx="361">
                  <c:v>45944.801168981481</c:v>
                </c:pt>
                <c:pt idx="362">
                  <c:v>45944.801168981481</c:v>
                </c:pt>
              </c:numCache>
            </c:numRef>
          </c:cat>
          <c:val>
            <c:numRef>
              <c:f>Sheet1!$D$2:$D$364</c:f>
            </c:numRef>
          </c:val>
          <c:smooth val="0"/>
          <c:extLst>
            <c:ext xmlns:c16="http://schemas.microsoft.com/office/drawing/2014/chart" uri="{C3380CC4-5D6E-409C-BE32-E72D297353CC}">
              <c16:uniqueId val="{00000002-4C6C-4E57-BDE7-FE2A206675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D1368 속도비례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cat>
            <c:numRef>
              <c:f>Sheet1!$A$2:$A$364</c:f>
              <c:numCache>
                <c:formatCode>yyyy/mm/dd\ ddd\ hh:mm:ss</c:formatCode>
                <c:ptCount val="363"/>
                <c:pt idx="0">
                  <c:v>45944.80096064815</c:v>
                </c:pt>
                <c:pt idx="1">
                  <c:v>45944.80097222222</c:v>
                </c:pt>
                <c:pt idx="2">
                  <c:v>45944.80097222222</c:v>
                </c:pt>
                <c:pt idx="3">
                  <c:v>45944.80097222222</c:v>
                </c:pt>
                <c:pt idx="4">
                  <c:v>45944.80097222222</c:v>
                </c:pt>
                <c:pt idx="5">
                  <c:v>45944.80097222222</c:v>
                </c:pt>
                <c:pt idx="6">
                  <c:v>45944.80097222222</c:v>
                </c:pt>
                <c:pt idx="7">
                  <c:v>45944.80097222222</c:v>
                </c:pt>
                <c:pt idx="8">
                  <c:v>45944.80097222222</c:v>
                </c:pt>
                <c:pt idx="9">
                  <c:v>45944.80097222222</c:v>
                </c:pt>
                <c:pt idx="10">
                  <c:v>45944.80097222222</c:v>
                </c:pt>
                <c:pt idx="11">
                  <c:v>45944.80097222222</c:v>
                </c:pt>
                <c:pt idx="12">
                  <c:v>45944.80097222222</c:v>
                </c:pt>
                <c:pt idx="13">
                  <c:v>45944.80097222222</c:v>
                </c:pt>
                <c:pt idx="14">
                  <c:v>45944.80097222222</c:v>
                </c:pt>
                <c:pt idx="15">
                  <c:v>45944.80097222222</c:v>
                </c:pt>
                <c:pt idx="16">
                  <c:v>45944.80097222222</c:v>
                </c:pt>
                <c:pt idx="17">
                  <c:v>45944.80097222222</c:v>
                </c:pt>
                <c:pt idx="18">
                  <c:v>45944.80097222222</c:v>
                </c:pt>
                <c:pt idx="19">
                  <c:v>45944.80097222222</c:v>
                </c:pt>
                <c:pt idx="20">
                  <c:v>45944.80097222222</c:v>
                </c:pt>
                <c:pt idx="21">
                  <c:v>45944.80097222222</c:v>
                </c:pt>
                <c:pt idx="22">
                  <c:v>45944.800983796296</c:v>
                </c:pt>
                <c:pt idx="23">
                  <c:v>45944.800983796296</c:v>
                </c:pt>
                <c:pt idx="24">
                  <c:v>45944.800983796296</c:v>
                </c:pt>
                <c:pt idx="25">
                  <c:v>45944.800983796296</c:v>
                </c:pt>
                <c:pt idx="26">
                  <c:v>45944.800983796296</c:v>
                </c:pt>
                <c:pt idx="27">
                  <c:v>45944.800983796296</c:v>
                </c:pt>
                <c:pt idx="28">
                  <c:v>45944.800983796296</c:v>
                </c:pt>
                <c:pt idx="29">
                  <c:v>45944.800983796296</c:v>
                </c:pt>
                <c:pt idx="30">
                  <c:v>45944.800983796296</c:v>
                </c:pt>
                <c:pt idx="31">
                  <c:v>45944.800983796296</c:v>
                </c:pt>
                <c:pt idx="32">
                  <c:v>45944.800983796296</c:v>
                </c:pt>
                <c:pt idx="33">
                  <c:v>45944.800983796296</c:v>
                </c:pt>
                <c:pt idx="34">
                  <c:v>45944.800983796296</c:v>
                </c:pt>
                <c:pt idx="35">
                  <c:v>45944.800983796296</c:v>
                </c:pt>
                <c:pt idx="36">
                  <c:v>45944.800983796296</c:v>
                </c:pt>
                <c:pt idx="37">
                  <c:v>45944.800983796296</c:v>
                </c:pt>
                <c:pt idx="38">
                  <c:v>45944.800983796296</c:v>
                </c:pt>
                <c:pt idx="39">
                  <c:v>45944.800983796296</c:v>
                </c:pt>
                <c:pt idx="40">
                  <c:v>45944.800983796296</c:v>
                </c:pt>
                <c:pt idx="41">
                  <c:v>45944.800983796296</c:v>
                </c:pt>
                <c:pt idx="42">
                  <c:v>45944.800983796296</c:v>
                </c:pt>
                <c:pt idx="43">
                  <c:v>45944.800995370373</c:v>
                </c:pt>
                <c:pt idx="44">
                  <c:v>45944.800995370373</c:v>
                </c:pt>
                <c:pt idx="45">
                  <c:v>45944.800995370373</c:v>
                </c:pt>
                <c:pt idx="46">
                  <c:v>45944.800995370373</c:v>
                </c:pt>
                <c:pt idx="47">
                  <c:v>45944.800995370373</c:v>
                </c:pt>
                <c:pt idx="48">
                  <c:v>45944.800995370373</c:v>
                </c:pt>
                <c:pt idx="49">
                  <c:v>45944.800995370373</c:v>
                </c:pt>
                <c:pt idx="50">
                  <c:v>45944.800995370373</c:v>
                </c:pt>
                <c:pt idx="51">
                  <c:v>45944.800995370373</c:v>
                </c:pt>
                <c:pt idx="52">
                  <c:v>45944.800995370373</c:v>
                </c:pt>
                <c:pt idx="53">
                  <c:v>45944.800995370373</c:v>
                </c:pt>
                <c:pt idx="54">
                  <c:v>45944.800995370373</c:v>
                </c:pt>
                <c:pt idx="55">
                  <c:v>45944.800995370373</c:v>
                </c:pt>
                <c:pt idx="56">
                  <c:v>45944.800995370373</c:v>
                </c:pt>
                <c:pt idx="57">
                  <c:v>45944.800995370373</c:v>
                </c:pt>
                <c:pt idx="58">
                  <c:v>45944.800995370373</c:v>
                </c:pt>
                <c:pt idx="59">
                  <c:v>45944.800995370373</c:v>
                </c:pt>
                <c:pt idx="60">
                  <c:v>45944.800995370373</c:v>
                </c:pt>
                <c:pt idx="61">
                  <c:v>45944.800995370373</c:v>
                </c:pt>
                <c:pt idx="62">
                  <c:v>45944.800995370373</c:v>
                </c:pt>
                <c:pt idx="63">
                  <c:v>45944.801006944443</c:v>
                </c:pt>
                <c:pt idx="64">
                  <c:v>45944.801006944443</c:v>
                </c:pt>
                <c:pt idx="65">
                  <c:v>45944.801006944443</c:v>
                </c:pt>
                <c:pt idx="66">
                  <c:v>45944.801006944443</c:v>
                </c:pt>
                <c:pt idx="67">
                  <c:v>45944.801006944443</c:v>
                </c:pt>
                <c:pt idx="68">
                  <c:v>45944.801006944443</c:v>
                </c:pt>
                <c:pt idx="69">
                  <c:v>45944.801006944443</c:v>
                </c:pt>
                <c:pt idx="70">
                  <c:v>45944.801006944443</c:v>
                </c:pt>
                <c:pt idx="71">
                  <c:v>45944.801006944443</c:v>
                </c:pt>
                <c:pt idx="72">
                  <c:v>45944.801006944443</c:v>
                </c:pt>
                <c:pt idx="73">
                  <c:v>45944.801006944443</c:v>
                </c:pt>
                <c:pt idx="74">
                  <c:v>45944.801006944443</c:v>
                </c:pt>
                <c:pt idx="75">
                  <c:v>45944.801006944443</c:v>
                </c:pt>
                <c:pt idx="76">
                  <c:v>45944.801006944443</c:v>
                </c:pt>
                <c:pt idx="77">
                  <c:v>45944.801006944443</c:v>
                </c:pt>
                <c:pt idx="78">
                  <c:v>45944.801006944443</c:v>
                </c:pt>
                <c:pt idx="79">
                  <c:v>45944.801006944443</c:v>
                </c:pt>
                <c:pt idx="80">
                  <c:v>45944.801006944443</c:v>
                </c:pt>
                <c:pt idx="81">
                  <c:v>45944.801006944443</c:v>
                </c:pt>
                <c:pt idx="82">
                  <c:v>45944.801018518519</c:v>
                </c:pt>
                <c:pt idx="83">
                  <c:v>45944.801018518519</c:v>
                </c:pt>
                <c:pt idx="84">
                  <c:v>45944.801018518519</c:v>
                </c:pt>
                <c:pt idx="85">
                  <c:v>45944.801018518519</c:v>
                </c:pt>
                <c:pt idx="86">
                  <c:v>45944.801018518519</c:v>
                </c:pt>
                <c:pt idx="87">
                  <c:v>45944.801018518519</c:v>
                </c:pt>
                <c:pt idx="88">
                  <c:v>45944.801018518519</c:v>
                </c:pt>
                <c:pt idx="89">
                  <c:v>45944.801018518519</c:v>
                </c:pt>
                <c:pt idx="90">
                  <c:v>45944.801018518519</c:v>
                </c:pt>
                <c:pt idx="91">
                  <c:v>45944.801018518519</c:v>
                </c:pt>
                <c:pt idx="92">
                  <c:v>45944.801018518519</c:v>
                </c:pt>
                <c:pt idx="93">
                  <c:v>45944.801018518519</c:v>
                </c:pt>
                <c:pt idx="94">
                  <c:v>45944.801018518519</c:v>
                </c:pt>
                <c:pt idx="95">
                  <c:v>45944.801018518519</c:v>
                </c:pt>
                <c:pt idx="96">
                  <c:v>45944.801018518519</c:v>
                </c:pt>
                <c:pt idx="97">
                  <c:v>45944.801018518519</c:v>
                </c:pt>
                <c:pt idx="98">
                  <c:v>45944.801018518519</c:v>
                </c:pt>
                <c:pt idx="99">
                  <c:v>45944.801018518519</c:v>
                </c:pt>
                <c:pt idx="100">
                  <c:v>45944.801018518519</c:v>
                </c:pt>
                <c:pt idx="101">
                  <c:v>45944.801018518519</c:v>
                </c:pt>
                <c:pt idx="102">
                  <c:v>45944.801030092596</c:v>
                </c:pt>
                <c:pt idx="103">
                  <c:v>45944.801030092596</c:v>
                </c:pt>
                <c:pt idx="104">
                  <c:v>45944.801030092596</c:v>
                </c:pt>
                <c:pt idx="105">
                  <c:v>45944.801030092596</c:v>
                </c:pt>
                <c:pt idx="106">
                  <c:v>45944.801030092596</c:v>
                </c:pt>
                <c:pt idx="107">
                  <c:v>45944.801030092596</c:v>
                </c:pt>
                <c:pt idx="108">
                  <c:v>45944.801030092596</c:v>
                </c:pt>
                <c:pt idx="109">
                  <c:v>45944.801030092596</c:v>
                </c:pt>
                <c:pt idx="110">
                  <c:v>45944.801030092596</c:v>
                </c:pt>
                <c:pt idx="111">
                  <c:v>45944.801030092596</c:v>
                </c:pt>
                <c:pt idx="112">
                  <c:v>45944.801030092596</c:v>
                </c:pt>
                <c:pt idx="113">
                  <c:v>45944.801030092596</c:v>
                </c:pt>
                <c:pt idx="114">
                  <c:v>45944.801030092596</c:v>
                </c:pt>
                <c:pt idx="115">
                  <c:v>45944.801030092596</c:v>
                </c:pt>
                <c:pt idx="116">
                  <c:v>45944.801030092596</c:v>
                </c:pt>
                <c:pt idx="117">
                  <c:v>45944.801030092596</c:v>
                </c:pt>
                <c:pt idx="118">
                  <c:v>45944.801030092596</c:v>
                </c:pt>
                <c:pt idx="119">
                  <c:v>45944.801030092596</c:v>
                </c:pt>
                <c:pt idx="120">
                  <c:v>45944.801030092596</c:v>
                </c:pt>
                <c:pt idx="121">
                  <c:v>45944.801030092596</c:v>
                </c:pt>
                <c:pt idx="122">
                  <c:v>45944.801041666666</c:v>
                </c:pt>
                <c:pt idx="123">
                  <c:v>45944.801041666666</c:v>
                </c:pt>
                <c:pt idx="124">
                  <c:v>45944.801041666666</c:v>
                </c:pt>
                <c:pt idx="125">
                  <c:v>45944.801041666666</c:v>
                </c:pt>
                <c:pt idx="126">
                  <c:v>45944.801041666666</c:v>
                </c:pt>
                <c:pt idx="127">
                  <c:v>45944.801041666666</c:v>
                </c:pt>
                <c:pt idx="128">
                  <c:v>45944.801041666666</c:v>
                </c:pt>
                <c:pt idx="129">
                  <c:v>45944.801041666666</c:v>
                </c:pt>
                <c:pt idx="130">
                  <c:v>45944.801041666666</c:v>
                </c:pt>
                <c:pt idx="131">
                  <c:v>45944.801041666666</c:v>
                </c:pt>
                <c:pt idx="132">
                  <c:v>45944.801041666666</c:v>
                </c:pt>
                <c:pt idx="133">
                  <c:v>45944.801041666666</c:v>
                </c:pt>
                <c:pt idx="134">
                  <c:v>45944.801041666666</c:v>
                </c:pt>
                <c:pt idx="135">
                  <c:v>45944.801041666666</c:v>
                </c:pt>
                <c:pt idx="136">
                  <c:v>45944.801041666666</c:v>
                </c:pt>
                <c:pt idx="137">
                  <c:v>45944.801041666666</c:v>
                </c:pt>
                <c:pt idx="138">
                  <c:v>45944.801041666666</c:v>
                </c:pt>
                <c:pt idx="139">
                  <c:v>45944.801041666666</c:v>
                </c:pt>
                <c:pt idx="140">
                  <c:v>45944.801041666666</c:v>
                </c:pt>
                <c:pt idx="141">
                  <c:v>45944.801041666666</c:v>
                </c:pt>
                <c:pt idx="142">
                  <c:v>45944.801053240742</c:v>
                </c:pt>
                <c:pt idx="143">
                  <c:v>45944.801053240742</c:v>
                </c:pt>
                <c:pt idx="144">
                  <c:v>45944.801053240742</c:v>
                </c:pt>
                <c:pt idx="145">
                  <c:v>45944.801053240742</c:v>
                </c:pt>
                <c:pt idx="146">
                  <c:v>45944.801053240742</c:v>
                </c:pt>
                <c:pt idx="147">
                  <c:v>45944.801053240742</c:v>
                </c:pt>
                <c:pt idx="148">
                  <c:v>45944.801053240742</c:v>
                </c:pt>
                <c:pt idx="149">
                  <c:v>45944.801053240742</c:v>
                </c:pt>
                <c:pt idx="150">
                  <c:v>45944.801053240742</c:v>
                </c:pt>
                <c:pt idx="151">
                  <c:v>45944.801053240742</c:v>
                </c:pt>
                <c:pt idx="152">
                  <c:v>45944.801053240742</c:v>
                </c:pt>
                <c:pt idx="153">
                  <c:v>45944.801053240742</c:v>
                </c:pt>
                <c:pt idx="154">
                  <c:v>45944.801053240742</c:v>
                </c:pt>
                <c:pt idx="155">
                  <c:v>45944.801053240742</c:v>
                </c:pt>
                <c:pt idx="156">
                  <c:v>45944.801053240742</c:v>
                </c:pt>
                <c:pt idx="157">
                  <c:v>45944.801053240742</c:v>
                </c:pt>
                <c:pt idx="158">
                  <c:v>45944.801053240742</c:v>
                </c:pt>
                <c:pt idx="159">
                  <c:v>45944.801053240742</c:v>
                </c:pt>
                <c:pt idx="160">
                  <c:v>45944.801053240742</c:v>
                </c:pt>
                <c:pt idx="161">
                  <c:v>45944.801053240742</c:v>
                </c:pt>
                <c:pt idx="162">
                  <c:v>45944.801053240742</c:v>
                </c:pt>
                <c:pt idx="163">
                  <c:v>45944.801053240742</c:v>
                </c:pt>
                <c:pt idx="164">
                  <c:v>45944.801064814812</c:v>
                </c:pt>
                <c:pt idx="165">
                  <c:v>45944.801064814812</c:v>
                </c:pt>
                <c:pt idx="166">
                  <c:v>45944.801064814812</c:v>
                </c:pt>
                <c:pt idx="167">
                  <c:v>45944.801064814812</c:v>
                </c:pt>
                <c:pt idx="168">
                  <c:v>45944.801064814812</c:v>
                </c:pt>
                <c:pt idx="169">
                  <c:v>45944.801064814812</c:v>
                </c:pt>
                <c:pt idx="170">
                  <c:v>45944.801064814812</c:v>
                </c:pt>
                <c:pt idx="171">
                  <c:v>45944.801064814812</c:v>
                </c:pt>
                <c:pt idx="172">
                  <c:v>45944.801064814812</c:v>
                </c:pt>
                <c:pt idx="173">
                  <c:v>45944.801064814812</c:v>
                </c:pt>
                <c:pt idx="174">
                  <c:v>45944.801064814812</c:v>
                </c:pt>
                <c:pt idx="175">
                  <c:v>45944.801064814812</c:v>
                </c:pt>
                <c:pt idx="176">
                  <c:v>45944.801064814812</c:v>
                </c:pt>
                <c:pt idx="177">
                  <c:v>45944.801064814812</c:v>
                </c:pt>
                <c:pt idx="178">
                  <c:v>45944.801064814812</c:v>
                </c:pt>
                <c:pt idx="179">
                  <c:v>45944.801064814812</c:v>
                </c:pt>
                <c:pt idx="180">
                  <c:v>45944.801064814812</c:v>
                </c:pt>
                <c:pt idx="181">
                  <c:v>45944.801064814812</c:v>
                </c:pt>
                <c:pt idx="182">
                  <c:v>45944.801064814812</c:v>
                </c:pt>
                <c:pt idx="183">
                  <c:v>45944.801064814812</c:v>
                </c:pt>
                <c:pt idx="184">
                  <c:v>45944.801076388889</c:v>
                </c:pt>
                <c:pt idx="185">
                  <c:v>45944.801076388889</c:v>
                </c:pt>
                <c:pt idx="186">
                  <c:v>45944.801076388889</c:v>
                </c:pt>
                <c:pt idx="187">
                  <c:v>45944.801076388889</c:v>
                </c:pt>
                <c:pt idx="188">
                  <c:v>45944.801076388889</c:v>
                </c:pt>
                <c:pt idx="189">
                  <c:v>45944.801076388889</c:v>
                </c:pt>
                <c:pt idx="190">
                  <c:v>45944.801076388889</c:v>
                </c:pt>
                <c:pt idx="191">
                  <c:v>45944.801076388889</c:v>
                </c:pt>
                <c:pt idx="192">
                  <c:v>45944.801076388889</c:v>
                </c:pt>
                <c:pt idx="193">
                  <c:v>45944.801076388889</c:v>
                </c:pt>
                <c:pt idx="194">
                  <c:v>45944.801076388889</c:v>
                </c:pt>
                <c:pt idx="195">
                  <c:v>45944.801076388889</c:v>
                </c:pt>
                <c:pt idx="196">
                  <c:v>45944.801076388889</c:v>
                </c:pt>
                <c:pt idx="197">
                  <c:v>45944.801076388889</c:v>
                </c:pt>
                <c:pt idx="198">
                  <c:v>45944.801076388889</c:v>
                </c:pt>
                <c:pt idx="199">
                  <c:v>45944.801076388889</c:v>
                </c:pt>
                <c:pt idx="200">
                  <c:v>45944.801076388889</c:v>
                </c:pt>
                <c:pt idx="201">
                  <c:v>45944.801076388889</c:v>
                </c:pt>
                <c:pt idx="202">
                  <c:v>45944.801076388889</c:v>
                </c:pt>
                <c:pt idx="203">
                  <c:v>45944.801076388889</c:v>
                </c:pt>
                <c:pt idx="204">
                  <c:v>45944.801076388889</c:v>
                </c:pt>
                <c:pt idx="205">
                  <c:v>45944.801076388889</c:v>
                </c:pt>
                <c:pt idx="206">
                  <c:v>45944.801087962966</c:v>
                </c:pt>
                <c:pt idx="207">
                  <c:v>45944.801087962966</c:v>
                </c:pt>
                <c:pt idx="208">
                  <c:v>45944.801087962966</c:v>
                </c:pt>
                <c:pt idx="209">
                  <c:v>45944.801087962966</c:v>
                </c:pt>
                <c:pt idx="210">
                  <c:v>45944.801087962966</c:v>
                </c:pt>
                <c:pt idx="211">
                  <c:v>45944.801087962966</c:v>
                </c:pt>
                <c:pt idx="212">
                  <c:v>45944.801087962966</c:v>
                </c:pt>
                <c:pt idx="213">
                  <c:v>45944.801087962966</c:v>
                </c:pt>
                <c:pt idx="214">
                  <c:v>45944.801087962966</c:v>
                </c:pt>
                <c:pt idx="215">
                  <c:v>45944.801087962966</c:v>
                </c:pt>
                <c:pt idx="216">
                  <c:v>45944.801087962966</c:v>
                </c:pt>
                <c:pt idx="217">
                  <c:v>45944.801087962966</c:v>
                </c:pt>
                <c:pt idx="218">
                  <c:v>45944.801087962966</c:v>
                </c:pt>
                <c:pt idx="219">
                  <c:v>45944.801087962966</c:v>
                </c:pt>
                <c:pt idx="220">
                  <c:v>45944.801087962966</c:v>
                </c:pt>
                <c:pt idx="221">
                  <c:v>45944.801087962966</c:v>
                </c:pt>
                <c:pt idx="222">
                  <c:v>45944.801087962966</c:v>
                </c:pt>
                <c:pt idx="223">
                  <c:v>45944.801087962966</c:v>
                </c:pt>
                <c:pt idx="224">
                  <c:v>45944.801087962966</c:v>
                </c:pt>
                <c:pt idx="225">
                  <c:v>45944.801099537035</c:v>
                </c:pt>
                <c:pt idx="226">
                  <c:v>45944.801099537035</c:v>
                </c:pt>
                <c:pt idx="227">
                  <c:v>45944.801099537035</c:v>
                </c:pt>
                <c:pt idx="228">
                  <c:v>45944.801099537035</c:v>
                </c:pt>
                <c:pt idx="229">
                  <c:v>45944.801099537035</c:v>
                </c:pt>
                <c:pt idx="230">
                  <c:v>45944.801099537035</c:v>
                </c:pt>
                <c:pt idx="231">
                  <c:v>45944.801099537035</c:v>
                </c:pt>
                <c:pt idx="232">
                  <c:v>45944.801099537035</c:v>
                </c:pt>
                <c:pt idx="233">
                  <c:v>45944.801099537035</c:v>
                </c:pt>
                <c:pt idx="234">
                  <c:v>45944.801099537035</c:v>
                </c:pt>
                <c:pt idx="235">
                  <c:v>45944.801099537035</c:v>
                </c:pt>
                <c:pt idx="236">
                  <c:v>45944.801099537035</c:v>
                </c:pt>
                <c:pt idx="237">
                  <c:v>45944.801099537035</c:v>
                </c:pt>
                <c:pt idx="238">
                  <c:v>45944.801099537035</c:v>
                </c:pt>
                <c:pt idx="239">
                  <c:v>45944.801099537035</c:v>
                </c:pt>
                <c:pt idx="240">
                  <c:v>45944.801099537035</c:v>
                </c:pt>
                <c:pt idx="241">
                  <c:v>45944.801099537035</c:v>
                </c:pt>
                <c:pt idx="242">
                  <c:v>45944.801099537035</c:v>
                </c:pt>
                <c:pt idx="243">
                  <c:v>45944.801099537035</c:v>
                </c:pt>
                <c:pt idx="244">
                  <c:v>45944.801099537035</c:v>
                </c:pt>
                <c:pt idx="245">
                  <c:v>45944.801111111112</c:v>
                </c:pt>
                <c:pt idx="246">
                  <c:v>45944.801111111112</c:v>
                </c:pt>
                <c:pt idx="247">
                  <c:v>45944.801111111112</c:v>
                </c:pt>
                <c:pt idx="248">
                  <c:v>45944.801111111112</c:v>
                </c:pt>
                <c:pt idx="249">
                  <c:v>45944.801111111112</c:v>
                </c:pt>
                <c:pt idx="250">
                  <c:v>45944.801111111112</c:v>
                </c:pt>
                <c:pt idx="251">
                  <c:v>45944.801111111112</c:v>
                </c:pt>
                <c:pt idx="252">
                  <c:v>45944.801111111112</c:v>
                </c:pt>
                <c:pt idx="253">
                  <c:v>45944.801111111112</c:v>
                </c:pt>
                <c:pt idx="254">
                  <c:v>45944.801111111112</c:v>
                </c:pt>
                <c:pt idx="255">
                  <c:v>45944.801111111112</c:v>
                </c:pt>
                <c:pt idx="256">
                  <c:v>45944.801111111112</c:v>
                </c:pt>
                <c:pt idx="257">
                  <c:v>45944.801111111112</c:v>
                </c:pt>
                <c:pt idx="258">
                  <c:v>45944.801111111112</c:v>
                </c:pt>
                <c:pt idx="259">
                  <c:v>45944.801111111112</c:v>
                </c:pt>
                <c:pt idx="260">
                  <c:v>45944.801111111112</c:v>
                </c:pt>
                <c:pt idx="261">
                  <c:v>45944.801111111112</c:v>
                </c:pt>
                <c:pt idx="262">
                  <c:v>45944.801111111112</c:v>
                </c:pt>
                <c:pt idx="263">
                  <c:v>45944.801111111112</c:v>
                </c:pt>
                <c:pt idx="264">
                  <c:v>45944.801111111112</c:v>
                </c:pt>
                <c:pt idx="265">
                  <c:v>45944.801122685189</c:v>
                </c:pt>
                <c:pt idx="266">
                  <c:v>45944.801122685189</c:v>
                </c:pt>
                <c:pt idx="267">
                  <c:v>45944.801122685189</c:v>
                </c:pt>
                <c:pt idx="268">
                  <c:v>45944.801122685189</c:v>
                </c:pt>
                <c:pt idx="269">
                  <c:v>45944.801122685189</c:v>
                </c:pt>
                <c:pt idx="270">
                  <c:v>45944.801122685189</c:v>
                </c:pt>
                <c:pt idx="271">
                  <c:v>45944.801122685189</c:v>
                </c:pt>
                <c:pt idx="272">
                  <c:v>45944.801122685189</c:v>
                </c:pt>
                <c:pt idx="273">
                  <c:v>45944.801122685189</c:v>
                </c:pt>
                <c:pt idx="274">
                  <c:v>45944.801122685189</c:v>
                </c:pt>
                <c:pt idx="275">
                  <c:v>45944.801122685189</c:v>
                </c:pt>
                <c:pt idx="276">
                  <c:v>45944.801122685189</c:v>
                </c:pt>
                <c:pt idx="277">
                  <c:v>45944.801122685189</c:v>
                </c:pt>
                <c:pt idx="278">
                  <c:v>45944.801122685189</c:v>
                </c:pt>
                <c:pt idx="279">
                  <c:v>45944.801122685189</c:v>
                </c:pt>
                <c:pt idx="280">
                  <c:v>45944.801122685189</c:v>
                </c:pt>
                <c:pt idx="281">
                  <c:v>45944.801122685189</c:v>
                </c:pt>
                <c:pt idx="282">
                  <c:v>45944.801122685189</c:v>
                </c:pt>
                <c:pt idx="283">
                  <c:v>45944.801122685189</c:v>
                </c:pt>
                <c:pt idx="284">
                  <c:v>45944.801122685189</c:v>
                </c:pt>
                <c:pt idx="285">
                  <c:v>45944.801134259258</c:v>
                </c:pt>
                <c:pt idx="286">
                  <c:v>45944.801134259258</c:v>
                </c:pt>
                <c:pt idx="287">
                  <c:v>45944.801134259258</c:v>
                </c:pt>
                <c:pt idx="288">
                  <c:v>45944.801134259258</c:v>
                </c:pt>
                <c:pt idx="289">
                  <c:v>45944.801134259258</c:v>
                </c:pt>
                <c:pt idx="290">
                  <c:v>45944.801134259258</c:v>
                </c:pt>
                <c:pt idx="291">
                  <c:v>45944.801134259258</c:v>
                </c:pt>
                <c:pt idx="292">
                  <c:v>45944.801134259258</c:v>
                </c:pt>
                <c:pt idx="293">
                  <c:v>45944.801134259258</c:v>
                </c:pt>
                <c:pt idx="294">
                  <c:v>45944.801134259258</c:v>
                </c:pt>
                <c:pt idx="295">
                  <c:v>45944.801134259258</c:v>
                </c:pt>
                <c:pt idx="296">
                  <c:v>45944.801134259258</c:v>
                </c:pt>
                <c:pt idx="297">
                  <c:v>45944.801134259258</c:v>
                </c:pt>
                <c:pt idx="298">
                  <c:v>45944.801134259258</c:v>
                </c:pt>
                <c:pt idx="299">
                  <c:v>45944.801134259258</c:v>
                </c:pt>
                <c:pt idx="300">
                  <c:v>45944.801134259258</c:v>
                </c:pt>
                <c:pt idx="301">
                  <c:v>45944.801134259258</c:v>
                </c:pt>
                <c:pt idx="302">
                  <c:v>45944.801134259258</c:v>
                </c:pt>
                <c:pt idx="303">
                  <c:v>45944.801134259258</c:v>
                </c:pt>
                <c:pt idx="304">
                  <c:v>45944.801134259258</c:v>
                </c:pt>
                <c:pt idx="305">
                  <c:v>45944.801134259258</c:v>
                </c:pt>
                <c:pt idx="306">
                  <c:v>45944.801145833335</c:v>
                </c:pt>
                <c:pt idx="307">
                  <c:v>45944.801145833335</c:v>
                </c:pt>
                <c:pt idx="308">
                  <c:v>45944.801145833335</c:v>
                </c:pt>
                <c:pt idx="309">
                  <c:v>45944.801145833335</c:v>
                </c:pt>
                <c:pt idx="310">
                  <c:v>45944.801145833335</c:v>
                </c:pt>
                <c:pt idx="311">
                  <c:v>45944.801145833335</c:v>
                </c:pt>
                <c:pt idx="312">
                  <c:v>45944.801145833335</c:v>
                </c:pt>
                <c:pt idx="313">
                  <c:v>45944.801145833335</c:v>
                </c:pt>
                <c:pt idx="314">
                  <c:v>45944.801145833335</c:v>
                </c:pt>
                <c:pt idx="315">
                  <c:v>45944.801145833335</c:v>
                </c:pt>
                <c:pt idx="316">
                  <c:v>45944.801145833335</c:v>
                </c:pt>
                <c:pt idx="317">
                  <c:v>45944.801145833335</c:v>
                </c:pt>
                <c:pt idx="318">
                  <c:v>45944.801145833335</c:v>
                </c:pt>
                <c:pt idx="319">
                  <c:v>45944.801145833335</c:v>
                </c:pt>
                <c:pt idx="320">
                  <c:v>45944.801145833335</c:v>
                </c:pt>
                <c:pt idx="321">
                  <c:v>45944.801145833335</c:v>
                </c:pt>
                <c:pt idx="322">
                  <c:v>45944.801145833335</c:v>
                </c:pt>
                <c:pt idx="323">
                  <c:v>45944.801145833335</c:v>
                </c:pt>
                <c:pt idx="324">
                  <c:v>45944.801145833335</c:v>
                </c:pt>
                <c:pt idx="325">
                  <c:v>45944.801145833335</c:v>
                </c:pt>
                <c:pt idx="326">
                  <c:v>45944.801145833335</c:v>
                </c:pt>
                <c:pt idx="327">
                  <c:v>45944.801157407404</c:v>
                </c:pt>
                <c:pt idx="328">
                  <c:v>45944.801157407404</c:v>
                </c:pt>
                <c:pt idx="329">
                  <c:v>45944.801157407404</c:v>
                </c:pt>
                <c:pt idx="330">
                  <c:v>45944.801157407404</c:v>
                </c:pt>
                <c:pt idx="331">
                  <c:v>45944.801157407404</c:v>
                </c:pt>
                <c:pt idx="332">
                  <c:v>45944.801157407404</c:v>
                </c:pt>
                <c:pt idx="333">
                  <c:v>45944.801157407404</c:v>
                </c:pt>
                <c:pt idx="334">
                  <c:v>45944.801157407404</c:v>
                </c:pt>
                <c:pt idx="335">
                  <c:v>45944.801157407404</c:v>
                </c:pt>
                <c:pt idx="336">
                  <c:v>45944.801157407404</c:v>
                </c:pt>
                <c:pt idx="337">
                  <c:v>45944.801157407404</c:v>
                </c:pt>
                <c:pt idx="338">
                  <c:v>45944.801157407404</c:v>
                </c:pt>
                <c:pt idx="339">
                  <c:v>45944.801157407404</c:v>
                </c:pt>
                <c:pt idx="340">
                  <c:v>45944.801157407404</c:v>
                </c:pt>
                <c:pt idx="341">
                  <c:v>45944.801157407404</c:v>
                </c:pt>
                <c:pt idx="342">
                  <c:v>45944.801157407404</c:v>
                </c:pt>
                <c:pt idx="343">
                  <c:v>45944.801157407404</c:v>
                </c:pt>
                <c:pt idx="344">
                  <c:v>45944.801157407404</c:v>
                </c:pt>
                <c:pt idx="345">
                  <c:v>45944.801157407404</c:v>
                </c:pt>
                <c:pt idx="346">
                  <c:v>45944.801157407404</c:v>
                </c:pt>
                <c:pt idx="347">
                  <c:v>45944.801157407404</c:v>
                </c:pt>
                <c:pt idx="348">
                  <c:v>45944.801168981481</c:v>
                </c:pt>
                <c:pt idx="349">
                  <c:v>45944.801168981481</c:v>
                </c:pt>
                <c:pt idx="350">
                  <c:v>45944.801168981481</c:v>
                </c:pt>
                <c:pt idx="351">
                  <c:v>45944.801168981481</c:v>
                </c:pt>
                <c:pt idx="352">
                  <c:v>45944.801168981481</c:v>
                </c:pt>
                <c:pt idx="353">
                  <c:v>45944.801168981481</c:v>
                </c:pt>
                <c:pt idx="354">
                  <c:v>45944.801168981481</c:v>
                </c:pt>
                <c:pt idx="355">
                  <c:v>45944.801168981481</c:v>
                </c:pt>
                <c:pt idx="356">
                  <c:v>45944.801168981481</c:v>
                </c:pt>
                <c:pt idx="357">
                  <c:v>45944.801168981481</c:v>
                </c:pt>
                <c:pt idx="358">
                  <c:v>45944.801168981481</c:v>
                </c:pt>
                <c:pt idx="359">
                  <c:v>45944.801168981481</c:v>
                </c:pt>
                <c:pt idx="360">
                  <c:v>45944.801168981481</c:v>
                </c:pt>
                <c:pt idx="361">
                  <c:v>45944.801168981481</c:v>
                </c:pt>
                <c:pt idx="362">
                  <c:v>45944.801168981481</c:v>
                </c:pt>
              </c:numCache>
            </c:numRef>
          </c:cat>
          <c:val>
            <c:numRef>
              <c:f>Sheet1!$E$2:$E$364</c:f>
            </c:numRef>
          </c:val>
          <c:smooth val="0"/>
          <c:extLst>
            <c:ext xmlns:c16="http://schemas.microsoft.com/office/drawing/2014/chart" uri="{C3380CC4-5D6E-409C-BE32-E72D297353CC}">
              <c16:uniqueId val="{00000003-4C6C-4E57-BDE7-FE2A206675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LPC 제어속도</c:v>
                </c:pt>
              </c:strCache>
            </c:strRef>
          </c:tx>
          <c:spPr>
            <a:ln w="12700" cap="rnd">
              <a:solidFill>
                <a:srgbClr val="FFC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Sheet1!$A$2:$A$364</c:f>
              <c:numCache>
                <c:formatCode>yyyy/mm/dd\ ddd\ hh:mm:ss</c:formatCode>
                <c:ptCount val="363"/>
                <c:pt idx="0">
                  <c:v>45944.80096064815</c:v>
                </c:pt>
                <c:pt idx="1">
                  <c:v>45944.80097222222</c:v>
                </c:pt>
                <c:pt idx="2">
                  <c:v>45944.80097222222</c:v>
                </c:pt>
                <c:pt idx="3">
                  <c:v>45944.80097222222</c:v>
                </c:pt>
                <c:pt idx="4">
                  <c:v>45944.80097222222</c:v>
                </c:pt>
                <c:pt idx="5">
                  <c:v>45944.80097222222</c:v>
                </c:pt>
                <c:pt idx="6">
                  <c:v>45944.80097222222</c:v>
                </c:pt>
                <c:pt idx="7">
                  <c:v>45944.80097222222</c:v>
                </c:pt>
                <c:pt idx="8">
                  <c:v>45944.80097222222</c:v>
                </c:pt>
                <c:pt idx="9">
                  <c:v>45944.80097222222</c:v>
                </c:pt>
                <c:pt idx="10">
                  <c:v>45944.80097222222</c:v>
                </c:pt>
                <c:pt idx="11">
                  <c:v>45944.80097222222</c:v>
                </c:pt>
                <c:pt idx="12">
                  <c:v>45944.80097222222</c:v>
                </c:pt>
                <c:pt idx="13">
                  <c:v>45944.80097222222</c:v>
                </c:pt>
                <c:pt idx="14">
                  <c:v>45944.80097222222</c:v>
                </c:pt>
                <c:pt idx="15">
                  <c:v>45944.80097222222</c:v>
                </c:pt>
                <c:pt idx="16">
                  <c:v>45944.80097222222</c:v>
                </c:pt>
                <c:pt idx="17">
                  <c:v>45944.80097222222</c:v>
                </c:pt>
                <c:pt idx="18">
                  <c:v>45944.80097222222</c:v>
                </c:pt>
                <c:pt idx="19">
                  <c:v>45944.80097222222</c:v>
                </c:pt>
                <c:pt idx="20">
                  <c:v>45944.80097222222</c:v>
                </c:pt>
                <c:pt idx="21">
                  <c:v>45944.80097222222</c:v>
                </c:pt>
                <c:pt idx="22">
                  <c:v>45944.800983796296</c:v>
                </c:pt>
                <c:pt idx="23">
                  <c:v>45944.800983796296</c:v>
                </c:pt>
                <c:pt idx="24">
                  <c:v>45944.800983796296</c:v>
                </c:pt>
                <c:pt idx="25">
                  <c:v>45944.800983796296</c:v>
                </c:pt>
                <c:pt idx="26">
                  <c:v>45944.800983796296</c:v>
                </c:pt>
                <c:pt idx="27">
                  <c:v>45944.800983796296</c:v>
                </c:pt>
                <c:pt idx="28">
                  <c:v>45944.800983796296</c:v>
                </c:pt>
                <c:pt idx="29">
                  <c:v>45944.800983796296</c:v>
                </c:pt>
                <c:pt idx="30">
                  <c:v>45944.800983796296</c:v>
                </c:pt>
                <c:pt idx="31">
                  <c:v>45944.800983796296</c:v>
                </c:pt>
                <c:pt idx="32">
                  <c:v>45944.800983796296</c:v>
                </c:pt>
                <c:pt idx="33">
                  <c:v>45944.800983796296</c:v>
                </c:pt>
                <c:pt idx="34">
                  <c:v>45944.800983796296</c:v>
                </c:pt>
                <c:pt idx="35">
                  <c:v>45944.800983796296</c:v>
                </c:pt>
                <c:pt idx="36">
                  <c:v>45944.800983796296</c:v>
                </c:pt>
                <c:pt idx="37">
                  <c:v>45944.800983796296</c:v>
                </c:pt>
                <c:pt idx="38">
                  <c:v>45944.800983796296</c:v>
                </c:pt>
                <c:pt idx="39">
                  <c:v>45944.800983796296</c:v>
                </c:pt>
                <c:pt idx="40">
                  <c:v>45944.800983796296</c:v>
                </c:pt>
                <c:pt idx="41">
                  <c:v>45944.800983796296</c:v>
                </c:pt>
                <c:pt idx="42">
                  <c:v>45944.800983796296</c:v>
                </c:pt>
                <c:pt idx="43">
                  <c:v>45944.800995370373</c:v>
                </c:pt>
                <c:pt idx="44">
                  <c:v>45944.800995370373</c:v>
                </c:pt>
                <c:pt idx="45">
                  <c:v>45944.800995370373</c:v>
                </c:pt>
                <c:pt idx="46">
                  <c:v>45944.800995370373</c:v>
                </c:pt>
                <c:pt idx="47">
                  <c:v>45944.800995370373</c:v>
                </c:pt>
                <c:pt idx="48">
                  <c:v>45944.800995370373</c:v>
                </c:pt>
                <c:pt idx="49">
                  <c:v>45944.800995370373</c:v>
                </c:pt>
                <c:pt idx="50">
                  <c:v>45944.800995370373</c:v>
                </c:pt>
                <c:pt idx="51">
                  <c:v>45944.800995370373</c:v>
                </c:pt>
                <c:pt idx="52">
                  <c:v>45944.800995370373</c:v>
                </c:pt>
                <c:pt idx="53">
                  <c:v>45944.800995370373</c:v>
                </c:pt>
                <c:pt idx="54">
                  <c:v>45944.800995370373</c:v>
                </c:pt>
                <c:pt idx="55">
                  <c:v>45944.800995370373</c:v>
                </c:pt>
                <c:pt idx="56">
                  <c:v>45944.800995370373</c:v>
                </c:pt>
                <c:pt idx="57">
                  <c:v>45944.800995370373</c:v>
                </c:pt>
                <c:pt idx="58">
                  <c:v>45944.800995370373</c:v>
                </c:pt>
                <c:pt idx="59">
                  <c:v>45944.800995370373</c:v>
                </c:pt>
                <c:pt idx="60">
                  <c:v>45944.800995370373</c:v>
                </c:pt>
                <c:pt idx="61">
                  <c:v>45944.800995370373</c:v>
                </c:pt>
                <c:pt idx="62">
                  <c:v>45944.800995370373</c:v>
                </c:pt>
                <c:pt idx="63">
                  <c:v>45944.801006944443</c:v>
                </c:pt>
                <c:pt idx="64">
                  <c:v>45944.801006944443</c:v>
                </c:pt>
                <c:pt idx="65">
                  <c:v>45944.801006944443</c:v>
                </c:pt>
                <c:pt idx="66">
                  <c:v>45944.801006944443</c:v>
                </c:pt>
                <c:pt idx="67">
                  <c:v>45944.801006944443</c:v>
                </c:pt>
                <c:pt idx="68">
                  <c:v>45944.801006944443</c:v>
                </c:pt>
                <c:pt idx="69">
                  <c:v>45944.801006944443</c:v>
                </c:pt>
                <c:pt idx="70">
                  <c:v>45944.801006944443</c:v>
                </c:pt>
                <c:pt idx="71">
                  <c:v>45944.801006944443</c:v>
                </c:pt>
                <c:pt idx="72">
                  <c:v>45944.801006944443</c:v>
                </c:pt>
                <c:pt idx="73">
                  <c:v>45944.801006944443</c:v>
                </c:pt>
                <c:pt idx="74">
                  <c:v>45944.801006944443</c:v>
                </c:pt>
                <c:pt idx="75">
                  <c:v>45944.801006944443</c:v>
                </c:pt>
                <c:pt idx="76">
                  <c:v>45944.801006944443</c:v>
                </c:pt>
                <c:pt idx="77">
                  <c:v>45944.801006944443</c:v>
                </c:pt>
                <c:pt idx="78">
                  <c:v>45944.801006944443</c:v>
                </c:pt>
                <c:pt idx="79">
                  <c:v>45944.801006944443</c:v>
                </c:pt>
                <c:pt idx="80">
                  <c:v>45944.801006944443</c:v>
                </c:pt>
                <c:pt idx="81">
                  <c:v>45944.801006944443</c:v>
                </c:pt>
                <c:pt idx="82">
                  <c:v>45944.801018518519</c:v>
                </c:pt>
                <c:pt idx="83">
                  <c:v>45944.801018518519</c:v>
                </c:pt>
                <c:pt idx="84">
                  <c:v>45944.801018518519</c:v>
                </c:pt>
                <c:pt idx="85">
                  <c:v>45944.801018518519</c:v>
                </c:pt>
                <c:pt idx="86">
                  <c:v>45944.801018518519</c:v>
                </c:pt>
                <c:pt idx="87">
                  <c:v>45944.801018518519</c:v>
                </c:pt>
                <c:pt idx="88">
                  <c:v>45944.801018518519</c:v>
                </c:pt>
                <c:pt idx="89">
                  <c:v>45944.801018518519</c:v>
                </c:pt>
                <c:pt idx="90">
                  <c:v>45944.801018518519</c:v>
                </c:pt>
                <c:pt idx="91">
                  <c:v>45944.801018518519</c:v>
                </c:pt>
                <c:pt idx="92">
                  <c:v>45944.801018518519</c:v>
                </c:pt>
                <c:pt idx="93">
                  <c:v>45944.801018518519</c:v>
                </c:pt>
                <c:pt idx="94">
                  <c:v>45944.801018518519</c:v>
                </c:pt>
                <c:pt idx="95">
                  <c:v>45944.801018518519</c:v>
                </c:pt>
                <c:pt idx="96">
                  <c:v>45944.801018518519</c:v>
                </c:pt>
                <c:pt idx="97">
                  <c:v>45944.801018518519</c:v>
                </c:pt>
                <c:pt idx="98">
                  <c:v>45944.801018518519</c:v>
                </c:pt>
                <c:pt idx="99">
                  <c:v>45944.801018518519</c:v>
                </c:pt>
                <c:pt idx="100">
                  <c:v>45944.801018518519</c:v>
                </c:pt>
                <c:pt idx="101">
                  <c:v>45944.801018518519</c:v>
                </c:pt>
                <c:pt idx="102">
                  <c:v>45944.801030092596</c:v>
                </c:pt>
                <c:pt idx="103">
                  <c:v>45944.801030092596</c:v>
                </c:pt>
                <c:pt idx="104">
                  <c:v>45944.801030092596</c:v>
                </c:pt>
                <c:pt idx="105">
                  <c:v>45944.801030092596</c:v>
                </c:pt>
                <c:pt idx="106">
                  <c:v>45944.801030092596</c:v>
                </c:pt>
                <c:pt idx="107">
                  <c:v>45944.801030092596</c:v>
                </c:pt>
                <c:pt idx="108">
                  <c:v>45944.801030092596</c:v>
                </c:pt>
                <c:pt idx="109">
                  <c:v>45944.801030092596</c:v>
                </c:pt>
                <c:pt idx="110">
                  <c:v>45944.801030092596</c:v>
                </c:pt>
                <c:pt idx="111">
                  <c:v>45944.801030092596</c:v>
                </c:pt>
                <c:pt idx="112">
                  <c:v>45944.801030092596</c:v>
                </c:pt>
                <c:pt idx="113">
                  <c:v>45944.801030092596</c:v>
                </c:pt>
                <c:pt idx="114">
                  <c:v>45944.801030092596</c:v>
                </c:pt>
                <c:pt idx="115">
                  <c:v>45944.801030092596</c:v>
                </c:pt>
                <c:pt idx="116">
                  <c:v>45944.801030092596</c:v>
                </c:pt>
                <c:pt idx="117">
                  <c:v>45944.801030092596</c:v>
                </c:pt>
                <c:pt idx="118">
                  <c:v>45944.801030092596</c:v>
                </c:pt>
                <c:pt idx="119">
                  <c:v>45944.801030092596</c:v>
                </c:pt>
                <c:pt idx="120">
                  <c:v>45944.801030092596</c:v>
                </c:pt>
                <c:pt idx="121">
                  <c:v>45944.801030092596</c:v>
                </c:pt>
                <c:pt idx="122">
                  <c:v>45944.801041666666</c:v>
                </c:pt>
                <c:pt idx="123">
                  <c:v>45944.801041666666</c:v>
                </c:pt>
                <c:pt idx="124">
                  <c:v>45944.801041666666</c:v>
                </c:pt>
                <c:pt idx="125">
                  <c:v>45944.801041666666</c:v>
                </c:pt>
                <c:pt idx="126">
                  <c:v>45944.801041666666</c:v>
                </c:pt>
                <c:pt idx="127">
                  <c:v>45944.801041666666</c:v>
                </c:pt>
                <c:pt idx="128">
                  <c:v>45944.801041666666</c:v>
                </c:pt>
                <c:pt idx="129">
                  <c:v>45944.801041666666</c:v>
                </c:pt>
                <c:pt idx="130">
                  <c:v>45944.801041666666</c:v>
                </c:pt>
                <c:pt idx="131">
                  <c:v>45944.801041666666</c:v>
                </c:pt>
                <c:pt idx="132">
                  <c:v>45944.801041666666</c:v>
                </c:pt>
                <c:pt idx="133">
                  <c:v>45944.801041666666</c:v>
                </c:pt>
                <c:pt idx="134">
                  <c:v>45944.801041666666</c:v>
                </c:pt>
                <c:pt idx="135">
                  <c:v>45944.801041666666</c:v>
                </c:pt>
                <c:pt idx="136">
                  <c:v>45944.801041666666</c:v>
                </c:pt>
                <c:pt idx="137">
                  <c:v>45944.801041666666</c:v>
                </c:pt>
                <c:pt idx="138">
                  <c:v>45944.801041666666</c:v>
                </c:pt>
                <c:pt idx="139">
                  <c:v>45944.801041666666</c:v>
                </c:pt>
                <c:pt idx="140">
                  <c:v>45944.801041666666</c:v>
                </c:pt>
                <c:pt idx="141">
                  <c:v>45944.801041666666</c:v>
                </c:pt>
                <c:pt idx="142">
                  <c:v>45944.801053240742</c:v>
                </c:pt>
                <c:pt idx="143">
                  <c:v>45944.801053240742</c:v>
                </c:pt>
                <c:pt idx="144">
                  <c:v>45944.801053240742</c:v>
                </c:pt>
                <c:pt idx="145">
                  <c:v>45944.801053240742</c:v>
                </c:pt>
                <c:pt idx="146">
                  <c:v>45944.801053240742</c:v>
                </c:pt>
                <c:pt idx="147">
                  <c:v>45944.801053240742</c:v>
                </c:pt>
                <c:pt idx="148">
                  <c:v>45944.801053240742</c:v>
                </c:pt>
                <c:pt idx="149">
                  <c:v>45944.801053240742</c:v>
                </c:pt>
                <c:pt idx="150">
                  <c:v>45944.801053240742</c:v>
                </c:pt>
                <c:pt idx="151">
                  <c:v>45944.801053240742</c:v>
                </c:pt>
                <c:pt idx="152">
                  <c:v>45944.801053240742</c:v>
                </c:pt>
                <c:pt idx="153">
                  <c:v>45944.801053240742</c:v>
                </c:pt>
                <c:pt idx="154">
                  <c:v>45944.801053240742</c:v>
                </c:pt>
                <c:pt idx="155">
                  <c:v>45944.801053240742</c:v>
                </c:pt>
                <c:pt idx="156">
                  <c:v>45944.801053240742</c:v>
                </c:pt>
                <c:pt idx="157">
                  <c:v>45944.801053240742</c:v>
                </c:pt>
                <c:pt idx="158">
                  <c:v>45944.801053240742</c:v>
                </c:pt>
                <c:pt idx="159">
                  <c:v>45944.801053240742</c:v>
                </c:pt>
                <c:pt idx="160">
                  <c:v>45944.801053240742</c:v>
                </c:pt>
                <c:pt idx="161">
                  <c:v>45944.801053240742</c:v>
                </c:pt>
                <c:pt idx="162">
                  <c:v>45944.801053240742</c:v>
                </c:pt>
                <c:pt idx="163">
                  <c:v>45944.801053240742</c:v>
                </c:pt>
                <c:pt idx="164">
                  <c:v>45944.801064814812</c:v>
                </c:pt>
                <c:pt idx="165">
                  <c:v>45944.801064814812</c:v>
                </c:pt>
                <c:pt idx="166">
                  <c:v>45944.801064814812</c:v>
                </c:pt>
                <c:pt idx="167">
                  <c:v>45944.801064814812</c:v>
                </c:pt>
                <c:pt idx="168">
                  <c:v>45944.801064814812</c:v>
                </c:pt>
                <c:pt idx="169">
                  <c:v>45944.801064814812</c:v>
                </c:pt>
                <c:pt idx="170">
                  <c:v>45944.801064814812</c:v>
                </c:pt>
                <c:pt idx="171">
                  <c:v>45944.801064814812</c:v>
                </c:pt>
                <c:pt idx="172">
                  <c:v>45944.801064814812</c:v>
                </c:pt>
                <c:pt idx="173">
                  <c:v>45944.801064814812</c:v>
                </c:pt>
                <c:pt idx="174">
                  <c:v>45944.801064814812</c:v>
                </c:pt>
                <c:pt idx="175">
                  <c:v>45944.801064814812</c:v>
                </c:pt>
                <c:pt idx="176">
                  <c:v>45944.801064814812</c:v>
                </c:pt>
                <c:pt idx="177">
                  <c:v>45944.801064814812</c:v>
                </c:pt>
                <c:pt idx="178">
                  <c:v>45944.801064814812</c:v>
                </c:pt>
                <c:pt idx="179">
                  <c:v>45944.801064814812</c:v>
                </c:pt>
                <c:pt idx="180">
                  <c:v>45944.801064814812</c:v>
                </c:pt>
                <c:pt idx="181">
                  <c:v>45944.801064814812</c:v>
                </c:pt>
                <c:pt idx="182">
                  <c:v>45944.801064814812</c:v>
                </c:pt>
                <c:pt idx="183">
                  <c:v>45944.801064814812</c:v>
                </c:pt>
                <c:pt idx="184">
                  <c:v>45944.801076388889</c:v>
                </c:pt>
                <c:pt idx="185">
                  <c:v>45944.801076388889</c:v>
                </c:pt>
                <c:pt idx="186">
                  <c:v>45944.801076388889</c:v>
                </c:pt>
                <c:pt idx="187">
                  <c:v>45944.801076388889</c:v>
                </c:pt>
                <c:pt idx="188">
                  <c:v>45944.801076388889</c:v>
                </c:pt>
                <c:pt idx="189">
                  <c:v>45944.801076388889</c:v>
                </c:pt>
                <c:pt idx="190">
                  <c:v>45944.801076388889</c:v>
                </c:pt>
                <c:pt idx="191">
                  <c:v>45944.801076388889</c:v>
                </c:pt>
                <c:pt idx="192">
                  <c:v>45944.801076388889</c:v>
                </c:pt>
                <c:pt idx="193">
                  <c:v>45944.801076388889</c:v>
                </c:pt>
                <c:pt idx="194">
                  <c:v>45944.801076388889</c:v>
                </c:pt>
                <c:pt idx="195">
                  <c:v>45944.801076388889</c:v>
                </c:pt>
                <c:pt idx="196">
                  <c:v>45944.801076388889</c:v>
                </c:pt>
                <c:pt idx="197">
                  <c:v>45944.801076388889</c:v>
                </c:pt>
                <c:pt idx="198">
                  <c:v>45944.801076388889</c:v>
                </c:pt>
                <c:pt idx="199">
                  <c:v>45944.801076388889</c:v>
                </c:pt>
                <c:pt idx="200">
                  <c:v>45944.801076388889</c:v>
                </c:pt>
                <c:pt idx="201">
                  <c:v>45944.801076388889</c:v>
                </c:pt>
                <c:pt idx="202">
                  <c:v>45944.801076388889</c:v>
                </c:pt>
                <c:pt idx="203">
                  <c:v>45944.801076388889</c:v>
                </c:pt>
                <c:pt idx="204">
                  <c:v>45944.801076388889</c:v>
                </c:pt>
                <c:pt idx="205">
                  <c:v>45944.801076388889</c:v>
                </c:pt>
                <c:pt idx="206">
                  <c:v>45944.801087962966</c:v>
                </c:pt>
                <c:pt idx="207">
                  <c:v>45944.801087962966</c:v>
                </c:pt>
                <c:pt idx="208">
                  <c:v>45944.801087962966</c:v>
                </c:pt>
                <c:pt idx="209">
                  <c:v>45944.801087962966</c:v>
                </c:pt>
                <c:pt idx="210">
                  <c:v>45944.801087962966</c:v>
                </c:pt>
                <c:pt idx="211">
                  <c:v>45944.801087962966</c:v>
                </c:pt>
                <c:pt idx="212">
                  <c:v>45944.801087962966</c:v>
                </c:pt>
                <c:pt idx="213">
                  <c:v>45944.801087962966</c:v>
                </c:pt>
                <c:pt idx="214">
                  <c:v>45944.801087962966</c:v>
                </c:pt>
                <c:pt idx="215">
                  <c:v>45944.801087962966</c:v>
                </c:pt>
                <c:pt idx="216">
                  <c:v>45944.801087962966</c:v>
                </c:pt>
                <c:pt idx="217">
                  <c:v>45944.801087962966</c:v>
                </c:pt>
                <c:pt idx="218">
                  <c:v>45944.801087962966</c:v>
                </c:pt>
                <c:pt idx="219">
                  <c:v>45944.801087962966</c:v>
                </c:pt>
                <c:pt idx="220">
                  <c:v>45944.801087962966</c:v>
                </c:pt>
                <c:pt idx="221">
                  <c:v>45944.801087962966</c:v>
                </c:pt>
                <c:pt idx="222">
                  <c:v>45944.801087962966</c:v>
                </c:pt>
                <c:pt idx="223">
                  <c:v>45944.801087962966</c:v>
                </c:pt>
                <c:pt idx="224">
                  <c:v>45944.801087962966</c:v>
                </c:pt>
                <c:pt idx="225">
                  <c:v>45944.801099537035</c:v>
                </c:pt>
                <c:pt idx="226">
                  <c:v>45944.801099537035</c:v>
                </c:pt>
                <c:pt idx="227">
                  <c:v>45944.801099537035</c:v>
                </c:pt>
                <c:pt idx="228">
                  <c:v>45944.801099537035</c:v>
                </c:pt>
                <c:pt idx="229">
                  <c:v>45944.801099537035</c:v>
                </c:pt>
                <c:pt idx="230">
                  <c:v>45944.801099537035</c:v>
                </c:pt>
                <c:pt idx="231">
                  <c:v>45944.801099537035</c:v>
                </c:pt>
                <c:pt idx="232">
                  <c:v>45944.801099537035</c:v>
                </c:pt>
                <c:pt idx="233">
                  <c:v>45944.801099537035</c:v>
                </c:pt>
                <c:pt idx="234">
                  <c:v>45944.801099537035</c:v>
                </c:pt>
                <c:pt idx="235">
                  <c:v>45944.801099537035</c:v>
                </c:pt>
                <c:pt idx="236">
                  <c:v>45944.801099537035</c:v>
                </c:pt>
                <c:pt idx="237">
                  <c:v>45944.801099537035</c:v>
                </c:pt>
                <c:pt idx="238">
                  <c:v>45944.801099537035</c:v>
                </c:pt>
                <c:pt idx="239">
                  <c:v>45944.801099537035</c:v>
                </c:pt>
                <c:pt idx="240">
                  <c:v>45944.801099537035</c:v>
                </c:pt>
                <c:pt idx="241">
                  <c:v>45944.801099537035</c:v>
                </c:pt>
                <c:pt idx="242">
                  <c:v>45944.801099537035</c:v>
                </c:pt>
                <c:pt idx="243">
                  <c:v>45944.801099537035</c:v>
                </c:pt>
                <c:pt idx="244">
                  <c:v>45944.801099537035</c:v>
                </c:pt>
                <c:pt idx="245">
                  <c:v>45944.801111111112</c:v>
                </c:pt>
                <c:pt idx="246">
                  <c:v>45944.801111111112</c:v>
                </c:pt>
                <c:pt idx="247">
                  <c:v>45944.801111111112</c:v>
                </c:pt>
                <c:pt idx="248">
                  <c:v>45944.801111111112</c:v>
                </c:pt>
                <c:pt idx="249">
                  <c:v>45944.801111111112</c:v>
                </c:pt>
                <c:pt idx="250">
                  <c:v>45944.801111111112</c:v>
                </c:pt>
                <c:pt idx="251">
                  <c:v>45944.801111111112</c:v>
                </c:pt>
                <c:pt idx="252">
                  <c:v>45944.801111111112</c:v>
                </c:pt>
                <c:pt idx="253">
                  <c:v>45944.801111111112</c:v>
                </c:pt>
                <c:pt idx="254">
                  <c:v>45944.801111111112</c:v>
                </c:pt>
                <c:pt idx="255">
                  <c:v>45944.801111111112</c:v>
                </c:pt>
                <c:pt idx="256">
                  <c:v>45944.801111111112</c:v>
                </c:pt>
                <c:pt idx="257">
                  <c:v>45944.801111111112</c:v>
                </c:pt>
                <c:pt idx="258">
                  <c:v>45944.801111111112</c:v>
                </c:pt>
                <c:pt idx="259">
                  <c:v>45944.801111111112</c:v>
                </c:pt>
                <c:pt idx="260">
                  <c:v>45944.801111111112</c:v>
                </c:pt>
                <c:pt idx="261">
                  <c:v>45944.801111111112</c:v>
                </c:pt>
                <c:pt idx="262">
                  <c:v>45944.801111111112</c:v>
                </c:pt>
                <c:pt idx="263">
                  <c:v>45944.801111111112</c:v>
                </c:pt>
                <c:pt idx="264">
                  <c:v>45944.801111111112</c:v>
                </c:pt>
                <c:pt idx="265">
                  <c:v>45944.801122685189</c:v>
                </c:pt>
                <c:pt idx="266">
                  <c:v>45944.801122685189</c:v>
                </c:pt>
                <c:pt idx="267">
                  <c:v>45944.801122685189</c:v>
                </c:pt>
                <c:pt idx="268">
                  <c:v>45944.801122685189</c:v>
                </c:pt>
                <c:pt idx="269">
                  <c:v>45944.801122685189</c:v>
                </c:pt>
                <c:pt idx="270">
                  <c:v>45944.801122685189</c:v>
                </c:pt>
                <c:pt idx="271">
                  <c:v>45944.801122685189</c:v>
                </c:pt>
                <c:pt idx="272">
                  <c:v>45944.801122685189</c:v>
                </c:pt>
                <c:pt idx="273">
                  <c:v>45944.801122685189</c:v>
                </c:pt>
                <c:pt idx="274">
                  <c:v>45944.801122685189</c:v>
                </c:pt>
                <c:pt idx="275">
                  <c:v>45944.801122685189</c:v>
                </c:pt>
                <c:pt idx="276">
                  <c:v>45944.801122685189</c:v>
                </c:pt>
                <c:pt idx="277">
                  <c:v>45944.801122685189</c:v>
                </c:pt>
                <c:pt idx="278">
                  <c:v>45944.801122685189</c:v>
                </c:pt>
                <c:pt idx="279">
                  <c:v>45944.801122685189</c:v>
                </c:pt>
                <c:pt idx="280">
                  <c:v>45944.801122685189</c:v>
                </c:pt>
                <c:pt idx="281">
                  <c:v>45944.801122685189</c:v>
                </c:pt>
                <c:pt idx="282">
                  <c:v>45944.801122685189</c:v>
                </c:pt>
                <c:pt idx="283">
                  <c:v>45944.801122685189</c:v>
                </c:pt>
                <c:pt idx="284">
                  <c:v>45944.801122685189</c:v>
                </c:pt>
                <c:pt idx="285">
                  <c:v>45944.801134259258</c:v>
                </c:pt>
                <c:pt idx="286">
                  <c:v>45944.801134259258</c:v>
                </c:pt>
                <c:pt idx="287">
                  <c:v>45944.801134259258</c:v>
                </c:pt>
                <c:pt idx="288">
                  <c:v>45944.801134259258</c:v>
                </c:pt>
                <c:pt idx="289">
                  <c:v>45944.801134259258</c:v>
                </c:pt>
                <c:pt idx="290">
                  <c:v>45944.801134259258</c:v>
                </c:pt>
                <c:pt idx="291">
                  <c:v>45944.801134259258</c:v>
                </c:pt>
                <c:pt idx="292">
                  <c:v>45944.801134259258</c:v>
                </c:pt>
                <c:pt idx="293">
                  <c:v>45944.801134259258</c:v>
                </c:pt>
                <c:pt idx="294">
                  <c:v>45944.801134259258</c:v>
                </c:pt>
                <c:pt idx="295">
                  <c:v>45944.801134259258</c:v>
                </c:pt>
                <c:pt idx="296">
                  <c:v>45944.801134259258</c:v>
                </c:pt>
                <c:pt idx="297">
                  <c:v>45944.801134259258</c:v>
                </c:pt>
                <c:pt idx="298">
                  <c:v>45944.801134259258</c:v>
                </c:pt>
                <c:pt idx="299">
                  <c:v>45944.801134259258</c:v>
                </c:pt>
                <c:pt idx="300">
                  <c:v>45944.801134259258</c:v>
                </c:pt>
                <c:pt idx="301">
                  <c:v>45944.801134259258</c:v>
                </c:pt>
                <c:pt idx="302">
                  <c:v>45944.801134259258</c:v>
                </c:pt>
                <c:pt idx="303">
                  <c:v>45944.801134259258</c:v>
                </c:pt>
                <c:pt idx="304">
                  <c:v>45944.801134259258</c:v>
                </c:pt>
                <c:pt idx="305">
                  <c:v>45944.801134259258</c:v>
                </c:pt>
                <c:pt idx="306">
                  <c:v>45944.801145833335</c:v>
                </c:pt>
                <c:pt idx="307">
                  <c:v>45944.801145833335</c:v>
                </c:pt>
                <c:pt idx="308">
                  <c:v>45944.801145833335</c:v>
                </c:pt>
                <c:pt idx="309">
                  <c:v>45944.801145833335</c:v>
                </c:pt>
                <c:pt idx="310">
                  <c:v>45944.801145833335</c:v>
                </c:pt>
                <c:pt idx="311">
                  <c:v>45944.801145833335</c:v>
                </c:pt>
                <c:pt idx="312">
                  <c:v>45944.801145833335</c:v>
                </c:pt>
                <c:pt idx="313">
                  <c:v>45944.801145833335</c:v>
                </c:pt>
                <c:pt idx="314">
                  <c:v>45944.801145833335</c:v>
                </c:pt>
                <c:pt idx="315">
                  <c:v>45944.801145833335</c:v>
                </c:pt>
                <c:pt idx="316">
                  <c:v>45944.801145833335</c:v>
                </c:pt>
                <c:pt idx="317">
                  <c:v>45944.801145833335</c:v>
                </c:pt>
                <c:pt idx="318">
                  <c:v>45944.801145833335</c:v>
                </c:pt>
                <c:pt idx="319">
                  <c:v>45944.801145833335</c:v>
                </c:pt>
                <c:pt idx="320">
                  <c:v>45944.801145833335</c:v>
                </c:pt>
                <c:pt idx="321">
                  <c:v>45944.801145833335</c:v>
                </c:pt>
                <c:pt idx="322">
                  <c:v>45944.801145833335</c:v>
                </c:pt>
                <c:pt idx="323">
                  <c:v>45944.801145833335</c:v>
                </c:pt>
                <c:pt idx="324">
                  <c:v>45944.801145833335</c:v>
                </c:pt>
                <c:pt idx="325">
                  <c:v>45944.801145833335</c:v>
                </c:pt>
                <c:pt idx="326">
                  <c:v>45944.801145833335</c:v>
                </c:pt>
                <c:pt idx="327">
                  <c:v>45944.801157407404</c:v>
                </c:pt>
                <c:pt idx="328">
                  <c:v>45944.801157407404</c:v>
                </c:pt>
                <c:pt idx="329">
                  <c:v>45944.801157407404</c:v>
                </c:pt>
                <c:pt idx="330">
                  <c:v>45944.801157407404</c:v>
                </c:pt>
                <c:pt idx="331">
                  <c:v>45944.801157407404</c:v>
                </c:pt>
                <c:pt idx="332">
                  <c:v>45944.801157407404</c:v>
                </c:pt>
                <c:pt idx="333">
                  <c:v>45944.801157407404</c:v>
                </c:pt>
                <c:pt idx="334">
                  <c:v>45944.801157407404</c:v>
                </c:pt>
                <c:pt idx="335">
                  <c:v>45944.801157407404</c:v>
                </c:pt>
                <c:pt idx="336">
                  <c:v>45944.801157407404</c:v>
                </c:pt>
                <c:pt idx="337">
                  <c:v>45944.801157407404</c:v>
                </c:pt>
                <c:pt idx="338">
                  <c:v>45944.801157407404</c:v>
                </c:pt>
                <c:pt idx="339">
                  <c:v>45944.801157407404</c:v>
                </c:pt>
                <c:pt idx="340">
                  <c:v>45944.801157407404</c:v>
                </c:pt>
                <c:pt idx="341">
                  <c:v>45944.801157407404</c:v>
                </c:pt>
                <c:pt idx="342">
                  <c:v>45944.801157407404</c:v>
                </c:pt>
                <c:pt idx="343">
                  <c:v>45944.801157407404</c:v>
                </c:pt>
                <c:pt idx="344">
                  <c:v>45944.801157407404</c:v>
                </c:pt>
                <c:pt idx="345">
                  <c:v>45944.801157407404</c:v>
                </c:pt>
                <c:pt idx="346">
                  <c:v>45944.801157407404</c:v>
                </c:pt>
                <c:pt idx="347">
                  <c:v>45944.801157407404</c:v>
                </c:pt>
                <c:pt idx="348">
                  <c:v>45944.801168981481</c:v>
                </c:pt>
                <c:pt idx="349">
                  <c:v>45944.801168981481</c:v>
                </c:pt>
                <c:pt idx="350">
                  <c:v>45944.801168981481</c:v>
                </c:pt>
                <c:pt idx="351">
                  <c:v>45944.801168981481</c:v>
                </c:pt>
                <c:pt idx="352">
                  <c:v>45944.801168981481</c:v>
                </c:pt>
                <c:pt idx="353">
                  <c:v>45944.801168981481</c:v>
                </c:pt>
                <c:pt idx="354">
                  <c:v>45944.801168981481</c:v>
                </c:pt>
                <c:pt idx="355">
                  <c:v>45944.801168981481</c:v>
                </c:pt>
                <c:pt idx="356">
                  <c:v>45944.801168981481</c:v>
                </c:pt>
                <c:pt idx="357">
                  <c:v>45944.801168981481</c:v>
                </c:pt>
                <c:pt idx="358">
                  <c:v>45944.801168981481</c:v>
                </c:pt>
                <c:pt idx="359">
                  <c:v>45944.801168981481</c:v>
                </c:pt>
                <c:pt idx="360">
                  <c:v>45944.801168981481</c:v>
                </c:pt>
                <c:pt idx="361">
                  <c:v>45944.801168981481</c:v>
                </c:pt>
                <c:pt idx="362">
                  <c:v>45944.801168981481</c:v>
                </c:pt>
              </c:numCache>
            </c:numRef>
          </c:cat>
          <c:val>
            <c:numRef>
              <c:f>Sheet1!$F$2:$F$364</c:f>
              <c:numCache>
                <c:formatCode>General</c:formatCode>
                <c:ptCount val="363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-20</c:v>
                </c:pt>
                <c:pt idx="19">
                  <c:v>-14.000000000000002</c:v>
                </c:pt>
                <c:pt idx="20">
                  <c:v>-22</c:v>
                </c:pt>
                <c:pt idx="21">
                  <c:v>-13</c:v>
                </c:pt>
                <c:pt idx="22">
                  <c:v>-24</c:v>
                </c:pt>
                <c:pt idx="23">
                  <c:v>-20</c:v>
                </c:pt>
                <c:pt idx="24">
                  <c:v>-8</c:v>
                </c:pt>
                <c:pt idx="25">
                  <c:v>-10</c:v>
                </c:pt>
                <c:pt idx="26">
                  <c:v>-9</c:v>
                </c:pt>
                <c:pt idx="27">
                  <c:v>109</c:v>
                </c:pt>
                <c:pt idx="28">
                  <c:v>-6</c:v>
                </c:pt>
                <c:pt idx="29">
                  <c:v>-9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-38</c:v>
                </c:pt>
                <c:pt idx="37">
                  <c:v>-25</c:v>
                </c:pt>
                <c:pt idx="38">
                  <c:v>-28.000000000000004</c:v>
                </c:pt>
                <c:pt idx="39">
                  <c:v>-22</c:v>
                </c:pt>
                <c:pt idx="40">
                  <c:v>-34</c:v>
                </c:pt>
                <c:pt idx="41">
                  <c:v>12</c:v>
                </c:pt>
                <c:pt idx="42">
                  <c:v>22</c:v>
                </c:pt>
                <c:pt idx="43">
                  <c:v>-6</c:v>
                </c:pt>
                <c:pt idx="44">
                  <c:v>-11</c:v>
                </c:pt>
                <c:pt idx="45">
                  <c:v>-14.000000000000002</c:v>
                </c:pt>
                <c:pt idx="46">
                  <c:v>-20</c:v>
                </c:pt>
                <c:pt idx="47">
                  <c:v>0</c:v>
                </c:pt>
                <c:pt idx="48">
                  <c:v>-4</c:v>
                </c:pt>
                <c:pt idx="49">
                  <c:v>0</c:v>
                </c:pt>
                <c:pt idx="50">
                  <c:v>-9</c:v>
                </c:pt>
                <c:pt idx="51">
                  <c:v>0</c:v>
                </c:pt>
                <c:pt idx="52">
                  <c:v>18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35</c:v>
                </c:pt>
                <c:pt idx="57">
                  <c:v>0</c:v>
                </c:pt>
                <c:pt idx="58">
                  <c:v>-3</c:v>
                </c:pt>
                <c:pt idx="59">
                  <c:v>0</c:v>
                </c:pt>
                <c:pt idx="60">
                  <c:v>0</c:v>
                </c:pt>
                <c:pt idx="61">
                  <c:v>36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23</c:v>
                </c:pt>
                <c:pt idx="66">
                  <c:v>56.999999999999993</c:v>
                </c:pt>
                <c:pt idx="67">
                  <c:v>0</c:v>
                </c:pt>
                <c:pt idx="68">
                  <c:v>20</c:v>
                </c:pt>
                <c:pt idx="69">
                  <c:v>22</c:v>
                </c:pt>
                <c:pt idx="70">
                  <c:v>77</c:v>
                </c:pt>
                <c:pt idx="71">
                  <c:v>23</c:v>
                </c:pt>
                <c:pt idx="72">
                  <c:v>24</c:v>
                </c:pt>
                <c:pt idx="73">
                  <c:v>38</c:v>
                </c:pt>
                <c:pt idx="74">
                  <c:v>104</c:v>
                </c:pt>
                <c:pt idx="75">
                  <c:v>11</c:v>
                </c:pt>
                <c:pt idx="76">
                  <c:v>15</c:v>
                </c:pt>
                <c:pt idx="77">
                  <c:v>27</c:v>
                </c:pt>
                <c:pt idx="78">
                  <c:v>159</c:v>
                </c:pt>
                <c:pt idx="79">
                  <c:v>45</c:v>
                </c:pt>
                <c:pt idx="80">
                  <c:v>41</c:v>
                </c:pt>
                <c:pt idx="81">
                  <c:v>22</c:v>
                </c:pt>
                <c:pt idx="82">
                  <c:v>0</c:v>
                </c:pt>
                <c:pt idx="83">
                  <c:v>0</c:v>
                </c:pt>
                <c:pt idx="84">
                  <c:v>6</c:v>
                </c:pt>
                <c:pt idx="85">
                  <c:v>47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-18</c:v>
                </c:pt>
                <c:pt idx="90">
                  <c:v>-18</c:v>
                </c:pt>
                <c:pt idx="91">
                  <c:v>0</c:v>
                </c:pt>
                <c:pt idx="92">
                  <c:v>-18</c:v>
                </c:pt>
                <c:pt idx="93">
                  <c:v>-3</c:v>
                </c:pt>
                <c:pt idx="94">
                  <c:v>0</c:v>
                </c:pt>
                <c:pt idx="95">
                  <c:v>-1</c:v>
                </c:pt>
                <c:pt idx="96">
                  <c:v>-3</c:v>
                </c:pt>
                <c:pt idx="97">
                  <c:v>18</c:v>
                </c:pt>
                <c:pt idx="98">
                  <c:v>-23</c:v>
                </c:pt>
                <c:pt idx="99">
                  <c:v>-28.000000000000004</c:v>
                </c:pt>
                <c:pt idx="100">
                  <c:v>-48</c:v>
                </c:pt>
                <c:pt idx="101">
                  <c:v>-75</c:v>
                </c:pt>
                <c:pt idx="102">
                  <c:v>0</c:v>
                </c:pt>
                <c:pt idx="103">
                  <c:v>-55.000000000000007</c:v>
                </c:pt>
                <c:pt idx="104">
                  <c:v>-56.999999999999993</c:v>
                </c:pt>
                <c:pt idx="105">
                  <c:v>-59</c:v>
                </c:pt>
                <c:pt idx="106">
                  <c:v>-53</c:v>
                </c:pt>
                <c:pt idx="107">
                  <c:v>0</c:v>
                </c:pt>
                <c:pt idx="108">
                  <c:v>0</c:v>
                </c:pt>
                <c:pt idx="109">
                  <c:v>3</c:v>
                </c:pt>
                <c:pt idx="110">
                  <c:v>-21</c:v>
                </c:pt>
                <c:pt idx="111">
                  <c:v>1</c:v>
                </c:pt>
                <c:pt idx="112">
                  <c:v>-15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48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115</c:v>
                </c:pt>
                <c:pt idx="125">
                  <c:v>9</c:v>
                </c:pt>
                <c:pt idx="126">
                  <c:v>38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12</c:v>
                </c:pt>
                <c:pt idx="132">
                  <c:v>13</c:v>
                </c:pt>
                <c:pt idx="133">
                  <c:v>1</c:v>
                </c:pt>
                <c:pt idx="134">
                  <c:v>0</c:v>
                </c:pt>
                <c:pt idx="135">
                  <c:v>15</c:v>
                </c:pt>
                <c:pt idx="136">
                  <c:v>48</c:v>
                </c:pt>
                <c:pt idx="137">
                  <c:v>56.999999999999993</c:v>
                </c:pt>
                <c:pt idx="138">
                  <c:v>54</c:v>
                </c:pt>
                <c:pt idx="139">
                  <c:v>71</c:v>
                </c:pt>
                <c:pt idx="140">
                  <c:v>89</c:v>
                </c:pt>
                <c:pt idx="141">
                  <c:v>93</c:v>
                </c:pt>
                <c:pt idx="142">
                  <c:v>83</c:v>
                </c:pt>
                <c:pt idx="143">
                  <c:v>78</c:v>
                </c:pt>
                <c:pt idx="144">
                  <c:v>87</c:v>
                </c:pt>
                <c:pt idx="145">
                  <c:v>97</c:v>
                </c:pt>
                <c:pt idx="146">
                  <c:v>126</c:v>
                </c:pt>
                <c:pt idx="147">
                  <c:v>127</c:v>
                </c:pt>
                <c:pt idx="148">
                  <c:v>100</c:v>
                </c:pt>
                <c:pt idx="149">
                  <c:v>87</c:v>
                </c:pt>
                <c:pt idx="150">
                  <c:v>74</c:v>
                </c:pt>
                <c:pt idx="151">
                  <c:v>113</c:v>
                </c:pt>
                <c:pt idx="152">
                  <c:v>86</c:v>
                </c:pt>
                <c:pt idx="153">
                  <c:v>160</c:v>
                </c:pt>
                <c:pt idx="154">
                  <c:v>55.000000000000007</c:v>
                </c:pt>
                <c:pt idx="155">
                  <c:v>112</c:v>
                </c:pt>
                <c:pt idx="156">
                  <c:v>61</c:v>
                </c:pt>
                <c:pt idx="157">
                  <c:v>153</c:v>
                </c:pt>
                <c:pt idx="158">
                  <c:v>57.999999999999993</c:v>
                </c:pt>
                <c:pt idx="159">
                  <c:v>128</c:v>
                </c:pt>
                <c:pt idx="160">
                  <c:v>46</c:v>
                </c:pt>
                <c:pt idx="161">
                  <c:v>188</c:v>
                </c:pt>
                <c:pt idx="162">
                  <c:v>72</c:v>
                </c:pt>
                <c:pt idx="163">
                  <c:v>134</c:v>
                </c:pt>
                <c:pt idx="164">
                  <c:v>44</c:v>
                </c:pt>
                <c:pt idx="165">
                  <c:v>93</c:v>
                </c:pt>
                <c:pt idx="166">
                  <c:v>27</c:v>
                </c:pt>
                <c:pt idx="167">
                  <c:v>109</c:v>
                </c:pt>
                <c:pt idx="168">
                  <c:v>45</c:v>
                </c:pt>
                <c:pt idx="169">
                  <c:v>147</c:v>
                </c:pt>
                <c:pt idx="170">
                  <c:v>3</c:v>
                </c:pt>
                <c:pt idx="171">
                  <c:v>108</c:v>
                </c:pt>
                <c:pt idx="172">
                  <c:v>0</c:v>
                </c:pt>
                <c:pt idx="173">
                  <c:v>86</c:v>
                </c:pt>
                <c:pt idx="174">
                  <c:v>37</c:v>
                </c:pt>
                <c:pt idx="175">
                  <c:v>3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11</c:v>
                </c:pt>
                <c:pt idx="190">
                  <c:v>5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33</c:v>
                </c:pt>
                <c:pt idx="201">
                  <c:v>0</c:v>
                </c:pt>
                <c:pt idx="202">
                  <c:v>0</c:v>
                </c:pt>
                <c:pt idx="203">
                  <c:v>-21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-18</c:v>
                </c:pt>
                <c:pt idx="211">
                  <c:v>0</c:v>
                </c:pt>
                <c:pt idx="212">
                  <c:v>0</c:v>
                </c:pt>
                <c:pt idx="213">
                  <c:v>18</c:v>
                </c:pt>
                <c:pt idx="214">
                  <c:v>21</c:v>
                </c:pt>
                <c:pt idx="215">
                  <c:v>13</c:v>
                </c:pt>
                <c:pt idx="216">
                  <c:v>0</c:v>
                </c:pt>
                <c:pt idx="217">
                  <c:v>-38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-3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-10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12</c:v>
                </c:pt>
                <c:pt idx="242">
                  <c:v>0</c:v>
                </c:pt>
                <c:pt idx="243">
                  <c:v>0</c:v>
                </c:pt>
                <c:pt idx="244">
                  <c:v>-15</c:v>
                </c:pt>
                <c:pt idx="245">
                  <c:v>27</c:v>
                </c:pt>
                <c:pt idx="246">
                  <c:v>0</c:v>
                </c:pt>
                <c:pt idx="247">
                  <c:v>0</c:v>
                </c:pt>
                <c:pt idx="248">
                  <c:v>-9</c:v>
                </c:pt>
                <c:pt idx="249">
                  <c:v>-8</c:v>
                </c:pt>
                <c:pt idx="250">
                  <c:v>0</c:v>
                </c:pt>
                <c:pt idx="251">
                  <c:v>-13</c:v>
                </c:pt>
                <c:pt idx="252">
                  <c:v>0</c:v>
                </c:pt>
                <c:pt idx="253">
                  <c:v>-4</c:v>
                </c:pt>
                <c:pt idx="254">
                  <c:v>0</c:v>
                </c:pt>
                <c:pt idx="255">
                  <c:v>-15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49</c:v>
                </c:pt>
                <c:pt idx="260">
                  <c:v>0</c:v>
                </c:pt>
                <c:pt idx="261">
                  <c:v>0</c:v>
                </c:pt>
                <c:pt idx="262">
                  <c:v>47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63</c:v>
                </c:pt>
                <c:pt idx="271">
                  <c:v>14.000000000000002</c:v>
                </c:pt>
                <c:pt idx="272">
                  <c:v>0</c:v>
                </c:pt>
                <c:pt idx="273">
                  <c:v>108</c:v>
                </c:pt>
                <c:pt idx="274">
                  <c:v>0</c:v>
                </c:pt>
                <c:pt idx="275">
                  <c:v>0</c:v>
                </c:pt>
                <c:pt idx="276">
                  <c:v>104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2</c:v>
                </c:pt>
                <c:pt idx="283">
                  <c:v>131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67</c:v>
                </c:pt>
                <c:pt idx="289">
                  <c:v>0</c:v>
                </c:pt>
                <c:pt idx="290">
                  <c:v>0</c:v>
                </c:pt>
                <c:pt idx="291">
                  <c:v>2</c:v>
                </c:pt>
                <c:pt idx="292">
                  <c:v>90</c:v>
                </c:pt>
                <c:pt idx="293">
                  <c:v>13</c:v>
                </c:pt>
                <c:pt idx="294">
                  <c:v>22</c:v>
                </c:pt>
                <c:pt idx="295">
                  <c:v>16</c:v>
                </c:pt>
                <c:pt idx="296">
                  <c:v>52</c:v>
                </c:pt>
                <c:pt idx="297">
                  <c:v>69</c:v>
                </c:pt>
                <c:pt idx="298">
                  <c:v>2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125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99</c:v>
                </c:pt>
                <c:pt idx="310">
                  <c:v>72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208</c:v>
                </c:pt>
                <c:pt idx="320">
                  <c:v>46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C6C-4E57-BDE7-FE2A20667553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M8005 제어모드</c:v>
                </c:pt>
              </c:strCache>
            </c:strRef>
          </c:tx>
          <c:spPr>
            <a:ln w="28575" cap="rnd">
              <a:solidFill>
                <a:schemeClr val="accent1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Sheet1!$A$2:$A$364</c:f>
              <c:numCache>
                <c:formatCode>yyyy/mm/dd\ ddd\ hh:mm:ss</c:formatCode>
                <c:ptCount val="363"/>
                <c:pt idx="0">
                  <c:v>45944.80096064815</c:v>
                </c:pt>
                <c:pt idx="1">
                  <c:v>45944.80097222222</c:v>
                </c:pt>
                <c:pt idx="2">
                  <c:v>45944.80097222222</c:v>
                </c:pt>
                <c:pt idx="3">
                  <c:v>45944.80097222222</c:v>
                </c:pt>
                <c:pt idx="4">
                  <c:v>45944.80097222222</c:v>
                </c:pt>
                <c:pt idx="5">
                  <c:v>45944.80097222222</c:v>
                </c:pt>
                <c:pt idx="6">
                  <c:v>45944.80097222222</c:v>
                </c:pt>
                <c:pt idx="7">
                  <c:v>45944.80097222222</c:v>
                </c:pt>
                <c:pt idx="8">
                  <c:v>45944.80097222222</c:v>
                </c:pt>
                <c:pt idx="9">
                  <c:v>45944.80097222222</c:v>
                </c:pt>
                <c:pt idx="10">
                  <c:v>45944.80097222222</c:v>
                </c:pt>
                <c:pt idx="11">
                  <c:v>45944.80097222222</c:v>
                </c:pt>
                <c:pt idx="12">
                  <c:v>45944.80097222222</c:v>
                </c:pt>
                <c:pt idx="13">
                  <c:v>45944.80097222222</c:v>
                </c:pt>
                <c:pt idx="14">
                  <c:v>45944.80097222222</c:v>
                </c:pt>
                <c:pt idx="15">
                  <c:v>45944.80097222222</c:v>
                </c:pt>
                <c:pt idx="16">
                  <c:v>45944.80097222222</c:v>
                </c:pt>
                <c:pt idx="17">
                  <c:v>45944.80097222222</c:v>
                </c:pt>
                <c:pt idx="18">
                  <c:v>45944.80097222222</c:v>
                </c:pt>
                <c:pt idx="19">
                  <c:v>45944.80097222222</c:v>
                </c:pt>
                <c:pt idx="20">
                  <c:v>45944.80097222222</c:v>
                </c:pt>
                <c:pt idx="21">
                  <c:v>45944.80097222222</c:v>
                </c:pt>
                <c:pt idx="22">
                  <c:v>45944.800983796296</c:v>
                </c:pt>
                <c:pt idx="23">
                  <c:v>45944.800983796296</c:v>
                </c:pt>
                <c:pt idx="24">
                  <c:v>45944.800983796296</c:v>
                </c:pt>
                <c:pt idx="25">
                  <c:v>45944.800983796296</c:v>
                </c:pt>
                <c:pt idx="26">
                  <c:v>45944.800983796296</c:v>
                </c:pt>
                <c:pt idx="27">
                  <c:v>45944.800983796296</c:v>
                </c:pt>
                <c:pt idx="28">
                  <c:v>45944.800983796296</c:v>
                </c:pt>
                <c:pt idx="29">
                  <c:v>45944.800983796296</c:v>
                </c:pt>
                <c:pt idx="30">
                  <c:v>45944.800983796296</c:v>
                </c:pt>
                <c:pt idx="31">
                  <c:v>45944.800983796296</c:v>
                </c:pt>
                <c:pt idx="32">
                  <c:v>45944.800983796296</c:v>
                </c:pt>
                <c:pt idx="33">
                  <c:v>45944.800983796296</c:v>
                </c:pt>
                <c:pt idx="34">
                  <c:v>45944.800983796296</c:v>
                </c:pt>
                <c:pt idx="35">
                  <c:v>45944.800983796296</c:v>
                </c:pt>
                <c:pt idx="36">
                  <c:v>45944.800983796296</c:v>
                </c:pt>
                <c:pt idx="37">
                  <c:v>45944.800983796296</c:v>
                </c:pt>
                <c:pt idx="38">
                  <c:v>45944.800983796296</c:v>
                </c:pt>
                <c:pt idx="39">
                  <c:v>45944.800983796296</c:v>
                </c:pt>
                <c:pt idx="40">
                  <c:v>45944.800983796296</c:v>
                </c:pt>
                <c:pt idx="41">
                  <c:v>45944.800983796296</c:v>
                </c:pt>
                <c:pt idx="42">
                  <c:v>45944.800983796296</c:v>
                </c:pt>
                <c:pt idx="43">
                  <c:v>45944.800995370373</c:v>
                </c:pt>
                <c:pt idx="44">
                  <c:v>45944.800995370373</c:v>
                </c:pt>
                <c:pt idx="45">
                  <c:v>45944.800995370373</c:v>
                </c:pt>
                <c:pt idx="46">
                  <c:v>45944.800995370373</c:v>
                </c:pt>
                <c:pt idx="47">
                  <c:v>45944.800995370373</c:v>
                </c:pt>
                <c:pt idx="48">
                  <c:v>45944.800995370373</c:v>
                </c:pt>
                <c:pt idx="49">
                  <c:v>45944.800995370373</c:v>
                </c:pt>
                <c:pt idx="50">
                  <c:v>45944.800995370373</c:v>
                </c:pt>
                <c:pt idx="51">
                  <c:v>45944.800995370373</c:v>
                </c:pt>
                <c:pt idx="52">
                  <c:v>45944.800995370373</c:v>
                </c:pt>
                <c:pt idx="53">
                  <c:v>45944.800995370373</c:v>
                </c:pt>
                <c:pt idx="54">
                  <c:v>45944.800995370373</c:v>
                </c:pt>
                <c:pt idx="55">
                  <c:v>45944.800995370373</c:v>
                </c:pt>
                <c:pt idx="56">
                  <c:v>45944.800995370373</c:v>
                </c:pt>
                <c:pt idx="57">
                  <c:v>45944.800995370373</c:v>
                </c:pt>
                <c:pt idx="58">
                  <c:v>45944.800995370373</c:v>
                </c:pt>
                <c:pt idx="59">
                  <c:v>45944.800995370373</c:v>
                </c:pt>
                <c:pt idx="60">
                  <c:v>45944.800995370373</c:v>
                </c:pt>
                <c:pt idx="61">
                  <c:v>45944.800995370373</c:v>
                </c:pt>
                <c:pt idx="62">
                  <c:v>45944.800995370373</c:v>
                </c:pt>
                <c:pt idx="63">
                  <c:v>45944.801006944443</c:v>
                </c:pt>
                <c:pt idx="64">
                  <c:v>45944.801006944443</c:v>
                </c:pt>
                <c:pt idx="65">
                  <c:v>45944.801006944443</c:v>
                </c:pt>
                <c:pt idx="66">
                  <c:v>45944.801006944443</c:v>
                </c:pt>
                <c:pt idx="67">
                  <c:v>45944.801006944443</c:v>
                </c:pt>
                <c:pt idx="68">
                  <c:v>45944.801006944443</c:v>
                </c:pt>
                <c:pt idx="69">
                  <c:v>45944.801006944443</c:v>
                </c:pt>
                <c:pt idx="70">
                  <c:v>45944.801006944443</c:v>
                </c:pt>
                <c:pt idx="71">
                  <c:v>45944.801006944443</c:v>
                </c:pt>
                <c:pt idx="72">
                  <c:v>45944.801006944443</c:v>
                </c:pt>
                <c:pt idx="73">
                  <c:v>45944.801006944443</c:v>
                </c:pt>
                <c:pt idx="74">
                  <c:v>45944.801006944443</c:v>
                </c:pt>
                <c:pt idx="75">
                  <c:v>45944.801006944443</c:v>
                </c:pt>
                <c:pt idx="76">
                  <c:v>45944.801006944443</c:v>
                </c:pt>
                <c:pt idx="77">
                  <c:v>45944.801006944443</c:v>
                </c:pt>
                <c:pt idx="78">
                  <c:v>45944.801006944443</c:v>
                </c:pt>
                <c:pt idx="79">
                  <c:v>45944.801006944443</c:v>
                </c:pt>
                <c:pt idx="80">
                  <c:v>45944.801006944443</c:v>
                </c:pt>
                <c:pt idx="81">
                  <c:v>45944.801006944443</c:v>
                </c:pt>
                <c:pt idx="82">
                  <c:v>45944.801018518519</c:v>
                </c:pt>
                <c:pt idx="83">
                  <c:v>45944.801018518519</c:v>
                </c:pt>
                <c:pt idx="84">
                  <c:v>45944.801018518519</c:v>
                </c:pt>
                <c:pt idx="85">
                  <c:v>45944.801018518519</c:v>
                </c:pt>
                <c:pt idx="86">
                  <c:v>45944.801018518519</c:v>
                </c:pt>
                <c:pt idx="87">
                  <c:v>45944.801018518519</c:v>
                </c:pt>
                <c:pt idx="88">
                  <c:v>45944.801018518519</c:v>
                </c:pt>
                <c:pt idx="89">
                  <c:v>45944.801018518519</c:v>
                </c:pt>
                <c:pt idx="90">
                  <c:v>45944.801018518519</c:v>
                </c:pt>
                <c:pt idx="91">
                  <c:v>45944.801018518519</c:v>
                </c:pt>
                <c:pt idx="92">
                  <c:v>45944.801018518519</c:v>
                </c:pt>
                <c:pt idx="93">
                  <c:v>45944.801018518519</c:v>
                </c:pt>
                <c:pt idx="94">
                  <c:v>45944.801018518519</c:v>
                </c:pt>
                <c:pt idx="95">
                  <c:v>45944.801018518519</c:v>
                </c:pt>
                <c:pt idx="96">
                  <c:v>45944.801018518519</c:v>
                </c:pt>
                <c:pt idx="97">
                  <c:v>45944.801018518519</c:v>
                </c:pt>
                <c:pt idx="98">
                  <c:v>45944.801018518519</c:v>
                </c:pt>
                <c:pt idx="99">
                  <c:v>45944.801018518519</c:v>
                </c:pt>
                <c:pt idx="100">
                  <c:v>45944.801018518519</c:v>
                </c:pt>
                <c:pt idx="101">
                  <c:v>45944.801018518519</c:v>
                </c:pt>
                <c:pt idx="102">
                  <c:v>45944.801030092596</c:v>
                </c:pt>
                <c:pt idx="103">
                  <c:v>45944.801030092596</c:v>
                </c:pt>
                <c:pt idx="104">
                  <c:v>45944.801030092596</c:v>
                </c:pt>
                <c:pt idx="105">
                  <c:v>45944.801030092596</c:v>
                </c:pt>
                <c:pt idx="106">
                  <c:v>45944.801030092596</c:v>
                </c:pt>
                <c:pt idx="107">
                  <c:v>45944.801030092596</c:v>
                </c:pt>
                <c:pt idx="108">
                  <c:v>45944.801030092596</c:v>
                </c:pt>
                <c:pt idx="109">
                  <c:v>45944.801030092596</c:v>
                </c:pt>
                <c:pt idx="110">
                  <c:v>45944.801030092596</c:v>
                </c:pt>
                <c:pt idx="111">
                  <c:v>45944.801030092596</c:v>
                </c:pt>
                <c:pt idx="112">
                  <c:v>45944.801030092596</c:v>
                </c:pt>
                <c:pt idx="113">
                  <c:v>45944.801030092596</c:v>
                </c:pt>
                <c:pt idx="114">
                  <c:v>45944.801030092596</c:v>
                </c:pt>
                <c:pt idx="115">
                  <c:v>45944.801030092596</c:v>
                </c:pt>
                <c:pt idx="116">
                  <c:v>45944.801030092596</c:v>
                </c:pt>
                <c:pt idx="117">
                  <c:v>45944.801030092596</c:v>
                </c:pt>
                <c:pt idx="118">
                  <c:v>45944.801030092596</c:v>
                </c:pt>
                <c:pt idx="119">
                  <c:v>45944.801030092596</c:v>
                </c:pt>
                <c:pt idx="120">
                  <c:v>45944.801030092596</c:v>
                </c:pt>
                <c:pt idx="121">
                  <c:v>45944.801030092596</c:v>
                </c:pt>
                <c:pt idx="122">
                  <c:v>45944.801041666666</c:v>
                </c:pt>
                <c:pt idx="123">
                  <c:v>45944.801041666666</c:v>
                </c:pt>
                <c:pt idx="124">
                  <c:v>45944.801041666666</c:v>
                </c:pt>
                <c:pt idx="125">
                  <c:v>45944.801041666666</c:v>
                </c:pt>
                <c:pt idx="126">
                  <c:v>45944.801041666666</c:v>
                </c:pt>
                <c:pt idx="127">
                  <c:v>45944.801041666666</c:v>
                </c:pt>
                <c:pt idx="128">
                  <c:v>45944.801041666666</c:v>
                </c:pt>
                <c:pt idx="129">
                  <c:v>45944.801041666666</c:v>
                </c:pt>
                <c:pt idx="130">
                  <c:v>45944.801041666666</c:v>
                </c:pt>
                <c:pt idx="131">
                  <c:v>45944.801041666666</c:v>
                </c:pt>
                <c:pt idx="132">
                  <c:v>45944.801041666666</c:v>
                </c:pt>
                <c:pt idx="133">
                  <c:v>45944.801041666666</c:v>
                </c:pt>
                <c:pt idx="134">
                  <c:v>45944.801041666666</c:v>
                </c:pt>
                <c:pt idx="135">
                  <c:v>45944.801041666666</c:v>
                </c:pt>
                <c:pt idx="136">
                  <c:v>45944.801041666666</c:v>
                </c:pt>
                <c:pt idx="137">
                  <c:v>45944.801041666666</c:v>
                </c:pt>
                <c:pt idx="138">
                  <c:v>45944.801041666666</c:v>
                </c:pt>
                <c:pt idx="139">
                  <c:v>45944.801041666666</c:v>
                </c:pt>
                <c:pt idx="140">
                  <c:v>45944.801041666666</c:v>
                </c:pt>
                <c:pt idx="141">
                  <c:v>45944.801041666666</c:v>
                </c:pt>
                <c:pt idx="142">
                  <c:v>45944.801053240742</c:v>
                </c:pt>
                <c:pt idx="143">
                  <c:v>45944.801053240742</c:v>
                </c:pt>
                <c:pt idx="144">
                  <c:v>45944.801053240742</c:v>
                </c:pt>
                <c:pt idx="145">
                  <c:v>45944.801053240742</c:v>
                </c:pt>
                <c:pt idx="146">
                  <c:v>45944.801053240742</c:v>
                </c:pt>
                <c:pt idx="147">
                  <c:v>45944.801053240742</c:v>
                </c:pt>
                <c:pt idx="148">
                  <c:v>45944.801053240742</c:v>
                </c:pt>
                <c:pt idx="149">
                  <c:v>45944.801053240742</c:v>
                </c:pt>
                <c:pt idx="150">
                  <c:v>45944.801053240742</c:v>
                </c:pt>
                <c:pt idx="151">
                  <c:v>45944.801053240742</c:v>
                </c:pt>
                <c:pt idx="152">
                  <c:v>45944.801053240742</c:v>
                </c:pt>
                <c:pt idx="153">
                  <c:v>45944.801053240742</c:v>
                </c:pt>
                <c:pt idx="154">
                  <c:v>45944.801053240742</c:v>
                </c:pt>
                <c:pt idx="155">
                  <c:v>45944.801053240742</c:v>
                </c:pt>
                <c:pt idx="156">
                  <c:v>45944.801053240742</c:v>
                </c:pt>
                <c:pt idx="157">
                  <c:v>45944.801053240742</c:v>
                </c:pt>
                <c:pt idx="158">
                  <c:v>45944.801053240742</c:v>
                </c:pt>
                <c:pt idx="159">
                  <c:v>45944.801053240742</c:v>
                </c:pt>
                <c:pt idx="160">
                  <c:v>45944.801053240742</c:v>
                </c:pt>
                <c:pt idx="161">
                  <c:v>45944.801053240742</c:v>
                </c:pt>
                <c:pt idx="162">
                  <c:v>45944.801053240742</c:v>
                </c:pt>
                <c:pt idx="163">
                  <c:v>45944.801053240742</c:v>
                </c:pt>
                <c:pt idx="164">
                  <c:v>45944.801064814812</c:v>
                </c:pt>
                <c:pt idx="165">
                  <c:v>45944.801064814812</c:v>
                </c:pt>
                <c:pt idx="166">
                  <c:v>45944.801064814812</c:v>
                </c:pt>
                <c:pt idx="167">
                  <c:v>45944.801064814812</c:v>
                </c:pt>
                <c:pt idx="168">
                  <c:v>45944.801064814812</c:v>
                </c:pt>
                <c:pt idx="169">
                  <c:v>45944.801064814812</c:v>
                </c:pt>
                <c:pt idx="170">
                  <c:v>45944.801064814812</c:v>
                </c:pt>
                <c:pt idx="171">
                  <c:v>45944.801064814812</c:v>
                </c:pt>
                <c:pt idx="172">
                  <c:v>45944.801064814812</c:v>
                </c:pt>
                <c:pt idx="173">
                  <c:v>45944.801064814812</c:v>
                </c:pt>
                <c:pt idx="174">
                  <c:v>45944.801064814812</c:v>
                </c:pt>
                <c:pt idx="175">
                  <c:v>45944.801064814812</c:v>
                </c:pt>
                <c:pt idx="176">
                  <c:v>45944.801064814812</c:v>
                </c:pt>
                <c:pt idx="177">
                  <c:v>45944.801064814812</c:v>
                </c:pt>
                <c:pt idx="178">
                  <c:v>45944.801064814812</c:v>
                </c:pt>
                <c:pt idx="179">
                  <c:v>45944.801064814812</c:v>
                </c:pt>
                <c:pt idx="180">
                  <c:v>45944.801064814812</c:v>
                </c:pt>
                <c:pt idx="181">
                  <c:v>45944.801064814812</c:v>
                </c:pt>
                <c:pt idx="182">
                  <c:v>45944.801064814812</c:v>
                </c:pt>
                <c:pt idx="183">
                  <c:v>45944.801064814812</c:v>
                </c:pt>
                <c:pt idx="184">
                  <c:v>45944.801076388889</c:v>
                </c:pt>
                <c:pt idx="185">
                  <c:v>45944.801076388889</c:v>
                </c:pt>
                <c:pt idx="186">
                  <c:v>45944.801076388889</c:v>
                </c:pt>
                <c:pt idx="187">
                  <c:v>45944.801076388889</c:v>
                </c:pt>
                <c:pt idx="188">
                  <c:v>45944.801076388889</c:v>
                </c:pt>
                <c:pt idx="189">
                  <c:v>45944.801076388889</c:v>
                </c:pt>
                <c:pt idx="190">
                  <c:v>45944.801076388889</c:v>
                </c:pt>
                <c:pt idx="191">
                  <c:v>45944.801076388889</c:v>
                </c:pt>
                <c:pt idx="192">
                  <c:v>45944.801076388889</c:v>
                </c:pt>
                <c:pt idx="193">
                  <c:v>45944.801076388889</c:v>
                </c:pt>
                <c:pt idx="194">
                  <c:v>45944.801076388889</c:v>
                </c:pt>
                <c:pt idx="195">
                  <c:v>45944.801076388889</c:v>
                </c:pt>
                <c:pt idx="196">
                  <c:v>45944.801076388889</c:v>
                </c:pt>
                <c:pt idx="197">
                  <c:v>45944.801076388889</c:v>
                </c:pt>
                <c:pt idx="198">
                  <c:v>45944.801076388889</c:v>
                </c:pt>
                <c:pt idx="199">
                  <c:v>45944.801076388889</c:v>
                </c:pt>
                <c:pt idx="200">
                  <c:v>45944.801076388889</c:v>
                </c:pt>
                <c:pt idx="201">
                  <c:v>45944.801076388889</c:v>
                </c:pt>
                <c:pt idx="202">
                  <c:v>45944.801076388889</c:v>
                </c:pt>
                <c:pt idx="203">
                  <c:v>45944.801076388889</c:v>
                </c:pt>
                <c:pt idx="204">
                  <c:v>45944.801076388889</c:v>
                </c:pt>
                <c:pt idx="205">
                  <c:v>45944.801076388889</c:v>
                </c:pt>
                <c:pt idx="206">
                  <c:v>45944.801087962966</c:v>
                </c:pt>
                <c:pt idx="207">
                  <c:v>45944.801087962966</c:v>
                </c:pt>
                <c:pt idx="208">
                  <c:v>45944.801087962966</c:v>
                </c:pt>
                <c:pt idx="209">
                  <c:v>45944.801087962966</c:v>
                </c:pt>
                <c:pt idx="210">
                  <c:v>45944.801087962966</c:v>
                </c:pt>
                <c:pt idx="211">
                  <c:v>45944.801087962966</c:v>
                </c:pt>
                <c:pt idx="212">
                  <c:v>45944.801087962966</c:v>
                </c:pt>
                <c:pt idx="213">
                  <c:v>45944.801087962966</c:v>
                </c:pt>
                <c:pt idx="214">
                  <c:v>45944.801087962966</c:v>
                </c:pt>
                <c:pt idx="215">
                  <c:v>45944.801087962966</c:v>
                </c:pt>
                <c:pt idx="216">
                  <c:v>45944.801087962966</c:v>
                </c:pt>
                <c:pt idx="217">
                  <c:v>45944.801087962966</c:v>
                </c:pt>
                <c:pt idx="218">
                  <c:v>45944.801087962966</c:v>
                </c:pt>
                <c:pt idx="219">
                  <c:v>45944.801087962966</c:v>
                </c:pt>
                <c:pt idx="220">
                  <c:v>45944.801087962966</c:v>
                </c:pt>
                <c:pt idx="221">
                  <c:v>45944.801087962966</c:v>
                </c:pt>
                <c:pt idx="222">
                  <c:v>45944.801087962966</c:v>
                </c:pt>
                <c:pt idx="223">
                  <c:v>45944.801087962966</c:v>
                </c:pt>
                <c:pt idx="224">
                  <c:v>45944.801087962966</c:v>
                </c:pt>
                <c:pt idx="225">
                  <c:v>45944.801099537035</c:v>
                </c:pt>
                <c:pt idx="226">
                  <c:v>45944.801099537035</c:v>
                </c:pt>
                <c:pt idx="227">
                  <c:v>45944.801099537035</c:v>
                </c:pt>
                <c:pt idx="228">
                  <c:v>45944.801099537035</c:v>
                </c:pt>
                <c:pt idx="229">
                  <c:v>45944.801099537035</c:v>
                </c:pt>
                <c:pt idx="230">
                  <c:v>45944.801099537035</c:v>
                </c:pt>
                <c:pt idx="231">
                  <c:v>45944.801099537035</c:v>
                </c:pt>
                <c:pt idx="232">
                  <c:v>45944.801099537035</c:v>
                </c:pt>
                <c:pt idx="233">
                  <c:v>45944.801099537035</c:v>
                </c:pt>
                <c:pt idx="234">
                  <c:v>45944.801099537035</c:v>
                </c:pt>
                <c:pt idx="235">
                  <c:v>45944.801099537035</c:v>
                </c:pt>
                <c:pt idx="236">
                  <c:v>45944.801099537035</c:v>
                </c:pt>
                <c:pt idx="237">
                  <c:v>45944.801099537035</c:v>
                </c:pt>
                <c:pt idx="238">
                  <c:v>45944.801099537035</c:v>
                </c:pt>
                <c:pt idx="239">
                  <c:v>45944.801099537035</c:v>
                </c:pt>
                <c:pt idx="240">
                  <c:v>45944.801099537035</c:v>
                </c:pt>
                <c:pt idx="241">
                  <c:v>45944.801099537035</c:v>
                </c:pt>
                <c:pt idx="242">
                  <c:v>45944.801099537035</c:v>
                </c:pt>
                <c:pt idx="243">
                  <c:v>45944.801099537035</c:v>
                </c:pt>
                <c:pt idx="244">
                  <c:v>45944.801099537035</c:v>
                </c:pt>
                <c:pt idx="245">
                  <c:v>45944.801111111112</c:v>
                </c:pt>
                <c:pt idx="246">
                  <c:v>45944.801111111112</c:v>
                </c:pt>
                <c:pt idx="247">
                  <c:v>45944.801111111112</c:v>
                </c:pt>
                <c:pt idx="248">
                  <c:v>45944.801111111112</c:v>
                </c:pt>
                <c:pt idx="249">
                  <c:v>45944.801111111112</c:v>
                </c:pt>
                <c:pt idx="250">
                  <c:v>45944.801111111112</c:v>
                </c:pt>
                <c:pt idx="251">
                  <c:v>45944.801111111112</c:v>
                </c:pt>
                <c:pt idx="252">
                  <c:v>45944.801111111112</c:v>
                </c:pt>
                <c:pt idx="253">
                  <c:v>45944.801111111112</c:v>
                </c:pt>
                <c:pt idx="254">
                  <c:v>45944.801111111112</c:v>
                </c:pt>
                <c:pt idx="255">
                  <c:v>45944.801111111112</c:v>
                </c:pt>
                <c:pt idx="256">
                  <c:v>45944.801111111112</c:v>
                </c:pt>
                <c:pt idx="257">
                  <c:v>45944.801111111112</c:v>
                </c:pt>
                <c:pt idx="258">
                  <c:v>45944.801111111112</c:v>
                </c:pt>
                <c:pt idx="259">
                  <c:v>45944.801111111112</c:v>
                </c:pt>
                <c:pt idx="260">
                  <c:v>45944.801111111112</c:v>
                </c:pt>
                <c:pt idx="261">
                  <c:v>45944.801111111112</c:v>
                </c:pt>
                <c:pt idx="262">
                  <c:v>45944.801111111112</c:v>
                </c:pt>
                <c:pt idx="263">
                  <c:v>45944.801111111112</c:v>
                </c:pt>
                <c:pt idx="264">
                  <c:v>45944.801111111112</c:v>
                </c:pt>
                <c:pt idx="265">
                  <c:v>45944.801122685189</c:v>
                </c:pt>
                <c:pt idx="266">
                  <c:v>45944.801122685189</c:v>
                </c:pt>
                <c:pt idx="267">
                  <c:v>45944.801122685189</c:v>
                </c:pt>
                <c:pt idx="268">
                  <c:v>45944.801122685189</c:v>
                </c:pt>
                <c:pt idx="269">
                  <c:v>45944.801122685189</c:v>
                </c:pt>
                <c:pt idx="270">
                  <c:v>45944.801122685189</c:v>
                </c:pt>
                <c:pt idx="271">
                  <c:v>45944.801122685189</c:v>
                </c:pt>
                <c:pt idx="272">
                  <c:v>45944.801122685189</c:v>
                </c:pt>
                <c:pt idx="273">
                  <c:v>45944.801122685189</c:v>
                </c:pt>
                <c:pt idx="274">
                  <c:v>45944.801122685189</c:v>
                </c:pt>
                <c:pt idx="275">
                  <c:v>45944.801122685189</c:v>
                </c:pt>
                <c:pt idx="276">
                  <c:v>45944.801122685189</c:v>
                </c:pt>
                <c:pt idx="277">
                  <c:v>45944.801122685189</c:v>
                </c:pt>
                <c:pt idx="278">
                  <c:v>45944.801122685189</c:v>
                </c:pt>
                <c:pt idx="279">
                  <c:v>45944.801122685189</c:v>
                </c:pt>
                <c:pt idx="280">
                  <c:v>45944.801122685189</c:v>
                </c:pt>
                <c:pt idx="281">
                  <c:v>45944.801122685189</c:v>
                </c:pt>
                <c:pt idx="282">
                  <c:v>45944.801122685189</c:v>
                </c:pt>
                <c:pt idx="283">
                  <c:v>45944.801122685189</c:v>
                </c:pt>
                <c:pt idx="284">
                  <c:v>45944.801122685189</c:v>
                </c:pt>
                <c:pt idx="285">
                  <c:v>45944.801134259258</c:v>
                </c:pt>
                <c:pt idx="286">
                  <c:v>45944.801134259258</c:v>
                </c:pt>
                <c:pt idx="287">
                  <c:v>45944.801134259258</c:v>
                </c:pt>
                <c:pt idx="288">
                  <c:v>45944.801134259258</c:v>
                </c:pt>
                <c:pt idx="289">
                  <c:v>45944.801134259258</c:v>
                </c:pt>
                <c:pt idx="290">
                  <c:v>45944.801134259258</c:v>
                </c:pt>
                <c:pt idx="291">
                  <c:v>45944.801134259258</c:v>
                </c:pt>
                <c:pt idx="292">
                  <c:v>45944.801134259258</c:v>
                </c:pt>
                <c:pt idx="293">
                  <c:v>45944.801134259258</c:v>
                </c:pt>
                <c:pt idx="294">
                  <c:v>45944.801134259258</c:v>
                </c:pt>
                <c:pt idx="295">
                  <c:v>45944.801134259258</c:v>
                </c:pt>
                <c:pt idx="296">
                  <c:v>45944.801134259258</c:v>
                </c:pt>
                <c:pt idx="297">
                  <c:v>45944.801134259258</c:v>
                </c:pt>
                <c:pt idx="298">
                  <c:v>45944.801134259258</c:v>
                </c:pt>
                <c:pt idx="299">
                  <c:v>45944.801134259258</c:v>
                </c:pt>
                <c:pt idx="300">
                  <c:v>45944.801134259258</c:v>
                </c:pt>
                <c:pt idx="301">
                  <c:v>45944.801134259258</c:v>
                </c:pt>
                <c:pt idx="302">
                  <c:v>45944.801134259258</c:v>
                </c:pt>
                <c:pt idx="303">
                  <c:v>45944.801134259258</c:v>
                </c:pt>
                <c:pt idx="304">
                  <c:v>45944.801134259258</c:v>
                </c:pt>
                <c:pt idx="305">
                  <c:v>45944.801134259258</c:v>
                </c:pt>
                <c:pt idx="306">
                  <c:v>45944.801145833335</c:v>
                </c:pt>
                <c:pt idx="307">
                  <c:v>45944.801145833335</c:v>
                </c:pt>
                <c:pt idx="308">
                  <c:v>45944.801145833335</c:v>
                </c:pt>
                <c:pt idx="309">
                  <c:v>45944.801145833335</c:v>
                </c:pt>
                <c:pt idx="310">
                  <c:v>45944.801145833335</c:v>
                </c:pt>
                <c:pt idx="311">
                  <c:v>45944.801145833335</c:v>
                </c:pt>
                <c:pt idx="312">
                  <c:v>45944.801145833335</c:v>
                </c:pt>
                <c:pt idx="313">
                  <c:v>45944.801145833335</c:v>
                </c:pt>
                <c:pt idx="314">
                  <c:v>45944.801145833335</c:v>
                </c:pt>
                <c:pt idx="315">
                  <c:v>45944.801145833335</c:v>
                </c:pt>
                <c:pt idx="316">
                  <c:v>45944.801145833335</c:v>
                </c:pt>
                <c:pt idx="317">
                  <c:v>45944.801145833335</c:v>
                </c:pt>
                <c:pt idx="318">
                  <c:v>45944.801145833335</c:v>
                </c:pt>
                <c:pt idx="319">
                  <c:v>45944.801145833335</c:v>
                </c:pt>
                <c:pt idx="320">
                  <c:v>45944.801145833335</c:v>
                </c:pt>
                <c:pt idx="321">
                  <c:v>45944.801145833335</c:v>
                </c:pt>
                <c:pt idx="322">
                  <c:v>45944.801145833335</c:v>
                </c:pt>
                <c:pt idx="323">
                  <c:v>45944.801145833335</c:v>
                </c:pt>
                <c:pt idx="324">
                  <c:v>45944.801145833335</c:v>
                </c:pt>
                <c:pt idx="325">
                  <c:v>45944.801145833335</c:v>
                </c:pt>
                <c:pt idx="326">
                  <c:v>45944.801145833335</c:v>
                </c:pt>
                <c:pt idx="327">
                  <c:v>45944.801157407404</c:v>
                </c:pt>
                <c:pt idx="328">
                  <c:v>45944.801157407404</c:v>
                </c:pt>
                <c:pt idx="329">
                  <c:v>45944.801157407404</c:v>
                </c:pt>
                <c:pt idx="330">
                  <c:v>45944.801157407404</c:v>
                </c:pt>
                <c:pt idx="331">
                  <c:v>45944.801157407404</c:v>
                </c:pt>
                <c:pt idx="332">
                  <c:v>45944.801157407404</c:v>
                </c:pt>
                <c:pt idx="333">
                  <c:v>45944.801157407404</c:v>
                </c:pt>
                <c:pt idx="334">
                  <c:v>45944.801157407404</c:v>
                </c:pt>
                <c:pt idx="335">
                  <c:v>45944.801157407404</c:v>
                </c:pt>
                <c:pt idx="336">
                  <c:v>45944.801157407404</c:v>
                </c:pt>
                <c:pt idx="337">
                  <c:v>45944.801157407404</c:v>
                </c:pt>
                <c:pt idx="338">
                  <c:v>45944.801157407404</c:v>
                </c:pt>
                <c:pt idx="339">
                  <c:v>45944.801157407404</c:v>
                </c:pt>
                <c:pt idx="340">
                  <c:v>45944.801157407404</c:v>
                </c:pt>
                <c:pt idx="341">
                  <c:v>45944.801157407404</c:v>
                </c:pt>
                <c:pt idx="342">
                  <c:v>45944.801157407404</c:v>
                </c:pt>
                <c:pt idx="343">
                  <c:v>45944.801157407404</c:v>
                </c:pt>
                <c:pt idx="344">
                  <c:v>45944.801157407404</c:v>
                </c:pt>
                <c:pt idx="345">
                  <c:v>45944.801157407404</c:v>
                </c:pt>
                <c:pt idx="346">
                  <c:v>45944.801157407404</c:v>
                </c:pt>
                <c:pt idx="347">
                  <c:v>45944.801157407404</c:v>
                </c:pt>
                <c:pt idx="348">
                  <c:v>45944.801168981481</c:v>
                </c:pt>
                <c:pt idx="349">
                  <c:v>45944.801168981481</c:v>
                </c:pt>
                <c:pt idx="350">
                  <c:v>45944.801168981481</c:v>
                </c:pt>
                <c:pt idx="351">
                  <c:v>45944.801168981481</c:v>
                </c:pt>
                <c:pt idx="352">
                  <c:v>45944.801168981481</c:v>
                </c:pt>
                <c:pt idx="353">
                  <c:v>45944.801168981481</c:v>
                </c:pt>
                <c:pt idx="354">
                  <c:v>45944.801168981481</c:v>
                </c:pt>
                <c:pt idx="355">
                  <c:v>45944.801168981481</c:v>
                </c:pt>
                <c:pt idx="356">
                  <c:v>45944.801168981481</c:v>
                </c:pt>
                <c:pt idx="357">
                  <c:v>45944.801168981481</c:v>
                </c:pt>
                <c:pt idx="358">
                  <c:v>45944.801168981481</c:v>
                </c:pt>
                <c:pt idx="359">
                  <c:v>45944.801168981481</c:v>
                </c:pt>
                <c:pt idx="360">
                  <c:v>45944.801168981481</c:v>
                </c:pt>
                <c:pt idx="361">
                  <c:v>45944.801168981481</c:v>
                </c:pt>
                <c:pt idx="362">
                  <c:v>45944.801168981481</c:v>
                </c:pt>
              </c:numCache>
            </c:numRef>
          </c:cat>
          <c:val>
            <c:numRef>
              <c:f>Sheet1!$H$2:$H$364</c:f>
            </c:numRef>
          </c:val>
          <c:smooth val="0"/>
          <c:extLst>
            <c:ext xmlns:c16="http://schemas.microsoft.com/office/drawing/2014/chart" uri="{C3380CC4-5D6E-409C-BE32-E72D297353CC}">
              <c16:uniqueId val="{00000005-4C6C-4E57-BDE7-FE2A20667553}"/>
            </c:ext>
          </c:extLst>
        </c:ser>
        <c:ser>
          <c:idx val="7"/>
          <c:order val="7"/>
          <c:tx>
            <c:strRef>
              <c:f>Sheet1!$I$1</c:f>
              <c:strCache>
                <c:ptCount val="1"/>
                <c:pt idx="0">
                  <c:v>W2000 선속타겟</c:v>
                </c:pt>
              </c:strCache>
            </c:strRef>
          </c:tx>
          <c:spPr>
            <a:ln w="28575" cap="rnd">
              <a:solidFill>
                <a:schemeClr val="accent2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Sheet1!$A$2:$A$364</c:f>
              <c:numCache>
                <c:formatCode>yyyy/mm/dd\ ddd\ hh:mm:ss</c:formatCode>
                <c:ptCount val="363"/>
                <c:pt idx="0">
                  <c:v>45944.80096064815</c:v>
                </c:pt>
                <c:pt idx="1">
                  <c:v>45944.80097222222</c:v>
                </c:pt>
                <c:pt idx="2">
                  <c:v>45944.80097222222</c:v>
                </c:pt>
                <c:pt idx="3">
                  <c:v>45944.80097222222</c:v>
                </c:pt>
                <c:pt idx="4">
                  <c:v>45944.80097222222</c:v>
                </c:pt>
                <c:pt idx="5">
                  <c:v>45944.80097222222</c:v>
                </c:pt>
                <c:pt idx="6">
                  <c:v>45944.80097222222</c:v>
                </c:pt>
                <c:pt idx="7">
                  <c:v>45944.80097222222</c:v>
                </c:pt>
                <c:pt idx="8">
                  <c:v>45944.80097222222</c:v>
                </c:pt>
                <c:pt idx="9">
                  <c:v>45944.80097222222</c:v>
                </c:pt>
                <c:pt idx="10">
                  <c:v>45944.80097222222</c:v>
                </c:pt>
                <c:pt idx="11">
                  <c:v>45944.80097222222</c:v>
                </c:pt>
                <c:pt idx="12">
                  <c:v>45944.80097222222</c:v>
                </c:pt>
                <c:pt idx="13">
                  <c:v>45944.80097222222</c:v>
                </c:pt>
                <c:pt idx="14">
                  <c:v>45944.80097222222</c:v>
                </c:pt>
                <c:pt idx="15">
                  <c:v>45944.80097222222</c:v>
                </c:pt>
                <c:pt idx="16">
                  <c:v>45944.80097222222</c:v>
                </c:pt>
                <c:pt idx="17">
                  <c:v>45944.80097222222</c:v>
                </c:pt>
                <c:pt idx="18">
                  <c:v>45944.80097222222</c:v>
                </c:pt>
                <c:pt idx="19">
                  <c:v>45944.80097222222</c:v>
                </c:pt>
                <c:pt idx="20">
                  <c:v>45944.80097222222</c:v>
                </c:pt>
                <c:pt idx="21">
                  <c:v>45944.80097222222</c:v>
                </c:pt>
                <c:pt idx="22">
                  <c:v>45944.800983796296</c:v>
                </c:pt>
                <c:pt idx="23">
                  <c:v>45944.800983796296</c:v>
                </c:pt>
                <c:pt idx="24">
                  <c:v>45944.800983796296</c:v>
                </c:pt>
                <c:pt idx="25">
                  <c:v>45944.800983796296</c:v>
                </c:pt>
                <c:pt idx="26">
                  <c:v>45944.800983796296</c:v>
                </c:pt>
                <c:pt idx="27">
                  <c:v>45944.800983796296</c:v>
                </c:pt>
                <c:pt idx="28">
                  <c:v>45944.800983796296</c:v>
                </c:pt>
                <c:pt idx="29">
                  <c:v>45944.800983796296</c:v>
                </c:pt>
                <c:pt idx="30">
                  <c:v>45944.800983796296</c:v>
                </c:pt>
                <c:pt idx="31">
                  <c:v>45944.800983796296</c:v>
                </c:pt>
                <c:pt idx="32">
                  <c:v>45944.800983796296</c:v>
                </c:pt>
                <c:pt idx="33">
                  <c:v>45944.800983796296</c:v>
                </c:pt>
                <c:pt idx="34">
                  <c:v>45944.800983796296</c:v>
                </c:pt>
                <c:pt idx="35">
                  <c:v>45944.800983796296</c:v>
                </c:pt>
                <c:pt idx="36">
                  <c:v>45944.800983796296</c:v>
                </c:pt>
                <c:pt idx="37">
                  <c:v>45944.800983796296</c:v>
                </c:pt>
                <c:pt idx="38">
                  <c:v>45944.800983796296</c:v>
                </c:pt>
                <c:pt idx="39">
                  <c:v>45944.800983796296</c:v>
                </c:pt>
                <c:pt idx="40">
                  <c:v>45944.800983796296</c:v>
                </c:pt>
                <c:pt idx="41">
                  <c:v>45944.800983796296</c:v>
                </c:pt>
                <c:pt idx="42">
                  <c:v>45944.800983796296</c:v>
                </c:pt>
                <c:pt idx="43">
                  <c:v>45944.800995370373</c:v>
                </c:pt>
                <c:pt idx="44">
                  <c:v>45944.800995370373</c:v>
                </c:pt>
                <c:pt idx="45">
                  <c:v>45944.800995370373</c:v>
                </c:pt>
                <c:pt idx="46">
                  <c:v>45944.800995370373</c:v>
                </c:pt>
                <c:pt idx="47">
                  <c:v>45944.800995370373</c:v>
                </c:pt>
                <c:pt idx="48">
                  <c:v>45944.800995370373</c:v>
                </c:pt>
                <c:pt idx="49">
                  <c:v>45944.800995370373</c:v>
                </c:pt>
                <c:pt idx="50">
                  <c:v>45944.800995370373</c:v>
                </c:pt>
                <c:pt idx="51">
                  <c:v>45944.800995370373</c:v>
                </c:pt>
                <c:pt idx="52">
                  <c:v>45944.800995370373</c:v>
                </c:pt>
                <c:pt idx="53">
                  <c:v>45944.800995370373</c:v>
                </c:pt>
                <c:pt idx="54">
                  <c:v>45944.800995370373</c:v>
                </c:pt>
                <c:pt idx="55">
                  <c:v>45944.800995370373</c:v>
                </c:pt>
                <c:pt idx="56">
                  <c:v>45944.800995370373</c:v>
                </c:pt>
                <c:pt idx="57">
                  <c:v>45944.800995370373</c:v>
                </c:pt>
                <c:pt idx="58">
                  <c:v>45944.800995370373</c:v>
                </c:pt>
                <c:pt idx="59">
                  <c:v>45944.800995370373</c:v>
                </c:pt>
                <c:pt idx="60">
                  <c:v>45944.800995370373</c:v>
                </c:pt>
                <c:pt idx="61">
                  <c:v>45944.800995370373</c:v>
                </c:pt>
                <c:pt idx="62">
                  <c:v>45944.800995370373</c:v>
                </c:pt>
                <c:pt idx="63">
                  <c:v>45944.801006944443</c:v>
                </c:pt>
                <c:pt idx="64">
                  <c:v>45944.801006944443</c:v>
                </c:pt>
                <c:pt idx="65">
                  <c:v>45944.801006944443</c:v>
                </c:pt>
                <c:pt idx="66">
                  <c:v>45944.801006944443</c:v>
                </c:pt>
                <c:pt idx="67">
                  <c:v>45944.801006944443</c:v>
                </c:pt>
                <c:pt idx="68">
                  <c:v>45944.801006944443</c:v>
                </c:pt>
                <c:pt idx="69">
                  <c:v>45944.801006944443</c:v>
                </c:pt>
                <c:pt idx="70">
                  <c:v>45944.801006944443</c:v>
                </c:pt>
                <c:pt idx="71">
                  <c:v>45944.801006944443</c:v>
                </c:pt>
                <c:pt idx="72">
                  <c:v>45944.801006944443</c:v>
                </c:pt>
                <c:pt idx="73">
                  <c:v>45944.801006944443</c:v>
                </c:pt>
                <c:pt idx="74">
                  <c:v>45944.801006944443</c:v>
                </c:pt>
                <c:pt idx="75">
                  <c:v>45944.801006944443</c:v>
                </c:pt>
                <c:pt idx="76">
                  <c:v>45944.801006944443</c:v>
                </c:pt>
                <c:pt idx="77">
                  <c:v>45944.801006944443</c:v>
                </c:pt>
                <c:pt idx="78">
                  <c:v>45944.801006944443</c:v>
                </c:pt>
                <c:pt idx="79">
                  <c:v>45944.801006944443</c:v>
                </c:pt>
                <c:pt idx="80">
                  <c:v>45944.801006944443</c:v>
                </c:pt>
                <c:pt idx="81">
                  <c:v>45944.801006944443</c:v>
                </c:pt>
                <c:pt idx="82">
                  <c:v>45944.801018518519</c:v>
                </c:pt>
                <c:pt idx="83">
                  <c:v>45944.801018518519</c:v>
                </c:pt>
                <c:pt idx="84">
                  <c:v>45944.801018518519</c:v>
                </c:pt>
                <c:pt idx="85">
                  <c:v>45944.801018518519</c:v>
                </c:pt>
                <c:pt idx="86">
                  <c:v>45944.801018518519</c:v>
                </c:pt>
                <c:pt idx="87">
                  <c:v>45944.801018518519</c:v>
                </c:pt>
                <c:pt idx="88">
                  <c:v>45944.801018518519</c:v>
                </c:pt>
                <c:pt idx="89">
                  <c:v>45944.801018518519</c:v>
                </c:pt>
                <c:pt idx="90">
                  <c:v>45944.801018518519</c:v>
                </c:pt>
                <c:pt idx="91">
                  <c:v>45944.801018518519</c:v>
                </c:pt>
                <c:pt idx="92">
                  <c:v>45944.801018518519</c:v>
                </c:pt>
                <c:pt idx="93">
                  <c:v>45944.801018518519</c:v>
                </c:pt>
                <c:pt idx="94">
                  <c:v>45944.801018518519</c:v>
                </c:pt>
                <c:pt idx="95">
                  <c:v>45944.801018518519</c:v>
                </c:pt>
                <c:pt idx="96">
                  <c:v>45944.801018518519</c:v>
                </c:pt>
                <c:pt idx="97">
                  <c:v>45944.801018518519</c:v>
                </c:pt>
                <c:pt idx="98">
                  <c:v>45944.801018518519</c:v>
                </c:pt>
                <c:pt idx="99">
                  <c:v>45944.801018518519</c:v>
                </c:pt>
                <c:pt idx="100">
                  <c:v>45944.801018518519</c:v>
                </c:pt>
                <c:pt idx="101">
                  <c:v>45944.801018518519</c:v>
                </c:pt>
                <c:pt idx="102">
                  <c:v>45944.801030092596</c:v>
                </c:pt>
                <c:pt idx="103">
                  <c:v>45944.801030092596</c:v>
                </c:pt>
                <c:pt idx="104">
                  <c:v>45944.801030092596</c:v>
                </c:pt>
                <c:pt idx="105">
                  <c:v>45944.801030092596</c:v>
                </c:pt>
                <c:pt idx="106">
                  <c:v>45944.801030092596</c:v>
                </c:pt>
                <c:pt idx="107">
                  <c:v>45944.801030092596</c:v>
                </c:pt>
                <c:pt idx="108">
                  <c:v>45944.801030092596</c:v>
                </c:pt>
                <c:pt idx="109">
                  <c:v>45944.801030092596</c:v>
                </c:pt>
                <c:pt idx="110">
                  <c:v>45944.801030092596</c:v>
                </c:pt>
                <c:pt idx="111">
                  <c:v>45944.801030092596</c:v>
                </c:pt>
                <c:pt idx="112">
                  <c:v>45944.801030092596</c:v>
                </c:pt>
                <c:pt idx="113">
                  <c:v>45944.801030092596</c:v>
                </c:pt>
                <c:pt idx="114">
                  <c:v>45944.801030092596</c:v>
                </c:pt>
                <c:pt idx="115">
                  <c:v>45944.801030092596</c:v>
                </c:pt>
                <c:pt idx="116">
                  <c:v>45944.801030092596</c:v>
                </c:pt>
                <c:pt idx="117">
                  <c:v>45944.801030092596</c:v>
                </c:pt>
                <c:pt idx="118">
                  <c:v>45944.801030092596</c:v>
                </c:pt>
                <c:pt idx="119">
                  <c:v>45944.801030092596</c:v>
                </c:pt>
                <c:pt idx="120">
                  <c:v>45944.801030092596</c:v>
                </c:pt>
                <c:pt idx="121">
                  <c:v>45944.801030092596</c:v>
                </c:pt>
                <c:pt idx="122">
                  <c:v>45944.801041666666</c:v>
                </c:pt>
                <c:pt idx="123">
                  <c:v>45944.801041666666</c:v>
                </c:pt>
                <c:pt idx="124">
                  <c:v>45944.801041666666</c:v>
                </c:pt>
                <c:pt idx="125">
                  <c:v>45944.801041666666</c:v>
                </c:pt>
                <c:pt idx="126">
                  <c:v>45944.801041666666</c:v>
                </c:pt>
                <c:pt idx="127">
                  <c:v>45944.801041666666</c:v>
                </c:pt>
                <c:pt idx="128">
                  <c:v>45944.801041666666</c:v>
                </c:pt>
                <c:pt idx="129">
                  <c:v>45944.801041666666</c:v>
                </c:pt>
                <c:pt idx="130">
                  <c:v>45944.801041666666</c:v>
                </c:pt>
                <c:pt idx="131">
                  <c:v>45944.801041666666</c:v>
                </c:pt>
                <c:pt idx="132">
                  <c:v>45944.801041666666</c:v>
                </c:pt>
                <c:pt idx="133">
                  <c:v>45944.801041666666</c:v>
                </c:pt>
                <c:pt idx="134">
                  <c:v>45944.801041666666</c:v>
                </c:pt>
                <c:pt idx="135">
                  <c:v>45944.801041666666</c:v>
                </c:pt>
                <c:pt idx="136">
                  <c:v>45944.801041666666</c:v>
                </c:pt>
                <c:pt idx="137">
                  <c:v>45944.801041666666</c:v>
                </c:pt>
                <c:pt idx="138">
                  <c:v>45944.801041666666</c:v>
                </c:pt>
                <c:pt idx="139">
                  <c:v>45944.801041666666</c:v>
                </c:pt>
                <c:pt idx="140">
                  <c:v>45944.801041666666</c:v>
                </c:pt>
                <c:pt idx="141">
                  <c:v>45944.801041666666</c:v>
                </c:pt>
                <c:pt idx="142">
                  <c:v>45944.801053240742</c:v>
                </c:pt>
                <c:pt idx="143">
                  <c:v>45944.801053240742</c:v>
                </c:pt>
                <c:pt idx="144">
                  <c:v>45944.801053240742</c:v>
                </c:pt>
                <c:pt idx="145">
                  <c:v>45944.801053240742</c:v>
                </c:pt>
                <c:pt idx="146">
                  <c:v>45944.801053240742</c:v>
                </c:pt>
                <c:pt idx="147">
                  <c:v>45944.801053240742</c:v>
                </c:pt>
                <c:pt idx="148">
                  <c:v>45944.801053240742</c:v>
                </c:pt>
                <c:pt idx="149">
                  <c:v>45944.801053240742</c:v>
                </c:pt>
                <c:pt idx="150">
                  <c:v>45944.801053240742</c:v>
                </c:pt>
                <c:pt idx="151">
                  <c:v>45944.801053240742</c:v>
                </c:pt>
                <c:pt idx="152">
                  <c:v>45944.801053240742</c:v>
                </c:pt>
                <c:pt idx="153">
                  <c:v>45944.801053240742</c:v>
                </c:pt>
                <c:pt idx="154">
                  <c:v>45944.801053240742</c:v>
                </c:pt>
                <c:pt idx="155">
                  <c:v>45944.801053240742</c:v>
                </c:pt>
                <c:pt idx="156">
                  <c:v>45944.801053240742</c:v>
                </c:pt>
                <c:pt idx="157">
                  <c:v>45944.801053240742</c:v>
                </c:pt>
                <c:pt idx="158">
                  <c:v>45944.801053240742</c:v>
                </c:pt>
                <c:pt idx="159">
                  <c:v>45944.801053240742</c:v>
                </c:pt>
                <c:pt idx="160">
                  <c:v>45944.801053240742</c:v>
                </c:pt>
                <c:pt idx="161">
                  <c:v>45944.801053240742</c:v>
                </c:pt>
                <c:pt idx="162">
                  <c:v>45944.801053240742</c:v>
                </c:pt>
                <c:pt idx="163">
                  <c:v>45944.801053240742</c:v>
                </c:pt>
                <c:pt idx="164">
                  <c:v>45944.801064814812</c:v>
                </c:pt>
                <c:pt idx="165">
                  <c:v>45944.801064814812</c:v>
                </c:pt>
                <c:pt idx="166">
                  <c:v>45944.801064814812</c:v>
                </c:pt>
                <c:pt idx="167">
                  <c:v>45944.801064814812</c:v>
                </c:pt>
                <c:pt idx="168">
                  <c:v>45944.801064814812</c:v>
                </c:pt>
                <c:pt idx="169">
                  <c:v>45944.801064814812</c:v>
                </c:pt>
                <c:pt idx="170">
                  <c:v>45944.801064814812</c:v>
                </c:pt>
                <c:pt idx="171">
                  <c:v>45944.801064814812</c:v>
                </c:pt>
                <c:pt idx="172">
                  <c:v>45944.801064814812</c:v>
                </c:pt>
                <c:pt idx="173">
                  <c:v>45944.801064814812</c:v>
                </c:pt>
                <c:pt idx="174">
                  <c:v>45944.801064814812</c:v>
                </c:pt>
                <c:pt idx="175">
                  <c:v>45944.801064814812</c:v>
                </c:pt>
                <c:pt idx="176">
                  <c:v>45944.801064814812</c:v>
                </c:pt>
                <c:pt idx="177">
                  <c:v>45944.801064814812</c:v>
                </c:pt>
                <c:pt idx="178">
                  <c:v>45944.801064814812</c:v>
                </c:pt>
                <c:pt idx="179">
                  <c:v>45944.801064814812</c:v>
                </c:pt>
                <c:pt idx="180">
                  <c:v>45944.801064814812</c:v>
                </c:pt>
                <c:pt idx="181">
                  <c:v>45944.801064814812</c:v>
                </c:pt>
                <c:pt idx="182">
                  <c:v>45944.801064814812</c:v>
                </c:pt>
                <c:pt idx="183">
                  <c:v>45944.801064814812</c:v>
                </c:pt>
                <c:pt idx="184">
                  <c:v>45944.801076388889</c:v>
                </c:pt>
                <c:pt idx="185">
                  <c:v>45944.801076388889</c:v>
                </c:pt>
                <c:pt idx="186">
                  <c:v>45944.801076388889</c:v>
                </c:pt>
                <c:pt idx="187">
                  <c:v>45944.801076388889</c:v>
                </c:pt>
                <c:pt idx="188">
                  <c:v>45944.801076388889</c:v>
                </c:pt>
                <c:pt idx="189">
                  <c:v>45944.801076388889</c:v>
                </c:pt>
                <c:pt idx="190">
                  <c:v>45944.801076388889</c:v>
                </c:pt>
                <c:pt idx="191">
                  <c:v>45944.801076388889</c:v>
                </c:pt>
                <c:pt idx="192">
                  <c:v>45944.801076388889</c:v>
                </c:pt>
                <c:pt idx="193">
                  <c:v>45944.801076388889</c:v>
                </c:pt>
                <c:pt idx="194">
                  <c:v>45944.801076388889</c:v>
                </c:pt>
                <c:pt idx="195">
                  <c:v>45944.801076388889</c:v>
                </c:pt>
                <c:pt idx="196">
                  <c:v>45944.801076388889</c:v>
                </c:pt>
                <c:pt idx="197">
                  <c:v>45944.801076388889</c:v>
                </c:pt>
                <c:pt idx="198">
                  <c:v>45944.801076388889</c:v>
                </c:pt>
                <c:pt idx="199">
                  <c:v>45944.801076388889</c:v>
                </c:pt>
                <c:pt idx="200">
                  <c:v>45944.801076388889</c:v>
                </c:pt>
                <c:pt idx="201">
                  <c:v>45944.801076388889</c:v>
                </c:pt>
                <c:pt idx="202">
                  <c:v>45944.801076388889</c:v>
                </c:pt>
                <c:pt idx="203">
                  <c:v>45944.801076388889</c:v>
                </c:pt>
                <c:pt idx="204">
                  <c:v>45944.801076388889</c:v>
                </c:pt>
                <c:pt idx="205">
                  <c:v>45944.801076388889</c:v>
                </c:pt>
                <c:pt idx="206">
                  <c:v>45944.801087962966</c:v>
                </c:pt>
                <c:pt idx="207">
                  <c:v>45944.801087962966</c:v>
                </c:pt>
                <c:pt idx="208">
                  <c:v>45944.801087962966</c:v>
                </c:pt>
                <c:pt idx="209">
                  <c:v>45944.801087962966</c:v>
                </c:pt>
                <c:pt idx="210">
                  <c:v>45944.801087962966</c:v>
                </c:pt>
                <c:pt idx="211">
                  <c:v>45944.801087962966</c:v>
                </c:pt>
                <c:pt idx="212">
                  <c:v>45944.801087962966</c:v>
                </c:pt>
                <c:pt idx="213">
                  <c:v>45944.801087962966</c:v>
                </c:pt>
                <c:pt idx="214">
                  <c:v>45944.801087962966</c:v>
                </c:pt>
                <c:pt idx="215">
                  <c:v>45944.801087962966</c:v>
                </c:pt>
                <c:pt idx="216">
                  <c:v>45944.801087962966</c:v>
                </c:pt>
                <c:pt idx="217">
                  <c:v>45944.801087962966</c:v>
                </c:pt>
                <c:pt idx="218">
                  <c:v>45944.801087962966</c:v>
                </c:pt>
                <c:pt idx="219">
                  <c:v>45944.801087962966</c:v>
                </c:pt>
                <c:pt idx="220">
                  <c:v>45944.801087962966</c:v>
                </c:pt>
                <c:pt idx="221">
                  <c:v>45944.801087962966</c:v>
                </c:pt>
                <c:pt idx="222">
                  <c:v>45944.801087962966</c:v>
                </c:pt>
                <c:pt idx="223">
                  <c:v>45944.801087962966</c:v>
                </c:pt>
                <c:pt idx="224">
                  <c:v>45944.801087962966</c:v>
                </c:pt>
                <c:pt idx="225">
                  <c:v>45944.801099537035</c:v>
                </c:pt>
                <c:pt idx="226">
                  <c:v>45944.801099537035</c:v>
                </c:pt>
                <c:pt idx="227">
                  <c:v>45944.801099537035</c:v>
                </c:pt>
                <c:pt idx="228">
                  <c:v>45944.801099537035</c:v>
                </c:pt>
                <c:pt idx="229">
                  <c:v>45944.801099537035</c:v>
                </c:pt>
                <c:pt idx="230">
                  <c:v>45944.801099537035</c:v>
                </c:pt>
                <c:pt idx="231">
                  <c:v>45944.801099537035</c:v>
                </c:pt>
                <c:pt idx="232">
                  <c:v>45944.801099537035</c:v>
                </c:pt>
                <c:pt idx="233">
                  <c:v>45944.801099537035</c:v>
                </c:pt>
                <c:pt idx="234">
                  <c:v>45944.801099537035</c:v>
                </c:pt>
                <c:pt idx="235">
                  <c:v>45944.801099537035</c:v>
                </c:pt>
                <c:pt idx="236">
                  <c:v>45944.801099537035</c:v>
                </c:pt>
                <c:pt idx="237">
                  <c:v>45944.801099537035</c:v>
                </c:pt>
                <c:pt idx="238">
                  <c:v>45944.801099537035</c:v>
                </c:pt>
                <c:pt idx="239">
                  <c:v>45944.801099537035</c:v>
                </c:pt>
                <c:pt idx="240">
                  <c:v>45944.801099537035</c:v>
                </c:pt>
                <c:pt idx="241">
                  <c:v>45944.801099537035</c:v>
                </c:pt>
                <c:pt idx="242">
                  <c:v>45944.801099537035</c:v>
                </c:pt>
                <c:pt idx="243">
                  <c:v>45944.801099537035</c:v>
                </c:pt>
                <c:pt idx="244">
                  <c:v>45944.801099537035</c:v>
                </c:pt>
                <c:pt idx="245">
                  <c:v>45944.801111111112</c:v>
                </c:pt>
                <c:pt idx="246">
                  <c:v>45944.801111111112</c:v>
                </c:pt>
                <c:pt idx="247">
                  <c:v>45944.801111111112</c:v>
                </c:pt>
                <c:pt idx="248">
                  <c:v>45944.801111111112</c:v>
                </c:pt>
                <c:pt idx="249">
                  <c:v>45944.801111111112</c:v>
                </c:pt>
                <c:pt idx="250">
                  <c:v>45944.801111111112</c:v>
                </c:pt>
                <c:pt idx="251">
                  <c:v>45944.801111111112</c:v>
                </c:pt>
                <c:pt idx="252">
                  <c:v>45944.801111111112</c:v>
                </c:pt>
                <c:pt idx="253">
                  <c:v>45944.801111111112</c:v>
                </c:pt>
                <c:pt idx="254">
                  <c:v>45944.801111111112</c:v>
                </c:pt>
                <c:pt idx="255">
                  <c:v>45944.801111111112</c:v>
                </c:pt>
                <c:pt idx="256">
                  <c:v>45944.801111111112</c:v>
                </c:pt>
                <c:pt idx="257">
                  <c:v>45944.801111111112</c:v>
                </c:pt>
                <c:pt idx="258">
                  <c:v>45944.801111111112</c:v>
                </c:pt>
                <c:pt idx="259">
                  <c:v>45944.801111111112</c:v>
                </c:pt>
                <c:pt idx="260">
                  <c:v>45944.801111111112</c:v>
                </c:pt>
                <c:pt idx="261">
                  <c:v>45944.801111111112</c:v>
                </c:pt>
                <c:pt idx="262">
                  <c:v>45944.801111111112</c:v>
                </c:pt>
                <c:pt idx="263">
                  <c:v>45944.801111111112</c:v>
                </c:pt>
                <c:pt idx="264">
                  <c:v>45944.801111111112</c:v>
                </c:pt>
                <c:pt idx="265">
                  <c:v>45944.801122685189</c:v>
                </c:pt>
                <c:pt idx="266">
                  <c:v>45944.801122685189</c:v>
                </c:pt>
                <c:pt idx="267">
                  <c:v>45944.801122685189</c:v>
                </c:pt>
                <c:pt idx="268">
                  <c:v>45944.801122685189</c:v>
                </c:pt>
                <c:pt idx="269">
                  <c:v>45944.801122685189</c:v>
                </c:pt>
                <c:pt idx="270">
                  <c:v>45944.801122685189</c:v>
                </c:pt>
                <c:pt idx="271">
                  <c:v>45944.801122685189</c:v>
                </c:pt>
                <c:pt idx="272">
                  <c:v>45944.801122685189</c:v>
                </c:pt>
                <c:pt idx="273">
                  <c:v>45944.801122685189</c:v>
                </c:pt>
                <c:pt idx="274">
                  <c:v>45944.801122685189</c:v>
                </c:pt>
                <c:pt idx="275">
                  <c:v>45944.801122685189</c:v>
                </c:pt>
                <c:pt idx="276">
                  <c:v>45944.801122685189</c:v>
                </c:pt>
                <c:pt idx="277">
                  <c:v>45944.801122685189</c:v>
                </c:pt>
                <c:pt idx="278">
                  <c:v>45944.801122685189</c:v>
                </c:pt>
                <c:pt idx="279">
                  <c:v>45944.801122685189</c:v>
                </c:pt>
                <c:pt idx="280">
                  <c:v>45944.801122685189</c:v>
                </c:pt>
                <c:pt idx="281">
                  <c:v>45944.801122685189</c:v>
                </c:pt>
                <c:pt idx="282">
                  <c:v>45944.801122685189</c:v>
                </c:pt>
                <c:pt idx="283">
                  <c:v>45944.801122685189</c:v>
                </c:pt>
                <c:pt idx="284">
                  <c:v>45944.801122685189</c:v>
                </c:pt>
                <c:pt idx="285">
                  <c:v>45944.801134259258</c:v>
                </c:pt>
                <c:pt idx="286">
                  <c:v>45944.801134259258</c:v>
                </c:pt>
                <c:pt idx="287">
                  <c:v>45944.801134259258</c:v>
                </c:pt>
                <c:pt idx="288">
                  <c:v>45944.801134259258</c:v>
                </c:pt>
                <c:pt idx="289">
                  <c:v>45944.801134259258</c:v>
                </c:pt>
                <c:pt idx="290">
                  <c:v>45944.801134259258</c:v>
                </c:pt>
                <c:pt idx="291">
                  <c:v>45944.801134259258</c:v>
                </c:pt>
                <c:pt idx="292">
                  <c:v>45944.801134259258</c:v>
                </c:pt>
                <c:pt idx="293">
                  <c:v>45944.801134259258</c:v>
                </c:pt>
                <c:pt idx="294">
                  <c:v>45944.801134259258</c:v>
                </c:pt>
                <c:pt idx="295">
                  <c:v>45944.801134259258</c:v>
                </c:pt>
                <c:pt idx="296">
                  <c:v>45944.801134259258</c:v>
                </c:pt>
                <c:pt idx="297">
                  <c:v>45944.801134259258</c:v>
                </c:pt>
                <c:pt idx="298">
                  <c:v>45944.801134259258</c:v>
                </c:pt>
                <c:pt idx="299">
                  <c:v>45944.801134259258</c:v>
                </c:pt>
                <c:pt idx="300">
                  <c:v>45944.801134259258</c:v>
                </c:pt>
                <c:pt idx="301">
                  <c:v>45944.801134259258</c:v>
                </c:pt>
                <c:pt idx="302">
                  <c:v>45944.801134259258</c:v>
                </c:pt>
                <c:pt idx="303">
                  <c:v>45944.801134259258</c:v>
                </c:pt>
                <c:pt idx="304">
                  <c:v>45944.801134259258</c:v>
                </c:pt>
                <c:pt idx="305">
                  <c:v>45944.801134259258</c:v>
                </c:pt>
                <c:pt idx="306">
                  <c:v>45944.801145833335</c:v>
                </c:pt>
                <c:pt idx="307">
                  <c:v>45944.801145833335</c:v>
                </c:pt>
                <c:pt idx="308">
                  <c:v>45944.801145833335</c:v>
                </c:pt>
                <c:pt idx="309">
                  <c:v>45944.801145833335</c:v>
                </c:pt>
                <c:pt idx="310">
                  <c:v>45944.801145833335</c:v>
                </c:pt>
                <c:pt idx="311">
                  <c:v>45944.801145833335</c:v>
                </c:pt>
                <c:pt idx="312">
                  <c:v>45944.801145833335</c:v>
                </c:pt>
                <c:pt idx="313">
                  <c:v>45944.801145833335</c:v>
                </c:pt>
                <c:pt idx="314">
                  <c:v>45944.801145833335</c:v>
                </c:pt>
                <c:pt idx="315">
                  <c:v>45944.801145833335</c:v>
                </c:pt>
                <c:pt idx="316">
                  <c:v>45944.801145833335</c:v>
                </c:pt>
                <c:pt idx="317">
                  <c:v>45944.801145833335</c:v>
                </c:pt>
                <c:pt idx="318">
                  <c:v>45944.801145833335</c:v>
                </c:pt>
                <c:pt idx="319">
                  <c:v>45944.801145833335</c:v>
                </c:pt>
                <c:pt idx="320">
                  <c:v>45944.801145833335</c:v>
                </c:pt>
                <c:pt idx="321">
                  <c:v>45944.801145833335</c:v>
                </c:pt>
                <c:pt idx="322">
                  <c:v>45944.801145833335</c:v>
                </c:pt>
                <c:pt idx="323">
                  <c:v>45944.801145833335</c:v>
                </c:pt>
                <c:pt idx="324">
                  <c:v>45944.801145833335</c:v>
                </c:pt>
                <c:pt idx="325">
                  <c:v>45944.801145833335</c:v>
                </c:pt>
                <c:pt idx="326">
                  <c:v>45944.801145833335</c:v>
                </c:pt>
                <c:pt idx="327">
                  <c:v>45944.801157407404</c:v>
                </c:pt>
                <c:pt idx="328">
                  <c:v>45944.801157407404</c:v>
                </c:pt>
                <c:pt idx="329">
                  <c:v>45944.801157407404</c:v>
                </c:pt>
                <c:pt idx="330">
                  <c:v>45944.801157407404</c:v>
                </c:pt>
                <c:pt idx="331">
                  <c:v>45944.801157407404</c:v>
                </c:pt>
                <c:pt idx="332">
                  <c:v>45944.801157407404</c:v>
                </c:pt>
                <c:pt idx="333">
                  <c:v>45944.801157407404</c:v>
                </c:pt>
                <c:pt idx="334">
                  <c:v>45944.801157407404</c:v>
                </c:pt>
                <c:pt idx="335">
                  <c:v>45944.801157407404</c:v>
                </c:pt>
                <c:pt idx="336">
                  <c:v>45944.801157407404</c:v>
                </c:pt>
                <c:pt idx="337">
                  <c:v>45944.801157407404</c:v>
                </c:pt>
                <c:pt idx="338">
                  <c:v>45944.801157407404</c:v>
                </c:pt>
                <c:pt idx="339">
                  <c:v>45944.801157407404</c:v>
                </c:pt>
                <c:pt idx="340">
                  <c:v>45944.801157407404</c:v>
                </c:pt>
                <c:pt idx="341">
                  <c:v>45944.801157407404</c:v>
                </c:pt>
                <c:pt idx="342">
                  <c:v>45944.801157407404</c:v>
                </c:pt>
                <c:pt idx="343">
                  <c:v>45944.801157407404</c:v>
                </c:pt>
                <c:pt idx="344">
                  <c:v>45944.801157407404</c:v>
                </c:pt>
                <c:pt idx="345">
                  <c:v>45944.801157407404</c:v>
                </c:pt>
                <c:pt idx="346">
                  <c:v>45944.801157407404</c:v>
                </c:pt>
                <c:pt idx="347">
                  <c:v>45944.801157407404</c:v>
                </c:pt>
                <c:pt idx="348">
                  <c:v>45944.801168981481</c:v>
                </c:pt>
                <c:pt idx="349">
                  <c:v>45944.801168981481</c:v>
                </c:pt>
                <c:pt idx="350">
                  <c:v>45944.801168981481</c:v>
                </c:pt>
                <c:pt idx="351">
                  <c:v>45944.801168981481</c:v>
                </c:pt>
                <c:pt idx="352">
                  <c:v>45944.801168981481</c:v>
                </c:pt>
                <c:pt idx="353">
                  <c:v>45944.801168981481</c:v>
                </c:pt>
                <c:pt idx="354">
                  <c:v>45944.801168981481</c:v>
                </c:pt>
                <c:pt idx="355">
                  <c:v>45944.801168981481</c:v>
                </c:pt>
                <c:pt idx="356">
                  <c:v>45944.801168981481</c:v>
                </c:pt>
                <c:pt idx="357">
                  <c:v>45944.801168981481</c:v>
                </c:pt>
                <c:pt idx="358">
                  <c:v>45944.801168981481</c:v>
                </c:pt>
                <c:pt idx="359">
                  <c:v>45944.801168981481</c:v>
                </c:pt>
                <c:pt idx="360">
                  <c:v>45944.801168981481</c:v>
                </c:pt>
                <c:pt idx="361">
                  <c:v>45944.801168981481</c:v>
                </c:pt>
                <c:pt idx="362">
                  <c:v>45944.801168981481</c:v>
                </c:pt>
              </c:numCache>
            </c:numRef>
          </c:cat>
          <c:val>
            <c:numRef>
              <c:f>Sheet1!$I$2:$I$364</c:f>
            </c:numRef>
          </c:val>
          <c:smooth val="0"/>
          <c:extLst>
            <c:ext xmlns:c16="http://schemas.microsoft.com/office/drawing/2014/chart" uri="{C3380CC4-5D6E-409C-BE32-E72D297353CC}">
              <c16:uniqueId val="{00000006-4C6C-4E57-BDE7-FE2A20667553}"/>
            </c:ext>
          </c:extLst>
        </c:ser>
        <c:ser>
          <c:idx val="8"/>
          <c:order val="8"/>
          <c:tx>
            <c:strRef>
              <c:f>Sheet1!$J$1</c:f>
              <c:strCache>
                <c:ptCount val="1"/>
                <c:pt idx="0">
                  <c:v>Line Speed</c:v>
                </c:pt>
              </c:strCache>
            </c:strRef>
          </c:tx>
          <c:spPr>
            <a:ln w="12700" cap="rnd">
              <a:solidFill>
                <a:schemeClr val="accent3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Sheet1!$A$2:$A$364</c:f>
              <c:numCache>
                <c:formatCode>yyyy/mm/dd\ ddd\ hh:mm:ss</c:formatCode>
                <c:ptCount val="363"/>
                <c:pt idx="0">
                  <c:v>45944.80096064815</c:v>
                </c:pt>
                <c:pt idx="1">
                  <c:v>45944.80097222222</c:v>
                </c:pt>
                <c:pt idx="2">
                  <c:v>45944.80097222222</c:v>
                </c:pt>
                <c:pt idx="3">
                  <c:v>45944.80097222222</c:v>
                </c:pt>
                <c:pt idx="4">
                  <c:v>45944.80097222222</c:v>
                </c:pt>
                <c:pt idx="5">
                  <c:v>45944.80097222222</c:v>
                </c:pt>
                <c:pt idx="6">
                  <c:v>45944.80097222222</c:v>
                </c:pt>
                <c:pt idx="7">
                  <c:v>45944.80097222222</c:v>
                </c:pt>
                <c:pt idx="8">
                  <c:v>45944.80097222222</c:v>
                </c:pt>
                <c:pt idx="9">
                  <c:v>45944.80097222222</c:v>
                </c:pt>
                <c:pt idx="10">
                  <c:v>45944.80097222222</c:v>
                </c:pt>
                <c:pt idx="11">
                  <c:v>45944.80097222222</c:v>
                </c:pt>
                <c:pt idx="12">
                  <c:v>45944.80097222222</c:v>
                </c:pt>
                <c:pt idx="13">
                  <c:v>45944.80097222222</c:v>
                </c:pt>
                <c:pt idx="14">
                  <c:v>45944.80097222222</c:v>
                </c:pt>
                <c:pt idx="15">
                  <c:v>45944.80097222222</c:v>
                </c:pt>
                <c:pt idx="16">
                  <c:v>45944.80097222222</c:v>
                </c:pt>
                <c:pt idx="17">
                  <c:v>45944.80097222222</c:v>
                </c:pt>
                <c:pt idx="18">
                  <c:v>45944.80097222222</c:v>
                </c:pt>
                <c:pt idx="19">
                  <c:v>45944.80097222222</c:v>
                </c:pt>
                <c:pt idx="20">
                  <c:v>45944.80097222222</c:v>
                </c:pt>
                <c:pt idx="21">
                  <c:v>45944.80097222222</c:v>
                </c:pt>
                <c:pt idx="22">
                  <c:v>45944.800983796296</c:v>
                </c:pt>
                <c:pt idx="23">
                  <c:v>45944.800983796296</c:v>
                </c:pt>
                <c:pt idx="24">
                  <c:v>45944.800983796296</c:v>
                </c:pt>
                <c:pt idx="25">
                  <c:v>45944.800983796296</c:v>
                </c:pt>
                <c:pt idx="26">
                  <c:v>45944.800983796296</c:v>
                </c:pt>
                <c:pt idx="27">
                  <c:v>45944.800983796296</c:v>
                </c:pt>
                <c:pt idx="28">
                  <c:v>45944.800983796296</c:v>
                </c:pt>
                <c:pt idx="29">
                  <c:v>45944.800983796296</c:v>
                </c:pt>
                <c:pt idx="30">
                  <c:v>45944.800983796296</c:v>
                </c:pt>
                <c:pt idx="31">
                  <c:v>45944.800983796296</c:v>
                </c:pt>
                <c:pt idx="32">
                  <c:v>45944.800983796296</c:v>
                </c:pt>
                <c:pt idx="33">
                  <c:v>45944.800983796296</c:v>
                </c:pt>
                <c:pt idx="34">
                  <c:v>45944.800983796296</c:v>
                </c:pt>
                <c:pt idx="35">
                  <c:v>45944.800983796296</c:v>
                </c:pt>
                <c:pt idx="36">
                  <c:v>45944.800983796296</c:v>
                </c:pt>
                <c:pt idx="37">
                  <c:v>45944.800983796296</c:v>
                </c:pt>
                <c:pt idx="38">
                  <c:v>45944.800983796296</c:v>
                </c:pt>
                <c:pt idx="39">
                  <c:v>45944.800983796296</c:v>
                </c:pt>
                <c:pt idx="40">
                  <c:v>45944.800983796296</c:v>
                </c:pt>
                <c:pt idx="41">
                  <c:v>45944.800983796296</c:v>
                </c:pt>
                <c:pt idx="42">
                  <c:v>45944.800983796296</c:v>
                </c:pt>
                <c:pt idx="43">
                  <c:v>45944.800995370373</c:v>
                </c:pt>
                <c:pt idx="44">
                  <c:v>45944.800995370373</c:v>
                </c:pt>
                <c:pt idx="45">
                  <c:v>45944.800995370373</c:v>
                </c:pt>
                <c:pt idx="46">
                  <c:v>45944.800995370373</c:v>
                </c:pt>
                <c:pt idx="47">
                  <c:v>45944.800995370373</c:v>
                </c:pt>
                <c:pt idx="48">
                  <c:v>45944.800995370373</c:v>
                </c:pt>
                <c:pt idx="49">
                  <c:v>45944.800995370373</c:v>
                </c:pt>
                <c:pt idx="50">
                  <c:v>45944.800995370373</c:v>
                </c:pt>
                <c:pt idx="51">
                  <c:v>45944.800995370373</c:v>
                </c:pt>
                <c:pt idx="52">
                  <c:v>45944.800995370373</c:v>
                </c:pt>
                <c:pt idx="53">
                  <c:v>45944.800995370373</c:v>
                </c:pt>
                <c:pt idx="54">
                  <c:v>45944.800995370373</c:v>
                </c:pt>
                <c:pt idx="55">
                  <c:v>45944.800995370373</c:v>
                </c:pt>
                <c:pt idx="56">
                  <c:v>45944.800995370373</c:v>
                </c:pt>
                <c:pt idx="57">
                  <c:v>45944.800995370373</c:v>
                </c:pt>
                <c:pt idx="58">
                  <c:v>45944.800995370373</c:v>
                </c:pt>
                <c:pt idx="59">
                  <c:v>45944.800995370373</c:v>
                </c:pt>
                <c:pt idx="60">
                  <c:v>45944.800995370373</c:v>
                </c:pt>
                <c:pt idx="61">
                  <c:v>45944.800995370373</c:v>
                </c:pt>
                <c:pt idx="62">
                  <c:v>45944.800995370373</c:v>
                </c:pt>
                <c:pt idx="63">
                  <c:v>45944.801006944443</c:v>
                </c:pt>
                <c:pt idx="64">
                  <c:v>45944.801006944443</c:v>
                </c:pt>
                <c:pt idx="65">
                  <c:v>45944.801006944443</c:v>
                </c:pt>
                <c:pt idx="66">
                  <c:v>45944.801006944443</c:v>
                </c:pt>
                <c:pt idx="67">
                  <c:v>45944.801006944443</c:v>
                </c:pt>
                <c:pt idx="68">
                  <c:v>45944.801006944443</c:v>
                </c:pt>
                <c:pt idx="69">
                  <c:v>45944.801006944443</c:v>
                </c:pt>
                <c:pt idx="70">
                  <c:v>45944.801006944443</c:v>
                </c:pt>
                <c:pt idx="71">
                  <c:v>45944.801006944443</c:v>
                </c:pt>
                <c:pt idx="72">
                  <c:v>45944.801006944443</c:v>
                </c:pt>
                <c:pt idx="73">
                  <c:v>45944.801006944443</c:v>
                </c:pt>
                <c:pt idx="74">
                  <c:v>45944.801006944443</c:v>
                </c:pt>
                <c:pt idx="75">
                  <c:v>45944.801006944443</c:v>
                </c:pt>
                <c:pt idx="76">
                  <c:v>45944.801006944443</c:v>
                </c:pt>
                <c:pt idx="77">
                  <c:v>45944.801006944443</c:v>
                </c:pt>
                <c:pt idx="78">
                  <c:v>45944.801006944443</c:v>
                </c:pt>
                <c:pt idx="79">
                  <c:v>45944.801006944443</c:v>
                </c:pt>
                <c:pt idx="80">
                  <c:v>45944.801006944443</c:v>
                </c:pt>
                <c:pt idx="81">
                  <c:v>45944.801006944443</c:v>
                </c:pt>
                <c:pt idx="82">
                  <c:v>45944.801018518519</c:v>
                </c:pt>
                <c:pt idx="83">
                  <c:v>45944.801018518519</c:v>
                </c:pt>
                <c:pt idx="84">
                  <c:v>45944.801018518519</c:v>
                </c:pt>
                <c:pt idx="85">
                  <c:v>45944.801018518519</c:v>
                </c:pt>
                <c:pt idx="86">
                  <c:v>45944.801018518519</c:v>
                </c:pt>
                <c:pt idx="87">
                  <c:v>45944.801018518519</c:v>
                </c:pt>
                <c:pt idx="88">
                  <c:v>45944.801018518519</c:v>
                </c:pt>
                <c:pt idx="89">
                  <c:v>45944.801018518519</c:v>
                </c:pt>
                <c:pt idx="90">
                  <c:v>45944.801018518519</c:v>
                </c:pt>
                <c:pt idx="91">
                  <c:v>45944.801018518519</c:v>
                </c:pt>
                <c:pt idx="92">
                  <c:v>45944.801018518519</c:v>
                </c:pt>
                <c:pt idx="93">
                  <c:v>45944.801018518519</c:v>
                </c:pt>
                <c:pt idx="94">
                  <c:v>45944.801018518519</c:v>
                </c:pt>
                <c:pt idx="95">
                  <c:v>45944.801018518519</c:v>
                </c:pt>
                <c:pt idx="96">
                  <c:v>45944.801018518519</c:v>
                </c:pt>
                <c:pt idx="97">
                  <c:v>45944.801018518519</c:v>
                </c:pt>
                <c:pt idx="98">
                  <c:v>45944.801018518519</c:v>
                </c:pt>
                <c:pt idx="99">
                  <c:v>45944.801018518519</c:v>
                </c:pt>
                <c:pt idx="100">
                  <c:v>45944.801018518519</c:v>
                </c:pt>
                <c:pt idx="101">
                  <c:v>45944.801018518519</c:v>
                </c:pt>
                <c:pt idx="102">
                  <c:v>45944.801030092596</c:v>
                </c:pt>
                <c:pt idx="103">
                  <c:v>45944.801030092596</c:v>
                </c:pt>
                <c:pt idx="104">
                  <c:v>45944.801030092596</c:v>
                </c:pt>
                <c:pt idx="105">
                  <c:v>45944.801030092596</c:v>
                </c:pt>
                <c:pt idx="106">
                  <c:v>45944.801030092596</c:v>
                </c:pt>
                <c:pt idx="107">
                  <c:v>45944.801030092596</c:v>
                </c:pt>
                <c:pt idx="108">
                  <c:v>45944.801030092596</c:v>
                </c:pt>
                <c:pt idx="109">
                  <c:v>45944.801030092596</c:v>
                </c:pt>
                <c:pt idx="110">
                  <c:v>45944.801030092596</c:v>
                </c:pt>
                <c:pt idx="111">
                  <c:v>45944.801030092596</c:v>
                </c:pt>
                <c:pt idx="112">
                  <c:v>45944.801030092596</c:v>
                </c:pt>
                <c:pt idx="113">
                  <c:v>45944.801030092596</c:v>
                </c:pt>
                <c:pt idx="114">
                  <c:v>45944.801030092596</c:v>
                </c:pt>
                <c:pt idx="115">
                  <c:v>45944.801030092596</c:v>
                </c:pt>
                <c:pt idx="116">
                  <c:v>45944.801030092596</c:v>
                </c:pt>
                <c:pt idx="117">
                  <c:v>45944.801030092596</c:v>
                </c:pt>
                <c:pt idx="118">
                  <c:v>45944.801030092596</c:v>
                </c:pt>
                <c:pt idx="119">
                  <c:v>45944.801030092596</c:v>
                </c:pt>
                <c:pt idx="120">
                  <c:v>45944.801030092596</c:v>
                </c:pt>
                <c:pt idx="121">
                  <c:v>45944.801030092596</c:v>
                </c:pt>
                <c:pt idx="122">
                  <c:v>45944.801041666666</c:v>
                </c:pt>
                <c:pt idx="123">
                  <c:v>45944.801041666666</c:v>
                </c:pt>
                <c:pt idx="124">
                  <c:v>45944.801041666666</c:v>
                </c:pt>
                <c:pt idx="125">
                  <c:v>45944.801041666666</c:v>
                </c:pt>
                <c:pt idx="126">
                  <c:v>45944.801041666666</c:v>
                </c:pt>
                <c:pt idx="127">
                  <c:v>45944.801041666666</c:v>
                </c:pt>
                <c:pt idx="128">
                  <c:v>45944.801041666666</c:v>
                </c:pt>
                <c:pt idx="129">
                  <c:v>45944.801041666666</c:v>
                </c:pt>
                <c:pt idx="130">
                  <c:v>45944.801041666666</c:v>
                </c:pt>
                <c:pt idx="131">
                  <c:v>45944.801041666666</c:v>
                </c:pt>
                <c:pt idx="132">
                  <c:v>45944.801041666666</c:v>
                </c:pt>
                <c:pt idx="133">
                  <c:v>45944.801041666666</c:v>
                </c:pt>
                <c:pt idx="134">
                  <c:v>45944.801041666666</c:v>
                </c:pt>
                <c:pt idx="135">
                  <c:v>45944.801041666666</c:v>
                </c:pt>
                <c:pt idx="136">
                  <c:v>45944.801041666666</c:v>
                </c:pt>
                <c:pt idx="137">
                  <c:v>45944.801041666666</c:v>
                </c:pt>
                <c:pt idx="138">
                  <c:v>45944.801041666666</c:v>
                </c:pt>
                <c:pt idx="139">
                  <c:v>45944.801041666666</c:v>
                </c:pt>
                <c:pt idx="140">
                  <c:v>45944.801041666666</c:v>
                </c:pt>
                <c:pt idx="141">
                  <c:v>45944.801041666666</c:v>
                </c:pt>
                <c:pt idx="142">
                  <c:v>45944.801053240742</c:v>
                </c:pt>
                <c:pt idx="143">
                  <c:v>45944.801053240742</c:v>
                </c:pt>
                <c:pt idx="144">
                  <c:v>45944.801053240742</c:v>
                </c:pt>
                <c:pt idx="145">
                  <c:v>45944.801053240742</c:v>
                </c:pt>
                <c:pt idx="146">
                  <c:v>45944.801053240742</c:v>
                </c:pt>
                <c:pt idx="147">
                  <c:v>45944.801053240742</c:v>
                </c:pt>
                <c:pt idx="148">
                  <c:v>45944.801053240742</c:v>
                </c:pt>
                <c:pt idx="149">
                  <c:v>45944.801053240742</c:v>
                </c:pt>
                <c:pt idx="150">
                  <c:v>45944.801053240742</c:v>
                </c:pt>
                <c:pt idx="151">
                  <c:v>45944.801053240742</c:v>
                </c:pt>
                <c:pt idx="152">
                  <c:v>45944.801053240742</c:v>
                </c:pt>
                <c:pt idx="153">
                  <c:v>45944.801053240742</c:v>
                </c:pt>
                <c:pt idx="154">
                  <c:v>45944.801053240742</c:v>
                </c:pt>
                <c:pt idx="155">
                  <c:v>45944.801053240742</c:v>
                </c:pt>
                <c:pt idx="156">
                  <c:v>45944.801053240742</c:v>
                </c:pt>
                <c:pt idx="157">
                  <c:v>45944.801053240742</c:v>
                </c:pt>
                <c:pt idx="158">
                  <c:v>45944.801053240742</c:v>
                </c:pt>
                <c:pt idx="159">
                  <c:v>45944.801053240742</c:v>
                </c:pt>
                <c:pt idx="160">
                  <c:v>45944.801053240742</c:v>
                </c:pt>
                <c:pt idx="161">
                  <c:v>45944.801053240742</c:v>
                </c:pt>
                <c:pt idx="162">
                  <c:v>45944.801053240742</c:v>
                </c:pt>
                <c:pt idx="163">
                  <c:v>45944.801053240742</c:v>
                </c:pt>
                <c:pt idx="164">
                  <c:v>45944.801064814812</c:v>
                </c:pt>
                <c:pt idx="165">
                  <c:v>45944.801064814812</c:v>
                </c:pt>
                <c:pt idx="166">
                  <c:v>45944.801064814812</c:v>
                </c:pt>
                <c:pt idx="167">
                  <c:v>45944.801064814812</c:v>
                </c:pt>
                <c:pt idx="168">
                  <c:v>45944.801064814812</c:v>
                </c:pt>
                <c:pt idx="169">
                  <c:v>45944.801064814812</c:v>
                </c:pt>
                <c:pt idx="170">
                  <c:v>45944.801064814812</c:v>
                </c:pt>
                <c:pt idx="171">
                  <c:v>45944.801064814812</c:v>
                </c:pt>
                <c:pt idx="172">
                  <c:v>45944.801064814812</c:v>
                </c:pt>
                <c:pt idx="173">
                  <c:v>45944.801064814812</c:v>
                </c:pt>
                <c:pt idx="174">
                  <c:v>45944.801064814812</c:v>
                </c:pt>
                <c:pt idx="175">
                  <c:v>45944.801064814812</c:v>
                </c:pt>
                <c:pt idx="176">
                  <c:v>45944.801064814812</c:v>
                </c:pt>
                <c:pt idx="177">
                  <c:v>45944.801064814812</c:v>
                </c:pt>
                <c:pt idx="178">
                  <c:v>45944.801064814812</c:v>
                </c:pt>
                <c:pt idx="179">
                  <c:v>45944.801064814812</c:v>
                </c:pt>
                <c:pt idx="180">
                  <c:v>45944.801064814812</c:v>
                </c:pt>
                <c:pt idx="181">
                  <c:v>45944.801064814812</c:v>
                </c:pt>
                <c:pt idx="182">
                  <c:v>45944.801064814812</c:v>
                </c:pt>
                <c:pt idx="183">
                  <c:v>45944.801064814812</c:v>
                </c:pt>
                <c:pt idx="184">
                  <c:v>45944.801076388889</c:v>
                </c:pt>
                <c:pt idx="185">
                  <c:v>45944.801076388889</c:v>
                </c:pt>
                <c:pt idx="186">
                  <c:v>45944.801076388889</c:v>
                </c:pt>
                <c:pt idx="187">
                  <c:v>45944.801076388889</c:v>
                </c:pt>
                <c:pt idx="188">
                  <c:v>45944.801076388889</c:v>
                </c:pt>
                <c:pt idx="189">
                  <c:v>45944.801076388889</c:v>
                </c:pt>
                <c:pt idx="190">
                  <c:v>45944.801076388889</c:v>
                </c:pt>
                <c:pt idx="191">
                  <c:v>45944.801076388889</c:v>
                </c:pt>
                <c:pt idx="192">
                  <c:v>45944.801076388889</c:v>
                </c:pt>
                <c:pt idx="193">
                  <c:v>45944.801076388889</c:v>
                </c:pt>
                <c:pt idx="194">
                  <c:v>45944.801076388889</c:v>
                </c:pt>
                <c:pt idx="195">
                  <c:v>45944.801076388889</c:v>
                </c:pt>
                <c:pt idx="196">
                  <c:v>45944.801076388889</c:v>
                </c:pt>
                <c:pt idx="197">
                  <c:v>45944.801076388889</c:v>
                </c:pt>
                <c:pt idx="198">
                  <c:v>45944.801076388889</c:v>
                </c:pt>
                <c:pt idx="199">
                  <c:v>45944.801076388889</c:v>
                </c:pt>
                <c:pt idx="200">
                  <c:v>45944.801076388889</c:v>
                </c:pt>
                <c:pt idx="201">
                  <c:v>45944.801076388889</c:v>
                </c:pt>
                <c:pt idx="202">
                  <c:v>45944.801076388889</c:v>
                </c:pt>
                <c:pt idx="203">
                  <c:v>45944.801076388889</c:v>
                </c:pt>
                <c:pt idx="204">
                  <c:v>45944.801076388889</c:v>
                </c:pt>
                <c:pt idx="205">
                  <c:v>45944.801076388889</c:v>
                </c:pt>
                <c:pt idx="206">
                  <c:v>45944.801087962966</c:v>
                </c:pt>
                <c:pt idx="207">
                  <c:v>45944.801087962966</c:v>
                </c:pt>
                <c:pt idx="208">
                  <c:v>45944.801087962966</c:v>
                </c:pt>
                <c:pt idx="209">
                  <c:v>45944.801087962966</c:v>
                </c:pt>
                <c:pt idx="210">
                  <c:v>45944.801087962966</c:v>
                </c:pt>
                <c:pt idx="211">
                  <c:v>45944.801087962966</c:v>
                </c:pt>
                <c:pt idx="212">
                  <c:v>45944.801087962966</c:v>
                </c:pt>
                <c:pt idx="213">
                  <c:v>45944.801087962966</c:v>
                </c:pt>
                <c:pt idx="214">
                  <c:v>45944.801087962966</c:v>
                </c:pt>
                <c:pt idx="215">
                  <c:v>45944.801087962966</c:v>
                </c:pt>
                <c:pt idx="216">
                  <c:v>45944.801087962966</c:v>
                </c:pt>
                <c:pt idx="217">
                  <c:v>45944.801087962966</c:v>
                </c:pt>
                <c:pt idx="218">
                  <c:v>45944.801087962966</c:v>
                </c:pt>
                <c:pt idx="219">
                  <c:v>45944.801087962966</c:v>
                </c:pt>
                <c:pt idx="220">
                  <c:v>45944.801087962966</c:v>
                </c:pt>
                <c:pt idx="221">
                  <c:v>45944.801087962966</c:v>
                </c:pt>
                <c:pt idx="222">
                  <c:v>45944.801087962966</c:v>
                </c:pt>
                <c:pt idx="223">
                  <c:v>45944.801087962966</c:v>
                </c:pt>
                <c:pt idx="224">
                  <c:v>45944.801087962966</c:v>
                </c:pt>
                <c:pt idx="225">
                  <c:v>45944.801099537035</c:v>
                </c:pt>
                <c:pt idx="226">
                  <c:v>45944.801099537035</c:v>
                </c:pt>
                <c:pt idx="227">
                  <c:v>45944.801099537035</c:v>
                </c:pt>
                <c:pt idx="228">
                  <c:v>45944.801099537035</c:v>
                </c:pt>
                <c:pt idx="229">
                  <c:v>45944.801099537035</c:v>
                </c:pt>
                <c:pt idx="230">
                  <c:v>45944.801099537035</c:v>
                </c:pt>
                <c:pt idx="231">
                  <c:v>45944.801099537035</c:v>
                </c:pt>
                <c:pt idx="232">
                  <c:v>45944.801099537035</c:v>
                </c:pt>
                <c:pt idx="233">
                  <c:v>45944.801099537035</c:v>
                </c:pt>
                <c:pt idx="234">
                  <c:v>45944.801099537035</c:v>
                </c:pt>
                <c:pt idx="235">
                  <c:v>45944.801099537035</c:v>
                </c:pt>
                <c:pt idx="236">
                  <c:v>45944.801099537035</c:v>
                </c:pt>
                <c:pt idx="237">
                  <c:v>45944.801099537035</c:v>
                </c:pt>
                <c:pt idx="238">
                  <c:v>45944.801099537035</c:v>
                </c:pt>
                <c:pt idx="239">
                  <c:v>45944.801099537035</c:v>
                </c:pt>
                <c:pt idx="240">
                  <c:v>45944.801099537035</c:v>
                </c:pt>
                <c:pt idx="241">
                  <c:v>45944.801099537035</c:v>
                </c:pt>
                <c:pt idx="242">
                  <c:v>45944.801099537035</c:v>
                </c:pt>
                <c:pt idx="243">
                  <c:v>45944.801099537035</c:v>
                </c:pt>
                <c:pt idx="244">
                  <c:v>45944.801099537035</c:v>
                </c:pt>
                <c:pt idx="245">
                  <c:v>45944.801111111112</c:v>
                </c:pt>
                <c:pt idx="246">
                  <c:v>45944.801111111112</c:v>
                </c:pt>
                <c:pt idx="247">
                  <c:v>45944.801111111112</c:v>
                </c:pt>
                <c:pt idx="248">
                  <c:v>45944.801111111112</c:v>
                </c:pt>
                <c:pt idx="249">
                  <c:v>45944.801111111112</c:v>
                </c:pt>
                <c:pt idx="250">
                  <c:v>45944.801111111112</c:v>
                </c:pt>
                <c:pt idx="251">
                  <c:v>45944.801111111112</c:v>
                </c:pt>
                <c:pt idx="252">
                  <c:v>45944.801111111112</c:v>
                </c:pt>
                <c:pt idx="253">
                  <c:v>45944.801111111112</c:v>
                </c:pt>
                <c:pt idx="254">
                  <c:v>45944.801111111112</c:v>
                </c:pt>
                <c:pt idx="255">
                  <c:v>45944.801111111112</c:v>
                </c:pt>
                <c:pt idx="256">
                  <c:v>45944.801111111112</c:v>
                </c:pt>
                <c:pt idx="257">
                  <c:v>45944.801111111112</c:v>
                </c:pt>
                <c:pt idx="258">
                  <c:v>45944.801111111112</c:v>
                </c:pt>
                <c:pt idx="259">
                  <c:v>45944.801111111112</c:v>
                </c:pt>
                <c:pt idx="260">
                  <c:v>45944.801111111112</c:v>
                </c:pt>
                <c:pt idx="261">
                  <c:v>45944.801111111112</c:v>
                </c:pt>
                <c:pt idx="262">
                  <c:v>45944.801111111112</c:v>
                </c:pt>
                <c:pt idx="263">
                  <c:v>45944.801111111112</c:v>
                </c:pt>
                <c:pt idx="264">
                  <c:v>45944.801111111112</c:v>
                </c:pt>
                <c:pt idx="265">
                  <c:v>45944.801122685189</c:v>
                </c:pt>
                <c:pt idx="266">
                  <c:v>45944.801122685189</c:v>
                </c:pt>
                <c:pt idx="267">
                  <c:v>45944.801122685189</c:v>
                </c:pt>
                <c:pt idx="268">
                  <c:v>45944.801122685189</c:v>
                </c:pt>
                <c:pt idx="269">
                  <c:v>45944.801122685189</c:v>
                </c:pt>
                <c:pt idx="270">
                  <c:v>45944.801122685189</c:v>
                </c:pt>
                <c:pt idx="271">
                  <c:v>45944.801122685189</c:v>
                </c:pt>
                <c:pt idx="272">
                  <c:v>45944.801122685189</c:v>
                </c:pt>
                <c:pt idx="273">
                  <c:v>45944.801122685189</c:v>
                </c:pt>
                <c:pt idx="274">
                  <c:v>45944.801122685189</c:v>
                </c:pt>
                <c:pt idx="275">
                  <c:v>45944.801122685189</c:v>
                </c:pt>
                <c:pt idx="276">
                  <c:v>45944.801122685189</c:v>
                </c:pt>
                <c:pt idx="277">
                  <c:v>45944.801122685189</c:v>
                </c:pt>
                <c:pt idx="278">
                  <c:v>45944.801122685189</c:v>
                </c:pt>
                <c:pt idx="279">
                  <c:v>45944.801122685189</c:v>
                </c:pt>
                <c:pt idx="280">
                  <c:v>45944.801122685189</c:v>
                </c:pt>
                <c:pt idx="281">
                  <c:v>45944.801122685189</c:v>
                </c:pt>
                <c:pt idx="282">
                  <c:v>45944.801122685189</c:v>
                </c:pt>
                <c:pt idx="283">
                  <c:v>45944.801122685189</c:v>
                </c:pt>
                <c:pt idx="284">
                  <c:v>45944.801122685189</c:v>
                </c:pt>
                <c:pt idx="285">
                  <c:v>45944.801134259258</c:v>
                </c:pt>
                <c:pt idx="286">
                  <c:v>45944.801134259258</c:v>
                </c:pt>
                <c:pt idx="287">
                  <c:v>45944.801134259258</c:v>
                </c:pt>
                <c:pt idx="288">
                  <c:v>45944.801134259258</c:v>
                </c:pt>
                <c:pt idx="289">
                  <c:v>45944.801134259258</c:v>
                </c:pt>
                <c:pt idx="290">
                  <c:v>45944.801134259258</c:v>
                </c:pt>
                <c:pt idx="291">
                  <c:v>45944.801134259258</c:v>
                </c:pt>
                <c:pt idx="292">
                  <c:v>45944.801134259258</c:v>
                </c:pt>
                <c:pt idx="293">
                  <c:v>45944.801134259258</c:v>
                </c:pt>
                <c:pt idx="294">
                  <c:v>45944.801134259258</c:v>
                </c:pt>
                <c:pt idx="295">
                  <c:v>45944.801134259258</c:v>
                </c:pt>
                <c:pt idx="296">
                  <c:v>45944.801134259258</c:v>
                </c:pt>
                <c:pt idx="297">
                  <c:v>45944.801134259258</c:v>
                </c:pt>
                <c:pt idx="298">
                  <c:v>45944.801134259258</c:v>
                </c:pt>
                <c:pt idx="299">
                  <c:v>45944.801134259258</c:v>
                </c:pt>
                <c:pt idx="300">
                  <c:v>45944.801134259258</c:v>
                </c:pt>
                <c:pt idx="301">
                  <c:v>45944.801134259258</c:v>
                </c:pt>
                <c:pt idx="302">
                  <c:v>45944.801134259258</c:v>
                </c:pt>
                <c:pt idx="303">
                  <c:v>45944.801134259258</c:v>
                </c:pt>
                <c:pt idx="304">
                  <c:v>45944.801134259258</c:v>
                </c:pt>
                <c:pt idx="305">
                  <c:v>45944.801134259258</c:v>
                </c:pt>
                <c:pt idx="306">
                  <c:v>45944.801145833335</c:v>
                </c:pt>
                <c:pt idx="307">
                  <c:v>45944.801145833335</c:v>
                </c:pt>
                <c:pt idx="308">
                  <c:v>45944.801145833335</c:v>
                </c:pt>
                <c:pt idx="309">
                  <c:v>45944.801145833335</c:v>
                </c:pt>
                <c:pt idx="310">
                  <c:v>45944.801145833335</c:v>
                </c:pt>
                <c:pt idx="311">
                  <c:v>45944.801145833335</c:v>
                </c:pt>
                <c:pt idx="312">
                  <c:v>45944.801145833335</c:v>
                </c:pt>
                <c:pt idx="313">
                  <c:v>45944.801145833335</c:v>
                </c:pt>
                <c:pt idx="314">
                  <c:v>45944.801145833335</c:v>
                </c:pt>
                <c:pt idx="315">
                  <c:v>45944.801145833335</c:v>
                </c:pt>
                <c:pt idx="316">
                  <c:v>45944.801145833335</c:v>
                </c:pt>
                <c:pt idx="317">
                  <c:v>45944.801145833335</c:v>
                </c:pt>
                <c:pt idx="318">
                  <c:v>45944.801145833335</c:v>
                </c:pt>
                <c:pt idx="319">
                  <c:v>45944.801145833335</c:v>
                </c:pt>
                <c:pt idx="320">
                  <c:v>45944.801145833335</c:v>
                </c:pt>
                <c:pt idx="321">
                  <c:v>45944.801145833335</c:v>
                </c:pt>
                <c:pt idx="322">
                  <c:v>45944.801145833335</c:v>
                </c:pt>
                <c:pt idx="323">
                  <c:v>45944.801145833335</c:v>
                </c:pt>
                <c:pt idx="324">
                  <c:v>45944.801145833335</c:v>
                </c:pt>
                <c:pt idx="325">
                  <c:v>45944.801145833335</c:v>
                </c:pt>
                <c:pt idx="326">
                  <c:v>45944.801145833335</c:v>
                </c:pt>
                <c:pt idx="327">
                  <c:v>45944.801157407404</c:v>
                </c:pt>
                <c:pt idx="328">
                  <c:v>45944.801157407404</c:v>
                </c:pt>
                <c:pt idx="329">
                  <c:v>45944.801157407404</c:v>
                </c:pt>
                <c:pt idx="330">
                  <c:v>45944.801157407404</c:v>
                </c:pt>
                <c:pt idx="331">
                  <c:v>45944.801157407404</c:v>
                </c:pt>
                <c:pt idx="332">
                  <c:v>45944.801157407404</c:v>
                </c:pt>
                <c:pt idx="333">
                  <c:v>45944.801157407404</c:v>
                </c:pt>
                <c:pt idx="334">
                  <c:v>45944.801157407404</c:v>
                </c:pt>
                <c:pt idx="335">
                  <c:v>45944.801157407404</c:v>
                </c:pt>
                <c:pt idx="336">
                  <c:v>45944.801157407404</c:v>
                </c:pt>
                <c:pt idx="337">
                  <c:v>45944.801157407404</c:v>
                </c:pt>
                <c:pt idx="338">
                  <c:v>45944.801157407404</c:v>
                </c:pt>
                <c:pt idx="339">
                  <c:v>45944.801157407404</c:v>
                </c:pt>
                <c:pt idx="340">
                  <c:v>45944.801157407404</c:v>
                </c:pt>
                <c:pt idx="341">
                  <c:v>45944.801157407404</c:v>
                </c:pt>
                <c:pt idx="342">
                  <c:v>45944.801157407404</c:v>
                </c:pt>
                <c:pt idx="343">
                  <c:v>45944.801157407404</c:v>
                </c:pt>
                <c:pt idx="344">
                  <c:v>45944.801157407404</c:v>
                </c:pt>
                <c:pt idx="345">
                  <c:v>45944.801157407404</c:v>
                </c:pt>
                <c:pt idx="346">
                  <c:v>45944.801157407404</c:v>
                </c:pt>
                <c:pt idx="347">
                  <c:v>45944.801157407404</c:v>
                </c:pt>
                <c:pt idx="348">
                  <c:v>45944.801168981481</c:v>
                </c:pt>
                <c:pt idx="349">
                  <c:v>45944.801168981481</c:v>
                </c:pt>
                <c:pt idx="350">
                  <c:v>45944.801168981481</c:v>
                </c:pt>
                <c:pt idx="351">
                  <c:v>45944.801168981481</c:v>
                </c:pt>
                <c:pt idx="352">
                  <c:v>45944.801168981481</c:v>
                </c:pt>
                <c:pt idx="353">
                  <c:v>45944.801168981481</c:v>
                </c:pt>
                <c:pt idx="354">
                  <c:v>45944.801168981481</c:v>
                </c:pt>
                <c:pt idx="355">
                  <c:v>45944.801168981481</c:v>
                </c:pt>
                <c:pt idx="356">
                  <c:v>45944.801168981481</c:v>
                </c:pt>
                <c:pt idx="357">
                  <c:v>45944.801168981481</c:v>
                </c:pt>
                <c:pt idx="358">
                  <c:v>45944.801168981481</c:v>
                </c:pt>
                <c:pt idx="359">
                  <c:v>45944.801168981481</c:v>
                </c:pt>
                <c:pt idx="360">
                  <c:v>45944.801168981481</c:v>
                </c:pt>
                <c:pt idx="361">
                  <c:v>45944.801168981481</c:v>
                </c:pt>
                <c:pt idx="362">
                  <c:v>45944.801168981481</c:v>
                </c:pt>
              </c:numCache>
            </c:numRef>
          </c:cat>
          <c:val>
            <c:numRef>
              <c:f>Sheet1!$J$2:$J$364</c:f>
              <c:numCache>
                <c:formatCode>General</c:formatCode>
                <c:ptCount val="363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7</c:v>
                </c:pt>
                <c:pt idx="9">
                  <c:v>19</c:v>
                </c:pt>
                <c:pt idx="10">
                  <c:v>26</c:v>
                </c:pt>
                <c:pt idx="11">
                  <c:v>39</c:v>
                </c:pt>
                <c:pt idx="12">
                  <c:v>46</c:v>
                </c:pt>
                <c:pt idx="13">
                  <c:v>61</c:v>
                </c:pt>
                <c:pt idx="14">
                  <c:v>72</c:v>
                </c:pt>
                <c:pt idx="15">
                  <c:v>78</c:v>
                </c:pt>
                <c:pt idx="16">
                  <c:v>86</c:v>
                </c:pt>
                <c:pt idx="17">
                  <c:v>95</c:v>
                </c:pt>
                <c:pt idx="18">
                  <c:v>108</c:v>
                </c:pt>
                <c:pt idx="19">
                  <c:v>119</c:v>
                </c:pt>
                <c:pt idx="20">
                  <c:v>122</c:v>
                </c:pt>
                <c:pt idx="21">
                  <c:v>136</c:v>
                </c:pt>
                <c:pt idx="22">
                  <c:v>143</c:v>
                </c:pt>
                <c:pt idx="23">
                  <c:v>155</c:v>
                </c:pt>
                <c:pt idx="24">
                  <c:v>164</c:v>
                </c:pt>
                <c:pt idx="25">
                  <c:v>170</c:v>
                </c:pt>
                <c:pt idx="26">
                  <c:v>180</c:v>
                </c:pt>
                <c:pt idx="27">
                  <c:v>190</c:v>
                </c:pt>
                <c:pt idx="28">
                  <c:v>201</c:v>
                </c:pt>
                <c:pt idx="29">
                  <c:v>210</c:v>
                </c:pt>
                <c:pt idx="30">
                  <c:v>224</c:v>
                </c:pt>
                <c:pt idx="31">
                  <c:v>233</c:v>
                </c:pt>
                <c:pt idx="32">
                  <c:v>242</c:v>
                </c:pt>
                <c:pt idx="33">
                  <c:v>251</c:v>
                </c:pt>
                <c:pt idx="34">
                  <c:v>257</c:v>
                </c:pt>
                <c:pt idx="35">
                  <c:v>270</c:v>
                </c:pt>
                <c:pt idx="36">
                  <c:v>275</c:v>
                </c:pt>
                <c:pt idx="37">
                  <c:v>287</c:v>
                </c:pt>
                <c:pt idx="38">
                  <c:v>295</c:v>
                </c:pt>
                <c:pt idx="39">
                  <c:v>305</c:v>
                </c:pt>
                <c:pt idx="40">
                  <c:v>316</c:v>
                </c:pt>
                <c:pt idx="41">
                  <c:v>323</c:v>
                </c:pt>
                <c:pt idx="42">
                  <c:v>335</c:v>
                </c:pt>
                <c:pt idx="43">
                  <c:v>343</c:v>
                </c:pt>
                <c:pt idx="44">
                  <c:v>351</c:v>
                </c:pt>
                <c:pt idx="45">
                  <c:v>362</c:v>
                </c:pt>
                <c:pt idx="46">
                  <c:v>373</c:v>
                </c:pt>
                <c:pt idx="47">
                  <c:v>380</c:v>
                </c:pt>
                <c:pt idx="48">
                  <c:v>392</c:v>
                </c:pt>
                <c:pt idx="49">
                  <c:v>400</c:v>
                </c:pt>
                <c:pt idx="50">
                  <c:v>404</c:v>
                </c:pt>
                <c:pt idx="51">
                  <c:v>415</c:v>
                </c:pt>
                <c:pt idx="52">
                  <c:v>427</c:v>
                </c:pt>
                <c:pt idx="53">
                  <c:v>443</c:v>
                </c:pt>
                <c:pt idx="54">
                  <c:v>449</c:v>
                </c:pt>
                <c:pt idx="55">
                  <c:v>465</c:v>
                </c:pt>
                <c:pt idx="56">
                  <c:v>471</c:v>
                </c:pt>
                <c:pt idx="57">
                  <c:v>485</c:v>
                </c:pt>
                <c:pt idx="58">
                  <c:v>497</c:v>
                </c:pt>
                <c:pt idx="59">
                  <c:v>506</c:v>
                </c:pt>
                <c:pt idx="60">
                  <c:v>518</c:v>
                </c:pt>
                <c:pt idx="61">
                  <c:v>524</c:v>
                </c:pt>
                <c:pt idx="62">
                  <c:v>544</c:v>
                </c:pt>
                <c:pt idx="63">
                  <c:v>550</c:v>
                </c:pt>
                <c:pt idx="64">
                  <c:v>563</c:v>
                </c:pt>
                <c:pt idx="65">
                  <c:v>571</c:v>
                </c:pt>
                <c:pt idx="66">
                  <c:v>584</c:v>
                </c:pt>
                <c:pt idx="67">
                  <c:v>588</c:v>
                </c:pt>
                <c:pt idx="68">
                  <c:v>602</c:v>
                </c:pt>
                <c:pt idx="69">
                  <c:v>608</c:v>
                </c:pt>
                <c:pt idx="70">
                  <c:v>620</c:v>
                </c:pt>
                <c:pt idx="71">
                  <c:v>628</c:v>
                </c:pt>
                <c:pt idx="72">
                  <c:v>643</c:v>
                </c:pt>
                <c:pt idx="73">
                  <c:v>654</c:v>
                </c:pt>
                <c:pt idx="74">
                  <c:v>665</c:v>
                </c:pt>
                <c:pt idx="75">
                  <c:v>673</c:v>
                </c:pt>
                <c:pt idx="76">
                  <c:v>683</c:v>
                </c:pt>
                <c:pt idx="77">
                  <c:v>692</c:v>
                </c:pt>
                <c:pt idx="78">
                  <c:v>702</c:v>
                </c:pt>
                <c:pt idx="79">
                  <c:v>710</c:v>
                </c:pt>
                <c:pt idx="80">
                  <c:v>721</c:v>
                </c:pt>
                <c:pt idx="81">
                  <c:v>731</c:v>
                </c:pt>
                <c:pt idx="82">
                  <c:v>741</c:v>
                </c:pt>
                <c:pt idx="83">
                  <c:v>748</c:v>
                </c:pt>
                <c:pt idx="84">
                  <c:v>756</c:v>
                </c:pt>
                <c:pt idx="85">
                  <c:v>765</c:v>
                </c:pt>
                <c:pt idx="86">
                  <c:v>776</c:v>
                </c:pt>
                <c:pt idx="87">
                  <c:v>788</c:v>
                </c:pt>
                <c:pt idx="88">
                  <c:v>804</c:v>
                </c:pt>
                <c:pt idx="89">
                  <c:v>814</c:v>
                </c:pt>
                <c:pt idx="90">
                  <c:v>823</c:v>
                </c:pt>
                <c:pt idx="91">
                  <c:v>833</c:v>
                </c:pt>
                <c:pt idx="92">
                  <c:v>842</c:v>
                </c:pt>
                <c:pt idx="93">
                  <c:v>854</c:v>
                </c:pt>
                <c:pt idx="94">
                  <c:v>865</c:v>
                </c:pt>
                <c:pt idx="95">
                  <c:v>871</c:v>
                </c:pt>
                <c:pt idx="96">
                  <c:v>883</c:v>
                </c:pt>
                <c:pt idx="97">
                  <c:v>891</c:v>
                </c:pt>
                <c:pt idx="98">
                  <c:v>898</c:v>
                </c:pt>
                <c:pt idx="99">
                  <c:v>907</c:v>
                </c:pt>
                <c:pt idx="100">
                  <c:v>919</c:v>
                </c:pt>
                <c:pt idx="101">
                  <c:v>924</c:v>
                </c:pt>
                <c:pt idx="102">
                  <c:v>937</c:v>
                </c:pt>
                <c:pt idx="103">
                  <c:v>945</c:v>
                </c:pt>
                <c:pt idx="104">
                  <c:v>961</c:v>
                </c:pt>
                <c:pt idx="105">
                  <c:v>968</c:v>
                </c:pt>
                <c:pt idx="106">
                  <c:v>978</c:v>
                </c:pt>
                <c:pt idx="107">
                  <c:v>986</c:v>
                </c:pt>
                <c:pt idx="108">
                  <c:v>999</c:v>
                </c:pt>
                <c:pt idx="109">
                  <c:v>999</c:v>
                </c:pt>
                <c:pt idx="110">
                  <c:v>999</c:v>
                </c:pt>
                <c:pt idx="111">
                  <c:v>999</c:v>
                </c:pt>
                <c:pt idx="112">
                  <c:v>1000</c:v>
                </c:pt>
                <c:pt idx="113">
                  <c:v>1000</c:v>
                </c:pt>
                <c:pt idx="114">
                  <c:v>1000</c:v>
                </c:pt>
                <c:pt idx="115">
                  <c:v>997</c:v>
                </c:pt>
                <c:pt idx="116">
                  <c:v>1000</c:v>
                </c:pt>
                <c:pt idx="117">
                  <c:v>999</c:v>
                </c:pt>
                <c:pt idx="118">
                  <c:v>1001</c:v>
                </c:pt>
                <c:pt idx="119">
                  <c:v>998</c:v>
                </c:pt>
                <c:pt idx="120">
                  <c:v>995</c:v>
                </c:pt>
                <c:pt idx="121">
                  <c:v>998</c:v>
                </c:pt>
                <c:pt idx="122">
                  <c:v>999</c:v>
                </c:pt>
                <c:pt idx="123">
                  <c:v>1000</c:v>
                </c:pt>
                <c:pt idx="124">
                  <c:v>997</c:v>
                </c:pt>
                <c:pt idx="125">
                  <c:v>1000</c:v>
                </c:pt>
                <c:pt idx="126">
                  <c:v>1000</c:v>
                </c:pt>
                <c:pt idx="127">
                  <c:v>997</c:v>
                </c:pt>
                <c:pt idx="128">
                  <c:v>997</c:v>
                </c:pt>
                <c:pt idx="129">
                  <c:v>997</c:v>
                </c:pt>
                <c:pt idx="130">
                  <c:v>1001</c:v>
                </c:pt>
                <c:pt idx="131">
                  <c:v>999</c:v>
                </c:pt>
                <c:pt idx="132">
                  <c:v>1000</c:v>
                </c:pt>
                <c:pt idx="133">
                  <c:v>1000</c:v>
                </c:pt>
                <c:pt idx="134">
                  <c:v>1000</c:v>
                </c:pt>
                <c:pt idx="135">
                  <c:v>997</c:v>
                </c:pt>
                <c:pt idx="136">
                  <c:v>1000</c:v>
                </c:pt>
                <c:pt idx="137">
                  <c:v>999</c:v>
                </c:pt>
                <c:pt idx="138">
                  <c:v>1001</c:v>
                </c:pt>
                <c:pt idx="139">
                  <c:v>998</c:v>
                </c:pt>
                <c:pt idx="140">
                  <c:v>995</c:v>
                </c:pt>
                <c:pt idx="141">
                  <c:v>998</c:v>
                </c:pt>
                <c:pt idx="142">
                  <c:v>999</c:v>
                </c:pt>
                <c:pt idx="143">
                  <c:v>1000</c:v>
                </c:pt>
                <c:pt idx="144">
                  <c:v>997</c:v>
                </c:pt>
                <c:pt idx="145">
                  <c:v>1000</c:v>
                </c:pt>
                <c:pt idx="146">
                  <c:v>1000</c:v>
                </c:pt>
                <c:pt idx="147">
                  <c:v>997</c:v>
                </c:pt>
                <c:pt idx="148">
                  <c:v>997</c:v>
                </c:pt>
                <c:pt idx="149">
                  <c:v>997</c:v>
                </c:pt>
                <c:pt idx="150">
                  <c:v>1001</c:v>
                </c:pt>
                <c:pt idx="151">
                  <c:v>1001</c:v>
                </c:pt>
                <c:pt idx="152">
                  <c:v>1000</c:v>
                </c:pt>
                <c:pt idx="153">
                  <c:v>998</c:v>
                </c:pt>
                <c:pt idx="154">
                  <c:v>996</c:v>
                </c:pt>
                <c:pt idx="155">
                  <c:v>998</c:v>
                </c:pt>
                <c:pt idx="156">
                  <c:v>1000</c:v>
                </c:pt>
                <c:pt idx="157">
                  <c:v>999</c:v>
                </c:pt>
                <c:pt idx="158">
                  <c:v>999</c:v>
                </c:pt>
                <c:pt idx="159">
                  <c:v>1003</c:v>
                </c:pt>
                <c:pt idx="160">
                  <c:v>1001</c:v>
                </c:pt>
                <c:pt idx="161">
                  <c:v>999</c:v>
                </c:pt>
                <c:pt idx="162">
                  <c:v>998</c:v>
                </c:pt>
                <c:pt idx="163">
                  <c:v>999</c:v>
                </c:pt>
                <c:pt idx="164">
                  <c:v>998</c:v>
                </c:pt>
                <c:pt idx="165">
                  <c:v>999</c:v>
                </c:pt>
                <c:pt idx="166">
                  <c:v>1002</c:v>
                </c:pt>
                <c:pt idx="167">
                  <c:v>1002</c:v>
                </c:pt>
                <c:pt idx="168">
                  <c:v>998</c:v>
                </c:pt>
                <c:pt idx="169">
                  <c:v>1000</c:v>
                </c:pt>
                <c:pt idx="170">
                  <c:v>1000</c:v>
                </c:pt>
                <c:pt idx="171">
                  <c:v>999</c:v>
                </c:pt>
                <c:pt idx="172">
                  <c:v>997</c:v>
                </c:pt>
                <c:pt idx="173">
                  <c:v>1003</c:v>
                </c:pt>
                <c:pt idx="174">
                  <c:v>997</c:v>
                </c:pt>
                <c:pt idx="175">
                  <c:v>1002</c:v>
                </c:pt>
                <c:pt idx="176">
                  <c:v>1000</c:v>
                </c:pt>
                <c:pt idx="177">
                  <c:v>1000</c:v>
                </c:pt>
                <c:pt idx="178">
                  <c:v>998</c:v>
                </c:pt>
                <c:pt idx="179">
                  <c:v>1001</c:v>
                </c:pt>
                <c:pt idx="180">
                  <c:v>1002</c:v>
                </c:pt>
                <c:pt idx="181">
                  <c:v>1001</c:v>
                </c:pt>
                <c:pt idx="182">
                  <c:v>1000</c:v>
                </c:pt>
                <c:pt idx="183">
                  <c:v>998</c:v>
                </c:pt>
                <c:pt idx="184">
                  <c:v>1000</c:v>
                </c:pt>
                <c:pt idx="185">
                  <c:v>998</c:v>
                </c:pt>
                <c:pt idx="186">
                  <c:v>1000</c:v>
                </c:pt>
                <c:pt idx="187">
                  <c:v>1000</c:v>
                </c:pt>
                <c:pt idx="188">
                  <c:v>1001</c:v>
                </c:pt>
                <c:pt idx="189">
                  <c:v>999</c:v>
                </c:pt>
                <c:pt idx="190">
                  <c:v>1003</c:v>
                </c:pt>
                <c:pt idx="191">
                  <c:v>997</c:v>
                </c:pt>
                <c:pt idx="192">
                  <c:v>1000</c:v>
                </c:pt>
                <c:pt idx="193">
                  <c:v>998</c:v>
                </c:pt>
                <c:pt idx="194">
                  <c:v>999</c:v>
                </c:pt>
                <c:pt idx="195">
                  <c:v>999</c:v>
                </c:pt>
                <c:pt idx="196">
                  <c:v>997</c:v>
                </c:pt>
                <c:pt idx="197">
                  <c:v>1001</c:v>
                </c:pt>
                <c:pt idx="198">
                  <c:v>1003</c:v>
                </c:pt>
                <c:pt idx="199">
                  <c:v>999</c:v>
                </c:pt>
                <c:pt idx="200">
                  <c:v>999</c:v>
                </c:pt>
                <c:pt idx="201">
                  <c:v>999</c:v>
                </c:pt>
                <c:pt idx="202">
                  <c:v>999</c:v>
                </c:pt>
                <c:pt idx="203">
                  <c:v>997</c:v>
                </c:pt>
                <c:pt idx="204">
                  <c:v>999</c:v>
                </c:pt>
                <c:pt idx="205">
                  <c:v>1000</c:v>
                </c:pt>
                <c:pt idx="206">
                  <c:v>999</c:v>
                </c:pt>
                <c:pt idx="207">
                  <c:v>1002</c:v>
                </c:pt>
                <c:pt idx="208">
                  <c:v>999</c:v>
                </c:pt>
                <c:pt idx="209">
                  <c:v>998</c:v>
                </c:pt>
                <c:pt idx="210">
                  <c:v>998</c:v>
                </c:pt>
                <c:pt idx="211">
                  <c:v>998</c:v>
                </c:pt>
                <c:pt idx="212">
                  <c:v>998</c:v>
                </c:pt>
                <c:pt idx="213">
                  <c:v>999</c:v>
                </c:pt>
                <c:pt idx="214">
                  <c:v>1001</c:v>
                </c:pt>
                <c:pt idx="215">
                  <c:v>1000</c:v>
                </c:pt>
                <c:pt idx="216">
                  <c:v>997</c:v>
                </c:pt>
                <c:pt idx="217">
                  <c:v>999</c:v>
                </c:pt>
                <c:pt idx="218">
                  <c:v>1002</c:v>
                </c:pt>
                <c:pt idx="219">
                  <c:v>1001</c:v>
                </c:pt>
                <c:pt idx="220">
                  <c:v>1000</c:v>
                </c:pt>
                <c:pt idx="221">
                  <c:v>999</c:v>
                </c:pt>
                <c:pt idx="222">
                  <c:v>999</c:v>
                </c:pt>
                <c:pt idx="223">
                  <c:v>1001</c:v>
                </c:pt>
                <c:pt idx="224">
                  <c:v>1000</c:v>
                </c:pt>
                <c:pt idx="225">
                  <c:v>997</c:v>
                </c:pt>
                <c:pt idx="226">
                  <c:v>998</c:v>
                </c:pt>
                <c:pt idx="227">
                  <c:v>996</c:v>
                </c:pt>
                <c:pt idx="228">
                  <c:v>1001</c:v>
                </c:pt>
                <c:pt idx="229">
                  <c:v>997</c:v>
                </c:pt>
                <c:pt idx="230">
                  <c:v>999</c:v>
                </c:pt>
                <c:pt idx="231">
                  <c:v>999</c:v>
                </c:pt>
                <c:pt idx="232">
                  <c:v>1003</c:v>
                </c:pt>
                <c:pt idx="233">
                  <c:v>998</c:v>
                </c:pt>
                <c:pt idx="234">
                  <c:v>987</c:v>
                </c:pt>
                <c:pt idx="235">
                  <c:v>974</c:v>
                </c:pt>
                <c:pt idx="236">
                  <c:v>962</c:v>
                </c:pt>
                <c:pt idx="237">
                  <c:v>957</c:v>
                </c:pt>
                <c:pt idx="238">
                  <c:v>942</c:v>
                </c:pt>
                <c:pt idx="239">
                  <c:v>932</c:v>
                </c:pt>
                <c:pt idx="240">
                  <c:v>925</c:v>
                </c:pt>
                <c:pt idx="241">
                  <c:v>914</c:v>
                </c:pt>
                <c:pt idx="242">
                  <c:v>906</c:v>
                </c:pt>
                <c:pt idx="243">
                  <c:v>896</c:v>
                </c:pt>
                <c:pt idx="244">
                  <c:v>882</c:v>
                </c:pt>
                <c:pt idx="245">
                  <c:v>873</c:v>
                </c:pt>
                <c:pt idx="246">
                  <c:v>862</c:v>
                </c:pt>
                <c:pt idx="247">
                  <c:v>852</c:v>
                </c:pt>
                <c:pt idx="248">
                  <c:v>847</c:v>
                </c:pt>
                <c:pt idx="249">
                  <c:v>837</c:v>
                </c:pt>
                <c:pt idx="250">
                  <c:v>822</c:v>
                </c:pt>
                <c:pt idx="251">
                  <c:v>811</c:v>
                </c:pt>
                <c:pt idx="252">
                  <c:v>807</c:v>
                </c:pt>
                <c:pt idx="253">
                  <c:v>798</c:v>
                </c:pt>
                <c:pt idx="254">
                  <c:v>781</c:v>
                </c:pt>
                <c:pt idx="255">
                  <c:v>774</c:v>
                </c:pt>
                <c:pt idx="256">
                  <c:v>765</c:v>
                </c:pt>
                <c:pt idx="257">
                  <c:v>754</c:v>
                </c:pt>
                <c:pt idx="258">
                  <c:v>749</c:v>
                </c:pt>
                <c:pt idx="259">
                  <c:v>734</c:v>
                </c:pt>
                <c:pt idx="260">
                  <c:v>729</c:v>
                </c:pt>
                <c:pt idx="261">
                  <c:v>712</c:v>
                </c:pt>
                <c:pt idx="262">
                  <c:v>706</c:v>
                </c:pt>
                <c:pt idx="263">
                  <c:v>698</c:v>
                </c:pt>
                <c:pt idx="264">
                  <c:v>686</c:v>
                </c:pt>
                <c:pt idx="265">
                  <c:v>680</c:v>
                </c:pt>
                <c:pt idx="266">
                  <c:v>667</c:v>
                </c:pt>
                <c:pt idx="267">
                  <c:v>656</c:v>
                </c:pt>
                <c:pt idx="268">
                  <c:v>645</c:v>
                </c:pt>
                <c:pt idx="269">
                  <c:v>636</c:v>
                </c:pt>
                <c:pt idx="270">
                  <c:v>623</c:v>
                </c:pt>
                <c:pt idx="271">
                  <c:v>619</c:v>
                </c:pt>
                <c:pt idx="272">
                  <c:v>604</c:v>
                </c:pt>
                <c:pt idx="273">
                  <c:v>598</c:v>
                </c:pt>
                <c:pt idx="274">
                  <c:v>587</c:v>
                </c:pt>
                <c:pt idx="275">
                  <c:v>570</c:v>
                </c:pt>
                <c:pt idx="276">
                  <c:v>561</c:v>
                </c:pt>
                <c:pt idx="277">
                  <c:v>550</c:v>
                </c:pt>
                <c:pt idx="278">
                  <c:v>544</c:v>
                </c:pt>
                <c:pt idx="279">
                  <c:v>533</c:v>
                </c:pt>
                <c:pt idx="280">
                  <c:v>526</c:v>
                </c:pt>
                <c:pt idx="281">
                  <c:v>513</c:v>
                </c:pt>
                <c:pt idx="282">
                  <c:v>505</c:v>
                </c:pt>
                <c:pt idx="283">
                  <c:v>497</c:v>
                </c:pt>
                <c:pt idx="284">
                  <c:v>483</c:v>
                </c:pt>
                <c:pt idx="285">
                  <c:v>477</c:v>
                </c:pt>
                <c:pt idx="286">
                  <c:v>470</c:v>
                </c:pt>
                <c:pt idx="287">
                  <c:v>459</c:v>
                </c:pt>
                <c:pt idx="288">
                  <c:v>449</c:v>
                </c:pt>
                <c:pt idx="289">
                  <c:v>442</c:v>
                </c:pt>
                <c:pt idx="290">
                  <c:v>425</c:v>
                </c:pt>
                <c:pt idx="291">
                  <c:v>419</c:v>
                </c:pt>
                <c:pt idx="292">
                  <c:v>409</c:v>
                </c:pt>
                <c:pt idx="293">
                  <c:v>398</c:v>
                </c:pt>
                <c:pt idx="294">
                  <c:v>389</c:v>
                </c:pt>
                <c:pt idx="295">
                  <c:v>382</c:v>
                </c:pt>
                <c:pt idx="296">
                  <c:v>371</c:v>
                </c:pt>
                <c:pt idx="297">
                  <c:v>361</c:v>
                </c:pt>
                <c:pt idx="298">
                  <c:v>350</c:v>
                </c:pt>
                <c:pt idx="299">
                  <c:v>342</c:v>
                </c:pt>
                <c:pt idx="300">
                  <c:v>333</c:v>
                </c:pt>
                <c:pt idx="301">
                  <c:v>320</c:v>
                </c:pt>
                <c:pt idx="302">
                  <c:v>311</c:v>
                </c:pt>
                <c:pt idx="303">
                  <c:v>303</c:v>
                </c:pt>
                <c:pt idx="304">
                  <c:v>292</c:v>
                </c:pt>
                <c:pt idx="305">
                  <c:v>284</c:v>
                </c:pt>
                <c:pt idx="306">
                  <c:v>271</c:v>
                </c:pt>
                <c:pt idx="307">
                  <c:v>267</c:v>
                </c:pt>
                <c:pt idx="308">
                  <c:v>253</c:v>
                </c:pt>
                <c:pt idx="309">
                  <c:v>245</c:v>
                </c:pt>
                <c:pt idx="310">
                  <c:v>238</c:v>
                </c:pt>
                <c:pt idx="311">
                  <c:v>224</c:v>
                </c:pt>
                <c:pt idx="312">
                  <c:v>217</c:v>
                </c:pt>
                <c:pt idx="313">
                  <c:v>206</c:v>
                </c:pt>
                <c:pt idx="314">
                  <c:v>196</c:v>
                </c:pt>
                <c:pt idx="315">
                  <c:v>185</c:v>
                </c:pt>
                <c:pt idx="316">
                  <c:v>174</c:v>
                </c:pt>
                <c:pt idx="317">
                  <c:v>173</c:v>
                </c:pt>
                <c:pt idx="318">
                  <c:v>154</c:v>
                </c:pt>
                <c:pt idx="319">
                  <c:v>151</c:v>
                </c:pt>
                <c:pt idx="320">
                  <c:v>145</c:v>
                </c:pt>
                <c:pt idx="321">
                  <c:v>129</c:v>
                </c:pt>
                <c:pt idx="322">
                  <c:v>122</c:v>
                </c:pt>
                <c:pt idx="323">
                  <c:v>113</c:v>
                </c:pt>
                <c:pt idx="324">
                  <c:v>104</c:v>
                </c:pt>
                <c:pt idx="325">
                  <c:v>97</c:v>
                </c:pt>
                <c:pt idx="326">
                  <c:v>86</c:v>
                </c:pt>
                <c:pt idx="327">
                  <c:v>80</c:v>
                </c:pt>
                <c:pt idx="328">
                  <c:v>67</c:v>
                </c:pt>
                <c:pt idx="329">
                  <c:v>56</c:v>
                </c:pt>
                <c:pt idx="330">
                  <c:v>48</c:v>
                </c:pt>
                <c:pt idx="331">
                  <c:v>38</c:v>
                </c:pt>
                <c:pt idx="332">
                  <c:v>28</c:v>
                </c:pt>
                <c:pt idx="333">
                  <c:v>14</c:v>
                </c:pt>
                <c:pt idx="334">
                  <c:v>8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7-4C6C-4E57-BDE7-FE2A20667553}"/>
            </c:ext>
          </c:extLst>
        </c:ser>
        <c:ser>
          <c:idx val="9"/>
          <c:order val="9"/>
          <c:tx>
            <c:strRef>
              <c:f>Sheet1!$K$1</c:f>
              <c:strCache>
                <c:ptCount val="1"/>
                <c:pt idx="0">
                  <c:v>D1770 비례값(new)</c:v>
                </c:pt>
              </c:strCache>
            </c:strRef>
          </c:tx>
          <c:spPr>
            <a:ln w="28575" cap="rnd">
              <a:solidFill>
                <a:schemeClr val="accent4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Sheet1!$A$2:$A$364</c:f>
              <c:numCache>
                <c:formatCode>yyyy/mm/dd\ ddd\ hh:mm:ss</c:formatCode>
                <c:ptCount val="363"/>
                <c:pt idx="0">
                  <c:v>45944.80096064815</c:v>
                </c:pt>
                <c:pt idx="1">
                  <c:v>45944.80097222222</c:v>
                </c:pt>
                <c:pt idx="2">
                  <c:v>45944.80097222222</c:v>
                </c:pt>
                <c:pt idx="3">
                  <c:v>45944.80097222222</c:v>
                </c:pt>
                <c:pt idx="4">
                  <c:v>45944.80097222222</c:v>
                </c:pt>
                <c:pt idx="5">
                  <c:v>45944.80097222222</c:v>
                </c:pt>
                <c:pt idx="6">
                  <c:v>45944.80097222222</c:v>
                </c:pt>
                <c:pt idx="7">
                  <c:v>45944.80097222222</c:v>
                </c:pt>
                <c:pt idx="8">
                  <c:v>45944.80097222222</c:v>
                </c:pt>
                <c:pt idx="9">
                  <c:v>45944.80097222222</c:v>
                </c:pt>
                <c:pt idx="10">
                  <c:v>45944.80097222222</c:v>
                </c:pt>
                <c:pt idx="11">
                  <c:v>45944.80097222222</c:v>
                </c:pt>
                <c:pt idx="12">
                  <c:v>45944.80097222222</c:v>
                </c:pt>
                <c:pt idx="13">
                  <c:v>45944.80097222222</c:v>
                </c:pt>
                <c:pt idx="14">
                  <c:v>45944.80097222222</c:v>
                </c:pt>
                <c:pt idx="15">
                  <c:v>45944.80097222222</c:v>
                </c:pt>
                <c:pt idx="16">
                  <c:v>45944.80097222222</c:v>
                </c:pt>
                <c:pt idx="17">
                  <c:v>45944.80097222222</c:v>
                </c:pt>
                <c:pt idx="18">
                  <c:v>45944.80097222222</c:v>
                </c:pt>
                <c:pt idx="19">
                  <c:v>45944.80097222222</c:v>
                </c:pt>
                <c:pt idx="20">
                  <c:v>45944.80097222222</c:v>
                </c:pt>
                <c:pt idx="21">
                  <c:v>45944.80097222222</c:v>
                </c:pt>
                <c:pt idx="22">
                  <c:v>45944.800983796296</c:v>
                </c:pt>
                <c:pt idx="23">
                  <c:v>45944.800983796296</c:v>
                </c:pt>
                <c:pt idx="24">
                  <c:v>45944.800983796296</c:v>
                </c:pt>
                <c:pt idx="25">
                  <c:v>45944.800983796296</c:v>
                </c:pt>
                <c:pt idx="26">
                  <c:v>45944.800983796296</c:v>
                </c:pt>
                <c:pt idx="27">
                  <c:v>45944.800983796296</c:v>
                </c:pt>
                <c:pt idx="28">
                  <c:v>45944.800983796296</c:v>
                </c:pt>
                <c:pt idx="29">
                  <c:v>45944.800983796296</c:v>
                </c:pt>
                <c:pt idx="30">
                  <c:v>45944.800983796296</c:v>
                </c:pt>
                <c:pt idx="31">
                  <c:v>45944.800983796296</c:v>
                </c:pt>
                <c:pt idx="32">
                  <c:v>45944.800983796296</c:v>
                </c:pt>
                <c:pt idx="33">
                  <c:v>45944.800983796296</c:v>
                </c:pt>
                <c:pt idx="34">
                  <c:v>45944.800983796296</c:v>
                </c:pt>
                <c:pt idx="35">
                  <c:v>45944.800983796296</c:v>
                </c:pt>
                <c:pt idx="36">
                  <c:v>45944.800983796296</c:v>
                </c:pt>
                <c:pt idx="37">
                  <c:v>45944.800983796296</c:v>
                </c:pt>
                <c:pt idx="38">
                  <c:v>45944.800983796296</c:v>
                </c:pt>
                <c:pt idx="39">
                  <c:v>45944.800983796296</c:v>
                </c:pt>
                <c:pt idx="40">
                  <c:v>45944.800983796296</c:v>
                </c:pt>
                <c:pt idx="41">
                  <c:v>45944.800983796296</c:v>
                </c:pt>
                <c:pt idx="42">
                  <c:v>45944.800983796296</c:v>
                </c:pt>
                <c:pt idx="43">
                  <c:v>45944.800995370373</c:v>
                </c:pt>
                <c:pt idx="44">
                  <c:v>45944.800995370373</c:v>
                </c:pt>
                <c:pt idx="45">
                  <c:v>45944.800995370373</c:v>
                </c:pt>
                <c:pt idx="46">
                  <c:v>45944.800995370373</c:v>
                </c:pt>
                <c:pt idx="47">
                  <c:v>45944.800995370373</c:v>
                </c:pt>
                <c:pt idx="48">
                  <c:v>45944.800995370373</c:v>
                </c:pt>
                <c:pt idx="49">
                  <c:v>45944.800995370373</c:v>
                </c:pt>
                <c:pt idx="50">
                  <c:v>45944.800995370373</c:v>
                </c:pt>
                <c:pt idx="51">
                  <c:v>45944.800995370373</c:v>
                </c:pt>
                <c:pt idx="52">
                  <c:v>45944.800995370373</c:v>
                </c:pt>
                <c:pt idx="53">
                  <c:v>45944.800995370373</c:v>
                </c:pt>
                <c:pt idx="54">
                  <c:v>45944.800995370373</c:v>
                </c:pt>
                <c:pt idx="55">
                  <c:v>45944.800995370373</c:v>
                </c:pt>
                <c:pt idx="56">
                  <c:v>45944.800995370373</c:v>
                </c:pt>
                <c:pt idx="57">
                  <c:v>45944.800995370373</c:v>
                </c:pt>
                <c:pt idx="58">
                  <c:v>45944.800995370373</c:v>
                </c:pt>
                <c:pt idx="59">
                  <c:v>45944.800995370373</c:v>
                </c:pt>
                <c:pt idx="60">
                  <c:v>45944.800995370373</c:v>
                </c:pt>
                <c:pt idx="61">
                  <c:v>45944.800995370373</c:v>
                </c:pt>
                <c:pt idx="62">
                  <c:v>45944.800995370373</c:v>
                </c:pt>
                <c:pt idx="63">
                  <c:v>45944.801006944443</c:v>
                </c:pt>
                <c:pt idx="64">
                  <c:v>45944.801006944443</c:v>
                </c:pt>
                <c:pt idx="65">
                  <c:v>45944.801006944443</c:v>
                </c:pt>
                <c:pt idx="66">
                  <c:v>45944.801006944443</c:v>
                </c:pt>
                <c:pt idx="67">
                  <c:v>45944.801006944443</c:v>
                </c:pt>
                <c:pt idx="68">
                  <c:v>45944.801006944443</c:v>
                </c:pt>
                <c:pt idx="69">
                  <c:v>45944.801006944443</c:v>
                </c:pt>
                <c:pt idx="70">
                  <c:v>45944.801006944443</c:v>
                </c:pt>
                <c:pt idx="71">
                  <c:v>45944.801006944443</c:v>
                </c:pt>
                <c:pt idx="72">
                  <c:v>45944.801006944443</c:v>
                </c:pt>
                <c:pt idx="73">
                  <c:v>45944.801006944443</c:v>
                </c:pt>
                <c:pt idx="74">
                  <c:v>45944.801006944443</c:v>
                </c:pt>
                <c:pt idx="75">
                  <c:v>45944.801006944443</c:v>
                </c:pt>
                <c:pt idx="76">
                  <c:v>45944.801006944443</c:v>
                </c:pt>
                <c:pt idx="77">
                  <c:v>45944.801006944443</c:v>
                </c:pt>
                <c:pt idx="78">
                  <c:v>45944.801006944443</c:v>
                </c:pt>
                <c:pt idx="79">
                  <c:v>45944.801006944443</c:v>
                </c:pt>
                <c:pt idx="80">
                  <c:v>45944.801006944443</c:v>
                </c:pt>
                <c:pt idx="81">
                  <c:v>45944.801006944443</c:v>
                </c:pt>
                <c:pt idx="82">
                  <c:v>45944.801018518519</c:v>
                </c:pt>
                <c:pt idx="83">
                  <c:v>45944.801018518519</c:v>
                </c:pt>
                <c:pt idx="84">
                  <c:v>45944.801018518519</c:v>
                </c:pt>
                <c:pt idx="85">
                  <c:v>45944.801018518519</c:v>
                </c:pt>
                <c:pt idx="86">
                  <c:v>45944.801018518519</c:v>
                </c:pt>
                <c:pt idx="87">
                  <c:v>45944.801018518519</c:v>
                </c:pt>
                <c:pt idx="88">
                  <c:v>45944.801018518519</c:v>
                </c:pt>
                <c:pt idx="89">
                  <c:v>45944.801018518519</c:v>
                </c:pt>
                <c:pt idx="90">
                  <c:v>45944.801018518519</c:v>
                </c:pt>
                <c:pt idx="91">
                  <c:v>45944.801018518519</c:v>
                </c:pt>
                <c:pt idx="92">
                  <c:v>45944.801018518519</c:v>
                </c:pt>
                <c:pt idx="93">
                  <c:v>45944.801018518519</c:v>
                </c:pt>
                <c:pt idx="94">
                  <c:v>45944.801018518519</c:v>
                </c:pt>
                <c:pt idx="95">
                  <c:v>45944.801018518519</c:v>
                </c:pt>
                <c:pt idx="96">
                  <c:v>45944.801018518519</c:v>
                </c:pt>
                <c:pt idx="97">
                  <c:v>45944.801018518519</c:v>
                </c:pt>
                <c:pt idx="98">
                  <c:v>45944.801018518519</c:v>
                </c:pt>
                <c:pt idx="99">
                  <c:v>45944.801018518519</c:v>
                </c:pt>
                <c:pt idx="100">
                  <c:v>45944.801018518519</c:v>
                </c:pt>
                <c:pt idx="101">
                  <c:v>45944.801018518519</c:v>
                </c:pt>
                <c:pt idx="102">
                  <c:v>45944.801030092596</c:v>
                </c:pt>
                <c:pt idx="103">
                  <c:v>45944.801030092596</c:v>
                </c:pt>
                <c:pt idx="104">
                  <c:v>45944.801030092596</c:v>
                </c:pt>
                <c:pt idx="105">
                  <c:v>45944.801030092596</c:v>
                </c:pt>
                <c:pt idx="106">
                  <c:v>45944.801030092596</c:v>
                </c:pt>
                <c:pt idx="107">
                  <c:v>45944.801030092596</c:v>
                </c:pt>
                <c:pt idx="108">
                  <c:v>45944.801030092596</c:v>
                </c:pt>
                <c:pt idx="109">
                  <c:v>45944.801030092596</c:v>
                </c:pt>
                <c:pt idx="110">
                  <c:v>45944.801030092596</c:v>
                </c:pt>
                <c:pt idx="111">
                  <c:v>45944.801030092596</c:v>
                </c:pt>
                <c:pt idx="112">
                  <c:v>45944.801030092596</c:v>
                </c:pt>
                <c:pt idx="113">
                  <c:v>45944.801030092596</c:v>
                </c:pt>
                <c:pt idx="114">
                  <c:v>45944.801030092596</c:v>
                </c:pt>
                <c:pt idx="115">
                  <c:v>45944.801030092596</c:v>
                </c:pt>
                <c:pt idx="116">
                  <c:v>45944.801030092596</c:v>
                </c:pt>
                <c:pt idx="117">
                  <c:v>45944.801030092596</c:v>
                </c:pt>
                <c:pt idx="118">
                  <c:v>45944.801030092596</c:v>
                </c:pt>
                <c:pt idx="119">
                  <c:v>45944.801030092596</c:v>
                </c:pt>
                <c:pt idx="120">
                  <c:v>45944.801030092596</c:v>
                </c:pt>
                <c:pt idx="121">
                  <c:v>45944.801030092596</c:v>
                </c:pt>
                <c:pt idx="122">
                  <c:v>45944.801041666666</c:v>
                </c:pt>
                <c:pt idx="123">
                  <c:v>45944.801041666666</c:v>
                </c:pt>
                <c:pt idx="124">
                  <c:v>45944.801041666666</c:v>
                </c:pt>
                <c:pt idx="125">
                  <c:v>45944.801041666666</c:v>
                </c:pt>
                <c:pt idx="126">
                  <c:v>45944.801041666666</c:v>
                </c:pt>
                <c:pt idx="127">
                  <c:v>45944.801041666666</c:v>
                </c:pt>
                <c:pt idx="128">
                  <c:v>45944.801041666666</c:v>
                </c:pt>
                <c:pt idx="129">
                  <c:v>45944.801041666666</c:v>
                </c:pt>
                <c:pt idx="130">
                  <c:v>45944.801041666666</c:v>
                </c:pt>
                <c:pt idx="131">
                  <c:v>45944.801041666666</c:v>
                </c:pt>
                <c:pt idx="132">
                  <c:v>45944.801041666666</c:v>
                </c:pt>
                <c:pt idx="133">
                  <c:v>45944.801041666666</c:v>
                </c:pt>
                <c:pt idx="134">
                  <c:v>45944.801041666666</c:v>
                </c:pt>
                <c:pt idx="135">
                  <c:v>45944.801041666666</c:v>
                </c:pt>
                <c:pt idx="136">
                  <c:v>45944.801041666666</c:v>
                </c:pt>
                <c:pt idx="137">
                  <c:v>45944.801041666666</c:v>
                </c:pt>
                <c:pt idx="138">
                  <c:v>45944.801041666666</c:v>
                </c:pt>
                <c:pt idx="139">
                  <c:v>45944.801041666666</c:v>
                </c:pt>
                <c:pt idx="140">
                  <c:v>45944.801041666666</c:v>
                </c:pt>
                <c:pt idx="141">
                  <c:v>45944.801041666666</c:v>
                </c:pt>
                <c:pt idx="142">
                  <c:v>45944.801053240742</c:v>
                </c:pt>
                <c:pt idx="143">
                  <c:v>45944.801053240742</c:v>
                </c:pt>
                <c:pt idx="144">
                  <c:v>45944.801053240742</c:v>
                </c:pt>
                <c:pt idx="145">
                  <c:v>45944.801053240742</c:v>
                </c:pt>
                <c:pt idx="146">
                  <c:v>45944.801053240742</c:v>
                </c:pt>
                <c:pt idx="147">
                  <c:v>45944.801053240742</c:v>
                </c:pt>
                <c:pt idx="148">
                  <c:v>45944.801053240742</c:v>
                </c:pt>
                <c:pt idx="149">
                  <c:v>45944.801053240742</c:v>
                </c:pt>
                <c:pt idx="150">
                  <c:v>45944.801053240742</c:v>
                </c:pt>
                <c:pt idx="151">
                  <c:v>45944.801053240742</c:v>
                </c:pt>
                <c:pt idx="152">
                  <c:v>45944.801053240742</c:v>
                </c:pt>
                <c:pt idx="153">
                  <c:v>45944.801053240742</c:v>
                </c:pt>
                <c:pt idx="154">
                  <c:v>45944.801053240742</c:v>
                </c:pt>
                <c:pt idx="155">
                  <c:v>45944.801053240742</c:v>
                </c:pt>
                <c:pt idx="156">
                  <c:v>45944.801053240742</c:v>
                </c:pt>
                <c:pt idx="157">
                  <c:v>45944.801053240742</c:v>
                </c:pt>
                <c:pt idx="158">
                  <c:v>45944.801053240742</c:v>
                </c:pt>
                <c:pt idx="159">
                  <c:v>45944.801053240742</c:v>
                </c:pt>
                <c:pt idx="160">
                  <c:v>45944.801053240742</c:v>
                </c:pt>
                <c:pt idx="161">
                  <c:v>45944.801053240742</c:v>
                </c:pt>
                <c:pt idx="162">
                  <c:v>45944.801053240742</c:v>
                </c:pt>
                <c:pt idx="163">
                  <c:v>45944.801053240742</c:v>
                </c:pt>
                <c:pt idx="164">
                  <c:v>45944.801064814812</c:v>
                </c:pt>
                <c:pt idx="165">
                  <c:v>45944.801064814812</c:v>
                </c:pt>
                <c:pt idx="166">
                  <c:v>45944.801064814812</c:v>
                </c:pt>
                <c:pt idx="167">
                  <c:v>45944.801064814812</c:v>
                </c:pt>
                <c:pt idx="168">
                  <c:v>45944.801064814812</c:v>
                </c:pt>
                <c:pt idx="169">
                  <c:v>45944.801064814812</c:v>
                </c:pt>
                <c:pt idx="170">
                  <c:v>45944.801064814812</c:v>
                </c:pt>
                <c:pt idx="171">
                  <c:v>45944.801064814812</c:v>
                </c:pt>
                <c:pt idx="172">
                  <c:v>45944.801064814812</c:v>
                </c:pt>
                <c:pt idx="173">
                  <c:v>45944.801064814812</c:v>
                </c:pt>
                <c:pt idx="174">
                  <c:v>45944.801064814812</c:v>
                </c:pt>
                <c:pt idx="175">
                  <c:v>45944.801064814812</c:v>
                </c:pt>
                <c:pt idx="176">
                  <c:v>45944.801064814812</c:v>
                </c:pt>
                <c:pt idx="177">
                  <c:v>45944.801064814812</c:v>
                </c:pt>
                <c:pt idx="178">
                  <c:v>45944.801064814812</c:v>
                </c:pt>
                <c:pt idx="179">
                  <c:v>45944.801064814812</c:v>
                </c:pt>
                <c:pt idx="180">
                  <c:v>45944.801064814812</c:v>
                </c:pt>
                <c:pt idx="181">
                  <c:v>45944.801064814812</c:v>
                </c:pt>
                <c:pt idx="182">
                  <c:v>45944.801064814812</c:v>
                </c:pt>
                <c:pt idx="183">
                  <c:v>45944.801064814812</c:v>
                </c:pt>
                <c:pt idx="184">
                  <c:v>45944.801076388889</c:v>
                </c:pt>
                <c:pt idx="185">
                  <c:v>45944.801076388889</c:v>
                </c:pt>
                <c:pt idx="186">
                  <c:v>45944.801076388889</c:v>
                </c:pt>
                <c:pt idx="187">
                  <c:v>45944.801076388889</c:v>
                </c:pt>
                <c:pt idx="188">
                  <c:v>45944.801076388889</c:v>
                </c:pt>
                <c:pt idx="189">
                  <c:v>45944.801076388889</c:v>
                </c:pt>
                <c:pt idx="190">
                  <c:v>45944.801076388889</c:v>
                </c:pt>
                <c:pt idx="191">
                  <c:v>45944.801076388889</c:v>
                </c:pt>
                <c:pt idx="192">
                  <c:v>45944.801076388889</c:v>
                </c:pt>
                <c:pt idx="193">
                  <c:v>45944.801076388889</c:v>
                </c:pt>
                <c:pt idx="194">
                  <c:v>45944.801076388889</c:v>
                </c:pt>
                <c:pt idx="195">
                  <c:v>45944.801076388889</c:v>
                </c:pt>
                <c:pt idx="196">
                  <c:v>45944.801076388889</c:v>
                </c:pt>
                <c:pt idx="197">
                  <c:v>45944.801076388889</c:v>
                </c:pt>
                <c:pt idx="198">
                  <c:v>45944.801076388889</c:v>
                </c:pt>
                <c:pt idx="199">
                  <c:v>45944.801076388889</c:v>
                </c:pt>
                <c:pt idx="200">
                  <c:v>45944.801076388889</c:v>
                </c:pt>
                <c:pt idx="201">
                  <c:v>45944.801076388889</c:v>
                </c:pt>
                <c:pt idx="202">
                  <c:v>45944.801076388889</c:v>
                </c:pt>
                <c:pt idx="203">
                  <c:v>45944.801076388889</c:v>
                </c:pt>
                <c:pt idx="204">
                  <c:v>45944.801076388889</c:v>
                </c:pt>
                <c:pt idx="205">
                  <c:v>45944.801076388889</c:v>
                </c:pt>
                <c:pt idx="206">
                  <c:v>45944.801087962966</c:v>
                </c:pt>
                <c:pt idx="207">
                  <c:v>45944.801087962966</c:v>
                </c:pt>
                <c:pt idx="208">
                  <c:v>45944.801087962966</c:v>
                </c:pt>
                <c:pt idx="209">
                  <c:v>45944.801087962966</c:v>
                </c:pt>
                <c:pt idx="210">
                  <c:v>45944.801087962966</c:v>
                </c:pt>
                <c:pt idx="211">
                  <c:v>45944.801087962966</c:v>
                </c:pt>
                <c:pt idx="212">
                  <c:v>45944.801087962966</c:v>
                </c:pt>
                <c:pt idx="213">
                  <c:v>45944.801087962966</c:v>
                </c:pt>
                <c:pt idx="214">
                  <c:v>45944.801087962966</c:v>
                </c:pt>
                <c:pt idx="215">
                  <c:v>45944.801087962966</c:v>
                </c:pt>
                <c:pt idx="216">
                  <c:v>45944.801087962966</c:v>
                </c:pt>
                <c:pt idx="217">
                  <c:v>45944.801087962966</c:v>
                </c:pt>
                <c:pt idx="218">
                  <c:v>45944.801087962966</c:v>
                </c:pt>
                <c:pt idx="219">
                  <c:v>45944.801087962966</c:v>
                </c:pt>
                <c:pt idx="220">
                  <c:v>45944.801087962966</c:v>
                </c:pt>
                <c:pt idx="221">
                  <c:v>45944.801087962966</c:v>
                </c:pt>
                <c:pt idx="222">
                  <c:v>45944.801087962966</c:v>
                </c:pt>
                <c:pt idx="223">
                  <c:v>45944.801087962966</c:v>
                </c:pt>
                <c:pt idx="224">
                  <c:v>45944.801087962966</c:v>
                </c:pt>
                <c:pt idx="225">
                  <c:v>45944.801099537035</c:v>
                </c:pt>
                <c:pt idx="226">
                  <c:v>45944.801099537035</c:v>
                </c:pt>
                <c:pt idx="227">
                  <c:v>45944.801099537035</c:v>
                </c:pt>
                <c:pt idx="228">
                  <c:v>45944.801099537035</c:v>
                </c:pt>
                <c:pt idx="229">
                  <c:v>45944.801099537035</c:v>
                </c:pt>
                <c:pt idx="230">
                  <c:v>45944.801099537035</c:v>
                </c:pt>
                <c:pt idx="231">
                  <c:v>45944.801099537035</c:v>
                </c:pt>
                <c:pt idx="232">
                  <c:v>45944.801099537035</c:v>
                </c:pt>
                <c:pt idx="233">
                  <c:v>45944.801099537035</c:v>
                </c:pt>
                <c:pt idx="234">
                  <c:v>45944.801099537035</c:v>
                </c:pt>
                <c:pt idx="235">
                  <c:v>45944.801099537035</c:v>
                </c:pt>
                <c:pt idx="236">
                  <c:v>45944.801099537035</c:v>
                </c:pt>
                <c:pt idx="237">
                  <c:v>45944.801099537035</c:v>
                </c:pt>
                <c:pt idx="238">
                  <c:v>45944.801099537035</c:v>
                </c:pt>
                <c:pt idx="239">
                  <c:v>45944.801099537035</c:v>
                </c:pt>
                <c:pt idx="240">
                  <c:v>45944.801099537035</c:v>
                </c:pt>
                <c:pt idx="241">
                  <c:v>45944.801099537035</c:v>
                </c:pt>
                <c:pt idx="242">
                  <c:v>45944.801099537035</c:v>
                </c:pt>
                <c:pt idx="243">
                  <c:v>45944.801099537035</c:v>
                </c:pt>
                <c:pt idx="244">
                  <c:v>45944.801099537035</c:v>
                </c:pt>
                <c:pt idx="245">
                  <c:v>45944.801111111112</c:v>
                </c:pt>
                <c:pt idx="246">
                  <c:v>45944.801111111112</c:v>
                </c:pt>
                <c:pt idx="247">
                  <c:v>45944.801111111112</c:v>
                </c:pt>
                <c:pt idx="248">
                  <c:v>45944.801111111112</c:v>
                </c:pt>
                <c:pt idx="249">
                  <c:v>45944.801111111112</c:v>
                </c:pt>
                <c:pt idx="250">
                  <c:v>45944.801111111112</c:v>
                </c:pt>
                <c:pt idx="251">
                  <c:v>45944.801111111112</c:v>
                </c:pt>
                <c:pt idx="252">
                  <c:v>45944.801111111112</c:v>
                </c:pt>
                <c:pt idx="253">
                  <c:v>45944.801111111112</c:v>
                </c:pt>
                <c:pt idx="254">
                  <c:v>45944.801111111112</c:v>
                </c:pt>
                <c:pt idx="255">
                  <c:v>45944.801111111112</c:v>
                </c:pt>
                <c:pt idx="256">
                  <c:v>45944.801111111112</c:v>
                </c:pt>
                <c:pt idx="257">
                  <c:v>45944.801111111112</c:v>
                </c:pt>
                <c:pt idx="258">
                  <c:v>45944.801111111112</c:v>
                </c:pt>
                <c:pt idx="259">
                  <c:v>45944.801111111112</c:v>
                </c:pt>
                <c:pt idx="260">
                  <c:v>45944.801111111112</c:v>
                </c:pt>
                <c:pt idx="261">
                  <c:v>45944.801111111112</c:v>
                </c:pt>
                <c:pt idx="262">
                  <c:v>45944.801111111112</c:v>
                </c:pt>
                <c:pt idx="263">
                  <c:v>45944.801111111112</c:v>
                </c:pt>
                <c:pt idx="264">
                  <c:v>45944.801111111112</c:v>
                </c:pt>
                <c:pt idx="265">
                  <c:v>45944.801122685189</c:v>
                </c:pt>
                <c:pt idx="266">
                  <c:v>45944.801122685189</c:v>
                </c:pt>
                <c:pt idx="267">
                  <c:v>45944.801122685189</c:v>
                </c:pt>
                <c:pt idx="268">
                  <c:v>45944.801122685189</c:v>
                </c:pt>
                <c:pt idx="269">
                  <c:v>45944.801122685189</c:v>
                </c:pt>
                <c:pt idx="270">
                  <c:v>45944.801122685189</c:v>
                </c:pt>
                <c:pt idx="271">
                  <c:v>45944.801122685189</c:v>
                </c:pt>
                <c:pt idx="272">
                  <c:v>45944.801122685189</c:v>
                </c:pt>
                <c:pt idx="273">
                  <c:v>45944.801122685189</c:v>
                </c:pt>
                <c:pt idx="274">
                  <c:v>45944.801122685189</c:v>
                </c:pt>
                <c:pt idx="275">
                  <c:v>45944.801122685189</c:v>
                </c:pt>
                <c:pt idx="276">
                  <c:v>45944.801122685189</c:v>
                </c:pt>
                <c:pt idx="277">
                  <c:v>45944.801122685189</c:v>
                </c:pt>
                <c:pt idx="278">
                  <c:v>45944.801122685189</c:v>
                </c:pt>
                <c:pt idx="279">
                  <c:v>45944.801122685189</c:v>
                </c:pt>
                <c:pt idx="280">
                  <c:v>45944.801122685189</c:v>
                </c:pt>
                <c:pt idx="281">
                  <c:v>45944.801122685189</c:v>
                </c:pt>
                <c:pt idx="282">
                  <c:v>45944.801122685189</c:v>
                </c:pt>
                <c:pt idx="283">
                  <c:v>45944.801122685189</c:v>
                </c:pt>
                <c:pt idx="284">
                  <c:v>45944.801122685189</c:v>
                </c:pt>
                <c:pt idx="285">
                  <c:v>45944.801134259258</c:v>
                </c:pt>
                <c:pt idx="286">
                  <c:v>45944.801134259258</c:v>
                </c:pt>
                <c:pt idx="287">
                  <c:v>45944.801134259258</c:v>
                </c:pt>
                <c:pt idx="288">
                  <c:v>45944.801134259258</c:v>
                </c:pt>
                <c:pt idx="289">
                  <c:v>45944.801134259258</c:v>
                </c:pt>
                <c:pt idx="290">
                  <c:v>45944.801134259258</c:v>
                </c:pt>
                <c:pt idx="291">
                  <c:v>45944.801134259258</c:v>
                </c:pt>
                <c:pt idx="292">
                  <c:v>45944.801134259258</c:v>
                </c:pt>
                <c:pt idx="293">
                  <c:v>45944.801134259258</c:v>
                </c:pt>
                <c:pt idx="294">
                  <c:v>45944.801134259258</c:v>
                </c:pt>
                <c:pt idx="295">
                  <c:v>45944.801134259258</c:v>
                </c:pt>
                <c:pt idx="296">
                  <c:v>45944.801134259258</c:v>
                </c:pt>
                <c:pt idx="297">
                  <c:v>45944.801134259258</c:v>
                </c:pt>
                <c:pt idx="298">
                  <c:v>45944.801134259258</c:v>
                </c:pt>
                <c:pt idx="299">
                  <c:v>45944.801134259258</c:v>
                </c:pt>
                <c:pt idx="300">
                  <c:v>45944.801134259258</c:v>
                </c:pt>
                <c:pt idx="301">
                  <c:v>45944.801134259258</c:v>
                </c:pt>
                <c:pt idx="302">
                  <c:v>45944.801134259258</c:v>
                </c:pt>
                <c:pt idx="303">
                  <c:v>45944.801134259258</c:v>
                </c:pt>
                <c:pt idx="304">
                  <c:v>45944.801134259258</c:v>
                </c:pt>
                <c:pt idx="305">
                  <c:v>45944.801134259258</c:v>
                </c:pt>
                <c:pt idx="306">
                  <c:v>45944.801145833335</c:v>
                </c:pt>
                <c:pt idx="307">
                  <c:v>45944.801145833335</c:v>
                </c:pt>
                <c:pt idx="308">
                  <c:v>45944.801145833335</c:v>
                </c:pt>
                <c:pt idx="309">
                  <c:v>45944.801145833335</c:v>
                </c:pt>
                <c:pt idx="310">
                  <c:v>45944.801145833335</c:v>
                </c:pt>
                <c:pt idx="311">
                  <c:v>45944.801145833335</c:v>
                </c:pt>
                <c:pt idx="312">
                  <c:v>45944.801145833335</c:v>
                </c:pt>
                <c:pt idx="313">
                  <c:v>45944.801145833335</c:v>
                </c:pt>
                <c:pt idx="314">
                  <c:v>45944.801145833335</c:v>
                </c:pt>
                <c:pt idx="315">
                  <c:v>45944.801145833335</c:v>
                </c:pt>
                <c:pt idx="316">
                  <c:v>45944.801145833335</c:v>
                </c:pt>
                <c:pt idx="317">
                  <c:v>45944.801145833335</c:v>
                </c:pt>
                <c:pt idx="318">
                  <c:v>45944.801145833335</c:v>
                </c:pt>
                <c:pt idx="319">
                  <c:v>45944.801145833335</c:v>
                </c:pt>
                <c:pt idx="320">
                  <c:v>45944.801145833335</c:v>
                </c:pt>
                <c:pt idx="321">
                  <c:v>45944.801145833335</c:v>
                </c:pt>
                <c:pt idx="322">
                  <c:v>45944.801145833335</c:v>
                </c:pt>
                <c:pt idx="323">
                  <c:v>45944.801145833335</c:v>
                </c:pt>
                <c:pt idx="324">
                  <c:v>45944.801145833335</c:v>
                </c:pt>
                <c:pt idx="325">
                  <c:v>45944.801145833335</c:v>
                </c:pt>
                <c:pt idx="326">
                  <c:v>45944.801145833335</c:v>
                </c:pt>
                <c:pt idx="327">
                  <c:v>45944.801157407404</c:v>
                </c:pt>
                <c:pt idx="328">
                  <c:v>45944.801157407404</c:v>
                </c:pt>
                <c:pt idx="329">
                  <c:v>45944.801157407404</c:v>
                </c:pt>
                <c:pt idx="330">
                  <c:v>45944.801157407404</c:v>
                </c:pt>
                <c:pt idx="331">
                  <c:v>45944.801157407404</c:v>
                </c:pt>
                <c:pt idx="332">
                  <c:v>45944.801157407404</c:v>
                </c:pt>
                <c:pt idx="333">
                  <c:v>45944.801157407404</c:v>
                </c:pt>
                <c:pt idx="334">
                  <c:v>45944.801157407404</c:v>
                </c:pt>
                <c:pt idx="335">
                  <c:v>45944.801157407404</c:v>
                </c:pt>
                <c:pt idx="336">
                  <c:v>45944.801157407404</c:v>
                </c:pt>
                <c:pt idx="337">
                  <c:v>45944.801157407404</c:v>
                </c:pt>
                <c:pt idx="338">
                  <c:v>45944.801157407404</c:v>
                </c:pt>
                <c:pt idx="339">
                  <c:v>45944.801157407404</c:v>
                </c:pt>
                <c:pt idx="340">
                  <c:v>45944.801157407404</c:v>
                </c:pt>
                <c:pt idx="341">
                  <c:v>45944.801157407404</c:v>
                </c:pt>
                <c:pt idx="342">
                  <c:v>45944.801157407404</c:v>
                </c:pt>
                <c:pt idx="343">
                  <c:v>45944.801157407404</c:v>
                </c:pt>
                <c:pt idx="344">
                  <c:v>45944.801157407404</c:v>
                </c:pt>
                <c:pt idx="345">
                  <c:v>45944.801157407404</c:v>
                </c:pt>
                <c:pt idx="346">
                  <c:v>45944.801157407404</c:v>
                </c:pt>
                <c:pt idx="347">
                  <c:v>45944.801157407404</c:v>
                </c:pt>
                <c:pt idx="348">
                  <c:v>45944.801168981481</c:v>
                </c:pt>
                <c:pt idx="349">
                  <c:v>45944.801168981481</c:v>
                </c:pt>
                <c:pt idx="350">
                  <c:v>45944.801168981481</c:v>
                </c:pt>
                <c:pt idx="351">
                  <c:v>45944.801168981481</c:v>
                </c:pt>
                <c:pt idx="352">
                  <c:v>45944.801168981481</c:v>
                </c:pt>
                <c:pt idx="353">
                  <c:v>45944.801168981481</c:v>
                </c:pt>
                <c:pt idx="354">
                  <c:v>45944.801168981481</c:v>
                </c:pt>
                <c:pt idx="355">
                  <c:v>45944.801168981481</c:v>
                </c:pt>
                <c:pt idx="356">
                  <c:v>45944.801168981481</c:v>
                </c:pt>
                <c:pt idx="357">
                  <c:v>45944.801168981481</c:v>
                </c:pt>
                <c:pt idx="358">
                  <c:v>45944.801168981481</c:v>
                </c:pt>
                <c:pt idx="359">
                  <c:v>45944.801168981481</c:v>
                </c:pt>
                <c:pt idx="360">
                  <c:v>45944.801168981481</c:v>
                </c:pt>
                <c:pt idx="361">
                  <c:v>45944.801168981481</c:v>
                </c:pt>
                <c:pt idx="362">
                  <c:v>45944.801168981481</c:v>
                </c:pt>
              </c:numCache>
            </c:numRef>
          </c:cat>
          <c:val>
            <c:numRef>
              <c:f>Sheet1!$K$2:$K$364</c:f>
            </c:numRef>
          </c:val>
          <c:smooth val="0"/>
          <c:extLst>
            <c:ext xmlns:c16="http://schemas.microsoft.com/office/drawing/2014/chart" uri="{C3380CC4-5D6E-409C-BE32-E72D297353CC}">
              <c16:uniqueId val="{00000008-4C6C-4E57-BDE7-FE2A206675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33057248"/>
        <c:axId val="1735911440"/>
        <c:extLst>
          <c:ext xmlns:c15="http://schemas.microsoft.com/office/drawing/2012/chart" uri="{02D57815-91ED-43cb-92C2-25804820EDAC}">
            <c15:filteredLineSeries>
              <c15:ser>
                <c:idx val="5"/>
                <c:order val="5"/>
                <c:tx>
                  <c:strRef>
                    <c:extLst>
                      <c:ext uri="{02D57815-91ED-43cb-92C2-25804820EDAC}">
                        <c15:formulaRef>
                          <c15:sqref>Sheet1!$G$1</c15:sqref>
                        </c15:formulaRef>
                      </c:ext>
                    </c:extLst>
                    <c:strCache>
                      <c:ptCount val="1"/>
                      <c:pt idx="0">
                        <c:v>LPC 포지션</c:v>
                      </c:pt>
                    </c:strCache>
                  </c:strRef>
                </c:tx>
                <c:spPr>
                  <a:ln w="28575" cap="rnd">
                    <a:solidFill>
                      <a:schemeClr val="accent6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Sheet1!$A$2:$A$364</c15:sqref>
                        </c15:formulaRef>
                      </c:ext>
                    </c:extLst>
                    <c:numCache>
                      <c:formatCode>yyyy/mm/dd\ ddd\ hh:mm:ss</c:formatCode>
                      <c:ptCount val="363"/>
                      <c:pt idx="0">
                        <c:v>45944.80096064815</c:v>
                      </c:pt>
                      <c:pt idx="1">
                        <c:v>45944.80097222222</c:v>
                      </c:pt>
                      <c:pt idx="2">
                        <c:v>45944.80097222222</c:v>
                      </c:pt>
                      <c:pt idx="3">
                        <c:v>45944.80097222222</c:v>
                      </c:pt>
                      <c:pt idx="4">
                        <c:v>45944.80097222222</c:v>
                      </c:pt>
                      <c:pt idx="5">
                        <c:v>45944.80097222222</c:v>
                      </c:pt>
                      <c:pt idx="6">
                        <c:v>45944.80097222222</c:v>
                      </c:pt>
                      <c:pt idx="7">
                        <c:v>45944.80097222222</c:v>
                      </c:pt>
                      <c:pt idx="8">
                        <c:v>45944.80097222222</c:v>
                      </c:pt>
                      <c:pt idx="9">
                        <c:v>45944.80097222222</c:v>
                      </c:pt>
                      <c:pt idx="10">
                        <c:v>45944.80097222222</c:v>
                      </c:pt>
                      <c:pt idx="11">
                        <c:v>45944.80097222222</c:v>
                      </c:pt>
                      <c:pt idx="12">
                        <c:v>45944.80097222222</c:v>
                      </c:pt>
                      <c:pt idx="13">
                        <c:v>45944.80097222222</c:v>
                      </c:pt>
                      <c:pt idx="14">
                        <c:v>45944.80097222222</c:v>
                      </c:pt>
                      <c:pt idx="15">
                        <c:v>45944.80097222222</c:v>
                      </c:pt>
                      <c:pt idx="16">
                        <c:v>45944.80097222222</c:v>
                      </c:pt>
                      <c:pt idx="17">
                        <c:v>45944.80097222222</c:v>
                      </c:pt>
                      <c:pt idx="18">
                        <c:v>45944.80097222222</c:v>
                      </c:pt>
                      <c:pt idx="19">
                        <c:v>45944.80097222222</c:v>
                      </c:pt>
                      <c:pt idx="20">
                        <c:v>45944.80097222222</c:v>
                      </c:pt>
                      <c:pt idx="21">
                        <c:v>45944.80097222222</c:v>
                      </c:pt>
                      <c:pt idx="22">
                        <c:v>45944.800983796296</c:v>
                      </c:pt>
                      <c:pt idx="23">
                        <c:v>45944.800983796296</c:v>
                      </c:pt>
                      <c:pt idx="24">
                        <c:v>45944.800983796296</c:v>
                      </c:pt>
                      <c:pt idx="25">
                        <c:v>45944.800983796296</c:v>
                      </c:pt>
                      <c:pt idx="26">
                        <c:v>45944.800983796296</c:v>
                      </c:pt>
                      <c:pt idx="27">
                        <c:v>45944.800983796296</c:v>
                      </c:pt>
                      <c:pt idx="28">
                        <c:v>45944.800983796296</c:v>
                      </c:pt>
                      <c:pt idx="29">
                        <c:v>45944.800983796296</c:v>
                      </c:pt>
                      <c:pt idx="30">
                        <c:v>45944.800983796296</c:v>
                      </c:pt>
                      <c:pt idx="31">
                        <c:v>45944.800983796296</c:v>
                      </c:pt>
                      <c:pt idx="32">
                        <c:v>45944.800983796296</c:v>
                      </c:pt>
                      <c:pt idx="33">
                        <c:v>45944.800983796296</c:v>
                      </c:pt>
                      <c:pt idx="34">
                        <c:v>45944.800983796296</c:v>
                      </c:pt>
                      <c:pt idx="35">
                        <c:v>45944.800983796296</c:v>
                      </c:pt>
                      <c:pt idx="36">
                        <c:v>45944.800983796296</c:v>
                      </c:pt>
                      <c:pt idx="37">
                        <c:v>45944.800983796296</c:v>
                      </c:pt>
                      <c:pt idx="38">
                        <c:v>45944.800983796296</c:v>
                      </c:pt>
                      <c:pt idx="39">
                        <c:v>45944.800983796296</c:v>
                      </c:pt>
                      <c:pt idx="40">
                        <c:v>45944.800983796296</c:v>
                      </c:pt>
                      <c:pt idx="41">
                        <c:v>45944.800983796296</c:v>
                      </c:pt>
                      <c:pt idx="42">
                        <c:v>45944.800983796296</c:v>
                      </c:pt>
                      <c:pt idx="43">
                        <c:v>45944.800995370373</c:v>
                      </c:pt>
                      <c:pt idx="44">
                        <c:v>45944.800995370373</c:v>
                      </c:pt>
                      <c:pt idx="45">
                        <c:v>45944.800995370373</c:v>
                      </c:pt>
                      <c:pt idx="46">
                        <c:v>45944.800995370373</c:v>
                      </c:pt>
                      <c:pt idx="47">
                        <c:v>45944.800995370373</c:v>
                      </c:pt>
                      <c:pt idx="48">
                        <c:v>45944.800995370373</c:v>
                      </c:pt>
                      <c:pt idx="49">
                        <c:v>45944.800995370373</c:v>
                      </c:pt>
                      <c:pt idx="50">
                        <c:v>45944.800995370373</c:v>
                      </c:pt>
                      <c:pt idx="51">
                        <c:v>45944.800995370373</c:v>
                      </c:pt>
                      <c:pt idx="52">
                        <c:v>45944.800995370373</c:v>
                      </c:pt>
                      <c:pt idx="53">
                        <c:v>45944.800995370373</c:v>
                      </c:pt>
                      <c:pt idx="54">
                        <c:v>45944.800995370373</c:v>
                      </c:pt>
                      <c:pt idx="55">
                        <c:v>45944.800995370373</c:v>
                      </c:pt>
                      <c:pt idx="56">
                        <c:v>45944.800995370373</c:v>
                      </c:pt>
                      <c:pt idx="57">
                        <c:v>45944.800995370373</c:v>
                      </c:pt>
                      <c:pt idx="58">
                        <c:v>45944.800995370373</c:v>
                      </c:pt>
                      <c:pt idx="59">
                        <c:v>45944.800995370373</c:v>
                      </c:pt>
                      <c:pt idx="60">
                        <c:v>45944.800995370373</c:v>
                      </c:pt>
                      <c:pt idx="61">
                        <c:v>45944.800995370373</c:v>
                      </c:pt>
                      <c:pt idx="62">
                        <c:v>45944.800995370373</c:v>
                      </c:pt>
                      <c:pt idx="63">
                        <c:v>45944.801006944443</c:v>
                      </c:pt>
                      <c:pt idx="64">
                        <c:v>45944.801006944443</c:v>
                      </c:pt>
                      <c:pt idx="65">
                        <c:v>45944.801006944443</c:v>
                      </c:pt>
                      <c:pt idx="66">
                        <c:v>45944.801006944443</c:v>
                      </c:pt>
                      <c:pt idx="67">
                        <c:v>45944.801006944443</c:v>
                      </c:pt>
                      <c:pt idx="68">
                        <c:v>45944.801006944443</c:v>
                      </c:pt>
                      <c:pt idx="69">
                        <c:v>45944.801006944443</c:v>
                      </c:pt>
                      <c:pt idx="70">
                        <c:v>45944.801006944443</c:v>
                      </c:pt>
                      <c:pt idx="71">
                        <c:v>45944.801006944443</c:v>
                      </c:pt>
                      <c:pt idx="72">
                        <c:v>45944.801006944443</c:v>
                      </c:pt>
                      <c:pt idx="73">
                        <c:v>45944.801006944443</c:v>
                      </c:pt>
                      <c:pt idx="74">
                        <c:v>45944.801006944443</c:v>
                      </c:pt>
                      <c:pt idx="75">
                        <c:v>45944.801006944443</c:v>
                      </c:pt>
                      <c:pt idx="76">
                        <c:v>45944.801006944443</c:v>
                      </c:pt>
                      <c:pt idx="77">
                        <c:v>45944.801006944443</c:v>
                      </c:pt>
                      <c:pt idx="78">
                        <c:v>45944.801006944443</c:v>
                      </c:pt>
                      <c:pt idx="79">
                        <c:v>45944.801006944443</c:v>
                      </c:pt>
                      <c:pt idx="80">
                        <c:v>45944.801006944443</c:v>
                      </c:pt>
                      <c:pt idx="81">
                        <c:v>45944.801006944443</c:v>
                      </c:pt>
                      <c:pt idx="82">
                        <c:v>45944.801018518519</c:v>
                      </c:pt>
                      <c:pt idx="83">
                        <c:v>45944.801018518519</c:v>
                      </c:pt>
                      <c:pt idx="84">
                        <c:v>45944.801018518519</c:v>
                      </c:pt>
                      <c:pt idx="85">
                        <c:v>45944.801018518519</c:v>
                      </c:pt>
                      <c:pt idx="86">
                        <c:v>45944.801018518519</c:v>
                      </c:pt>
                      <c:pt idx="87">
                        <c:v>45944.801018518519</c:v>
                      </c:pt>
                      <c:pt idx="88">
                        <c:v>45944.801018518519</c:v>
                      </c:pt>
                      <c:pt idx="89">
                        <c:v>45944.801018518519</c:v>
                      </c:pt>
                      <c:pt idx="90">
                        <c:v>45944.801018518519</c:v>
                      </c:pt>
                      <c:pt idx="91">
                        <c:v>45944.801018518519</c:v>
                      </c:pt>
                      <c:pt idx="92">
                        <c:v>45944.801018518519</c:v>
                      </c:pt>
                      <c:pt idx="93">
                        <c:v>45944.801018518519</c:v>
                      </c:pt>
                      <c:pt idx="94">
                        <c:v>45944.801018518519</c:v>
                      </c:pt>
                      <c:pt idx="95">
                        <c:v>45944.801018518519</c:v>
                      </c:pt>
                      <c:pt idx="96">
                        <c:v>45944.801018518519</c:v>
                      </c:pt>
                      <c:pt idx="97">
                        <c:v>45944.801018518519</c:v>
                      </c:pt>
                      <c:pt idx="98">
                        <c:v>45944.801018518519</c:v>
                      </c:pt>
                      <c:pt idx="99">
                        <c:v>45944.801018518519</c:v>
                      </c:pt>
                      <c:pt idx="100">
                        <c:v>45944.801018518519</c:v>
                      </c:pt>
                      <c:pt idx="101">
                        <c:v>45944.801018518519</c:v>
                      </c:pt>
                      <c:pt idx="102">
                        <c:v>45944.801030092596</c:v>
                      </c:pt>
                      <c:pt idx="103">
                        <c:v>45944.801030092596</c:v>
                      </c:pt>
                      <c:pt idx="104">
                        <c:v>45944.801030092596</c:v>
                      </c:pt>
                      <c:pt idx="105">
                        <c:v>45944.801030092596</c:v>
                      </c:pt>
                      <c:pt idx="106">
                        <c:v>45944.801030092596</c:v>
                      </c:pt>
                      <c:pt idx="107">
                        <c:v>45944.801030092596</c:v>
                      </c:pt>
                      <c:pt idx="108">
                        <c:v>45944.801030092596</c:v>
                      </c:pt>
                      <c:pt idx="109">
                        <c:v>45944.801030092596</c:v>
                      </c:pt>
                      <c:pt idx="110">
                        <c:v>45944.801030092596</c:v>
                      </c:pt>
                      <c:pt idx="111">
                        <c:v>45944.801030092596</c:v>
                      </c:pt>
                      <c:pt idx="112">
                        <c:v>45944.801030092596</c:v>
                      </c:pt>
                      <c:pt idx="113">
                        <c:v>45944.801030092596</c:v>
                      </c:pt>
                      <c:pt idx="114">
                        <c:v>45944.801030092596</c:v>
                      </c:pt>
                      <c:pt idx="115">
                        <c:v>45944.801030092596</c:v>
                      </c:pt>
                      <c:pt idx="116">
                        <c:v>45944.801030092596</c:v>
                      </c:pt>
                      <c:pt idx="117">
                        <c:v>45944.801030092596</c:v>
                      </c:pt>
                      <c:pt idx="118">
                        <c:v>45944.801030092596</c:v>
                      </c:pt>
                      <c:pt idx="119">
                        <c:v>45944.801030092596</c:v>
                      </c:pt>
                      <c:pt idx="120">
                        <c:v>45944.801030092596</c:v>
                      </c:pt>
                      <c:pt idx="121">
                        <c:v>45944.801030092596</c:v>
                      </c:pt>
                      <c:pt idx="122">
                        <c:v>45944.801041666666</c:v>
                      </c:pt>
                      <c:pt idx="123">
                        <c:v>45944.801041666666</c:v>
                      </c:pt>
                      <c:pt idx="124">
                        <c:v>45944.801041666666</c:v>
                      </c:pt>
                      <c:pt idx="125">
                        <c:v>45944.801041666666</c:v>
                      </c:pt>
                      <c:pt idx="126">
                        <c:v>45944.801041666666</c:v>
                      </c:pt>
                      <c:pt idx="127">
                        <c:v>45944.801041666666</c:v>
                      </c:pt>
                      <c:pt idx="128">
                        <c:v>45944.801041666666</c:v>
                      </c:pt>
                      <c:pt idx="129">
                        <c:v>45944.801041666666</c:v>
                      </c:pt>
                      <c:pt idx="130">
                        <c:v>45944.801041666666</c:v>
                      </c:pt>
                      <c:pt idx="131">
                        <c:v>45944.801041666666</c:v>
                      </c:pt>
                      <c:pt idx="132">
                        <c:v>45944.801041666666</c:v>
                      </c:pt>
                      <c:pt idx="133">
                        <c:v>45944.801041666666</c:v>
                      </c:pt>
                      <c:pt idx="134">
                        <c:v>45944.801041666666</c:v>
                      </c:pt>
                      <c:pt idx="135">
                        <c:v>45944.801041666666</c:v>
                      </c:pt>
                      <c:pt idx="136">
                        <c:v>45944.801041666666</c:v>
                      </c:pt>
                      <c:pt idx="137">
                        <c:v>45944.801041666666</c:v>
                      </c:pt>
                      <c:pt idx="138">
                        <c:v>45944.801041666666</c:v>
                      </c:pt>
                      <c:pt idx="139">
                        <c:v>45944.801041666666</c:v>
                      </c:pt>
                      <c:pt idx="140">
                        <c:v>45944.801041666666</c:v>
                      </c:pt>
                      <c:pt idx="141">
                        <c:v>45944.801041666666</c:v>
                      </c:pt>
                      <c:pt idx="142">
                        <c:v>45944.801053240742</c:v>
                      </c:pt>
                      <c:pt idx="143">
                        <c:v>45944.801053240742</c:v>
                      </c:pt>
                      <c:pt idx="144">
                        <c:v>45944.801053240742</c:v>
                      </c:pt>
                      <c:pt idx="145">
                        <c:v>45944.801053240742</c:v>
                      </c:pt>
                      <c:pt idx="146">
                        <c:v>45944.801053240742</c:v>
                      </c:pt>
                      <c:pt idx="147">
                        <c:v>45944.801053240742</c:v>
                      </c:pt>
                      <c:pt idx="148">
                        <c:v>45944.801053240742</c:v>
                      </c:pt>
                      <c:pt idx="149">
                        <c:v>45944.801053240742</c:v>
                      </c:pt>
                      <c:pt idx="150">
                        <c:v>45944.801053240742</c:v>
                      </c:pt>
                      <c:pt idx="151">
                        <c:v>45944.801053240742</c:v>
                      </c:pt>
                      <c:pt idx="152">
                        <c:v>45944.801053240742</c:v>
                      </c:pt>
                      <c:pt idx="153">
                        <c:v>45944.801053240742</c:v>
                      </c:pt>
                      <c:pt idx="154">
                        <c:v>45944.801053240742</c:v>
                      </c:pt>
                      <c:pt idx="155">
                        <c:v>45944.801053240742</c:v>
                      </c:pt>
                      <c:pt idx="156">
                        <c:v>45944.801053240742</c:v>
                      </c:pt>
                      <c:pt idx="157">
                        <c:v>45944.801053240742</c:v>
                      </c:pt>
                      <c:pt idx="158">
                        <c:v>45944.801053240742</c:v>
                      </c:pt>
                      <c:pt idx="159">
                        <c:v>45944.801053240742</c:v>
                      </c:pt>
                      <c:pt idx="160">
                        <c:v>45944.801053240742</c:v>
                      </c:pt>
                      <c:pt idx="161">
                        <c:v>45944.801053240742</c:v>
                      </c:pt>
                      <c:pt idx="162">
                        <c:v>45944.801053240742</c:v>
                      </c:pt>
                      <c:pt idx="163">
                        <c:v>45944.801053240742</c:v>
                      </c:pt>
                      <c:pt idx="164">
                        <c:v>45944.801064814812</c:v>
                      </c:pt>
                      <c:pt idx="165">
                        <c:v>45944.801064814812</c:v>
                      </c:pt>
                      <c:pt idx="166">
                        <c:v>45944.801064814812</c:v>
                      </c:pt>
                      <c:pt idx="167">
                        <c:v>45944.801064814812</c:v>
                      </c:pt>
                      <c:pt idx="168">
                        <c:v>45944.801064814812</c:v>
                      </c:pt>
                      <c:pt idx="169">
                        <c:v>45944.801064814812</c:v>
                      </c:pt>
                      <c:pt idx="170">
                        <c:v>45944.801064814812</c:v>
                      </c:pt>
                      <c:pt idx="171">
                        <c:v>45944.801064814812</c:v>
                      </c:pt>
                      <c:pt idx="172">
                        <c:v>45944.801064814812</c:v>
                      </c:pt>
                      <c:pt idx="173">
                        <c:v>45944.801064814812</c:v>
                      </c:pt>
                      <c:pt idx="174">
                        <c:v>45944.801064814812</c:v>
                      </c:pt>
                      <c:pt idx="175">
                        <c:v>45944.801064814812</c:v>
                      </c:pt>
                      <c:pt idx="176">
                        <c:v>45944.801064814812</c:v>
                      </c:pt>
                      <c:pt idx="177">
                        <c:v>45944.801064814812</c:v>
                      </c:pt>
                      <c:pt idx="178">
                        <c:v>45944.801064814812</c:v>
                      </c:pt>
                      <c:pt idx="179">
                        <c:v>45944.801064814812</c:v>
                      </c:pt>
                      <c:pt idx="180">
                        <c:v>45944.801064814812</c:v>
                      </c:pt>
                      <c:pt idx="181">
                        <c:v>45944.801064814812</c:v>
                      </c:pt>
                      <c:pt idx="182">
                        <c:v>45944.801064814812</c:v>
                      </c:pt>
                      <c:pt idx="183">
                        <c:v>45944.801064814812</c:v>
                      </c:pt>
                      <c:pt idx="184">
                        <c:v>45944.801076388889</c:v>
                      </c:pt>
                      <c:pt idx="185">
                        <c:v>45944.801076388889</c:v>
                      </c:pt>
                      <c:pt idx="186">
                        <c:v>45944.801076388889</c:v>
                      </c:pt>
                      <c:pt idx="187">
                        <c:v>45944.801076388889</c:v>
                      </c:pt>
                      <c:pt idx="188">
                        <c:v>45944.801076388889</c:v>
                      </c:pt>
                      <c:pt idx="189">
                        <c:v>45944.801076388889</c:v>
                      </c:pt>
                      <c:pt idx="190">
                        <c:v>45944.801076388889</c:v>
                      </c:pt>
                      <c:pt idx="191">
                        <c:v>45944.801076388889</c:v>
                      </c:pt>
                      <c:pt idx="192">
                        <c:v>45944.801076388889</c:v>
                      </c:pt>
                      <c:pt idx="193">
                        <c:v>45944.801076388889</c:v>
                      </c:pt>
                      <c:pt idx="194">
                        <c:v>45944.801076388889</c:v>
                      </c:pt>
                      <c:pt idx="195">
                        <c:v>45944.801076388889</c:v>
                      </c:pt>
                      <c:pt idx="196">
                        <c:v>45944.801076388889</c:v>
                      </c:pt>
                      <c:pt idx="197">
                        <c:v>45944.801076388889</c:v>
                      </c:pt>
                      <c:pt idx="198">
                        <c:v>45944.801076388889</c:v>
                      </c:pt>
                      <c:pt idx="199">
                        <c:v>45944.801076388889</c:v>
                      </c:pt>
                      <c:pt idx="200">
                        <c:v>45944.801076388889</c:v>
                      </c:pt>
                      <c:pt idx="201">
                        <c:v>45944.801076388889</c:v>
                      </c:pt>
                      <c:pt idx="202">
                        <c:v>45944.801076388889</c:v>
                      </c:pt>
                      <c:pt idx="203">
                        <c:v>45944.801076388889</c:v>
                      </c:pt>
                      <c:pt idx="204">
                        <c:v>45944.801076388889</c:v>
                      </c:pt>
                      <c:pt idx="205">
                        <c:v>45944.801076388889</c:v>
                      </c:pt>
                      <c:pt idx="206">
                        <c:v>45944.801087962966</c:v>
                      </c:pt>
                      <c:pt idx="207">
                        <c:v>45944.801087962966</c:v>
                      </c:pt>
                      <c:pt idx="208">
                        <c:v>45944.801087962966</c:v>
                      </c:pt>
                      <c:pt idx="209">
                        <c:v>45944.801087962966</c:v>
                      </c:pt>
                      <c:pt idx="210">
                        <c:v>45944.801087962966</c:v>
                      </c:pt>
                      <c:pt idx="211">
                        <c:v>45944.801087962966</c:v>
                      </c:pt>
                      <c:pt idx="212">
                        <c:v>45944.801087962966</c:v>
                      </c:pt>
                      <c:pt idx="213">
                        <c:v>45944.801087962966</c:v>
                      </c:pt>
                      <c:pt idx="214">
                        <c:v>45944.801087962966</c:v>
                      </c:pt>
                      <c:pt idx="215">
                        <c:v>45944.801087962966</c:v>
                      </c:pt>
                      <c:pt idx="216">
                        <c:v>45944.801087962966</c:v>
                      </c:pt>
                      <c:pt idx="217">
                        <c:v>45944.801087962966</c:v>
                      </c:pt>
                      <c:pt idx="218">
                        <c:v>45944.801087962966</c:v>
                      </c:pt>
                      <c:pt idx="219">
                        <c:v>45944.801087962966</c:v>
                      </c:pt>
                      <c:pt idx="220">
                        <c:v>45944.801087962966</c:v>
                      </c:pt>
                      <c:pt idx="221">
                        <c:v>45944.801087962966</c:v>
                      </c:pt>
                      <c:pt idx="222">
                        <c:v>45944.801087962966</c:v>
                      </c:pt>
                      <c:pt idx="223">
                        <c:v>45944.801087962966</c:v>
                      </c:pt>
                      <c:pt idx="224">
                        <c:v>45944.801087962966</c:v>
                      </c:pt>
                      <c:pt idx="225">
                        <c:v>45944.801099537035</c:v>
                      </c:pt>
                      <c:pt idx="226">
                        <c:v>45944.801099537035</c:v>
                      </c:pt>
                      <c:pt idx="227">
                        <c:v>45944.801099537035</c:v>
                      </c:pt>
                      <c:pt idx="228">
                        <c:v>45944.801099537035</c:v>
                      </c:pt>
                      <c:pt idx="229">
                        <c:v>45944.801099537035</c:v>
                      </c:pt>
                      <c:pt idx="230">
                        <c:v>45944.801099537035</c:v>
                      </c:pt>
                      <c:pt idx="231">
                        <c:v>45944.801099537035</c:v>
                      </c:pt>
                      <c:pt idx="232">
                        <c:v>45944.801099537035</c:v>
                      </c:pt>
                      <c:pt idx="233">
                        <c:v>45944.801099537035</c:v>
                      </c:pt>
                      <c:pt idx="234">
                        <c:v>45944.801099537035</c:v>
                      </c:pt>
                      <c:pt idx="235">
                        <c:v>45944.801099537035</c:v>
                      </c:pt>
                      <c:pt idx="236">
                        <c:v>45944.801099537035</c:v>
                      </c:pt>
                      <c:pt idx="237">
                        <c:v>45944.801099537035</c:v>
                      </c:pt>
                      <c:pt idx="238">
                        <c:v>45944.801099537035</c:v>
                      </c:pt>
                      <c:pt idx="239">
                        <c:v>45944.801099537035</c:v>
                      </c:pt>
                      <c:pt idx="240">
                        <c:v>45944.801099537035</c:v>
                      </c:pt>
                      <c:pt idx="241">
                        <c:v>45944.801099537035</c:v>
                      </c:pt>
                      <c:pt idx="242">
                        <c:v>45944.801099537035</c:v>
                      </c:pt>
                      <c:pt idx="243">
                        <c:v>45944.801099537035</c:v>
                      </c:pt>
                      <c:pt idx="244">
                        <c:v>45944.801099537035</c:v>
                      </c:pt>
                      <c:pt idx="245">
                        <c:v>45944.801111111112</c:v>
                      </c:pt>
                      <c:pt idx="246">
                        <c:v>45944.801111111112</c:v>
                      </c:pt>
                      <c:pt idx="247">
                        <c:v>45944.801111111112</c:v>
                      </c:pt>
                      <c:pt idx="248">
                        <c:v>45944.801111111112</c:v>
                      </c:pt>
                      <c:pt idx="249">
                        <c:v>45944.801111111112</c:v>
                      </c:pt>
                      <c:pt idx="250">
                        <c:v>45944.801111111112</c:v>
                      </c:pt>
                      <c:pt idx="251">
                        <c:v>45944.801111111112</c:v>
                      </c:pt>
                      <c:pt idx="252">
                        <c:v>45944.801111111112</c:v>
                      </c:pt>
                      <c:pt idx="253">
                        <c:v>45944.801111111112</c:v>
                      </c:pt>
                      <c:pt idx="254">
                        <c:v>45944.801111111112</c:v>
                      </c:pt>
                      <c:pt idx="255">
                        <c:v>45944.801111111112</c:v>
                      </c:pt>
                      <c:pt idx="256">
                        <c:v>45944.801111111112</c:v>
                      </c:pt>
                      <c:pt idx="257">
                        <c:v>45944.801111111112</c:v>
                      </c:pt>
                      <c:pt idx="258">
                        <c:v>45944.801111111112</c:v>
                      </c:pt>
                      <c:pt idx="259">
                        <c:v>45944.801111111112</c:v>
                      </c:pt>
                      <c:pt idx="260">
                        <c:v>45944.801111111112</c:v>
                      </c:pt>
                      <c:pt idx="261">
                        <c:v>45944.801111111112</c:v>
                      </c:pt>
                      <c:pt idx="262">
                        <c:v>45944.801111111112</c:v>
                      </c:pt>
                      <c:pt idx="263">
                        <c:v>45944.801111111112</c:v>
                      </c:pt>
                      <c:pt idx="264">
                        <c:v>45944.801111111112</c:v>
                      </c:pt>
                      <c:pt idx="265">
                        <c:v>45944.801122685189</c:v>
                      </c:pt>
                      <c:pt idx="266">
                        <c:v>45944.801122685189</c:v>
                      </c:pt>
                      <c:pt idx="267">
                        <c:v>45944.801122685189</c:v>
                      </c:pt>
                      <c:pt idx="268">
                        <c:v>45944.801122685189</c:v>
                      </c:pt>
                      <c:pt idx="269">
                        <c:v>45944.801122685189</c:v>
                      </c:pt>
                      <c:pt idx="270">
                        <c:v>45944.801122685189</c:v>
                      </c:pt>
                      <c:pt idx="271">
                        <c:v>45944.801122685189</c:v>
                      </c:pt>
                      <c:pt idx="272">
                        <c:v>45944.801122685189</c:v>
                      </c:pt>
                      <c:pt idx="273">
                        <c:v>45944.801122685189</c:v>
                      </c:pt>
                      <c:pt idx="274">
                        <c:v>45944.801122685189</c:v>
                      </c:pt>
                      <c:pt idx="275">
                        <c:v>45944.801122685189</c:v>
                      </c:pt>
                      <c:pt idx="276">
                        <c:v>45944.801122685189</c:v>
                      </c:pt>
                      <c:pt idx="277">
                        <c:v>45944.801122685189</c:v>
                      </c:pt>
                      <c:pt idx="278">
                        <c:v>45944.801122685189</c:v>
                      </c:pt>
                      <c:pt idx="279">
                        <c:v>45944.801122685189</c:v>
                      </c:pt>
                      <c:pt idx="280">
                        <c:v>45944.801122685189</c:v>
                      </c:pt>
                      <c:pt idx="281">
                        <c:v>45944.801122685189</c:v>
                      </c:pt>
                      <c:pt idx="282">
                        <c:v>45944.801122685189</c:v>
                      </c:pt>
                      <c:pt idx="283">
                        <c:v>45944.801122685189</c:v>
                      </c:pt>
                      <c:pt idx="284">
                        <c:v>45944.801122685189</c:v>
                      </c:pt>
                      <c:pt idx="285">
                        <c:v>45944.801134259258</c:v>
                      </c:pt>
                      <c:pt idx="286">
                        <c:v>45944.801134259258</c:v>
                      </c:pt>
                      <c:pt idx="287">
                        <c:v>45944.801134259258</c:v>
                      </c:pt>
                      <c:pt idx="288">
                        <c:v>45944.801134259258</c:v>
                      </c:pt>
                      <c:pt idx="289">
                        <c:v>45944.801134259258</c:v>
                      </c:pt>
                      <c:pt idx="290">
                        <c:v>45944.801134259258</c:v>
                      </c:pt>
                      <c:pt idx="291">
                        <c:v>45944.801134259258</c:v>
                      </c:pt>
                      <c:pt idx="292">
                        <c:v>45944.801134259258</c:v>
                      </c:pt>
                      <c:pt idx="293">
                        <c:v>45944.801134259258</c:v>
                      </c:pt>
                      <c:pt idx="294">
                        <c:v>45944.801134259258</c:v>
                      </c:pt>
                      <c:pt idx="295">
                        <c:v>45944.801134259258</c:v>
                      </c:pt>
                      <c:pt idx="296">
                        <c:v>45944.801134259258</c:v>
                      </c:pt>
                      <c:pt idx="297">
                        <c:v>45944.801134259258</c:v>
                      </c:pt>
                      <c:pt idx="298">
                        <c:v>45944.801134259258</c:v>
                      </c:pt>
                      <c:pt idx="299">
                        <c:v>45944.801134259258</c:v>
                      </c:pt>
                      <c:pt idx="300">
                        <c:v>45944.801134259258</c:v>
                      </c:pt>
                      <c:pt idx="301">
                        <c:v>45944.801134259258</c:v>
                      </c:pt>
                      <c:pt idx="302">
                        <c:v>45944.801134259258</c:v>
                      </c:pt>
                      <c:pt idx="303">
                        <c:v>45944.801134259258</c:v>
                      </c:pt>
                      <c:pt idx="304">
                        <c:v>45944.801134259258</c:v>
                      </c:pt>
                      <c:pt idx="305">
                        <c:v>45944.801134259258</c:v>
                      </c:pt>
                      <c:pt idx="306">
                        <c:v>45944.801145833335</c:v>
                      </c:pt>
                      <c:pt idx="307">
                        <c:v>45944.801145833335</c:v>
                      </c:pt>
                      <c:pt idx="308">
                        <c:v>45944.801145833335</c:v>
                      </c:pt>
                      <c:pt idx="309">
                        <c:v>45944.801145833335</c:v>
                      </c:pt>
                      <c:pt idx="310">
                        <c:v>45944.801145833335</c:v>
                      </c:pt>
                      <c:pt idx="311">
                        <c:v>45944.801145833335</c:v>
                      </c:pt>
                      <c:pt idx="312">
                        <c:v>45944.801145833335</c:v>
                      </c:pt>
                      <c:pt idx="313">
                        <c:v>45944.801145833335</c:v>
                      </c:pt>
                      <c:pt idx="314">
                        <c:v>45944.801145833335</c:v>
                      </c:pt>
                      <c:pt idx="315">
                        <c:v>45944.801145833335</c:v>
                      </c:pt>
                      <c:pt idx="316">
                        <c:v>45944.801145833335</c:v>
                      </c:pt>
                      <c:pt idx="317">
                        <c:v>45944.801145833335</c:v>
                      </c:pt>
                      <c:pt idx="318">
                        <c:v>45944.801145833335</c:v>
                      </c:pt>
                      <c:pt idx="319">
                        <c:v>45944.801145833335</c:v>
                      </c:pt>
                      <c:pt idx="320">
                        <c:v>45944.801145833335</c:v>
                      </c:pt>
                      <c:pt idx="321">
                        <c:v>45944.801145833335</c:v>
                      </c:pt>
                      <c:pt idx="322">
                        <c:v>45944.801145833335</c:v>
                      </c:pt>
                      <c:pt idx="323">
                        <c:v>45944.801145833335</c:v>
                      </c:pt>
                      <c:pt idx="324">
                        <c:v>45944.801145833335</c:v>
                      </c:pt>
                      <c:pt idx="325">
                        <c:v>45944.801145833335</c:v>
                      </c:pt>
                      <c:pt idx="326">
                        <c:v>45944.801145833335</c:v>
                      </c:pt>
                      <c:pt idx="327">
                        <c:v>45944.801157407404</c:v>
                      </c:pt>
                      <c:pt idx="328">
                        <c:v>45944.801157407404</c:v>
                      </c:pt>
                      <c:pt idx="329">
                        <c:v>45944.801157407404</c:v>
                      </c:pt>
                      <c:pt idx="330">
                        <c:v>45944.801157407404</c:v>
                      </c:pt>
                      <c:pt idx="331">
                        <c:v>45944.801157407404</c:v>
                      </c:pt>
                      <c:pt idx="332">
                        <c:v>45944.801157407404</c:v>
                      </c:pt>
                      <c:pt idx="333">
                        <c:v>45944.801157407404</c:v>
                      </c:pt>
                      <c:pt idx="334">
                        <c:v>45944.801157407404</c:v>
                      </c:pt>
                      <c:pt idx="335">
                        <c:v>45944.801157407404</c:v>
                      </c:pt>
                      <c:pt idx="336">
                        <c:v>45944.801157407404</c:v>
                      </c:pt>
                      <c:pt idx="337">
                        <c:v>45944.801157407404</c:v>
                      </c:pt>
                      <c:pt idx="338">
                        <c:v>45944.801157407404</c:v>
                      </c:pt>
                      <c:pt idx="339">
                        <c:v>45944.801157407404</c:v>
                      </c:pt>
                      <c:pt idx="340">
                        <c:v>45944.801157407404</c:v>
                      </c:pt>
                      <c:pt idx="341">
                        <c:v>45944.801157407404</c:v>
                      </c:pt>
                      <c:pt idx="342">
                        <c:v>45944.801157407404</c:v>
                      </c:pt>
                      <c:pt idx="343">
                        <c:v>45944.801157407404</c:v>
                      </c:pt>
                      <c:pt idx="344">
                        <c:v>45944.801157407404</c:v>
                      </c:pt>
                      <c:pt idx="345">
                        <c:v>45944.801157407404</c:v>
                      </c:pt>
                      <c:pt idx="346">
                        <c:v>45944.801157407404</c:v>
                      </c:pt>
                      <c:pt idx="347">
                        <c:v>45944.801157407404</c:v>
                      </c:pt>
                      <c:pt idx="348">
                        <c:v>45944.801168981481</c:v>
                      </c:pt>
                      <c:pt idx="349">
                        <c:v>45944.801168981481</c:v>
                      </c:pt>
                      <c:pt idx="350">
                        <c:v>45944.801168981481</c:v>
                      </c:pt>
                      <c:pt idx="351">
                        <c:v>45944.801168981481</c:v>
                      </c:pt>
                      <c:pt idx="352">
                        <c:v>45944.801168981481</c:v>
                      </c:pt>
                      <c:pt idx="353">
                        <c:v>45944.801168981481</c:v>
                      </c:pt>
                      <c:pt idx="354">
                        <c:v>45944.801168981481</c:v>
                      </c:pt>
                      <c:pt idx="355">
                        <c:v>45944.801168981481</c:v>
                      </c:pt>
                      <c:pt idx="356">
                        <c:v>45944.801168981481</c:v>
                      </c:pt>
                      <c:pt idx="357">
                        <c:v>45944.801168981481</c:v>
                      </c:pt>
                      <c:pt idx="358">
                        <c:v>45944.801168981481</c:v>
                      </c:pt>
                      <c:pt idx="359">
                        <c:v>45944.801168981481</c:v>
                      </c:pt>
                      <c:pt idx="360">
                        <c:v>45944.801168981481</c:v>
                      </c:pt>
                      <c:pt idx="361">
                        <c:v>45944.801168981481</c:v>
                      </c:pt>
                      <c:pt idx="362">
                        <c:v>45944.801168981481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Sheet1!$G$2:$G$364</c15:sqref>
                        </c15:formulaRef>
                      </c:ext>
                    </c:extLst>
                    <c:numCache>
                      <c:formatCode>General</c:formatCode>
                      <c:ptCount val="363"/>
                      <c:pt idx="0">
                        <c:v>-7.5540000000000003</c:v>
                      </c:pt>
                      <c:pt idx="1">
                        <c:v>-7.5540000000000003</c:v>
                      </c:pt>
                      <c:pt idx="2">
                        <c:v>-7.5540000000000003</c:v>
                      </c:pt>
                      <c:pt idx="3">
                        <c:v>-7.5540000000000003</c:v>
                      </c:pt>
                      <c:pt idx="4">
                        <c:v>-7.5540000000000003</c:v>
                      </c:pt>
                      <c:pt idx="5">
                        <c:v>-7.5540000000000003</c:v>
                      </c:pt>
                      <c:pt idx="6">
                        <c:v>-7.5540000000000003</c:v>
                      </c:pt>
                      <c:pt idx="7">
                        <c:v>-7.5540000000000003</c:v>
                      </c:pt>
                      <c:pt idx="8">
                        <c:v>-7.5540000000000003</c:v>
                      </c:pt>
                      <c:pt idx="9">
                        <c:v>-7.5540000000000003</c:v>
                      </c:pt>
                      <c:pt idx="10">
                        <c:v>-7.5540000000000003</c:v>
                      </c:pt>
                      <c:pt idx="11">
                        <c:v>-7.5540000000000003</c:v>
                      </c:pt>
                      <c:pt idx="12">
                        <c:v>-7.5540000000000003</c:v>
                      </c:pt>
                      <c:pt idx="13">
                        <c:v>-7.5540000000000003</c:v>
                      </c:pt>
                      <c:pt idx="14">
                        <c:v>-7.5540000000000003</c:v>
                      </c:pt>
                      <c:pt idx="15">
                        <c:v>-7.5540000000000003</c:v>
                      </c:pt>
                      <c:pt idx="16">
                        <c:v>-7.5540000000000003</c:v>
                      </c:pt>
                      <c:pt idx="17">
                        <c:v>-7.5540000000000003</c:v>
                      </c:pt>
                      <c:pt idx="18">
                        <c:v>-7.5540000000000003</c:v>
                      </c:pt>
                      <c:pt idx="19">
                        <c:v>-7.5549999999999997</c:v>
                      </c:pt>
                      <c:pt idx="20">
                        <c:v>-7.556</c:v>
                      </c:pt>
                      <c:pt idx="21">
                        <c:v>-7.5570000000000004</c:v>
                      </c:pt>
                      <c:pt idx="22">
                        <c:v>-7.5570000000000004</c:v>
                      </c:pt>
                      <c:pt idx="23">
                        <c:v>-7.5579999999999998</c:v>
                      </c:pt>
                      <c:pt idx="24">
                        <c:v>-7.5590000000000002</c:v>
                      </c:pt>
                      <c:pt idx="25">
                        <c:v>-7.56</c:v>
                      </c:pt>
                      <c:pt idx="26">
                        <c:v>-7.56</c:v>
                      </c:pt>
                      <c:pt idx="27">
                        <c:v>-7.5579999999999998</c:v>
                      </c:pt>
                      <c:pt idx="28">
                        <c:v>-7.556</c:v>
                      </c:pt>
                      <c:pt idx="29">
                        <c:v>-7.556</c:v>
                      </c:pt>
                      <c:pt idx="30">
                        <c:v>-7.556</c:v>
                      </c:pt>
                      <c:pt idx="31">
                        <c:v>-7.556</c:v>
                      </c:pt>
                      <c:pt idx="32">
                        <c:v>-7.556</c:v>
                      </c:pt>
                      <c:pt idx="33">
                        <c:v>-7.556</c:v>
                      </c:pt>
                      <c:pt idx="34">
                        <c:v>-7.556</c:v>
                      </c:pt>
                      <c:pt idx="35">
                        <c:v>-7.556</c:v>
                      </c:pt>
                      <c:pt idx="36">
                        <c:v>-7.556</c:v>
                      </c:pt>
                      <c:pt idx="37">
                        <c:v>-7.5579999999999998</c:v>
                      </c:pt>
                      <c:pt idx="38">
                        <c:v>-7.5590000000000002</c:v>
                      </c:pt>
                      <c:pt idx="39">
                        <c:v>-7.56</c:v>
                      </c:pt>
                      <c:pt idx="40">
                        <c:v>-7.5609999999999999</c:v>
                      </c:pt>
                      <c:pt idx="41">
                        <c:v>-7.5620000000000003</c:v>
                      </c:pt>
                      <c:pt idx="42">
                        <c:v>-7.5620000000000003</c:v>
                      </c:pt>
                      <c:pt idx="43">
                        <c:v>-7.5620000000000003</c:v>
                      </c:pt>
                      <c:pt idx="44">
                        <c:v>-7.5620000000000003</c:v>
                      </c:pt>
                      <c:pt idx="45">
                        <c:v>-7.5620000000000003</c:v>
                      </c:pt>
                      <c:pt idx="46">
                        <c:v>-7.5629999999999997</c:v>
                      </c:pt>
                      <c:pt idx="47">
                        <c:v>-7.5629999999999997</c:v>
                      </c:pt>
                      <c:pt idx="48">
                        <c:v>-7.5629999999999997</c:v>
                      </c:pt>
                      <c:pt idx="49">
                        <c:v>-7.5629999999999997</c:v>
                      </c:pt>
                      <c:pt idx="50">
                        <c:v>-7.5629999999999997</c:v>
                      </c:pt>
                      <c:pt idx="51">
                        <c:v>-7.5629999999999997</c:v>
                      </c:pt>
                      <c:pt idx="52">
                        <c:v>-7.5629999999999997</c:v>
                      </c:pt>
                      <c:pt idx="53">
                        <c:v>-7.5629999999999997</c:v>
                      </c:pt>
                      <c:pt idx="54">
                        <c:v>-7.5629999999999997</c:v>
                      </c:pt>
                      <c:pt idx="55">
                        <c:v>-7.5629999999999997</c:v>
                      </c:pt>
                      <c:pt idx="56">
                        <c:v>-7.5620000000000003</c:v>
                      </c:pt>
                      <c:pt idx="57">
                        <c:v>-7.5609999999999999</c:v>
                      </c:pt>
                      <c:pt idx="58">
                        <c:v>-7.5609999999999999</c:v>
                      </c:pt>
                      <c:pt idx="59">
                        <c:v>-7.5609999999999999</c:v>
                      </c:pt>
                      <c:pt idx="60">
                        <c:v>-7.5609999999999999</c:v>
                      </c:pt>
                      <c:pt idx="61">
                        <c:v>-7.5609999999999999</c:v>
                      </c:pt>
                      <c:pt idx="62">
                        <c:v>-7.56</c:v>
                      </c:pt>
                      <c:pt idx="63">
                        <c:v>-7.56</c:v>
                      </c:pt>
                      <c:pt idx="64">
                        <c:v>-7.56</c:v>
                      </c:pt>
                      <c:pt idx="65">
                        <c:v>-7.56</c:v>
                      </c:pt>
                      <c:pt idx="66">
                        <c:v>-7.5570000000000004</c:v>
                      </c:pt>
                      <c:pt idx="67">
                        <c:v>-7.5549999999999997</c:v>
                      </c:pt>
                      <c:pt idx="68">
                        <c:v>-7.5549999999999997</c:v>
                      </c:pt>
                      <c:pt idx="69">
                        <c:v>-7.5540000000000003</c:v>
                      </c:pt>
                      <c:pt idx="70">
                        <c:v>-7.5529999999999999</c:v>
                      </c:pt>
                      <c:pt idx="71">
                        <c:v>-7.5490000000000004</c:v>
                      </c:pt>
                      <c:pt idx="72">
                        <c:v>-7.548</c:v>
                      </c:pt>
                      <c:pt idx="73">
                        <c:v>-7.5460000000000003</c:v>
                      </c:pt>
                      <c:pt idx="74">
                        <c:v>-7.5439999999999996</c:v>
                      </c:pt>
                      <c:pt idx="75">
                        <c:v>-7.5389999999999997</c:v>
                      </c:pt>
                      <c:pt idx="76">
                        <c:v>-7.5380000000000003</c:v>
                      </c:pt>
                      <c:pt idx="77">
                        <c:v>-7.5369999999999999</c:v>
                      </c:pt>
                      <c:pt idx="78">
                        <c:v>-7.5330000000000004</c:v>
                      </c:pt>
                      <c:pt idx="79">
                        <c:v>-7.5259999999999998</c:v>
                      </c:pt>
                      <c:pt idx="80">
                        <c:v>-7.524</c:v>
                      </c:pt>
                      <c:pt idx="81">
                        <c:v>-7.5220000000000002</c:v>
                      </c:pt>
                      <c:pt idx="82">
                        <c:v>-7.516</c:v>
                      </c:pt>
                      <c:pt idx="83">
                        <c:v>-7.516</c:v>
                      </c:pt>
                      <c:pt idx="84">
                        <c:v>-7.516</c:v>
                      </c:pt>
                      <c:pt idx="85">
                        <c:v>-7.5140000000000002</c:v>
                      </c:pt>
                      <c:pt idx="86">
                        <c:v>-7.5129999999999999</c:v>
                      </c:pt>
                      <c:pt idx="87">
                        <c:v>-7.5129999999999999</c:v>
                      </c:pt>
                      <c:pt idx="88">
                        <c:v>-7.5129999999999999</c:v>
                      </c:pt>
                      <c:pt idx="89">
                        <c:v>-7.5129999999999999</c:v>
                      </c:pt>
                      <c:pt idx="90">
                        <c:v>-7.5129999999999999</c:v>
                      </c:pt>
                      <c:pt idx="91">
                        <c:v>-7.5140000000000002</c:v>
                      </c:pt>
                      <c:pt idx="92">
                        <c:v>-7.5149999999999997</c:v>
                      </c:pt>
                      <c:pt idx="93">
                        <c:v>-7.5149999999999997</c:v>
                      </c:pt>
                      <c:pt idx="94">
                        <c:v>-7.516</c:v>
                      </c:pt>
                      <c:pt idx="95">
                        <c:v>-7.516</c:v>
                      </c:pt>
                      <c:pt idx="96">
                        <c:v>-7.516</c:v>
                      </c:pt>
                      <c:pt idx="97">
                        <c:v>-7.516</c:v>
                      </c:pt>
                      <c:pt idx="98">
                        <c:v>-7.516</c:v>
                      </c:pt>
                      <c:pt idx="99">
                        <c:v>-7.516</c:v>
                      </c:pt>
                      <c:pt idx="100">
                        <c:v>-7.5179999999999998</c:v>
                      </c:pt>
                      <c:pt idx="101">
                        <c:v>-7.5209999999999999</c:v>
                      </c:pt>
                      <c:pt idx="102">
                        <c:v>-7.524</c:v>
                      </c:pt>
                      <c:pt idx="103">
                        <c:v>-7.524</c:v>
                      </c:pt>
                      <c:pt idx="104">
                        <c:v>-7.5259999999999998</c:v>
                      </c:pt>
                      <c:pt idx="105">
                        <c:v>-7.5289999999999999</c:v>
                      </c:pt>
                      <c:pt idx="106">
                        <c:v>-7.5309999999999997</c:v>
                      </c:pt>
                      <c:pt idx="107">
                        <c:v>-7.5339999999999998</c:v>
                      </c:pt>
                      <c:pt idx="108">
                        <c:v>-7.5339999999999998</c:v>
                      </c:pt>
                      <c:pt idx="109">
                        <c:v>-7.5339999999999998</c:v>
                      </c:pt>
                      <c:pt idx="110">
                        <c:v>-7.5339999999999998</c:v>
                      </c:pt>
                      <c:pt idx="111">
                        <c:v>-7.5339999999999998</c:v>
                      </c:pt>
                      <c:pt idx="112">
                        <c:v>-7.5339999999999998</c:v>
                      </c:pt>
                      <c:pt idx="113">
                        <c:v>-7.5350000000000001</c:v>
                      </c:pt>
                      <c:pt idx="114">
                        <c:v>-7.5350000000000001</c:v>
                      </c:pt>
                      <c:pt idx="115">
                        <c:v>-7.5350000000000001</c:v>
                      </c:pt>
                      <c:pt idx="116">
                        <c:v>-7.5350000000000001</c:v>
                      </c:pt>
                      <c:pt idx="117">
                        <c:v>-7.5350000000000001</c:v>
                      </c:pt>
                      <c:pt idx="118">
                        <c:v>-7.5350000000000001</c:v>
                      </c:pt>
                      <c:pt idx="119">
                        <c:v>-7.5339999999999998</c:v>
                      </c:pt>
                      <c:pt idx="120">
                        <c:v>-7.5339999999999998</c:v>
                      </c:pt>
                      <c:pt idx="121">
                        <c:v>-7.5339999999999998</c:v>
                      </c:pt>
                      <c:pt idx="122">
                        <c:v>-7.5339999999999998</c:v>
                      </c:pt>
                      <c:pt idx="123">
                        <c:v>-7.5339999999999998</c:v>
                      </c:pt>
                      <c:pt idx="124">
                        <c:v>-7.5330000000000004</c:v>
                      </c:pt>
                      <c:pt idx="125">
                        <c:v>-7.5270000000000001</c:v>
                      </c:pt>
                      <c:pt idx="126">
                        <c:v>-7.5259999999999998</c:v>
                      </c:pt>
                      <c:pt idx="127">
                        <c:v>-7.524</c:v>
                      </c:pt>
                      <c:pt idx="128">
                        <c:v>-7.524</c:v>
                      </c:pt>
                      <c:pt idx="129">
                        <c:v>-7.524</c:v>
                      </c:pt>
                      <c:pt idx="130">
                        <c:v>-7.524</c:v>
                      </c:pt>
                      <c:pt idx="131">
                        <c:v>-7.524</c:v>
                      </c:pt>
                      <c:pt idx="132">
                        <c:v>-7.524</c:v>
                      </c:pt>
                      <c:pt idx="133">
                        <c:v>-7.5229999999999997</c:v>
                      </c:pt>
                      <c:pt idx="134">
                        <c:v>-7.5229999999999997</c:v>
                      </c:pt>
                      <c:pt idx="135">
                        <c:v>-7.5229999999999997</c:v>
                      </c:pt>
                      <c:pt idx="136">
                        <c:v>-7.5220000000000002</c:v>
                      </c:pt>
                      <c:pt idx="137">
                        <c:v>-7.52</c:v>
                      </c:pt>
                      <c:pt idx="138">
                        <c:v>-7.516</c:v>
                      </c:pt>
                      <c:pt idx="139">
                        <c:v>-7.5119999999999996</c:v>
                      </c:pt>
                      <c:pt idx="140">
                        <c:v>-7.5090000000000003</c:v>
                      </c:pt>
                      <c:pt idx="141">
                        <c:v>-7.5049999999999999</c:v>
                      </c:pt>
                      <c:pt idx="142">
                        <c:v>-7.5</c:v>
                      </c:pt>
                      <c:pt idx="143">
                        <c:v>-7.4960000000000004</c:v>
                      </c:pt>
                      <c:pt idx="144">
                        <c:v>-7.4930000000000003</c:v>
                      </c:pt>
                      <c:pt idx="145">
                        <c:v>-7.4889999999999999</c:v>
                      </c:pt>
                      <c:pt idx="146">
                        <c:v>-7.484</c:v>
                      </c:pt>
                      <c:pt idx="147">
                        <c:v>-7.4779999999999998</c:v>
                      </c:pt>
                      <c:pt idx="148">
                        <c:v>-7.4729999999999999</c:v>
                      </c:pt>
                      <c:pt idx="149">
                        <c:v>-7.468</c:v>
                      </c:pt>
                      <c:pt idx="150">
                        <c:v>-7.4649999999999999</c:v>
                      </c:pt>
                      <c:pt idx="151">
                        <c:v>-7.4610000000000003</c:v>
                      </c:pt>
                      <c:pt idx="152">
                        <c:v>-7.4560000000000004</c:v>
                      </c:pt>
                      <c:pt idx="153">
                        <c:v>-7.4509999999999996</c:v>
                      </c:pt>
                      <c:pt idx="154">
                        <c:v>-7.4429999999999996</c:v>
                      </c:pt>
                      <c:pt idx="155">
                        <c:v>-7.44</c:v>
                      </c:pt>
                      <c:pt idx="156">
                        <c:v>-7.4349999999999996</c:v>
                      </c:pt>
                      <c:pt idx="157">
                        <c:v>-7.431</c:v>
                      </c:pt>
                      <c:pt idx="158">
                        <c:v>-7.4249999999999998</c:v>
                      </c:pt>
                      <c:pt idx="159">
                        <c:v>-7.4219999999999997</c:v>
                      </c:pt>
                      <c:pt idx="160">
                        <c:v>-7.4169999999999998</c:v>
                      </c:pt>
                      <c:pt idx="161">
                        <c:v>-7.4119999999999999</c:v>
                      </c:pt>
                      <c:pt idx="162">
                        <c:v>-7.4039999999999999</c:v>
                      </c:pt>
                      <c:pt idx="163">
                        <c:v>-7.399</c:v>
                      </c:pt>
                      <c:pt idx="164">
                        <c:v>-7.3929999999999998</c:v>
                      </c:pt>
                      <c:pt idx="165">
                        <c:v>-7.391</c:v>
                      </c:pt>
                      <c:pt idx="166">
                        <c:v>-7.3869999999999996</c:v>
                      </c:pt>
                      <c:pt idx="167">
                        <c:v>-7.3849999999999998</c:v>
                      </c:pt>
                      <c:pt idx="168">
                        <c:v>-7.38</c:v>
                      </c:pt>
                      <c:pt idx="169">
                        <c:v>-7.3760000000000003</c:v>
                      </c:pt>
                      <c:pt idx="170">
                        <c:v>-7.37</c:v>
                      </c:pt>
                      <c:pt idx="171">
                        <c:v>-7.3680000000000003</c:v>
                      </c:pt>
                      <c:pt idx="172">
                        <c:v>-7.3630000000000004</c:v>
                      </c:pt>
                      <c:pt idx="173">
                        <c:v>-7.3620000000000001</c:v>
                      </c:pt>
                      <c:pt idx="174">
                        <c:v>-7.3579999999999997</c:v>
                      </c:pt>
                      <c:pt idx="175">
                        <c:v>-7.3559999999999999</c:v>
                      </c:pt>
                      <c:pt idx="176">
                        <c:v>-7.3559999999999999</c:v>
                      </c:pt>
                      <c:pt idx="177">
                        <c:v>-7.3559999999999999</c:v>
                      </c:pt>
                      <c:pt idx="178">
                        <c:v>-7.3559999999999999</c:v>
                      </c:pt>
                      <c:pt idx="179">
                        <c:v>-7.3559999999999999</c:v>
                      </c:pt>
                      <c:pt idx="180">
                        <c:v>-7.3559999999999999</c:v>
                      </c:pt>
                      <c:pt idx="181">
                        <c:v>-7.3559999999999999</c:v>
                      </c:pt>
                      <c:pt idx="182">
                        <c:v>-7.3559999999999999</c:v>
                      </c:pt>
                      <c:pt idx="183">
                        <c:v>-7.3559999999999999</c:v>
                      </c:pt>
                      <c:pt idx="184">
                        <c:v>-7.3559999999999999</c:v>
                      </c:pt>
                      <c:pt idx="185">
                        <c:v>-7.3559999999999999</c:v>
                      </c:pt>
                      <c:pt idx="186">
                        <c:v>-7.3559999999999999</c:v>
                      </c:pt>
                      <c:pt idx="187">
                        <c:v>-7.3559999999999999</c:v>
                      </c:pt>
                      <c:pt idx="188">
                        <c:v>-7.3559999999999999</c:v>
                      </c:pt>
                      <c:pt idx="189">
                        <c:v>-7.3559999999999999</c:v>
                      </c:pt>
                      <c:pt idx="190">
                        <c:v>-7.3559999999999999</c:v>
                      </c:pt>
                      <c:pt idx="191">
                        <c:v>-7.3559999999999999</c:v>
                      </c:pt>
                      <c:pt idx="192">
                        <c:v>-7.3559999999999999</c:v>
                      </c:pt>
                      <c:pt idx="193">
                        <c:v>-7.3559999999999999</c:v>
                      </c:pt>
                      <c:pt idx="194">
                        <c:v>-7.3559999999999999</c:v>
                      </c:pt>
                      <c:pt idx="195">
                        <c:v>-7.3559999999999999</c:v>
                      </c:pt>
                      <c:pt idx="196">
                        <c:v>-7.3559999999999999</c:v>
                      </c:pt>
                      <c:pt idx="197">
                        <c:v>-7.3559999999999999</c:v>
                      </c:pt>
                      <c:pt idx="198">
                        <c:v>-7.3559999999999999</c:v>
                      </c:pt>
                      <c:pt idx="199">
                        <c:v>-7.3559999999999999</c:v>
                      </c:pt>
                      <c:pt idx="200">
                        <c:v>-7.3559999999999999</c:v>
                      </c:pt>
                      <c:pt idx="201">
                        <c:v>-7.3540000000000001</c:v>
                      </c:pt>
                      <c:pt idx="202">
                        <c:v>-7.3540000000000001</c:v>
                      </c:pt>
                      <c:pt idx="203">
                        <c:v>-7.3540000000000001</c:v>
                      </c:pt>
                      <c:pt idx="204">
                        <c:v>-7.3540000000000001</c:v>
                      </c:pt>
                      <c:pt idx="205">
                        <c:v>-7.3540000000000001</c:v>
                      </c:pt>
                      <c:pt idx="206">
                        <c:v>-7.3540000000000001</c:v>
                      </c:pt>
                      <c:pt idx="207">
                        <c:v>-7.3540000000000001</c:v>
                      </c:pt>
                      <c:pt idx="208">
                        <c:v>-7.3540000000000001</c:v>
                      </c:pt>
                      <c:pt idx="209">
                        <c:v>-7.3550000000000004</c:v>
                      </c:pt>
                      <c:pt idx="210">
                        <c:v>-7.3550000000000004</c:v>
                      </c:pt>
                      <c:pt idx="211">
                        <c:v>-7.3559999999999999</c:v>
                      </c:pt>
                      <c:pt idx="212">
                        <c:v>-7.3559999999999999</c:v>
                      </c:pt>
                      <c:pt idx="213">
                        <c:v>-7.3559999999999999</c:v>
                      </c:pt>
                      <c:pt idx="214">
                        <c:v>-7.3559999999999999</c:v>
                      </c:pt>
                      <c:pt idx="215">
                        <c:v>-7.3559999999999999</c:v>
                      </c:pt>
                      <c:pt idx="216">
                        <c:v>-7.3559999999999999</c:v>
                      </c:pt>
                      <c:pt idx="217">
                        <c:v>-7.3559999999999999</c:v>
                      </c:pt>
                      <c:pt idx="218">
                        <c:v>-7.3559999999999999</c:v>
                      </c:pt>
                      <c:pt idx="219">
                        <c:v>-7.3559999999999999</c:v>
                      </c:pt>
                      <c:pt idx="220">
                        <c:v>-7.3559999999999999</c:v>
                      </c:pt>
                      <c:pt idx="221">
                        <c:v>-7.3559999999999999</c:v>
                      </c:pt>
                      <c:pt idx="222">
                        <c:v>-7.3559999999999999</c:v>
                      </c:pt>
                      <c:pt idx="223">
                        <c:v>-7.3559999999999999</c:v>
                      </c:pt>
                      <c:pt idx="224">
                        <c:v>-7.3559999999999999</c:v>
                      </c:pt>
                      <c:pt idx="225">
                        <c:v>-7.3559999999999999</c:v>
                      </c:pt>
                      <c:pt idx="226">
                        <c:v>-7.3559999999999999</c:v>
                      </c:pt>
                      <c:pt idx="227">
                        <c:v>-7.3559999999999999</c:v>
                      </c:pt>
                      <c:pt idx="228">
                        <c:v>-7.3559999999999999</c:v>
                      </c:pt>
                      <c:pt idx="229">
                        <c:v>-7.3559999999999999</c:v>
                      </c:pt>
                      <c:pt idx="230">
                        <c:v>-7.3559999999999999</c:v>
                      </c:pt>
                      <c:pt idx="231">
                        <c:v>-7.3559999999999999</c:v>
                      </c:pt>
                      <c:pt idx="232">
                        <c:v>-7.3559999999999999</c:v>
                      </c:pt>
                      <c:pt idx="233">
                        <c:v>-7.3559999999999999</c:v>
                      </c:pt>
                      <c:pt idx="234">
                        <c:v>-7.3570000000000002</c:v>
                      </c:pt>
                      <c:pt idx="235">
                        <c:v>-7.3570000000000002</c:v>
                      </c:pt>
                      <c:pt idx="236">
                        <c:v>-7.3570000000000002</c:v>
                      </c:pt>
                      <c:pt idx="237">
                        <c:v>-7.3570000000000002</c:v>
                      </c:pt>
                      <c:pt idx="238">
                        <c:v>-7.3570000000000002</c:v>
                      </c:pt>
                      <c:pt idx="239">
                        <c:v>-7.3570000000000002</c:v>
                      </c:pt>
                      <c:pt idx="240">
                        <c:v>-7.3570000000000002</c:v>
                      </c:pt>
                      <c:pt idx="241">
                        <c:v>-7.3570000000000002</c:v>
                      </c:pt>
                      <c:pt idx="242">
                        <c:v>-7.3570000000000002</c:v>
                      </c:pt>
                      <c:pt idx="243">
                        <c:v>-7.3570000000000002</c:v>
                      </c:pt>
                      <c:pt idx="244">
                        <c:v>-7.3570000000000002</c:v>
                      </c:pt>
                      <c:pt idx="245">
                        <c:v>-7.3579999999999997</c:v>
                      </c:pt>
                      <c:pt idx="246">
                        <c:v>-7.3570000000000002</c:v>
                      </c:pt>
                      <c:pt idx="247">
                        <c:v>-7.3570000000000002</c:v>
                      </c:pt>
                      <c:pt idx="248">
                        <c:v>-7.3570000000000002</c:v>
                      </c:pt>
                      <c:pt idx="249">
                        <c:v>-7.3570000000000002</c:v>
                      </c:pt>
                      <c:pt idx="250">
                        <c:v>-7.3570000000000002</c:v>
                      </c:pt>
                      <c:pt idx="251">
                        <c:v>-7.3570000000000002</c:v>
                      </c:pt>
                      <c:pt idx="252">
                        <c:v>-7.3579999999999997</c:v>
                      </c:pt>
                      <c:pt idx="253">
                        <c:v>-7.3579999999999997</c:v>
                      </c:pt>
                      <c:pt idx="254">
                        <c:v>-7.3579999999999997</c:v>
                      </c:pt>
                      <c:pt idx="255">
                        <c:v>-7.3579999999999997</c:v>
                      </c:pt>
                      <c:pt idx="256">
                        <c:v>-7.359</c:v>
                      </c:pt>
                      <c:pt idx="257">
                        <c:v>-7.359</c:v>
                      </c:pt>
                      <c:pt idx="258">
                        <c:v>-7.359</c:v>
                      </c:pt>
                      <c:pt idx="259">
                        <c:v>-7.359</c:v>
                      </c:pt>
                      <c:pt idx="260">
                        <c:v>-7.3570000000000002</c:v>
                      </c:pt>
                      <c:pt idx="261">
                        <c:v>-7.3570000000000002</c:v>
                      </c:pt>
                      <c:pt idx="262">
                        <c:v>-7.3550000000000004</c:v>
                      </c:pt>
                      <c:pt idx="263">
                        <c:v>-7.3540000000000001</c:v>
                      </c:pt>
                      <c:pt idx="264">
                        <c:v>-7.3540000000000001</c:v>
                      </c:pt>
                      <c:pt idx="265">
                        <c:v>-7.3540000000000001</c:v>
                      </c:pt>
                      <c:pt idx="266">
                        <c:v>-7.3540000000000001</c:v>
                      </c:pt>
                      <c:pt idx="267">
                        <c:v>-7.3540000000000001</c:v>
                      </c:pt>
                      <c:pt idx="268">
                        <c:v>-7.3540000000000001</c:v>
                      </c:pt>
                      <c:pt idx="269">
                        <c:v>-7.3540000000000001</c:v>
                      </c:pt>
                      <c:pt idx="270">
                        <c:v>-7.3540000000000001</c:v>
                      </c:pt>
                      <c:pt idx="271">
                        <c:v>-7.3520000000000003</c:v>
                      </c:pt>
                      <c:pt idx="272">
                        <c:v>-7.351</c:v>
                      </c:pt>
                      <c:pt idx="273">
                        <c:v>-7.351</c:v>
                      </c:pt>
                      <c:pt idx="274">
                        <c:v>-7.3449999999999998</c:v>
                      </c:pt>
                      <c:pt idx="275">
                        <c:v>-7.3449999999999998</c:v>
                      </c:pt>
                      <c:pt idx="276">
                        <c:v>-7.343</c:v>
                      </c:pt>
                      <c:pt idx="277">
                        <c:v>-7.3380000000000001</c:v>
                      </c:pt>
                      <c:pt idx="278">
                        <c:v>-7.3380000000000001</c:v>
                      </c:pt>
                      <c:pt idx="279">
                        <c:v>-7.3380000000000001</c:v>
                      </c:pt>
                      <c:pt idx="280">
                        <c:v>-7.3380000000000001</c:v>
                      </c:pt>
                      <c:pt idx="281">
                        <c:v>-7.3380000000000001</c:v>
                      </c:pt>
                      <c:pt idx="282">
                        <c:v>-7.3380000000000001</c:v>
                      </c:pt>
                      <c:pt idx="283">
                        <c:v>-7.3380000000000001</c:v>
                      </c:pt>
                      <c:pt idx="284">
                        <c:v>-7.3319999999999999</c:v>
                      </c:pt>
                      <c:pt idx="285">
                        <c:v>-7.3319999999999999</c:v>
                      </c:pt>
                      <c:pt idx="286">
                        <c:v>-7.3319999999999999</c:v>
                      </c:pt>
                      <c:pt idx="287">
                        <c:v>-7.3319999999999999</c:v>
                      </c:pt>
                      <c:pt idx="288">
                        <c:v>-7.33</c:v>
                      </c:pt>
                      <c:pt idx="289">
                        <c:v>-7.3280000000000003</c:v>
                      </c:pt>
                      <c:pt idx="290">
                        <c:v>-7.3280000000000003</c:v>
                      </c:pt>
                      <c:pt idx="291">
                        <c:v>-7.3280000000000003</c:v>
                      </c:pt>
                      <c:pt idx="292">
                        <c:v>-7.3250000000000002</c:v>
                      </c:pt>
                      <c:pt idx="293">
                        <c:v>-7.3230000000000004</c:v>
                      </c:pt>
                      <c:pt idx="294">
                        <c:v>-7.3220000000000001</c:v>
                      </c:pt>
                      <c:pt idx="295">
                        <c:v>-7.3220000000000001</c:v>
                      </c:pt>
                      <c:pt idx="296">
                        <c:v>-7.32</c:v>
                      </c:pt>
                      <c:pt idx="297">
                        <c:v>-7.3150000000000004</c:v>
                      </c:pt>
                      <c:pt idx="298">
                        <c:v>-7.3140000000000001</c:v>
                      </c:pt>
                      <c:pt idx="299">
                        <c:v>-7.3140000000000001</c:v>
                      </c:pt>
                      <c:pt idx="300">
                        <c:v>-7.3140000000000001</c:v>
                      </c:pt>
                      <c:pt idx="301">
                        <c:v>-7.3140000000000001</c:v>
                      </c:pt>
                      <c:pt idx="302">
                        <c:v>-7.3129999999999997</c:v>
                      </c:pt>
                      <c:pt idx="303">
                        <c:v>-7.3079999999999998</c:v>
                      </c:pt>
                      <c:pt idx="304">
                        <c:v>-7.3079999999999998</c:v>
                      </c:pt>
                      <c:pt idx="305">
                        <c:v>-7.3079999999999998</c:v>
                      </c:pt>
                      <c:pt idx="306">
                        <c:v>-7.3079999999999998</c:v>
                      </c:pt>
                      <c:pt idx="307">
                        <c:v>-7.3079999999999998</c:v>
                      </c:pt>
                      <c:pt idx="308">
                        <c:v>-7.3079999999999998</c:v>
                      </c:pt>
                      <c:pt idx="309">
                        <c:v>-7.3079999999999998</c:v>
                      </c:pt>
                      <c:pt idx="310">
                        <c:v>-7.3019999999999996</c:v>
                      </c:pt>
                      <c:pt idx="311">
                        <c:v>-7.3</c:v>
                      </c:pt>
                      <c:pt idx="312">
                        <c:v>-7.3</c:v>
                      </c:pt>
                      <c:pt idx="313">
                        <c:v>-7.3</c:v>
                      </c:pt>
                      <c:pt idx="314">
                        <c:v>-7.3</c:v>
                      </c:pt>
                      <c:pt idx="315">
                        <c:v>-7.3</c:v>
                      </c:pt>
                      <c:pt idx="316">
                        <c:v>-7.3</c:v>
                      </c:pt>
                      <c:pt idx="317">
                        <c:v>-7.3</c:v>
                      </c:pt>
                      <c:pt idx="318">
                        <c:v>-7.3</c:v>
                      </c:pt>
                      <c:pt idx="319">
                        <c:v>-7.2969999999999997</c:v>
                      </c:pt>
                      <c:pt idx="320">
                        <c:v>-7.29</c:v>
                      </c:pt>
                      <c:pt idx="321">
                        <c:v>-7.2889999999999997</c:v>
                      </c:pt>
                      <c:pt idx="322">
                        <c:v>-7.2889999999999997</c:v>
                      </c:pt>
                      <c:pt idx="323">
                        <c:v>-7.2889999999999997</c:v>
                      </c:pt>
                      <c:pt idx="324">
                        <c:v>-7.2889999999999997</c:v>
                      </c:pt>
                      <c:pt idx="325">
                        <c:v>-7.2889999999999997</c:v>
                      </c:pt>
                      <c:pt idx="326">
                        <c:v>-7.2889999999999997</c:v>
                      </c:pt>
                      <c:pt idx="327">
                        <c:v>-7.2889999999999997</c:v>
                      </c:pt>
                      <c:pt idx="328">
                        <c:v>-7.2889999999999997</c:v>
                      </c:pt>
                      <c:pt idx="329">
                        <c:v>-7.2889999999999997</c:v>
                      </c:pt>
                      <c:pt idx="330">
                        <c:v>-7.2889999999999997</c:v>
                      </c:pt>
                      <c:pt idx="331">
                        <c:v>-7.2880000000000003</c:v>
                      </c:pt>
                      <c:pt idx="332">
                        <c:v>-7.2880000000000003</c:v>
                      </c:pt>
                      <c:pt idx="333">
                        <c:v>-7.2880000000000003</c:v>
                      </c:pt>
                      <c:pt idx="334">
                        <c:v>-7.2880000000000003</c:v>
                      </c:pt>
                      <c:pt idx="335">
                        <c:v>-7.2880000000000003</c:v>
                      </c:pt>
                      <c:pt idx="336">
                        <c:v>-7.2880000000000003</c:v>
                      </c:pt>
                      <c:pt idx="337">
                        <c:v>-7.2880000000000003</c:v>
                      </c:pt>
                      <c:pt idx="338">
                        <c:v>-7.2880000000000003</c:v>
                      </c:pt>
                      <c:pt idx="339">
                        <c:v>-7.2880000000000003</c:v>
                      </c:pt>
                      <c:pt idx="340">
                        <c:v>-7.2880000000000003</c:v>
                      </c:pt>
                      <c:pt idx="341">
                        <c:v>-7.2880000000000003</c:v>
                      </c:pt>
                      <c:pt idx="342">
                        <c:v>-7.2880000000000003</c:v>
                      </c:pt>
                      <c:pt idx="343">
                        <c:v>-7.2880000000000003</c:v>
                      </c:pt>
                      <c:pt idx="344">
                        <c:v>-7.2880000000000003</c:v>
                      </c:pt>
                      <c:pt idx="345">
                        <c:v>-7.2880000000000003</c:v>
                      </c:pt>
                      <c:pt idx="346">
                        <c:v>-7.2880000000000003</c:v>
                      </c:pt>
                      <c:pt idx="347">
                        <c:v>-7.2880000000000003</c:v>
                      </c:pt>
                      <c:pt idx="348">
                        <c:v>-7.2880000000000003</c:v>
                      </c:pt>
                      <c:pt idx="349">
                        <c:v>-7.2880000000000003</c:v>
                      </c:pt>
                      <c:pt idx="350">
                        <c:v>-7.2880000000000003</c:v>
                      </c:pt>
                      <c:pt idx="351">
                        <c:v>-7.2880000000000003</c:v>
                      </c:pt>
                      <c:pt idx="352">
                        <c:v>-7.2880000000000003</c:v>
                      </c:pt>
                      <c:pt idx="353">
                        <c:v>-7.2880000000000003</c:v>
                      </c:pt>
                      <c:pt idx="354">
                        <c:v>-7.2880000000000003</c:v>
                      </c:pt>
                      <c:pt idx="355">
                        <c:v>-7.2880000000000003</c:v>
                      </c:pt>
                      <c:pt idx="356">
                        <c:v>-7.2880000000000003</c:v>
                      </c:pt>
                      <c:pt idx="357">
                        <c:v>-7.2880000000000003</c:v>
                      </c:pt>
                      <c:pt idx="358">
                        <c:v>-7.2880000000000003</c:v>
                      </c:pt>
                      <c:pt idx="359">
                        <c:v>-7.2880000000000003</c:v>
                      </c:pt>
                      <c:pt idx="360">
                        <c:v>-7.2880000000000003</c:v>
                      </c:pt>
                      <c:pt idx="361">
                        <c:v>-7.2880000000000003</c:v>
                      </c:pt>
                      <c:pt idx="362">
                        <c:v>-7.2880000000000003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9-4C6C-4E57-BDE7-FE2A20667553}"/>
                  </c:ext>
                </c:extLst>
              </c15:ser>
            </c15:filteredLineSeries>
            <c15:filteredLineSeries>
              <c15:ser>
                <c:idx val="10"/>
                <c:order val="10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Sheet1!#REF!</c15:sqref>
                        </c15:formulaRef>
                      </c:ext>
                    </c:extLst>
                    <c:strCache>
                      <c:ptCount val="1"/>
                      <c:pt idx="0">
                        <c:v>#REF!</c:v>
                      </c:pt>
                    </c:strCache>
                  </c:strRef>
                </c:tx>
                <c:spPr>
                  <a:ln w="28575" cap="rnd">
                    <a:solidFill>
                      <a:schemeClr val="accent5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cat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Sheet1!$A$2:$A$364</c15:sqref>
                        </c15:formulaRef>
                      </c:ext>
                    </c:extLst>
                    <c:numCache>
                      <c:formatCode>yyyy/mm/dd\ ddd\ hh:mm:ss</c:formatCode>
                      <c:ptCount val="363"/>
                      <c:pt idx="0">
                        <c:v>45944.80096064815</c:v>
                      </c:pt>
                      <c:pt idx="1">
                        <c:v>45944.80097222222</c:v>
                      </c:pt>
                      <c:pt idx="2">
                        <c:v>45944.80097222222</c:v>
                      </c:pt>
                      <c:pt idx="3">
                        <c:v>45944.80097222222</c:v>
                      </c:pt>
                      <c:pt idx="4">
                        <c:v>45944.80097222222</c:v>
                      </c:pt>
                      <c:pt idx="5">
                        <c:v>45944.80097222222</c:v>
                      </c:pt>
                      <c:pt idx="6">
                        <c:v>45944.80097222222</c:v>
                      </c:pt>
                      <c:pt idx="7">
                        <c:v>45944.80097222222</c:v>
                      </c:pt>
                      <c:pt idx="8">
                        <c:v>45944.80097222222</c:v>
                      </c:pt>
                      <c:pt idx="9">
                        <c:v>45944.80097222222</c:v>
                      </c:pt>
                      <c:pt idx="10">
                        <c:v>45944.80097222222</c:v>
                      </c:pt>
                      <c:pt idx="11">
                        <c:v>45944.80097222222</c:v>
                      </c:pt>
                      <c:pt idx="12">
                        <c:v>45944.80097222222</c:v>
                      </c:pt>
                      <c:pt idx="13">
                        <c:v>45944.80097222222</c:v>
                      </c:pt>
                      <c:pt idx="14">
                        <c:v>45944.80097222222</c:v>
                      </c:pt>
                      <c:pt idx="15">
                        <c:v>45944.80097222222</c:v>
                      </c:pt>
                      <c:pt idx="16">
                        <c:v>45944.80097222222</c:v>
                      </c:pt>
                      <c:pt idx="17">
                        <c:v>45944.80097222222</c:v>
                      </c:pt>
                      <c:pt idx="18">
                        <c:v>45944.80097222222</c:v>
                      </c:pt>
                      <c:pt idx="19">
                        <c:v>45944.80097222222</c:v>
                      </c:pt>
                      <c:pt idx="20">
                        <c:v>45944.80097222222</c:v>
                      </c:pt>
                      <c:pt idx="21">
                        <c:v>45944.80097222222</c:v>
                      </c:pt>
                      <c:pt idx="22">
                        <c:v>45944.800983796296</c:v>
                      </c:pt>
                      <c:pt idx="23">
                        <c:v>45944.800983796296</c:v>
                      </c:pt>
                      <c:pt idx="24">
                        <c:v>45944.800983796296</c:v>
                      </c:pt>
                      <c:pt idx="25">
                        <c:v>45944.800983796296</c:v>
                      </c:pt>
                      <c:pt idx="26">
                        <c:v>45944.800983796296</c:v>
                      </c:pt>
                      <c:pt idx="27">
                        <c:v>45944.800983796296</c:v>
                      </c:pt>
                      <c:pt idx="28">
                        <c:v>45944.800983796296</c:v>
                      </c:pt>
                      <c:pt idx="29">
                        <c:v>45944.800983796296</c:v>
                      </c:pt>
                      <c:pt idx="30">
                        <c:v>45944.800983796296</c:v>
                      </c:pt>
                      <c:pt idx="31">
                        <c:v>45944.800983796296</c:v>
                      </c:pt>
                      <c:pt idx="32">
                        <c:v>45944.800983796296</c:v>
                      </c:pt>
                      <c:pt idx="33">
                        <c:v>45944.800983796296</c:v>
                      </c:pt>
                      <c:pt idx="34">
                        <c:v>45944.800983796296</c:v>
                      </c:pt>
                      <c:pt idx="35">
                        <c:v>45944.800983796296</c:v>
                      </c:pt>
                      <c:pt idx="36">
                        <c:v>45944.800983796296</c:v>
                      </c:pt>
                      <c:pt idx="37">
                        <c:v>45944.800983796296</c:v>
                      </c:pt>
                      <c:pt idx="38">
                        <c:v>45944.800983796296</c:v>
                      </c:pt>
                      <c:pt idx="39">
                        <c:v>45944.800983796296</c:v>
                      </c:pt>
                      <c:pt idx="40">
                        <c:v>45944.800983796296</c:v>
                      </c:pt>
                      <c:pt idx="41">
                        <c:v>45944.800983796296</c:v>
                      </c:pt>
                      <c:pt idx="42">
                        <c:v>45944.800983796296</c:v>
                      </c:pt>
                      <c:pt idx="43">
                        <c:v>45944.800995370373</c:v>
                      </c:pt>
                      <c:pt idx="44">
                        <c:v>45944.800995370373</c:v>
                      </c:pt>
                      <c:pt idx="45">
                        <c:v>45944.800995370373</c:v>
                      </c:pt>
                      <c:pt idx="46">
                        <c:v>45944.800995370373</c:v>
                      </c:pt>
                      <c:pt idx="47">
                        <c:v>45944.800995370373</c:v>
                      </c:pt>
                      <c:pt idx="48">
                        <c:v>45944.800995370373</c:v>
                      </c:pt>
                      <c:pt idx="49">
                        <c:v>45944.800995370373</c:v>
                      </c:pt>
                      <c:pt idx="50">
                        <c:v>45944.800995370373</c:v>
                      </c:pt>
                      <c:pt idx="51">
                        <c:v>45944.800995370373</c:v>
                      </c:pt>
                      <c:pt idx="52">
                        <c:v>45944.800995370373</c:v>
                      </c:pt>
                      <c:pt idx="53">
                        <c:v>45944.800995370373</c:v>
                      </c:pt>
                      <c:pt idx="54">
                        <c:v>45944.800995370373</c:v>
                      </c:pt>
                      <c:pt idx="55">
                        <c:v>45944.800995370373</c:v>
                      </c:pt>
                      <c:pt idx="56">
                        <c:v>45944.800995370373</c:v>
                      </c:pt>
                      <c:pt idx="57">
                        <c:v>45944.800995370373</c:v>
                      </c:pt>
                      <c:pt idx="58">
                        <c:v>45944.800995370373</c:v>
                      </c:pt>
                      <c:pt idx="59">
                        <c:v>45944.800995370373</c:v>
                      </c:pt>
                      <c:pt idx="60">
                        <c:v>45944.800995370373</c:v>
                      </c:pt>
                      <c:pt idx="61">
                        <c:v>45944.800995370373</c:v>
                      </c:pt>
                      <c:pt idx="62">
                        <c:v>45944.800995370373</c:v>
                      </c:pt>
                      <c:pt idx="63">
                        <c:v>45944.801006944443</c:v>
                      </c:pt>
                      <c:pt idx="64">
                        <c:v>45944.801006944443</c:v>
                      </c:pt>
                      <c:pt idx="65">
                        <c:v>45944.801006944443</c:v>
                      </c:pt>
                      <c:pt idx="66">
                        <c:v>45944.801006944443</c:v>
                      </c:pt>
                      <c:pt idx="67">
                        <c:v>45944.801006944443</c:v>
                      </c:pt>
                      <c:pt idx="68">
                        <c:v>45944.801006944443</c:v>
                      </c:pt>
                      <c:pt idx="69">
                        <c:v>45944.801006944443</c:v>
                      </c:pt>
                      <c:pt idx="70">
                        <c:v>45944.801006944443</c:v>
                      </c:pt>
                      <c:pt idx="71">
                        <c:v>45944.801006944443</c:v>
                      </c:pt>
                      <c:pt idx="72">
                        <c:v>45944.801006944443</c:v>
                      </c:pt>
                      <c:pt idx="73">
                        <c:v>45944.801006944443</c:v>
                      </c:pt>
                      <c:pt idx="74">
                        <c:v>45944.801006944443</c:v>
                      </c:pt>
                      <c:pt idx="75">
                        <c:v>45944.801006944443</c:v>
                      </c:pt>
                      <c:pt idx="76">
                        <c:v>45944.801006944443</c:v>
                      </c:pt>
                      <c:pt idx="77">
                        <c:v>45944.801006944443</c:v>
                      </c:pt>
                      <c:pt idx="78">
                        <c:v>45944.801006944443</c:v>
                      </c:pt>
                      <c:pt idx="79">
                        <c:v>45944.801006944443</c:v>
                      </c:pt>
                      <c:pt idx="80">
                        <c:v>45944.801006944443</c:v>
                      </c:pt>
                      <c:pt idx="81">
                        <c:v>45944.801006944443</c:v>
                      </c:pt>
                      <c:pt idx="82">
                        <c:v>45944.801018518519</c:v>
                      </c:pt>
                      <c:pt idx="83">
                        <c:v>45944.801018518519</c:v>
                      </c:pt>
                      <c:pt idx="84">
                        <c:v>45944.801018518519</c:v>
                      </c:pt>
                      <c:pt idx="85">
                        <c:v>45944.801018518519</c:v>
                      </c:pt>
                      <c:pt idx="86">
                        <c:v>45944.801018518519</c:v>
                      </c:pt>
                      <c:pt idx="87">
                        <c:v>45944.801018518519</c:v>
                      </c:pt>
                      <c:pt idx="88">
                        <c:v>45944.801018518519</c:v>
                      </c:pt>
                      <c:pt idx="89">
                        <c:v>45944.801018518519</c:v>
                      </c:pt>
                      <c:pt idx="90">
                        <c:v>45944.801018518519</c:v>
                      </c:pt>
                      <c:pt idx="91">
                        <c:v>45944.801018518519</c:v>
                      </c:pt>
                      <c:pt idx="92">
                        <c:v>45944.801018518519</c:v>
                      </c:pt>
                      <c:pt idx="93">
                        <c:v>45944.801018518519</c:v>
                      </c:pt>
                      <c:pt idx="94">
                        <c:v>45944.801018518519</c:v>
                      </c:pt>
                      <c:pt idx="95">
                        <c:v>45944.801018518519</c:v>
                      </c:pt>
                      <c:pt idx="96">
                        <c:v>45944.801018518519</c:v>
                      </c:pt>
                      <c:pt idx="97">
                        <c:v>45944.801018518519</c:v>
                      </c:pt>
                      <c:pt idx="98">
                        <c:v>45944.801018518519</c:v>
                      </c:pt>
                      <c:pt idx="99">
                        <c:v>45944.801018518519</c:v>
                      </c:pt>
                      <c:pt idx="100">
                        <c:v>45944.801018518519</c:v>
                      </c:pt>
                      <c:pt idx="101">
                        <c:v>45944.801018518519</c:v>
                      </c:pt>
                      <c:pt idx="102">
                        <c:v>45944.801030092596</c:v>
                      </c:pt>
                      <c:pt idx="103">
                        <c:v>45944.801030092596</c:v>
                      </c:pt>
                      <c:pt idx="104">
                        <c:v>45944.801030092596</c:v>
                      </c:pt>
                      <c:pt idx="105">
                        <c:v>45944.801030092596</c:v>
                      </c:pt>
                      <c:pt idx="106">
                        <c:v>45944.801030092596</c:v>
                      </c:pt>
                      <c:pt idx="107">
                        <c:v>45944.801030092596</c:v>
                      </c:pt>
                      <c:pt idx="108">
                        <c:v>45944.801030092596</c:v>
                      </c:pt>
                      <c:pt idx="109">
                        <c:v>45944.801030092596</c:v>
                      </c:pt>
                      <c:pt idx="110">
                        <c:v>45944.801030092596</c:v>
                      </c:pt>
                      <c:pt idx="111">
                        <c:v>45944.801030092596</c:v>
                      </c:pt>
                      <c:pt idx="112">
                        <c:v>45944.801030092596</c:v>
                      </c:pt>
                      <c:pt idx="113">
                        <c:v>45944.801030092596</c:v>
                      </c:pt>
                      <c:pt idx="114">
                        <c:v>45944.801030092596</c:v>
                      </c:pt>
                      <c:pt idx="115">
                        <c:v>45944.801030092596</c:v>
                      </c:pt>
                      <c:pt idx="116">
                        <c:v>45944.801030092596</c:v>
                      </c:pt>
                      <c:pt idx="117">
                        <c:v>45944.801030092596</c:v>
                      </c:pt>
                      <c:pt idx="118">
                        <c:v>45944.801030092596</c:v>
                      </c:pt>
                      <c:pt idx="119">
                        <c:v>45944.801030092596</c:v>
                      </c:pt>
                      <c:pt idx="120">
                        <c:v>45944.801030092596</c:v>
                      </c:pt>
                      <c:pt idx="121">
                        <c:v>45944.801030092596</c:v>
                      </c:pt>
                      <c:pt idx="122">
                        <c:v>45944.801041666666</c:v>
                      </c:pt>
                      <c:pt idx="123">
                        <c:v>45944.801041666666</c:v>
                      </c:pt>
                      <c:pt idx="124">
                        <c:v>45944.801041666666</c:v>
                      </c:pt>
                      <c:pt idx="125">
                        <c:v>45944.801041666666</c:v>
                      </c:pt>
                      <c:pt idx="126">
                        <c:v>45944.801041666666</c:v>
                      </c:pt>
                      <c:pt idx="127">
                        <c:v>45944.801041666666</c:v>
                      </c:pt>
                      <c:pt idx="128">
                        <c:v>45944.801041666666</c:v>
                      </c:pt>
                      <c:pt idx="129">
                        <c:v>45944.801041666666</c:v>
                      </c:pt>
                      <c:pt idx="130">
                        <c:v>45944.801041666666</c:v>
                      </c:pt>
                      <c:pt idx="131">
                        <c:v>45944.801041666666</c:v>
                      </c:pt>
                      <c:pt idx="132">
                        <c:v>45944.801041666666</c:v>
                      </c:pt>
                      <c:pt idx="133">
                        <c:v>45944.801041666666</c:v>
                      </c:pt>
                      <c:pt idx="134">
                        <c:v>45944.801041666666</c:v>
                      </c:pt>
                      <c:pt idx="135">
                        <c:v>45944.801041666666</c:v>
                      </c:pt>
                      <c:pt idx="136">
                        <c:v>45944.801041666666</c:v>
                      </c:pt>
                      <c:pt idx="137">
                        <c:v>45944.801041666666</c:v>
                      </c:pt>
                      <c:pt idx="138">
                        <c:v>45944.801041666666</c:v>
                      </c:pt>
                      <c:pt idx="139">
                        <c:v>45944.801041666666</c:v>
                      </c:pt>
                      <c:pt idx="140">
                        <c:v>45944.801041666666</c:v>
                      </c:pt>
                      <c:pt idx="141">
                        <c:v>45944.801041666666</c:v>
                      </c:pt>
                      <c:pt idx="142">
                        <c:v>45944.801053240742</c:v>
                      </c:pt>
                      <c:pt idx="143">
                        <c:v>45944.801053240742</c:v>
                      </c:pt>
                      <c:pt idx="144">
                        <c:v>45944.801053240742</c:v>
                      </c:pt>
                      <c:pt idx="145">
                        <c:v>45944.801053240742</c:v>
                      </c:pt>
                      <c:pt idx="146">
                        <c:v>45944.801053240742</c:v>
                      </c:pt>
                      <c:pt idx="147">
                        <c:v>45944.801053240742</c:v>
                      </c:pt>
                      <c:pt idx="148">
                        <c:v>45944.801053240742</c:v>
                      </c:pt>
                      <c:pt idx="149">
                        <c:v>45944.801053240742</c:v>
                      </c:pt>
                      <c:pt idx="150">
                        <c:v>45944.801053240742</c:v>
                      </c:pt>
                      <c:pt idx="151">
                        <c:v>45944.801053240742</c:v>
                      </c:pt>
                      <c:pt idx="152">
                        <c:v>45944.801053240742</c:v>
                      </c:pt>
                      <c:pt idx="153">
                        <c:v>45944.801053240742</c:v>
                      </c:pt>
                      <c:pt idx="154">
                        <c:v>45944.801053240742</c:v>
                      </c:pt>
                      <c:pt idx="155">
                        <c:v>45944.801053240742</c:v>
                      </c:pt>
                      <c:pt idx="156">
                        <c:v>45944.801053240742</c:v>
                      </c:pt>
                      <c:pt idx="157">
                        <c:v>45944.801053240742</c:v>
                      </c:pt>
                      <c:pt idx="158">
                        <c:v>45944.801053240742</c:v>
                      </c:pt>
                      <c:pt idx="159">
                        <c:v>45944.801053240742</c:v>
                      </c:pt>
                      <c:pt idx="160">
                        <c:v>45944.801053240742</c:v>
                      </c:pt>
                      <c:pt idx="161">
                        <c:v>45944.801053240742</c:v>
                      </c:pt>
                      <c:pt idx="162">
                        <c:v>45944.801053240742</c:v>
                      </c:pt>
                      <c:pt idx="163">
                        <c:v>45944.801053240742</c:v>
                      </c:pt>
                      <c:pt idx="164">
                        <c:v>45944.801064814812</c:v>
                      </c:pt>
                      <c:pt idx="165">
                        <c:v>45944.801064814812</c:v>
                      </c:pt>
                      <c:pt idx="166">
                        <c:v>45944.801064814812</c:v>
                      </c:pt>
                      <c:pt idx="167">
                        <c:v>45944.801064814812</c:v>
                      </c:pt>
                      <c:pt idx="168">
                        <c:v>45944.801064814812</c:v>
                      </c:pt>
                      <c:pt idx="169">
                        <c:v>45944.801064814812</c:v>
                      </c:pt>
                      <c:pt idx="170">
                        <c:v>45944.801064814812</c:v>
                      </c:pt>
                      <c:pt idx="171">
                        <c:v>45944.801064814812</c:v>
                      </c:pt>
                      <c:pt idx="172">
                        <c:v>45944.801064814812</c:v>
                      </c:pt>
                      <c:pt idx="173">
                        <c:v>45944.801064814812</c:v>
                      </c:pt>
                      <c:pt idx="174">
                        <c:v>45944.801064814812</c:v>
                      </c:pt>
                      <c:pt idx="175">
                        <c:v>45944.801064814812</c:v>
                      </c:pt>
                      <c:pt idx="176">
                        <c:v>45944.801064814812</c:v>
                      </c:pt>
                      <c:pt idx="177">
                        <c:v>45944.801064814812</c:v>
                      </c:pt>
                      <c:pt idx="178">
                        <c:v>45944.801064814812</c:v>
                      </c:pt>
                      <c:pt idx="179">
                        <c:v>45944.801064814812</c:v>
                      </c:pt>
                      <c:pt idx="180">
                        <c:v>45944.801064814812</c:v>
                      </c:pt>
                      <c:pt idx="181">
                        <c:v>45944.801064814812</c:v>
                      </c:pt>
                      <c:pt idx="182">
                        <c:v>45944.801064814812</c:v>
                      </c:pt>
                      <c:pt idx="183">
                        <c:v>45944.801064814812</c:v>
                      </c:pt>
                      <c:pt idx="184">
                        <c:v>45944.801076388889</c:v>
                      </c:pt>
                      <c:pt idx="185">
                        <c:v>45944.801076388889</c:v>
                      </c:pt>
                      <c:pt idx="186">
                        <c:v>45944.801076388889</c:v>
                      </c:pt>
                      <c:pt idx="187">
                        <c:v>45944.801076388889</c:v>
                      </c:pt>
                      <c:pt idx="188">
                        <c:v>45944.801076388889</c:v>
                      </c:pt>
                      <c:pt idx="189">
                        <c:v>45944.801076388889</c:v>
                      </c:pt>
                      <c:pt idx="190">
                        <c:v>45944.801076388889</c:v>
                      </c:pt>
                      <c:pt idx="191">
                        <c:v>45944.801076388889</c:v>
                      </c:pt>
                      <c:pt idx="192">
                        <c:v>45944.801076388889</c:v>
                      </c:pt>
                      <c:pt idx="193">
                        <c:v>45944.801076388889</c:v>
                      </c:pt>
                      <c:pt idx="194">
                        <c:v>45944.801076388889</c:v>
                      </c:pt>
                      <c:pt idx="195">
                        <c:v>45944.801076388889</c:v>
                      </c:pt>
                      <c:pt idx="196">
                        <c:v>45944.801076388889</c:v>
                      </c:pt>
                      <c:pt idx="197">
                        <c:v>45944.801076388889</c:v>
                      </c:pt>
                      <c:pt idx="198">
                        <c:v>45944.801076388889</c:v>
                      </c:pt>
                      <c:pt idx="199">
                        <c:v>45944.801076388889</c:v>
                      </c:pt>
                      <c:pt idx="200">
                        <c:v>45944.801076388889</c:v>
                      </c:pt>
                      <c:pt idx="201">
                        <c:v>45944.801076388889</c:v>
                      </c:pt>
                      <c:pt idx="202">
                        <c:v>45944.801076388889</c:v>
                      </c:pt>
                      <c:pt idx="203">
                        <c:v>45944.801076388889</c:v>
                      </c:pt>
                      <c:pt idx="204">
                        <c:v>45944.801076388889</c:v>
                      </c:pt>
                      <c:pt idx="205">
                        <c:v>45944.801076388889</c:v>
                      </c:pt>
                      <c:pt idx="206">
                        <c:v>45944.801087962966</c:v>
                      </c:pt>
                      <c:pt idx="207">
                        <c:v>45944.801087962966</c:v>
                      </c:pt>
                      <c:pt idx="208">
                        <c:v>45944.801087962966</c:v>
                      </c:pt>
                      <c:pt idx="209">
                        <c:v>45944.801087962966</c:v>
                      </c:pt>
                      <c:pt idx="210">
                        <c:v>45944.801087962966</c:v>
                      </c:pt>
                      <c:pt idx="211">
                        <c:v>45944.801087962966</c:v>
                      </c:pt>
                      <c:pt idx="212">
                        <c:v>45944.801087962966</c:v>
                      </c:pt>
                      <c:pt idx="213">
                        <c:v>45944.801087962966</c:v>
                      </c:pt>
                      <c:pt idx="214">
                        <c:v>45944.801087962966</c:v>
                      </c:pt>
                      <c:pt idx="215">
                        <c:v>45944.801087962966</c:v>
                      </c:pt>
                      <c:pt idx="216">
                        <c:v>45944.801087962966</c:v>
                      </c:pt>
                      <c:pt idx="217">
                        <c:v>45944.801087962966</c:v>
                      </c:pt>
                      <c:pt idx="218">
                        <c:v>45944.801087962966</c:v>
                      </c:pt>
                      <c:pt idx="219">
                        <c:v>45944.801087962966</c:v>
                      </c:pt>
                      <c:pt idx="220">
                        <c:v>45944.801087962966</c:v>
                      </c:pt>
                      <c:pt idx="221">
                        <c:v>45944.801087962966</c:v>
                      </c:pt>
                      <c:pt idx="222">
                        <c:v>45944.801087962966</c:v>
                      </c:pt>
                      <c:pt idx="223">
                        <c:v>45944.801087962966</c:v>
                      </c:pt>
                      <c:pt idx="224">
                        <c:v>45944.801087962966</c:v>
                      </c:pt>
                      <c:pt idx="225">
                        <c:v>45944.801099537035</c:v>
                      </c:pt>
                      <c:pt idx="226">
                        <c:v>45944.801099537035</c:v>
                      </c:pt>
                      <c:pt idx="227">
                        <c:v>45944.801099537035</c:v>
                      </c:pt>
                      <c:pt idx="228">
                        <c:v>45944.801099537035</c:v>
                      </c:pt>
                      <c:pt idx="229">
                        <c:v>45944.801099537035</c:v>
                      </c:pt>
                      <c:pt idx="230">
                        <c:v>45944.801099537035</c:v>
                      </c:pt>
                      <c:pt idx="231">
                        <c:v>45944.801099537035</c:v>
                      </c:pt>
                      <c:pt idx="232">
                        <c:v>45944.801099537035</c:v>
                      </c:pt>
                      <c:pt idx="233">
                        <c:v>45944.801099537035</c:v>
                      </c:pt>
                      <c:pt idx="234">
                        <c:v>45944.801099537035</c:v>
                      </c:pt>
                      <c:pt idx="235">
                        <c:v>45944.801099537035</c:v>
                      </c:pt>
                      <c:pt idx="236">
                        <c:v>45944.801099537035</c:v>
                      </c:pt>
                      <c:pt idx="237">
                        <c:v>45944.801099537035</c:v>
                      </c:pt>
                      <c:pt idx="238">
                        <c:v>45944.801099537035</c:v>
                      </c:pt>
                      <c:pt idx="239">
                        <c:v>45944.801099537035</c:v>
                      </c:pt>
                      <c:pt idx="240">
                        <c:v>45944.801099537035</c:v>
                      </c:pt>
                      <c:pt idx="241">
                        <c:v>45944.801099537035</c:v>
                      </c:pt>
                      <c:pt idx="242">
                        <c:v>45944.801099537035</c:v>
                      </c:pt>
                      <c:pt idx="243">
                        <c:v>45944.801099537035</c:v>
                      </c:pt>
                      <c:pt idx="244">
                        <c:v>45944.801099537035</c:v>
                      </c:pt>
                      <c:pt idx="245">
                        <c:v>45944.801111111112</c:v>
                      </c:pt>
                      <c:pt idx="246">
                        <c:v>45944.801111111112</c:v>
                      </c:pt>
                      <c:pt idx="247">
                        <c:v>45944.801111111112</c:v>
                      </c:pt>
                      <c:pt idx="248">
                        <c:v>45944.801111111112</c:v>
                      </c:pt>
                      <c:pt idx="249">
                        <c:v>45944.801111111112</c:v>
                      </c:pt>
                      <c:pt idx="250">
                        <c:v>45944.801111111112</c:v>
                      </c:pt>
                      <c:pt idx="251">
                        <c:v>45944.801111111112</c:v>
                      </c:pt>
                      <c:pt idx="252">
                        <c:v>45944.801111111112</c:v>
                      </c:pt>
                      <c:pt idx="253">
                        <c:v>45944.801111111112</c:v>
                      </c:pt>
                      <c:pt idx="254">
                        <c:v>45944.801111111112</c:v>
                      </c:pt>
                      <c:pt idx="255">
                        <c:v>45944.801111111112</c:v>
                      </c:pt>
                      <c:pt idx="256">
                        <c:v>45944.801111111112</c:v>
                      </c:pt>
                      <c:pt idx="257">
                        <c:v>45944.801111111112</c:v>
                      </c:pt>
                      <c:pt idx="258">
                        <c:v>45944.801111111112</c:v>
                      </c:pt>
                      <c:pt idx="259">
                        <c:v>45944.801111111112</c:v>
                      </c:pt>
                      <c:pt idx="260">
                        <c:v>45944.801111111112</c:v>
                      </c:pt>
                      <c:pt idx="261">
                        <c:v>45944.801111111112</c:v>
                      </c:pt>
                      <c:pt idx="262">
                        <c:v>45944.801111111112</c:v>
                      </c:pt>
                      <c:pt idx="263">
                        <c:v>45944.801111111112</c:v>
                      </c:pt>
                      <c:pt idx="264">
                        <c:v>45944.801111111112</c:v>
                      </c:pt>
                      <c:pt idx="265">
                        <c:v>45944.801122685189</c:v>
                      </c:pt>
                      <c:pt idx="266">
                        <c:v>45944.801122685189</c:v>
                      </c:pt>
                      <c:pt idx="267">
                        <c:v>45944.801122685189</c:v>
                      </c:pt>
                      <c:pt idx="268">
                        <c:v>45944.801122685189</c:v>
                      </c:pt>
                      <c:pt idx="269">
                        <c:v>45944.801122685189</c:v>
                      </c:pt>
                      <c:pt idx="270">
                        <c:v>45944.801122685189</c:v>
                      </c:pt>
                      <c:pt idx="271">
                        <c:v>45944.801122685189</c:v>
                      </c:pt>
                      <c:pt idx="272">
                        <c:v>45944.801122685189</c:v>
                      </c:pt>
                      <c:pt idx="273">
                        <c:v>45944.801122685189</c:v>
                      </c:pt>
                      <c:pt idx="274">
                        <c:v>45944.801122685189</c:v>
                      </c:pt>
                      <c:pt idx="275">
                        <c:v>45944.801122685189</c:v>
                      </c:pt>
                      <c:pt idx="276">
                        <c:v>45944.801122685189</c:v>
                      </c:pt>
                      <c:pt idx="277">
                        <c:v>45944.801122685189</c:v>
                      </c:pt>
                      <c:pt idx="278">
                        <c:v>45944.801122685189</c:v>
                      </c:pt>
                      <c:pt idx="279">
                        <c:v>45944.801122685189</c:v>
                      </c:pt>
                      <c:pt idx="280">
                        <c:v>45944.801122685189</c:v>
                      </c:pt>
                      <c:pt idx="281">
                        <c:v>45944.801122685189</c:v>
                      </c:pt>
                      <c:pt idx="282">
                        <c:v>45944.801122685189</c:v>
                      </c:pt>
                      <c:pt idx="283">
                        <c:v>45944.801122685189</c:v>
                      </c:pt>
                      <c:pt idx="284">
                        <c:v>45944.801122685189</c:v>
                      </c:pt>
                      <c:pt idx="285">
                        <c:v>45944.801134259258</c:v>
                      </c:pt>
                      <c:pt idx="286">
                        <c:v>45944.801134259258</c:v>
                      </c:pt>
                      <c:pt idx="287">
                        <c:v>45944.801134259258</c:v>
                      </c:pt>
                      <c:pt idx="288">
                        <c:v>45944.801134259258</c:v>
                      </c:pt>
                      <c:pt idx="289">
                        <c:v>45944.801134259258</c:v>
                      </c:pt>
                      <c:pt idx="290">
                        <c:v>45944.801134259258</c:v>
                      </c:pt>
                      <c:pt idx="291">
                        <c:v>45944.801134259258</c:v>
                      </c:pt>
                      <c:pt idx="292">
                        <c:v>45944.801134259258</c:v>
                      </c:pt>
                      <c:pt idx="293">
                        <c:v>45944.801134259258</c:v>
                      </c:pt>
                      <c:pt idx="294">
                        <c:v>45944.801134259258</c:v>
                      </c:pt>
                      <c:pt idx="295">
                        <c:v>45944.801134259258</c:v>
                      </c:pt>
                      <c:pt idx="296">
                        <c:v>45944.801134259258</c:v>
                      </c:pt>
                      <c:pt idx="297">
                        <c:v>45944.801134259258</c:v>
                      </c:pt>
                      <c:pt idx="298">
                        <c:v>45944.801134259258</c:v>
                      </c:pt>
                      <c:pt idx="299">
                        <c:v>45944.801134259258</c:v>
                      </c:pt>
                      <c:pt idx="300">
                        <c:v>45944.801134259258</c:v>
                      </c:pt>
                      <c:pt idx="301">
                        <c:v>45944.801134259258</c:v>
                      </c:pt>
                      <c:pt idx="302">
                        <c:v>45944.801134259258</c:v>
                      </c:pt>
                      <c:pt idx="303">
                        <c:v>45944.801134259258</c:v>
                      </c:pt>
                      <c:pt idx="304">
                        <c:v>45944.801134259258</c:v>
                      </c:pt>
                      <c:pt idx="305">
                        <c:v>45944.801134259258</c:v>
                      </c:pt>
                      <c:pt idx="306">
                        <c:v>45944.801145833335</c:v>
                      </c:pt>
                      <c:pt idx="307">
                        <c:v>45944.801145833335</c:v>
                      </c:pt>
                      <c:pt idx="308">
                        <c:v>45944.801145833335</c:v>
                      </c:pt>
                      <c:pt idx="309">
                        <c:v>45944.801145833335</c:v>
                      </c:pt>
                      <c:pt idx="310">
                        <c:v>45944.801145833335</c:v>
                      </c:pt>
                      <c:pt idx="311">
                        <c:v>45944.801145833335</c:v>
                      </c:pt>
                      <c:pt idx="312">
                        <c:v>45944.801145833335</c:v>
                      </c:pt>
                      <c:pt idx="313">
                        <c:v>45944.801145833335</c:v>
                      </c:pt>
                      <c:pt idx="314">
                        <c:v>45944.801145833335</c:v>
                      </c:pt>
                      <c:pt idx="315">
                        <c:v>45944.801145833335</c:v>
                      </c:pt>
                      <c:pt idx="316">
                        <c:v>45944.801145833335</c:v>
                      </c:pt>
                      <c:pt idx="317">
                        <c:v>45944.801145833335</c:v>
                      </c:pt>
                      <c:pt idx="318">
                        <c:v>45944.801145833335</c:v>
                      </c:pt>
                      <c:pt idx="319">
                        <c:v>45944.801145833335</c:v>
                      </c:pt>
                      <c:pt idx="320">
                        <c:v>45944.801145833335</c:v>
                      </c:pt>
                      <c:pt idx="321">
                        <c:v>45944.801145833335</c:v>
                      </c:pt>
                      <c:pt idx="322">
                        <c:v>45944.801145833335</c:v>
                      </c:pt>
                      <c:pt idx="323">
                        <c:v>45944.801145833335</c:v>
                      </c:pt>
                      <c:pt idx="324">
                        <c:v>45944.801145833335</c:v>
                      </c:pt>
                      <c:pt idx="325">
                        <c:v>45944.801145833335</c:v>
                      </c:pt>
                      <c:pt idx="326">
                        <c:v>45944.801145833335</c:v>
                      </c:pt>
                      <c:pt idx="327">
                        <c:v>45944.801157407404</c:v>
                      </c:pt>
                      <c:pt idx="328">
                        <c:v>45944.801157407404</c:v>
                      </c:pt>
                      <c:pt idx="329">
                        <c:v>45944.801157407404</c:v>
                      </c:pt>
                      <c:pt idx="330">
                        <c:v>45944.801157407404</c:v>
                      </c:pt>
                      <c:pt idx="331">
                        <c:v>45944.801157407404</c:v>
                      </c:pt>
                      <c:pt idx="332">
                        <c:v>45944.801157407404</c:v>
                      </c:pt>
                      <c:pt idx="333">
                        <c:v>45944.801157407404</c:v>
                      </c:pt>
                      <c:pt idx="334">
                        <c:v>45944.801157407404</c:v>
                      </c:pt>
                      <c:pt idx="335">
                        <c:v>45944.801157407404</c:v>
                      </c:pt>
                      <c:pt idx="336">
                        <c:v>45944.801157407404</c:v>
                      </c:pt>
                      <c:pt idx="337">
                        <c:v>45944.801157407404</c:v>
                      </c:pt>
                      <c:pt idx="338">
                        <c:v>45944.801157407404</c:v>
                      </c:pt>
                      <c:pt idx="339">
                        <c:v>45944.801157407404</c:v>
                      </c:pt>
                      <c:pt idx="340">
                        <c:v>45944.801157407404</c:v>
                      </c:pt>
                      <c:pt idx="341">
                        <c:v>45944.801157407404</c:v>
                      </c:pt>
                      <c:pt idx="342">
                        <c:v>45944.801157407404</c:v>
                      </c:pt>
                      <c:pt idx="343">
                        <c:v>45944.801157407404</c:v>
                      </c:pt>
                      <c:pt idx="344">
                        <c:v>45944.801157407404</c:v>
                      </c:pt>
                      <c:pt idx="345">
                        <c:v>45944.801157407404</c:v>
                      </c:pt>
                      <c:pt idx="346">
                        <c:v>45944.801157407404</c:v>
                      </c:pt>
                      <c:pt idx="347">
                        <c:v>45944.801157407404</c:v>
                      </c:pt>
                      <c:pt idx="348">
                        <c:v>45944.801168981481</c:v>
                      </c:pt>
                      <c:pt idx="349">
                        <c:v>45944.801168981481</c:v>
                      </c:pt>
                      <c:pt idx="350">
                        <c:v>45944.801168981481</c:v>
                      </c:pt>
                      <c:pt idx="351">
                        <c:v>45944.801168981481</c:v>
                      </c:pt>
                      <c:pt idx="352">
                        <c:v>45944.801168981481</c:v>
                      </c:pt>
                      <c:pt idx="353">
                        <c:v>45944.801168981481</c:v>
                      </c:pt>
                      <c:pt idx="354">
                        <c:v>45944.801168981481</c:v>
                      </c:pt>
                      <c:pt idx="355">
                        <c:v>45944.801168981481</c:v>
                      </c:pt>
                      <c:pt idx="356">
                        <c:v>45944.801168981481</c:v>
                      </c:pt>
                      <c:pt idx="357">
                        <c:v>45944.801168981481</c:v>
                      </c:pt>
                      <c:pt idx="358">
                        <c:v>45944.801168981481</c:v>
                      </c:pt>
                      <c:pt idx="359">
                        <c:v>45944.801168981481</c:v>
                      </c:pt>
                      <c:pt idx="360">
                        <c:v>45944.801168981481</c:v>
                      </c:pt>
                      <c:pt idx="361">
                        <c:v>45944.801168981481</c:v>
                      </c:pt>
                      <c:pt idx="362">
                        <c:v>45944.801168981481</c:v>
                      </c:pt>
                    </c:numCache>
                  </c:num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Sheet1!#REF!</c15:sqref>
                        </c15:formulaRef>
                      </c:ext>
                    </c:extLst>
                    <c:numCache>
                      <c:formatCode>General</c:formatCode>
                      <c:ptCount val="1"/>
                      <c:pt idx="0">
                        <c:v>1</c:v>
                      </c:pt>
                    </c:numCache>
                  </c:numRef>
                </c: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A-4C6C-4E57-BDE7-FE2A20667553}"/>
                  </c:ext>
                </c:extLst>
              </c15:ser>
            </c15:filteredLineSeries>
          </c:ext>
        </c:extLst>
      </c:lineChart>
      <c:catAx>
        <c:axId val="33057248"/>
        <c:scaling>
          <c:orientation val="minMax"/>
        </c:scaling>
        <c:delete val="0"/>
        <c:axPos val="b"/>
        <c:numFmt formatCode="mm:ss" sourceLinked="0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1735911440"/>
        <c:crosses val="autoZero"/>
        <c:auto val="0"/>
        <c:lblAlgn val="ctr"/>
        <c:lblOffset val="100"/>
        <c:noMultiLvlLbl val="0"/>
      </c:catAx>
      <c:valAx>
        <c:axId val="1735911440"/>
        <c:scaling>
          <c:orientation val="minMax"/>
          <c:max val="1600"/>
          <c:min val="-150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3057248"/>
        <c:crosses val="autoZero"/>
        <c:crossBetween val="between"/>
        <c:majorUnit val="5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4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D1360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Sheet1!$A$2:$A$364</c:f>
              <c:numCache>
                <c:formatCode>yyyy/mm/dd\ ddd\ hh:mm:ss</c:formatCode>
                <c:ptCount val="363"/>
                <c:pt idx="0">
                  <c:v>45944.80096064815</c:v>
                </c:pt>
                <c:pt idx="1">
                  <c:v>45944.80097222222</c:v>
                </c:pt>
                <c:pt idx="2">
                  <c:v>45944.80097222222</c:v>
                </c:pt>
                <c:pt idx="3">
                  <c:v>45944.80097222222</c:v>
                </c:pt>
                <c:pt idx="4">
                  <c:v>45944.80097222222</c:v>
                </c:pt>
                <c:pt idx="5">
                  <c:v>45944.80097222222</c:v>
                </c:pt>
                <c:pt idx="6">
                  <c:v>45944.80097222222</c:v>
                </c:pt>
                <c:pt idx="7">
                  <c:v>45944.80097222222</c:v>
                </c:pt>
                <c:pt idx="8">
                  <c:v>45944.80097222222</c:v>
                </c:pt>
                <c:pt idx="9">
                  <c:v>45944.80097222222</c:v>
                </c:pt>
                <c:pt idx="10">
                  <c:v>45944.80097222222</c:v>
                </c:pt>
                <c:pt idx="11">
                  <c:v>45944.80097222222</c:v>
                </c:pt>
                <c:pt idx="12">
                  <c:v>45944.80097222222</c:v>
                </c:pt>
                <c:pt idx="13">
                  <c:v>45944.80097222222</c:v>
                </c:pt>
                <c:pt idx="14">
                  <c:v>45944.80097222222</c:v>
                </c:pt>
                <c:pt idx="15">
                  <c:v>45944.80097222222</c:v>
                </c:pt>
                <c:pt idx="16">
                  <c:v>45944.80097222222</c:v>
                </c:pt>
                <c:pt idx="17">
                  <c:v>45944.80097222222</c:v>
                </c:pt>
                <c:pt idx="18">
                  <c:v>45944.80097222222</c:v>
                </c:pt>
                <c:pt idx="19">
                  <c:v>45944.80097222222</c:v>
                </c:pt>
                <c:pt idx="20">
                  <c:v>45944.80097222222</c:v>
                </c:pt>
                <c:pt idx="21">
                  <c:v>45944.80097222222</c:v>
                </c:pt>
                <c:pt idx="22">
                  <c:v>45944.800983796296</c:v>
                </c:pt>
                <c:pt idx="23">
                  <c:v>45944.800983796296</c:v>
                </c:pt>
                <c:pt idx="24">
                  <c:v>45944.800983796296</c:v>
                </c:pt>
                <c:pt idx="25">
                  <c:v>45944.800983796296</c:v>
                </c:pt>
                <c:pt idx="26">
                  <c:v>45944.800983796296</c:v>
                </c:pt>
                <c:pt idx="27">
                  <c:v>45944.800983796296</c:v>
                </c:pt>
                <c:pt idx="28">
                  <c:v>45944.800983796296</c:v>
                </c:pt>
                <c:pt idx="29">
                  <c:v>45944.800983796296</c:v>
                </c:pt>
                <c:pt idx="30">
                  <c:v>45944.800983796296</c:v>
                </c:pt>
                <c:pt idx="31">
                  <c:v>45944.800983796296</c:v>
                </c:pt>
                <c:pt idx="32">
                  <c:v>45944.800983796296</c:v>
                </c:pt>
                <c:pt idx="33">
                  <c:v>45944.800983796296</c:v>
                </c:pt>
                <c:pt idx="34">
                  <c:v>45944.800983796296</c:v>
                </c:pt>
                <c:pt idx="35">
                  <c:v>45944.800983796296</c:v>
                </c:pt>
                <c:pt idx="36">
                  <c:v>45944.800983796296</c:v>
                </c:pt>
                <c:pt idx="37">
                  <c:v>45944.800983796296</c:v>
                </c:pt>
                <c:pt idx="38">
                  <c:v>45944.800983796296</c:v>
                </c:pt>
                <c:pt idx="39">
                  <c:v>45944.800983796296</c:v>
                </c:pt>
                <c:pt idx="40">
                  <c:v>45944.800983796296</c:v>
                </c:pt>
                <c:pt idx="41">
                  <c:v>45944.800983796296</c:v>
                </c:pt>
                <c:pt idx="42">
                  <c:v>45944.800983796296</c:v>
                </c:pt>
                <c:pt idx="43">
                  <c:v>45944.800995370373</c:v>
                </c:pt>
                <c:pt idx="44">
                  <c:v>45944.800995370373</c:v>
                </c:pt>
                <c:pt idx="45">
                  <c:v>45944.800995370373</c:v>
                </c:pt>
                <c:pt idx="46">
                  <c:v>45944.800995370373</c:v>
                </c:pt>
                <c:pt idx="47">
                  <c:v>45944.800995370373</c:v>
                </c:pt>
                <c:pt idx="48">
                  <c:v>45944.800995370373</c:v>
                </c:pt>
                <c:pt idx="49">
                  <c:v>45944.800995370373</c:v>
                </c:pt>
                <c:pt idx="50">
                  <c:v>45944.800995370373</c:v>
                </c:pt>
                <c:pt idx="51">
                  <c:v>45944.800995370373</c:v>
                </c:pt>
                <c:pt idx="52">
                  <c:v>45944.800995370373</c:v>
                </c:pt>
                <c:pt idx="53">
                  <c:v>45944.800995370373</c:v>
                </c:pt>
                <c:pt idx="54">
                  <c:v>45944.800995370373</c:v>
                </c:pt>
                <c:pt idx="55">
                  <c:v>45944.800995370373</c:v>
                </c:pt>
                <c:pt idx="56">
                  <c:v>45944.800995370373</c:v>
                </c:pt>
                <c:pt idx="57">
                  <c:v>45944.800995370373</c:v>
                </c:pt>
                <c:pt idx="58">
                  <c:v>45944.800995370373</c:v>
                </c:pt>
                <c:pt idx="59">
                  <c:v>45944.800995370373</c:v>
                </c:pt>
                <c:pt idx="60">
                  <c:v>45944.800995370373</c:v>
                </c:pt>
                <c:pt idx="61">
                  <c:v>45944.800995370373</c:v>
                </c:pt>
                <c:pt idx="62">
                  <c:v>45944.800995370373</c:v>
                </c:pt>
                <c:pt idx="63">
                  <c:v>45944.801006944443</c:v>
                </c:pt>
                <c:pt idx="64">
                  <c:v>45944.801006944443</c:v>
                </c:pt>
                <c:pt idx="65">
                  <c:v>45944.801006944443</c:v>
                </c:pt>
                <c:pt idx="66">
                  <c:v>45944.801006944443</c:v>
                </c:pt>
                <c:pt idx="67">
                  <c:v>45944.801006944443</c:v>
                </c:pt>
                <c:pt idx="68">
                  <c:v>45944.801006944443</c:v>
                </c:pt>
                <c:pt idx="69">
                  <c:v>45944.801006944443</c:v>
                </c:pt>
                <c:pt idx="70">
                  <c:v>45944.801006944443</c:v>
                </c:pt>
                <c:pt idx="71">
                  <c:v>45944.801006944443</c:v>
                </c:pt>
                <c:pt idx="72">
                  <c:v>45944.801006944443</c:v>
                </c:pt>
                <c:pt idx="73">
                  <c:v>45944.801006944443</c:v>
                </c:pt>
                <c:pt idx="74">
                  <c:v>45944.801006944443</c:v>
                </c:pt>
                <c:pt idx="75">
                  <c:v>45944.801006944443</c:v>
                </c:pt>
                <c:pt idx="76">
                  <c:v>45944.801006944443</c:v>
                </c:pt>
                <c:pt idx="77">
                  <c:v>45944.801006944443</c:v>
                </c:pt>
                <c:pt idx="78">
                  <c:v>45944.801006944443</c:v>
                </c:pt>
                <c:pt idx="79">
                  <c:v>45944.801006944443</c:v>
                </c:pt>
                <c:pt idx="80">
                  <c:v>45944.801006944443</c:v>
                </c:pt>
                <c:pt idx="81">
                  <c:v>45944.801006944443</c:v>
                </c:pt>
                <c:pt idx="82">
                  <c:v>45944.801018518519</c:v>
                </c:pt>
                <c:pt idx="83">
                  <c:v>45944.801018518519</c:v>
                </c:pt>
                <c:pt idx="84">
                  <c:v>45944.801018518519</c:v>
                </c:pt>
                <c:pt idx="85">
                  <c:v>45944.801018518519</c:v>
                </c:pt>
                <c:pt idx="86">
                  <c:v>45944.801018518519</c:v>
                </c:pt>
                <c:pt idx="87">
                  <c:v>45944.801018518519</c:v>
                </c:pt>
                <c:pt idx="88">
                  <c:v>45944.801018518519</c:v>
                </c:pt>
                <c:pt idx="89">
                  <c:v>45944.801018518519</c:v>
                </c:pt>
                <c:pt idx="90">
                  <c:v>45944.801018518519</c:v>
                </c:pt>
                <c:pt idx="91">
                  <c:v>45944.801018518519</c:v>
                </c:pt>
                <c:pt idx="92">
                  <c:v>45944.801018518519</c:v>
                </c:pt>
                <c:pt idx="93">
                  <c:v>45944.801018518519</c:v>
                </c:pt>
                <c:pt idx="94">
                  <c:v>45944.801018518519</c:v>
                </c:pt>
                <c:pt idx="95">
                  <c:v>45944.801018518519</c:v>
                </c:pt>
                <c:pt idx="96">
                  <c:v>45944.801018518519</c:v>
                </c:pt>
                <c:pt idx="97">
                  <c:v>45944.801018518519</c:v>
                </c:pt>
                <c:pt idx="98">
                  <c:v>45944.801018518519</c:v>
                </c:pt>
                <c:pt idx="99">
                  <c:v>45944.801018518519</c:v>
                </c:pt>
                <c:pt idx="100">
                  <c:v>45944.801018518519</c:v>
                </c:pt>
                <c:pt idx="101">
                  <c:v>45944.801018518519</c:v>
                </c:pt>
                <c:pt idx="102">
                  <c:v>45944.801030092596</c:v>
                </c:pt>
                <c:pt idx="103">
                  <c:v>45944.801030092596</c:v>
                </c:pt>
                <c:pt idx="104">
                  <c:v>45944.801030092596</c:v>
                </c:pt>
                <c:pt idx="105">
                  <c:v>45944.801030092596</c:v>
                </c:pt>
                <c:pt idx="106">
                  <c:v>45944.801030092596</c:v>
                </c:pt>
                <c:pt idx="107">
                  <c:v>45944.801030092596</c:v>
                </c:pt>
                <c:pt idx="108">
                  <c:v>45944.801030092596</c:v>
                </c:pt>
                <c:pt idx="109">
                  <c:v>45944.801030092596</c:v>
                </c:pt>
                <c:pt idx="110">
                  <c:v>45944.801030092596</c:v>
                </c:pt>
                <c:pt idx="111">
                  <c:v>45944.801030092596</c:v>
                </c:pt>
                <c:pt idx="112">
                  <c:v>45944.801030092596</c:v>
                </c:pt>
                <c:pt idx="113">
                  <c:v>45944.801030092596</c:v>
                </c:pt>
                <c:pt idx="114">
                  <c:v>45944.801030092596</c:v>
                </c:pt>
                <c:pt idx="115">
                  <c:v>45944.801030092596</c:v>
                </c:pt>
                <c:pt idx="116">
                  <c:v>45944.801030092596</c:v>
                </c:pt>
                <c:pt idx="117">
                  <c:v>45944.801030092596</c:v>
                </c:pt>
                <c:pt idx="118">
                  <c:v>45944.801030092596</c:v>
                </c:pt>
                <c:pt idx="119">
                  <c:v>45944.801030092596</c:v>
                </c:pt>
                <c:pt idx="120">
                  <c:v>45944.801030092596</c:v>
                </c:pt>
                <c:pt idx="121">
                  <c:v>45944.801030092596</c:v>
                </c:pt>
                <c:pt idx="122">
                  <c:v>45944.801041666666</c:v>
                </c:pt>
                <c:pt idx="123">
                  <c:v>45944.801041666666</c:v>
                </c:pt>
                <c:pt idx="124">
                  <c:v>45944.801041666666</c:v>
                </c:pt>
                <c:pt idx="125">
                  <c:v>45944.801041666666</c:v>
                </c:pt>
                <c:pt idx="126">
                  <c:v>45944.801041666666</c:v>
                </c:pt>
                <c:pt idx="127">
                  <c:v>45944.801041666666</c:v>
                </c:pt>
                <c:pt idx="128">
                  <c:v>45944.801041666666</c:v>
                </c:pt>
                <c:pt idx="129">
                  <c:v>45944.801041666666</c:v>
                </c:pt>
                <c:pt idx="130">
                  <c:v>45944.801041666666</c:v>
                </c:pt>
                <c:pt idx="131">
                  <c:v>45944.801041666666</c:v>
                </c:pt>
                <c:pt idx="132">
                  <c:v>45944.801041666666</c:v>
                </c:pt>
                <c:pt idx="133">
                  <c:v>45944.801041666666</c:v>
                </c:pt>
                <c:pt idx="134">
                  <c:v>45944.801041666666</c:v>
                </c:pt>
                <c:pt idx="135">
                  <c:v>45944.801041666666</c:v>
                </c:pt>
                <c:pt idx="136">
                  <c:v>45944.801041666666</c:v>
                </c:pt>
                <c:pt idx="137">
                  <c:v>45944.801041666666</c:v>
                </c:pt>
                <c:pt idx="138">
                  <c:v>45944.801041666666</c:v>
                </c:pt>
                <c:pt idx="139">
                  <c:v>45944.801041666666</c:v>
                </c:pt>
                <c:pt idx="140">
                  <c:v>45944.801041666666</c:v>
                </c:pt>
                <c:pt idx="141">
                  <c:v>45944.801041666666</c:v>
                </c:pt>
                <c:pt idx="142">
                  <c:v>45944.801053240742</c:v>
                </c:pt>
                <c:pt idx="143">
                  <c:v>45944.801053240742</c:v>
                </c:pt>
                <c:pt idx="144">
                  <c:v>45944.801053240742</c:v>
                </c:pt>
                <c:pt idx="145">
                  <c:v>45944.801053240742</c:v>
                </c:pt>
                <c:pt idx="146">
                  <c:v>45944.801053240742</c:v>
                </c:pt>
                <c:pt idx="147">
                  <c:v>45944.801053240742</c:v>
                </c:pt>
                <c:pt idx="148">
                  <c:v>45944.801053240742</c:v>
                </c:pt>
                <c:pt idx="149">
                  <c:v>45944.801053240742</c:v>
                </c:pt>
                <c:pt idx="150">
                  <c:v>45944.801053240742</c:v>
                </c:pt>
                <c:pt idx="151">
                  <c:v>45944.801053240742</c:v>
                </c:pt>
                <c:pt idx="152">
                  <c:v>45944.801053240742</c:v>
                </c:pt>
                <c:pt idx="153">
                  <c:v>45944.801053240742</c:v>
                </c:pt>
                <c:pt idx="154">
                  <c:v>45944.801053240742</c:v>
                </c:pt>
                <c:pt idx="155">
                  <c:v>45944.801053240742</c:v>
                </c:pt>
                <c:pt idx="156">
                  <c:v>45944.801053240742</c:v>
                </c:pt>
                <c:pt idx="157">
                  <c:v>45944.801053240742</c:v>
                </c:pt>
                <c:pt idx="158">
                  <c:v>45944.801053240742</c:v>
                </c:pt>
                <c:pt idx="159">
                  <c:v>45944.801053240742</c:v>
                </c:pt>
                <c:pt idx="160">
                  <c:v>45944.801053240742</c:v>
                </c:pt>
                <c:pt idx="161">
                  <c:v>45944.801053240742</c:v>
                </c:pt>
                <c:pt idx="162">
                  <c:v>45944.801053240742</c:v>
                </c:pt>
                <c:pt idx="163">
                  <c:v>45944.801053240742</c:v>
                </c:pt>
                <c:pt idx="164">
                  <c:v>45944.801064814812</c:v>
                </c:pt>
                <c:pt idx="165">
                  <c:v>45944.801064814812</c:v>
                </c:pt>
                <c:pt idx="166">
                  <c:v>45944.801064814812</c:v>
                </c:pt>
                <c:pt idx="167">
                  <c:v>45944.801064814812</c:v>
                </c:pt>
                <c:pt idx="168">
                  <c:v>45944.801064814812</c:v>
                </c:pt>
                <c:pt idx="169">
                  <c:v>45944.801064814812</c:v>
                </c:pt>
                <c:pt idx="170">
                  <c:v>45944.801064814812</c:v>
                </c:pt>
                <c:pt idx="171">
                  <c:v>45944.801064814812</c:v>
                </c:pt>
                <c:pt idx="172">
                  <c:v>45944.801064814812</c:v>
                </c:pt>
                <c:pt idx="173">
                  <c:v>45944.801064814812</c:v>
                </c:pt>
                <c:pt idx="174">
                  <c:v>45944.801064814812</c:v>
                </c:pt>
                <c:pt idx="175">
                  <c:v>45944.801064814812</c:v>
                </c:pt>
                <c:pt idx="176">
                  <c:v>45944.801064814812</c:v>
                </c:pt>
                <c:pt idx="177">
                  <c:v>45944.801064814812</c:v>
                </c:pt>
                <c:pt idx="178">
                  <c:v>45944.801064814812</c:v>
                </c:pt>
                <c:pt idx="179">
                  <c:v>45944.801064814812</c:v>
                </c:pt>
                <c:pt idx="180">
                  <c:v>45944.801064814812</c:v>
                </c:pt>
                <c:pt idx="181">
                  <c:v>45944.801064814812</c:v>
                </c:pt>
                <c:pt idx="182">
                  <c:v>45944.801064814812</c:v>
                </c:pt>
                <c:pt idx="183">
                  <c:v>45944.801064814812</c:v>
                </c:pt>
                <c:pt idx="184">
                  <c:v>45944.801076388889</c:v>
                </c:pt>
                <c:pt idx="185">
                  <c:v>45944.801076388889</c:v>
                </c:pt>
                <c:pt idx="186">
                  <c:v>45944.801076388889</c:v>
                </c:pt>
                <c:pt idx="187">
                  <c:v>45944.801076388889</c:v>
                </c:pt>
                <c:pt idx="188">
                  <c:v>45944.801076388889</c:v>
                </c:pt>
                <c:pt idx="189">
                  <c:v>45944.801076388889</c:v>
                </c:pt>
                <c:pt idx="190">
                  <c:v>45944.801076388889</c:v>
                </c:pt>
                <c:pt idx="191">
                  <c:v>45944.801076388889</c:v>
                </c:pt>
                <c:pt idx="192">
                  <c:v>45944.801076388889</c:v>
                </c:pt>
                <c:pt idx="193">
                  <c:v>45944.801076388889</c:v>
                </c:pt>
                <c:pt idx="194">
                  <c:v>45944.801076388889</c:v>
                </c:pt>
                <c:pt idx="195">
                  <c:v>45944.801076388889</c:v>
                </c:pt>
                <c:pt idx="196">
                  <c:v>45944.801076388889</c:v>
                </c:pt>
                <c:pt idx="197">
                  <c:v>45944.801076388889</c:v>
                </c:pt>
                <c:pt idx="198">
                  <c:v>45944.801076388889</c:v>
                </c:pt>
                <c:pt idx="199">
                  <c:v>45944.801076388889</c:v>
                </c:pt>
                <c:pt idx="200">
                  <c:v>45944.801076388889</c:v>
                </c:pt>
                <c:pt idx="201">
                  <c:v>45944.801076388889</c:v>
                </c:pt>
                <c:pt idx="202">
                  <c:v>45944.801076388889</c:v>
                </c:pt>
                <c:pt idx="203">
                  <c:v>45944.801076388889</c:v>
                </c:pt>
                <c:pt idx="204">
                  <c:v>45944.801076388889</c:v>
                </c:pt>
                <c:pt idx="205">
                  <c:v>45944.801076388889</c:v>
                </c:pt>
                <c:pt idx="206">
                  <c:v>45944.801087962966</c:v>
                </c:pt>
                <c:pt idx="207">
                  <c:v>45944.801087962966</c:v>
                </c:pt>
                <c:pt idx="208">
                  <c:v>45944.801087962966</c:v>
                </c:pt>
                <c:pt idx="209">
                  <c:v>45944.801087962966</c:v>
                </c:pt>
                <c:pt idx="210">
                  <c:v>45944.801087962966</c:v>
                </c:pt>
                <c:pt idx="211">
                  <c:v>45944.801087962966</c:v>
                </c:pt>
                <c:pt idx="212">
                  <c:v>45944.801087962966</c:v>
                </c:pt>
                <c:pt idx="213">
                  <c:v>45944.801087962966</c:v>
                </c:pt>
                <c:pt idx="214">
                  <c:v>45944.801087962966</c:v>
                </c:pt>
                <c:pt idx="215">
                  <c:v>45944.801087962966</c:v>
                </c:pt>
                <c:pt idx="216">
                  <c:v>45944.801087962966</c:v>
                </c:pt>
                <c:pt idx="217">
                  <c:v>45944.801087962966</c:v>
                </c:pt>
                <c:pt idx="218">
                  <c:v>45944.801087962966</c:v>
                </c:pt>
                <c:pt idx="219">
                  <c:v>45944.801087962966</c:v>
                </c:pt>
                <c:pt idx="220">
                  <c:v>45944.801087962966</c:v>
                </c:pt>
                <c:pt idx="221">
                  <c:v>45944.801087962966</c:v>
                </c:pt>
                <c:pt idx="222">
                  <c:v>45944.801087962966</c:v>
                </c:pt>
                <c:pt idx="223">
                  <c:v>45944.801087962966</c:v>
                </c:pt>
                <c:pt idx="224">
                  <c:v>45944.801087962966</c:v>
                </c:pt>
                <c:pt idx="225">
                  <c:v>45944.801099537035</c:v>
                </c:pt>
                <c:pt idx="226">
                  <c:v>45944.801099537035</c:v>
                </c:pt>
                <c:pt idx="227">
                  <c:v>45944.801099537035</c:v>
                </c:pt>
                <c:pt idx="228">
                  <c:v>45944.801099537035</c:v>
                </c:pt>
                <c:pt idx="229">
                  <c:v>45944.801099537035</c:v>
                </c:pt>
                <c:pt idx="230">
                  <c:v>45944.801099537035</c:v>
                </c:pt>
                <c:pt idx="231">
                  <c:v>45944.801099537035</c:v>
                </c:pt>
                <c:pt idx="232">
                  <c:v>45944.801099537035</c:v>
                </c:pt>
                <c:pt idx="233">
                  <c:v>45944.801099537035</c:v>
                </c:pt>
                <c:pt idx="234">
                  <c:v>45944.801099537035</c:v>
                </c:pt>
                <c:pt idx="235">
                  <c:v>45944.801099537035</c:v>
                </c:pt>
                <c:pt idx="236">
                  <c:v>45944.801099537035</c:v>
                </c:pt>
                <c:pt idx="237">
                  <c:v>45944.801099537035</c:v>
                </c:pt>
                <c:pt idx="238">
                  <c:v>45944.801099537035</c:v>
                </c:pt>
                <c:pt idx="239">
                  <c:v>45944.801099537035</c:v>
                </c:pt>
                <c:pt idx="240">
                  <c:v>45944.801099537035</c:v>
                </c:pt>
                <c:pt idx="241">
                  <c:v>45944.801099537035</c:v>
                </c:pt>
                <c:pt idx="242">
                  <c:v>45944.801099537035</c:v>
                </c:pt>
                <c:pt idx="243">
                  <c:v>45944.801099537035</c:v>
                </c:pt>
                <c:pt idx="244">
                  <c:v>45944.801099537035</c:v>
                </c:pt>
                <c:pt idx="245">
                  <c:v>45944.801111111112</c:v>
                </c:pt>
                <c:pt idx="246">
                  <c:v>45944.801111111112</c:v>
                </c:pt>
                <c:pt idx="247">
                  <c:v>45944.801111111112</c:v>
                </c:pt>
                <c:pt idx="248">
                  <c:v>45944.801111111112</c:v>
                </c:pt>
                <c:pt idx="249">
                  <c:v>45944.801111111112</c:v>
                </c:pt>
                <c:pt idx="250">
                  <c:v>45944.801111111112</c:v>
                </c:pt>
                <c:pt idx="251">
                  <c:v>45944.801111111112</c:v>
                </c:pt>
                <c:pt idx="252">
                  <c:v>45944.801111111112</c:v>
                </c:pt>
                <c:pt idx="253">
                  <c:v>45944.801111111112</c:v>
                </c:pt>
                <c:pt idx="254">
                  <c:v>45944.801111111112</c:v>
                </c:pt>
                <c:pt idx="255">
                  <c:v>45944.801111111112</c:v>
                </c:pt>
                <c:pt idx="256">
                  <c:v>45944.801111111112</c:v>
                </c:pt>
                <c:pt idx="257">
                  <c:v>45944.801111111112</c:v>
                </c:pt>
                <c:pt idx="258">
                  <c:v>45944.801111111112</c:v>
                </c:pt>
                <c:pt idx="259">
                  <c:v>45944.801111111112</c:v>
                </c:pt>
                <c:pt idx="260">
                  <c:v>45944.801111111112</c:v>
                </c:pt>
                <c:pt idx="261">
                  <c:v>45944.801111111112</c:v>
                </c:pt>
                <c:pt idx="262">
                  <c:v>45944.801111111112</c:v>
                </c:pt>
                <c:pt idx="263">
                  <c:v>45944.801111111112</c:v>
                </c:pt>
                <c:pt idx="264">
                  <c:v>45944.801111111112</c:v>
                </c:pt>
                <c:pt idx="265">
                  <c:v>45944.801122685189</c:v>
                </c:pt>
                <c:pt idx="266">
                  <c:v>45944.801122685189</c:v>
                </c:pt>
                <c:pt idx="267">
                  <c:v>45944.801122685189</c:v>
                </c:pt>
                <c:pt idx="268">
                  <c:v>45944.801122685189</c:v>
                </c:pt>
                <c:pt idx="269">
                  <c:v>45944.801122685189</c:v>
                </c:pt>
                <c:pt idx="270">
                  <c:v>45944.801122685189</c:v>
                </c:pt>
                <c:pt idx="271">
                  <c:v>45944.801122685189</c:v>
                </c:pt>
                <c:pt idx="272">
                  <c:v>45944.801122685189</c:v>
                </c:pt>
                <c:pt idx="273">
                  <c:v>45944.801122685189</c:v>
                </c:pt>
                <c:pt idx="274">
                  <c:v>45944.801122685189</c:v>
                </c:pt>
                <c:pt idx="275">
                  <c:v>45944.801122685189</c:v>
                </c:pt>
                <c:pt idx="276">
                  <c:v>45944.801122685189</c:v>
                </c:pt>
                <c:pt idx="277">
                  <c:v>45944.801122685189</c:v>
                </c:pt>
                <c:pt idx="278">
                  <c:v>45944.801122685189</c:v>
                </c:pt>
                <c:pt idx="279">
                  <c:v>45944.801122685189</c:v>
                </c:pt>
                <c:pt idx="280">
                  <c:v>45944.801122685189</c:v>
                </c:pt>
                <c:pt idx="281">
                  <c:v>45944.801122685189</c:v>
                </c:pt>
                <c:pt idx="282">
                  <c:v>45944.801122685189</c:v>
                </c:pt>
                <c:pt idx="283">
                  <c:v>45944.801122685189</c:v>
                </c:pt>
                <c:pt idx="284">
                  <c:v>45944.801122685189</c:v>
                </c:pt>
                <c:pt idx="285">
                  <c:v>45944.801134259258</c:v>
                </c:pt>
                <c:pt idx="286">
                  <c:v>45944.801134259258</c:v>
                </c:pt>
                <c:pt idx="287">
                  <c:v>45944.801134259258</c:v>
                </c:pt>
                <c:pt idx="288">
                  <c:v>45944.801134259258</c:v>
                </c:pt>
                <c:pt idx="289">
                  <c:v>45944.801134259258</c:v>
                </c:pt>
                <c:pt idx="290">
                  <c:v>45944.801134259258</c:v>
                </c:pt>
                <c:pt idx="291">
                  <c:v>45944.801134259258</c:v>
                </c:pt>
                <c:pt idx="292">
                  <c:v>45944.801134259258</c:v>
                </c:pt>
                <c:pt idx="293">
                  <c:v>45944.801134259258</c:v>
                </c:pt>
                <c:pt idx="294">
                  <c:v>45944.801134259258</c:v>
                </c:pt>
                <c:pt idx="295">
                  <c:v>45944.801134259258</c:v>
                </c:pt>
                <c:pt idx="296">
                  <c:v>45944.801134259258</c:v>
                </c:pt>
                <c:pt idx="297">
                  <c:v>45944.801134259258</c:v>
                </c:pt>
                <c:pt idx="298">
                  <c:v>45944.801134259258</c:v>
                </c:pt>
                <c:pt idx="299">
                  <c:v>45944.801134259258</c:v>
                </c:pt>
                <c:pt idx="300">
                  <c:v>45944.801134259258</c:v>
                </c:pt>
                <c:pt idx="301">
                  <c:v>45944.801134259258</c:v>
                </c:pt>
                <c:pt idx="302">
                  <c:v>45944.801134259258</c:v>
                </c:pt>
                <c:pt idx="303">
                  <c:v>45944.801134259258</c:v>
                </c:pt>
                <c:pt idx="304">
                  <c:v>45944.801134259258</c:v>
                </c:pt>
                <c:pt idx="305">
                  <c:v>45944.801134259258</c:v>
                </c:pt>
                <c:pt idx="306">
                  <c:v>45944.801145833335</c:v>
                </c:pt>
                <c:pt idx="307">
                  <c:v>45944.801145833335</c:v>
                </c:pt>
                <c:pt idx="308">
                  <c:v>45944.801145833335</c:v>
                </c:pt>
                <c:pt idx="309">
                  <c:v>45944.801145833335</c:v>
                </c:pt>
                <c:pt idx="310">
                  <c:v>45944.801145833335</c:v>
                </c:pt>
                <c:pt idx="311">
                  <c:v>45944.801145833335</c:v>
                </c:pt>
                <c:pt idx="312">
                  <c:v>45944.801145833335</c:v>
                </c:pt>
                <c:pt idx="313">
                  <c:v>45944.801145833335</c:v>
                </c:pt>
                <c:pt idx="314">
                  <c:v>45944.801145833335</c:v>
                </c:pt>
                <c:pt idx="315">
                  <c:v>45944.801145833335</c:v>
                </c:pt>
                <c:pt idx="316">
                  <c:v>45944.801145833335</c:v>
                </c:pt>
                <c:pt idx="317">
                  <c:v>45944.801145833335</c:v>
                </c:pt>
                <c:pt idx="318">
                  <c:v>45944.801145833335</c:v>
                </c:pt>
                <c:pt idx="319">
                  <c:v>45944.801145833335</c:v>
                </c:pt>
                <c:pt idx="320">
                  <c:v>45944.801145833335</c:v>
                </c:pt>
                <c:pt idx="321">
                  <c:v>45944.801145833335</c:v>
                </c:pt>
                <c:pt idx="322">
                  <c:v>45944.801145833335</c:v>
                </c:pt>
                <c:pt idx="323">
                  <c:v>45944.801145833335</c:v>
                </c:pt>
                <c:pt idx="324">
                  <c:v>45944.801145833335</c:v>
                </c:pt>
                <c:pt idx="325">
                  <c:v>45944.801145833335</c:v>
                </c:pt>
                <c:pt idx="326">
                  <c:v>45944.801145833335</c:v>
                </c:pt>
                <c:pt idx="327">
                  <c:v>45944.801157407404</c:v>
                </c:pt>
                <c:pt idx="328">
                  <c:v>45944.801157407404</c:v>
                </c:pt>
                <c:pt idx="329">
                  <c:v>45944.801157407404</c:v>
                </c:pt>
                <c:pt idx="330">
                  <c:v>45944.801157407404</c:v>
                </c:pt>
                <c:pt idx="331">
                  <c:v>45944.801157407404</c:v>
                </c:pt>
                <c:pt idx="332">
                  <c:v>45944.801157407404</c:v>
                </c:pt>
                <c:pt idx="333">
                  <c:v>45944.801157407404</c:v>
                </c:pt>
                <c:pt idx="334">
                  <c:v>45944.801157407404</c:v>
                </c:pt>
                <c:pt idx="335">
                  <c:v>45944.801157407404</c:v>
                </c:pt>
                <c:pt idx="336">
                  <c:v>45944.801157407404</c:v>
                </c:pt>
                <c:pt idx="337">
                  <c:v>45944.801157407404</c:v>
                </c:pt>
                <c:pt idx="338">
                  <c:v>45944.801157407404</c:v>
                </c:pt>
                <c:pt idx="339">
                  <c:v>45944.801157407404</c:v>
                </c:pt>
                <c:pt idx="340">
                  <c:v>45944.801157407404</c:v>
                </c:pt>
                <c:pt idx="341">
                  <c:v>45944.801157407404</c:v>
                </c:pt>
                <c:pt idx="342">
                  <c:v>45944.801157407404</c:v>
                </c:pt>
                <c:pt idx="343">
                  <c:v>45944.801157407404</c:v>
                </c:pt>
                <c:pt idx="344">
                  <c:v>45944.801157407404</c:v>
                </c:pt>
                <c:pt idx="345">
                  <c:v>45944.801157407404</c:v>
                </c:pt>
                <c:pt idx="346">
                  <c:v>45944.801157407404</c:v>
                </c:pt>
                <c:pt idx="347">
                  <c:v>45944.801157407404</c:v>
                </c:pt>
                <c:pt idx="348">
                  <c:v>45944.801168981481</c:v>
                </c:pt>
                <c:pt idx="349">
                  <c:v>45944.801168981481</c:v>
                </c:pt>
                <c:pt idx="350">
                  <c:v>45944.801168981481</c:v>
                </c:pt>
                <c:pt idx="351">
                  <c:v>45944.801168981481</c:v>
                </c:pt>
                <c:pt idx="352">
                  <c:v>45944.801168981481</c:v>
                </c:pt>
                <c:pt idx="353">
                  <c:v>45944.801168981481</c:v>
                </c:pt>
                <c:pt idx="354">
                  <c:v>45944.801168981481</c:v>
                </c:pt>
                <c:pt idx="355">
                  <c:v>45944.801168981481</c:v>
                </c:pt>
                <c:pt idx="356">
                  <c:v>45944.801168981481</c:v>
                </c:pt>
                <c:pt idx="357">
                  <c:v>45944.801168981481</c:v>
                </c:pt>
                <c:pt idx="358">
                  <c:v>45944.801168981481</c:v>
                </c:pt>
                <c:pt idx="359">
                  <c:v>45944.801168981481</c:v>
                </c:pt>
                <c:pt idx="360">
                  <c:v>45944.801168981481</c:v>
                </c:pt>
                <c:pt idx="361">
                  <c:v>45944.801168981481</c:v>
                </c:pt>
                <c:pt idx="362">
                  <c:v>45944.801168981481</c:v>
                </c:pt>
              </c:numCache>
            </c:numRef>
          </c:cat>
          <c:val>
            <c:numRef>
              <c:f>Sheet1!$C$2:$C$364</c:f>
            </c:numRef>
          </c:val>
          <c:smooth val="0"/>
          <c:extLst>
            <c:ext xmlns:c16="http://schemas.microsoft.com/office/drawing/2014/chart" uri="{C3380CC4-5D6E-409C-BE32-E72D297353CC}">
              <c16:uniqueId val="{00000000-5F2B-40CF-85B0-D5414751485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D1342 속도백분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cat>
            <c:numRef>
              <c:f>Sheet1!$A$2:$A$364</c:f>
              <c:numCache>
                <c:formatCode>yyyy/mm/dd\ ddd\ hh:mm:ss</c:formatCode>
                <c:ptCount val="363"/>
                <c:pt idx="0">
                  <c:v>45944.80096064815</c:v>
                </c:pt>
                <c:pt idx="1">
                  <c:v>45944.80097222222</c:v>
                </c:pt>
                <c:pt idx="2">
                  <c:v>45944.80097222222</c:v>
                </c:pt>
                <c:pt idx="3">
                  <c:v>45944.80097222222</c:v>
                </c:pt>
                <c:pt idx="4">
                  <c:v>45944.80097222222</c:v>
                </c:pt>
                <c:pt idx="5">
                  <c:v>45944.80097222222</c:v>
                </c:pt>
                <c:pt idx="6">
                  <c:v>45944.80097222222</c:v>
                </c:pt>
                <c:pt idx="7">
                  <c:v>45944.80097222222</c:v>
                </c:pt>
                <c:pt idx="8">
                  <c:v>45944.80097222222</c:v>
                </c:pt>
                <c:pt idx="9">
                  <c:v>45944.80097222222</c:v>
                </c:pt>
                <c:pt idx="10">
                  <c:v>45944.80097222222</c:v>
                </c:pt>
                <c:pt idx="11">
                  <c:v>45944.80097222222</c:v>
                </c:pt>
                <c:pt idx="12">
                  <c:v>45944.80097222222</c:v>
                </c:pt>
                <c:pt idx="13">
                  <c:v>45944.80097222222</c:v>
                </c:pt>
                <c:pt idx="14">
                  <c:v>45944.80097222222</c:v>
                </c:pt>
                <c:pt idx="15">
                  <c:v>45944.80097222222</c:v>
                </c:pt>
                <c:pt idx="16">
                  <c:v>45944.80097222222</c:v>
                </c:pt>
                <c:pt idx="17">
                  <c:v>45944.80097222222</c:v>
                </c:pt>
                <c:pt idx="18">
                  <c:v>45944.80097222222</c:v>
                </c:pt>
                <c:pt idx="19">
                  <c:v>45944.80097222222</c:v>
                </c:pt>
                <c:pt idx="20">
                  <c:v>45944.80097222222</c:v>
                </c:pt>
                <c:pt idx="21">
                  <c:v>45944.80097222222</c:v>
                </c:pt>
                <c:pt idx="22">
                  <c:v>45944.800983796296</c:v>
                </c:pt>
                <c:pt idx="23">
                  <c:v>45944.800983796296</c:v>
                </c:pt>
                <c:pt idx="24">
                  <c:v>45944.800983796296</c:v>
                </c:pt>
                <c:pt idx="25">
                  <c:v>45944.800983796296</c:v>
                </c:pt>
                <c:pt idx="26">
                  <c:v>45944.800983796296</c:v>
                </c:pt>
                <c:pt idx="27">
                  <c:v>45944.800983796296</c:v>
                </c:pt>
                <c:pt idx="28">
                  <c:v>45944.800983796296</c:v>
                </c:pt>
                <c:pt idx="29">
                  <c:v>45944.800983796296</c:v>
                </c:pt>
                <c:pt idx="30">
                  <c:v>45944.800983796296</c:v>
                </c:pt>
                <c:pt idx="31">
                  <c:v>45944.800983796296</c:v>
                </c:pt>
                <c:pt idx="32">
                  <c:v>45944.800983796296</c:v>
                </c:pt>
                <c:pt idx="33">
                  <c:v>45944.800983796296</c:v>
                </c:pt>
                <c:pt idx="34">
                  <c:v>45944.800983796296</c:v>
                </c:pt>
                <c:pt idx="35">
                  <c:v>45944.800983796296</c:v>
                </c:pt>
                <c:pt idx="36">
                  <c:v>45944.800983796296</c:v>
                </c:pt>
                <c:pt idx="37">
                  <c:v>45944.800983796296</c:v>
                </c:pt>
                <c:pt idx="38">
                  <c:v>45944.800983796296</c:v>
                </c:pt>
                <c:pt idx="39">
                  <c:v>45944.800983796296</c:v>
                </c:pt>
                <c:pt idx="40">
                  <c:v>45944.800983796296</c:v>
                </c:pt>
                <c:pt idx="41">
                  <c:v>45944.800983796296</c:v>
                </c:pt>
                <c:pt idx="42">
                  <c:v>45944.800983796296</c:v>
                </c:pt>
                <c:pt idx="43">
                  <c:v>45944.800995370373</c:v>
                </c:pt>
                <c:pt idx="44">
                  <c:v>45944.800995370373</c:v>
                </c:pt>
                <c:pt idx="45">
                  <c:v>45944.800995370373</c:v>
                </c:pt>
                <c:pt idx="46">
                  <c:v>45944.800995370373</c:v>
                </c:pt>
                <c:pt idx="47">
                  <c:v>45944.800995370373</c:v>
                </c:pt>
                <c:pt idx="48">
                  <c:v>45944.800995370373</c:v>
                </c:pt>
                <c:pt idx="49">
                  <c:v>45944.800995370373</c:v>
                </c:pt>
                <c:pt idx="50">
                  <c:v>45944.800995370373</c:v>
                </c:pt>
                <c:pt idx="51">
                  <c:v>45944.800995370373</c:v>
                </c:pt>
                <c:pt idx="52">
                  <c:v>45944.800995370373</c:v>
                </c:pt>
                <c:pt idx="53">
                  <c:v>45944.800995370373</c:v>
                </c:pt>
                <c:pt idx="54">
                  <c:v>45944.800995370373</c:v>
                </c:pt>
                <c:pt idx="55">
                  <c:v>45944.800995370373</c:v>
                </c:pt>
                <c:pt idx="56">
                  <c:v>45944.800995370373</c:v>
                </c:pt>
                <c:pt idx="57">
                  <c:v>45944.800995370373</c:v>
                </c:pt>
                <c:pt idx="58">
                  <c:v>45944.800995370373</c:v>
                </c:pt>
                <c:pt idx="59">
                  <c:v>45944.800995370373</c:v>
                </c:pt>
                <c:pt idx="60">
                  <c:v>45944.800995370373</c:v>
                </c:pt>
                <c:pt idx="61">
                  <c:v>45944.800995370373</c:v>
                </c:pt>
                <c:pt idx="62">
                  <c:v>45944.800995370373</c:v>
                </c:pt>
                <c:pt idx="63">
                  <c:v>45944.801006944443</c:v>
                </c:pt>
                <c:pt idx="64">
                  <c:v>45944.801006944443</c:v>
                </c:pt>
                <c:pt idx="65">
                  <c:v>45944.801006944443</c:v>
                </c:pt>
                <c:pt idx="66">
                  <c:v>45944.801006944443</c:v>
                </c:pt>
                <c:pt idx="67">
                  <c:v>45944.801006944443</c:v>
                </c:pt>
                <c:pt idx="68">
                  <c:v>45944.801006944443</c:v>
                </c:pt>
                <c:pt idx="69">
                  <c:v>45944.801006944443</c:v>
                </c:pt>
                <c:pt idx="70">
                  <c:v>45944.801006944443</c:v>
                </c:pt>
                <c:pt idx="71">
                  <c:v>45944.801006944443</c:v>
                </c:pt>
                <c:pt idx="72">
                  <c:v>45944.801006944443</c:v>
                </c:pt>
                <c:pt idx="73">
                  <c:v>45944.801006944443</c:v>
                </c:pt>
                <c:pt idx="74">
                  <c:v>45944.801006944443</c:v>
                </c:pt>
                <c:pt idx="75">
                  <c:v>45944.801006944443</c:v>
                </c:pt>
                <c:pt idx="76">
                  <c:v>45944.801006944443</c:v>
                </c:pt>
                <c:pt idx="77">
                  <c:v>45944.801006944443</c:v>
                </c:pt>
                <c:pt idx="78">
                  <c:v>45944.801006944443</c:v>
                </c:pt>
                <c:pt idx="79">
                  <c:v>45944.801006944443</c:v>
                </c:pt>
                <c:pt idx="80">
                  <c:v>45944.801006944443</c:v>
                </c:pt>
                <c:pt idx="81">
                  <c:v>45944.801006944443</c:v>
                </c:pt>
                <c:pt idx="82">
                  <c:v>45944.801018518519</c:v>
                </c:pt>
                <c:pt idx="83">
                  <c:v>45944.801018518519</c:v>
                </c:pt>
                <c:pt idx="84">
                  <c:v>45944.801018518519</c:v>
                </c:pt>
                <c:pt idx="85">
                  <c:v>45944.801018518519</c:v>
                </c:pt>
                <c:pt idx="86">
                  <c:v>45944.801018518519</c:v>
                </c:pt>
                <c:pt idx="87">
                  <c:v>45944.801018518519</c:v>
                </c:pt>
                <c:pt idx="88">
                  <c:v>45944.801018518519</c:v>
                </c:pt>
                <c:pt idx="89">
                  <c:v>45944.801018518519</c:v>
                </c:pt>
                <c:pt idx="90">
                  <c:v>45944.801018518519</c:v>
                </c:pt>
                <c:pt idx="91">
                  <c:v>45944.801018518519</c:v>
                </c:pt>
                <c:pt idx="92">
                  <c:v>45944.801018518519</c:v>
                </c:pt>
                <c:pt idx="93">
                  <c:v>45944.801018518519</c:v>
                </c:pt>
                <c:pt idx="94">
                  <c:v>45944.801018518519</c:v>
                </c:pt>
                <c:pt idx="95">
                  <c:v>45944.801018518519</c:v>
                </c:pt>
                <c:pt idx="96">
                  <c:v>45944.801018518519</c:v>
                </c:pt>
                <c:pt idx="97">
                  <c:v>45944.801018518519</c:v>
                </c:pt>
                <c:pt idx="98">
                  <c:v>45944.801018518519</c:v>
                </c:pt>
                <c:pt idx="99">
                  <c:v>45944.801018518519</c:v>
                </c:pt>
                <c:pt idx="100">
                  <c:v>45944.801018518519</c:v>
                </c:pt>
                <c:pt idx="101">
                  <c:v>45944.801018518519</c:v>
                </c:pt>
                <c:pt idx="102">
                  <c:v>45944.801030092596</c:v>
                </c:pt>
                <c:pt idx="103">
                  <c:v>45944.801030092596</c:v>
                </c:pt>
                <c:pt idx="104">
                  <c:v>45944.801030092596</c:v>
                </c:pt>
                <c:pt idx="105">
                  <c:v>45944.801030092596</c:v>
                </c:pt>
                <c:pt idx="106">
                  <c:v>45944.801030092596</c:v>
                </c:pt>
                <c:pt idx="107">
                  <c:v>45944.801030092596</c:v>
                </c:pt>
                <c:pt idx="108">
                  <c:v>45944.801030092596</c:v>
                </c:pt>
                <c:pt idx="109">
                  <c:v>45944.801030092596</c:v>
                </c:pt>
                <c:pt idx="110">
                  <c:v>45944.801030092596</c:v>
                </c:pt>
                <c:pt idx="111">
                  <c:v>45944.801030092596</c:v>
                </c:pt>
                <c:pt idx="112">
                  <c:v>45944.801030092596</c:v>
                </c:pt>
                <c:pt idx="113">
                  <c:v>45944.801030092596</c:v>
                </c:pt>
                <c:pt idx="114">
                  <c:v>45944.801030092596</c:v>
                </c:pt>
                <c:pt idx="115">
                  <c:v>45944.801030092596</c:v>
                </c:pt>
                <c:pt idx="116">
                  <c:v>45944.801030092596</c:v>
                </c:pt>
                <c:pt idx="117">
                  <c:v>45944.801030092596</c:v>
                </c:pt>
                <c:pt idx="118">
                  <c:v>45944.801030092596</c:v>
                </c:pt>
                <c:pt idx="119">
                  <c:v>45944.801030092596</c:v>
                </c:pt>
                <c:pt idx="120">
                  <c:v>45944.801030092596</c:v>
                </c:pt>
                <c:pt idx="121">
                  <c:v>45944.801030092596</c:v>
                </c:pt>
                <c:pt idx="122">
                  <c:v>45944.801041666666</c:v>
                </c:pt>
                <c:pt idx="123">
                  <c:v>45944.801041666666</c:v>
                </c:pt>
                <c:pt idx="124">
                  <c:v>45944.801041666666</c:v>
                </c:pt>
                <c:pt idx="125">
                  <c:v>45944.801041666666</c:v>
                </c:pt>
                <c:pt idx="126">
                  <c:v>45944.801041666666</c:v>
                </c:pt>
                <c:pt idx="127">
                  <c:v>45944.801041666666</c:v>
                </c:pt>
                <c:pt idx="128">
                  <c:v>45944.801041666666</c:v>
                </c:pt>
                <c:pt idx="129">
                  <c:v>45944.801041666666</c:v>
                </c:pt>
                <c:pt idx="130">
                  <c:v>45944.801041666666</c:v>
                </c:pt>
                <c:pt idx="131">
                  <c:v>45944.801041666666</c:v>
                </c:pt>
                <c:pt idx="132">
                  <c:v>45944.801041666666</c:v>
                </c:pt>
                <c:pt idx="133">
                  <c:v>45944.801041666666</c:v>
                </c:pt>
                <c:pt idx="134">
                  <c:v>45944.801041666666</c:v>
                </c:pt>
                <c:pt idx="135">
                  <c:v>45944.801041666666</c:v>
                </c:pt>
                <c:pt idx="136">
                  <c:v>45944.801041666666</c:v>
                </c:pt>
                <c:pt idx="137">
                  <c:v>45944.801041666666</c:v>
                </c:pt>
                <c:pt idx="138">
                  <c:v>45944.801041666666</c:v>
                </c:pt>
                <c:pt idx="139">
                  <c:v>45944.801041666666</c:v>
                </c:pt>
                <c:pt idx="140">
                  <c:v>45944.801041666666</c:v>
                </c:pt>
                <c:pt idx="141">
                  <c:v>45944.801041666666</c:v>
                </c:pt>
                <c:pt idx="142">
                  <c:v>45944.801053240742</c:v>
                </c:pt>
                <c:pt idx="143">
                  <c:v>45944.801053240742</c:v>
                </c:pt>
                <c:pt idx="144">
                  <c:v>45944.801053240742</c:v>
                </c:pt>
                <c:pt idx="145">
                  <c:v>45944.801053240742</c:v>
                </c:pt>
                <c:pt idx="146">
                  <c:v>45944.801053240742</c:v>
                </c:pt>
                <c:pt idx="147">
                  <c:v>45944.801053240742</c:v>
                </c:pt>
                <c:pt idx="148">
                  <c:v>45944.801053240742</c:v>
                </c:pt>
                <c:pt idx="149">
                  <c:v>45944.801053240742</c:v>
                </c:pt>
                <c:pt idx="150">
                  <c:v>45944.801053240742</c:v>
                </c:pt>
                <c:pt idx="151">
                  <c:v>45944.801053240742</c:v>
                </c:pt>
                <c:pt idx="152">
                  <c:v>45944.801053240742</c:v>
                </c:pt>
                <c:pt idx="153">
                  <c:v>45944.801053240742</c:v>
                </c:pt>
                <c:pt idx="154">
                  <c:v>45944.801053240742</c:v>
                </c:pt>
                <c:pt idx="155">
                  <c:v>45944.801053240742</c:v>
                </c:pt>
                <c:pt idx="156">
                  <c:v>45944.801053240742</c:v>
                </c:pt>
                <c:pt idx="157">
                  <c:v>45944.801053240742</c:v>
                </c:pt>
                <c:pt idx="158">
                  <c:v>45944.801053240742</c:v>
                </c:pt>
                <c:pt idx="159">
                  <c:v>45944.801053240742</c:v>
                </c:pt>
                <c:pt idx="160">
                  <c:v>45944.801053240742</c:v>
                </c:pt>
                <c:pt idx="161">
                  <c:v>45944.801053240742</c:v>
                </c:pt>
                <c:pt idx="162">
                  <c:v>45944.801053240742</c:v>
                </c:pt>
                <c:pt idx="163">
                  <c:v>45944.801053240742</c:v>
                </c:pt>
                <c:pt idx="164">
                  <c:v>45944.801064814812</c:v>
                </c:pt>
                <c:pt idx="165">
                  <c:v>45944.801064814812</c:v>
                </c:pt>
                <c:pt idx="166">
                  <c:v>45944.801064814812</c:v>
                </c:pt>
                <c:pt idx="167">
                  <c:v>45944.801064814812</c:v>
                </c:pt>
                <c:pt idx="168">
                  <c:v>45944.801064814812</c:v>
                </c:pt>
                <c:pt idx="169">
                  <c:v>45944.801064814812</c:v>
                </c:pt>
                <c:pt idx="170">
                  <c:v>45944.801064814812</c:v>
                </c:pt>
                <c:pt idx="171">
                  <c:v>45944.801064814812</c:v>
                </c:pt>
                <c:pt idx="172">
                  <c:v>45944.801064814812</c:v>
                </c:pt>
                <c:pt idx="173">
                  <c:v>45944.801064814812</c:v>
                </c:pt>
                <c:pt idx="174">
                  <c:v>45944.801064814812</c:v>
                </c:pt>
                <c:pt idx="175">
                  <c:v>45944.801064814812</c:v>
                </c:pt>
                <c:pt idx="176">
                  <c:v>45944.801064814812</c:v>
                </c:pt>
                <c:pt idx="177">
                  <c:v>45944.801064814812</c:v>
                </c:pt>
                <c:pt idx="178">
                  <c:v>45944.801064814812</c:v>
                </c:pt>
                <c:pt idx="179">
                  <c:v>45944.801064814812</c:v>
                </c:pt>
                <c:pt idx="180">
                  <c:v>45944.801064814812</c:v>
                </c:pt>
                <c:pt idx="181">
                  <c:v>45944.801064814812</c:v>
                </c:pt>
                <c:pt idx="182">
                  <c:v>45944.801064814812</c:v>
                </c:pt>
                <c:pt idx="183">
                  <c:v>45944.801064814812</c:v>
                </c:pt>
                <c:pt idx="184">
                  <c:v>45944.801076388889</c:v>
                </c:pt>
                <c:pt idx="185">
                  <c:v>45944.801076388889</c:v>
                </c:pt>
                <c:pt idx="186">
                  <c:v>45944.801076388889</c:v>
                </c:pt>
                <c:pt idx="187">
                  <c:v>45944.801076388889</c:v>
                </c:pt>
                <c:pt idx="188">
                  <c:v>45944.801076388889</c:v>
                </c:pt>
                <c:pt idx="189">
                  <c:v>45944.801076388889</c:v>
                </c:pt>
                <c:pt idx="190">
                  <c:v>45944.801076388889</c:v>
                </c:pt>
                <c:pt idx="191">
                  <c:v>45944.801076388889</c:v>
                </c:pt>
                <c:pt idx="192">
                  <c:v>45944.801076388889</c:v>
                </c:pt>
                <c:pt idx="193">
                  <c:v>45944.801076388889</c:v>
                </c:pt>
                <c:pt idx="194">
                  <c:v>45944.801076388889</c:v>
                </c:pt>
                <c:pt idx="195">
                  <c:v>45944.801076388889</c:v>
                </c:pt>
                <c:pt idx="196">
                  <c:v>45944.801076388889</c:v>
                </c:pt>
                <c:pt idx="197">
                  <c:v>45944.801076388889</c:v>
                </c:pt>
                <c:pt idx="198">
                  <c:v>45944.801076388889</c:v>
                </c:pt>
                <c:pt idx="199">
                  <c:v>45944.801076388889</c:v>
                </c:pt>
                <c:pt idx="200">
                  <c:v>45944.801076388889</c:v>
                </c:pt>
                <c:pt idx="201">
                  <c:v>45944.801076388889</c:v>
                </c:pt>
                <c:pt idx="202">
                  <c:v>45944.801076388889</c:v>
                </c:pt>
                <c:pt idx="203">
                  <c:v>45944.801076388889</c:v>
                </c:pt>
                <c:pt idx="204">
                  <c:v>45944.801076388889</c:v>
                </c:pt>
                <c:pt idx="205">
                  <c:v>45944.801076388889</c:v>
                </c:pt>
                <c:pt idx="206">
                  <c:v>45944.801087962966</c:v>
                </c:pt>
                <c:pt idx="207">
                  <c:v>45944.801087962966</c:v>
                </c:pt>
                <c:pt idx="208">
                  <c:v>45944.801087962966</c:v>
                </c:pt>
                <c:pt idx="209">
                  <c:v>45944.801087962966</c:v>
                </c:pt>
                <c:pt idx="210">
                  <c:v>45944.801087962966</c:v>
                </c:pt>
                <c:pt idx="211">
                  <c:v>45944.801087962966</c:v>
                </c:pt>
                <c:pt idx="212">
                  <c:v>45944.801087962966</c:v>
                </c:pt>
                <c:pt idx="213">
                  <c:v>45944.801087962966</c:v>
                </c:pt>
                <c:pt idx="214">
                  <c:v>45944.801087962966</c:v>
                </c:pt>
                <c:pt idx="215">
                  <c:v>45944.801087962966</c:v>
                </c:pt>
                <c:pt idx="216">
                  <c:v>45944.801087962966</c:v>
                </c:pt>
                <c:pt idx="217">
                  <c:v>45944.801087962966</c:v>
                </c:pt>
                <c:pt idx="218">
                  <c:v>45944.801087962966</c:v>
                </c:pt>
                <c:pt idx="219">
                  <c:v>45944.801087962966</c:v>
                </c:pt>
                <c:pt idx="220">
                  <c:v>45944.801087962966</c:v>
                </c:pt>
                <c:pt idx="221">
                  <c:v>45944.801087962966</c:v>
                </c:pt>
                <c:pt idx="222">
                  <c:v>45944.801087962966</c:v>
                </c:pt>
                <c:pt idx="223">
                  <c:v>45944.801087962966</c:v>
                </c:pt>
                <c:pt idx="224">
                  <c:v>45944.801087962966</c:v>
                </c:pt>
                <c:pt idx="225">
                  <c:v>45944.801099537035</c:v>
                </c:pt>
                <c:pt idx="226">
                  <c:v>45944.801099537035</c:v>
                </c:pt>
                <c:pt idx="227">
                  <c:v>45944.801099537035</c:v>
                </c:pt>
                <c:pt idx="228">
                  <c:v>45944.801099537035</c:v>
                </c:pt>
                <c:pt idx="229">
                  <c:v>45944.801099537035</c:v>
                </c:pt>
                <c:pt idx="230">
                  <c:v>45944.801099537035</c:v>
                </c:pt>
                <c:pt idx="231">
                  <c:v>45944.801099537035</c:v>
                </c:pt>
                <c:pt idx="232">
                  <c:v>45944.801099537035</c:v>
                </c:pt>
                <c:pt idx="233">
                  <c:v>45944.801099537035</c:v>
                </c:pt>
                <c:pt idx="234">
                  <c:v>45944.801099537035</c:v>
                </c:pt>
                <c:pt idx="235">
                  <c:v>45944.801099537035</c:v>
                </c:pt>
                <c:pt idx="236">
                  <c:v>45944.801099537035</c:v>
                </c:pt>
                <c:pt idx="237">
                  <c:v>45944.801099537035</c:v>
                </c:pt>
                <c:pt idx="238">
                  <c:v>45944.801099537035</c:v>
                </c:pt>
                <c:pt idx="239">
                  <c:v>45944.801099537035</c:v>
                </c:pt>
                <c:pt idx="240">
                  <c:v>45944.801099537035</c:v>
                </c:pt>
                <c:pt idx="241">
                  <c:v>45944.801099537035</c:v>
                </c:pt>
                <c:pt idx="242">
                  <c:v>45944.801099537035</c:v>
                </c:pt>
                <c:pt idx="243">
                  <c:v>45944.801099537035</c:v>
                </c:pt>
                <c:pt idx="244">
                  <c:v>45944.801099537035</c:v>
                </c:pt>
                <c:pt idx="245">
                  <c:v>45944.801111111112</c:v>
                </c:pt>
                <c:pt idx="246">
                  <c:v>45944.801111111112</c:v>
                </c:pt>
                <c:pt idx="247">
                  <c:v>45944.801111111112</c:v>
                </c:pt>
                <c:pt idx="248">
                  <c:v>45944.801111111112</c:v>
                </c:pt>
                <c:pt idx="249">
                  <c:v>45944.801111111112</c:v>
                </c:pt>
                <c:pt idx="250">
                  <c:v>45944.801111111112</c:v>
                </c:pt>
                <c:pt idx="251">
                  <c:v>45944.801111111112</c:v>
                </c:pt>
                <c:pt idx="252">
                  <c:v>45944.801111111112</c:v>
                </c:pt>
                <c:pt idx="253">
                  <c:v>45944.801111111112</c:v>
                </c:pt>
                <c:pt idx="254">
                  <c:v>45944.801111111112</c:v>
                </c:pt>
                <c:pt idx="255">
                  <c:v>45944.801111111112</c:v>
                </c:pt>
                <c:pt idx="256">
                  <c:v>45944.801111111112</c:v>
                </c:pt>
                <c:pt idx="257">
                  <c:v>45944.801111111112</c:v>
                </c:pt>
                <c:pt idx="258">
                  <c:v>45944.801111111112</c:v>
                </c:pt>
                <c:pt idx="259">
                  <c:v>45944.801111111112</c:v>
                </c:pt>
                <c:pt idx="260">
                  <c:v>45944.801111111112</c:v>
                </c:pt>
                <c:pt idx="261">
                  <c:v>45944.801111111112</c:v>
                </c:pt>
                <c:pt idx="262">
                  <c:v>45944.801111111112</c:v>
                </c:pt>
                <c:pt idx="263">
                  <c:v>45944.801111111112</c:v>
                </c:pt>
                <c:pt idx="264">
                  <c:v>45944.801111111112</c:v>
                </c:pt>
                <c:pt idx="265">
                  <c:v>45944.801122685189</c:v>
                </c:pt>
                <c:pt idx="266">
                  <c:v>45944.801122685189</c:v>
                </c:pt>
                <c:pt idx="267">
                  <c:v>45944.801122685189</c:v>
                </c:pt>
                <c:pt idx="268">
                  <c:v>45944.801122685189</c:v>
                </c:pt>
                <c:pt idx="269">
                  <c:v>45944.801122685189</c:v>
                </c:pt>
                <c:pt idx="270">
                  <c:v>45944.801122685189</c:v>
                </c:pt>
                <c:pt idx="271">
                  <c:v>45944.801122685189</c:v>
                </c:pt>
                <c:pt idx="272">
                  <c:v>45944.801122685189</c:v>
                </c:pt>
                <c:pt idx="273">
                  <c:v>45944.801122685189</c:v>
                </c:pt>
                <c:pt idx="274">
                  <c:v>45944.801122685189</c:v>
                </c:pt>
                <c:pt idx="275">
                  <c:v>45944.801122685189</c:v>
                </c:pt>
                <c:pt idx="276">
                  <c:v>45944.801122685189</c:v>
                </c:pt>
                <c:pt idx="277">
                  <c:v>45944.801122685189</c:v>
                </c:pt>
                <c:pt idx="278">
                  <c:v>45944.801122685189</c:v>
                </c:pt>
                <c:pt idx="279">
                  <c:v>45944.801122685189</c:v>
                </c:pt>
                <c:pt idx="280">
                  <c:v>45944.801122685189</c:v>
                </c:pt>
                <c:pt idx="281">
                  <c:v>45944.801122685189</c:v>
                </c:pt>
                <c:pt idx="282">
                  <c:v>45944.801122685189</c:v>
                </c:pt>
                <c:pt idx="283">
                  <c:v>45944.801122685189</c:v>
                </c:pt>
                <c:pt idx="284">
                  <c:v>45944.801122685189</c:v>
                </c:pt>
                <c:pt idx="285">
                  <c:v>45944.801134259258</c:v>
                </c:pt>
                <c:pt idx="286">
                  <c:v>45944.801134259258</c:v>
                </c:pt>
                <c:pt idx="287">
                  <c:v>45944.801134259258</c:v>
                </c:pt>
                <c:pt idx="288">
                  <c:v>45944.801134259258</c:v>
                </c:pt>
                <c:pt idx="289">
                  <c:v>45944.801134259258</c:v>
                </c:pt>
                <c:pt idx="290">
                  <c:v>45944.801134259258</c:v>
                </c:pt>
                <c:pt idx="291">
                  <c:v>45944.801134259258</c:v>
                </c:pt>
                <c:pt idx="292">
                  <c:v>45944.801134259258</c:v>
                </c:pt>
                <c:pt idx="293">
                  <c:v>45944.801134259258</c:v>
                </c:pt>
                <c:pt idx="294">
                  <c:v>45944.801134259258</c:v>
                </c:pt>
                <c:pt idx="295">
                  <c:v>45944.801134259258</c:v>
                </c:pt>
                <c:pt idx="296">
                  <c:v>45944.801134259258</c:v>
                </c:pt>
                <c:pt idx="297">
                  <c:v>45944.801134259258</c:v>
                </c:pt>
                <c:pt idx="298">
                  <c:v>45944.801134259258</c:v>
                </c:pt>
                <c:pt idx="299">
                  <c:v>45944.801134259258</c:v>
                </c:pt>
                <c:pt idx="300">
                  <c:v>45944.801134259258</c:v>
                </c:pt>
                <c:pt idx="301">
                  <c:v>45944.801134259258</c:v>
                </c:pt>
                <c:pt idx="302">
                  <c:v>45944.801134259258</c:v>
                </c:pt>
                <c:pt idx="303">
                  <c:v>45944.801134259258</c:v>
                </c:pt>
                <c:pt idx="304">
                  <c:v>45944.801134259258</c:v>
                </c:pt>
                <c:pt idx="305">
                  <c:v>45944.801134259258</c:v>
                </c:pt>
                <c:pt idx="306">
                  <c:v>45944.801145833335</c:v>
                </c:pt>
                <c:pt idx="307">
                  <c:v>45944.801145833335</c:v>
                </c:pt>
                <c:pt idx="308">
                  <c:v>45944.801145833335</c:v>
                </c:pt>
                <c:pt idx="309">
                  <c:v>45944.801145833335</c:v>
                </c:pt>
                <c:pt idx="310">
                  <c:v>45944.801145833335</c:v>
                </c:pt>
                <c:pt idx="311">
                  <c:v>45944.801145833335</c:v>
                </c:pt>
                <c:pt idx="312">
                  <c:v>45944.801145833335</c:v>
                </c:pt>
                <c:pt idx="313">
                  <c:v>45944.801145833335</c:v>
                </c:pt>
                <c:pt idx="314">
                  <c:v>45944.801145833335</c:v>
                </c:pt>
                <c:pt idx="315">
                  <c:v>45944.801145833335</c:v>
                </c:pt>
                <c:pt idx="316">
                  <c:v>45944.801145833335</c:v>
                </c:pt>
                <c:pt idx="317">
                  <c:v>45944.801145833335</c:v>
                </c:pt>
                <c:pt idx="318">
                  <c:v>45944.801145833335</c:v>
                </c:pt>
                <c:pt idx="319">
                  <c:v>45944.801145833335</c:v>
                </c:pt>
                <c:pt idx="320">
                  <c:v>45944.801145833335</c:v>
                </c:pt>
                <c:pt idx="321">
                  <c:v>45944.801145833335</c:v>
                </c:pt>
                <c:pt idx="322">
                  <c:v>45944.801145833335</c:v>
                </c:pt>
                <c:pt idx="323">
                  <c:v>45944.801145833335</c:v>
                </c:pt>
                <c:pt idx="324">
                  <c:v>45944.801145833335</c:v>
                </c:pt>
                <c:pt idx="325">
                  <c:v>45944.801145833335</c:v>
                </c:pt>
                <c:pt idx="326">
                  <c:v>45944.801145833335</c:v>
                </c:pt>
                <c:pt idx="327">
                  <c:v>45944.801157407404</c:v>
                </c:pt>
                <c:pt idx="328">
                  <c:v>45944.801157407404</c:v>
                </c:pt>
                <c:pt idx="329">
                  <c:v>45944.801157407404</c:v>
                </c:pt>
                <c:pt idx="330">
                  <c:v>45944.801157407404</c:v>
                </c:pt>
                <c:pt idx="331">
                  <c:v>45944.801157407404</c:v>
                </c:pt>
                <c:pt idx="332">
                  <c:v>45944.801157407404</c:v>
                </c:pt>
                <c:pt idx="333">
                  <c:v>45944.801157407404</c:v>
                </c:pt>
                <c:pt idx="334">
                  <c:v>45944.801157407404</c:v>
                </c:pt>
                <c:pt idx="335">
                  <c:v>45944.801157407404</c:v>
                </c:pt>
                <c:pt idx="336">
                  <c:v>45944.801157407404</c:v>
                </c:pt>
                <c:pt idx="337">
                  <c:v>45944.801157407404</c:v>
                </c:pt>
                <c:pt idx="338">
                  <c:v>45944.801157407404</c:v>
                </c:pt>
                <c:pt idx="339">
                  <c:v>45944.801157407404</c:v>
                </c:pt>
                <c:pt idx="340">
                  <c:v>45944.801157407404</c:v>
                </c:pt>
                <c:pt idx="341">
                  <c:v>45944.801157407404</c:v>
                </c:pt>
                <c:pt idx="342">
                  <c:v>45944.801157407404</c:v>
                </c:pt>
                <c:pt idx="343">
                  <c:v>45944.801157407404</c:v>
                </c:pt>
                <c:pt idx="344">
                  <c:v>45944.801157407404</c:v>
                </c:pt>
                <c:pt idx="345">
                  <c:v>45944.801157407404</c:v>
                </c:pt>
                <c:pt idx="346">
                  <c:v>45944.801157407404</c:v>
                </c:pt>
                <c:pt idx="347">
                  <c:v>45944.801157407404</c:v>
                </c:pt>
                <c:pt idx="348">
                  <c:v>45944.801168981481</c:v>
                </c:pt>
                <c:pt idx="349">
                  <c:v>45944.801168981481</c:v>
                </c:pt>
                <c:pt idx="350">
                  <c:v>45944.801168981481</c:v>
                </c:pt>
                <c:pt idx="351">
                  <c:v>45944.801168981481</c:v>
                </c:pt>
                <c:pt idx="352">
                  <c:v>45944.801168981481</c:v>
                </c:pt>
                <c:pt idx="353">
                  <c:v>45944.801168981481</c:v>
                </c:pt>
                <c:pt idx="354">
                  <c:v>45944.801168981481</c:v>
                </c:pt>
                <c:pt idx="355">
                  <c:v>45944.801168981481</c:v>
                </c:pt>
                <c:pt idx="356">
                  <c:v>45944.801168981481</c:v>
                </c:pt>
                <c:pt idx="357">
                  <c:v>45944.801168981481</c:v>
                </c:pt>
                <c:pt idx="358">
                  <c:v>45944.801168981481</c:v>
                </c:pt>
                <c:pt idx="359">
                  <c:v>45944.801168981481</c:v>
                </c:pt>
                <c:pt idx="360">
                  <c:v>45944.801168981481</c:v>
                </c:pt>
                <c:pt idx="361">
                  <c:v>45944.801168981481</c:v>
                </c:pt>
                <c:pt idx="362">
                  <c:v>45944.801168981481</c:v>
                </c:pt>
              </c:numCache>
            </c:numRef>
          </c:cat>
          <c:val>
            <c:numRef>
              <c:f>Sheet1!$D$2:$D$364</c:f>
            </c:numRef>
          </c:val>
          <c:smooth val="0"/>
          <c:extLst>
            <c:ext xmlns:c16="http://schemas.microsoft.com/office/drawing/2014/chart" uri="{C3380CC4-5D6E-409C-BE32-E72D297353CC}">
              <c16:uniqueId val="{00000001-5F2B-40CF-85B0-D5414751485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D1368 속도비례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numRef>
              <c:f>Sheet1!$A$2:$A$364</c:f>
              <c:numCache>
                <c:formatCode>yyyy/mm/dd\ ddd\ hh:mm:ss</c:formatCode>
                <c:ptCount val="363"/>
                <c:pt idx="0">
                  <c:v>45944.80096064815</c:v>
                </c:pt>
                <c:pt idx="1">
                  <c:v>45944.80097222222</c:v>
                </c:pt>
                <c:pt idx="2">
                  <c:v>45944.80097222222</c:v>
                </c:pt>
                <c:pt idx="3">
                  <c:v>45944.80097222222</c:v>
                </c:pt>
                <c:pt idx="4">
                  <c:v>45944.80097222222</c:v>
                </c:pt>
                <c:pt idx="5">
                  <c:v>45944.80097222222</c:v>
                </c:pt>
                <c:pt idx="6">
                  <c:v>45944.80097222222</c:v>
                </c:pt>
                <c:pt idx="7">
                  <c:v>45944.80097222222</c:v>
                </c:pt>
                <c:pt idx="8">
                  <c:v>45944.80097222222</c:v>
                </c:pt>
                <c:pt idx="9">
                  <c:v>45944.80097222222</c:v>
                </c:pt>
                <c:pt idx="10">
                  <c:v>45944.80097222222</c:v>
                </c:pt>
                <c:pt idx="11">
                  <c:v>45944.80097222222</c:v>
                </c:pt>
                <c:pt idx="12">
                  <c:v>45944.80097222222</c:v>
                </c:pt>
                <c:pt idx="13">
                  <c:v>45944.80097222222</c:v>
                </c:pt>
                <c:pt idx="14">
                  <c:v>45944.80097222222</c:v>
                </c:pt>
                <c:pt idx="15">
                  <c:v>45944.80097222222</c:v>
                </c:pt>
                <c:pt idx="16">
                  <c:v>45944.80097222222</c:v>
                </c:pt>
                <c:pt idx="17">
                  <c:v>45944.80097222222</c:v>
                </c:pt>
                <c:pt idx="18">
                  <c:v>45944.80097222222</c:v>
                </c:pt>
                <c:pt idx="19">
                  <c:v>45944.80097222222</c:v>
                </c:pt>
                <c:pt idx="20">
                  <c:v>45944.80097222222</c:v>
                </c:pt>
                <c:pt idx="21">
                  <c:v>45944.80097222222</c:v>
                </c:pt>
                <c:pt idx="22">
                  <c:v>45944.800983796296</c:v>
                </c:pt>
                <c:pt idx="23">
                  <c:v>45944.800983796296</c:v>
                </c:pt>
                <c:pt idx="24">
                  <c:v>45944.800983796296</c:v>
                </c:pt>
                <c:pt idx="25">
                  <c:v>45944.800983796296</c:v>
                </c:pt>
                <c:pt idx="26">
                  <c:v>45944.800983796296</c:v>
                </c:pt>
                <c:pt idx="27">
                  <c:v>45944.800983796296</c:v>
                </c:pt>
                <c:pt idx="28">
                  <c:v>45944.800983796296</c:v>
                </c:pt>
                <c:pt idx="29">
                  <c:v>45944.800983796296</c:v>
                </c:pt>
                <c:pt idx="30">
                  <c:v>45944.800983796296</c:v>
                </c:pt>
                <c:pt idx="31">
                  <c:v>45944.800983796296</c:v>
                </c:pt>
                <c:pt idx="32">
                  <c:v>45944.800983796296</c:v>
                </c:pt>
                <c:pt idx="33">
                  <c:v>45944.800983796296</c:v>
                </c:pt>
                <c:pt idx="34">
                  <c:v>45944.800983796296</c:v>
                </c:pt>
                <c:pt idx="35">
                  <c:v>45944.800983796296</c:v>
                </c:pt>
                <c:pt idx="36">
                  <c:v>45944.800983796296</c:v>
                </c:pt>
                <c:pt idx="37">
                  <c:v>45944.800983796296</c:v>
                </c:pt>
                <c:pt idx="38">
                  <c:v>45944.800983796296</c:v>
                </c:pt>
                <c:pt idx="39">
                  <c:v>45944.800983796296</c:v>
                </c:pt>
                <c:pt idx="40">
                  <c:v>45944.800983796296</c:v>
                </c:pt>
                <c:pt idx="41">
                  <c:v>45944.800983796296</c:v>
                </c:pt>
                <c:pt idx="42">
                  <c:v>45944.800983796296</c:v>
                </c:pt>
                <c:pt idx="43">
                  <c:v>45944.800995370373</c:v>
                </c:pt>
                <c:pt idx="44">
                  <c:v>45944.800995370373</c:v>
                </c:pt>
                <c:pt idx="45">
                  <c:v>45944.800995370373</c:v>
                </c:pt>
                <c:pt idx="46">
                  <c:v>45944.800995370373</c:v>
                </c:pt>
                <c:pt idx="47">
                  <c:v>45944.800995370373</c:v>
                </c:pt>
                <c:pt idx="48">
                  <c:v>45944.800995370373</c:v>
                </c:pt>
                <c:pt idx="49">
                  <c:v>45944.800995370373</c:v>
                </c:pt>
                <c:pt idx="50">
                  <c:v>45944.800995370373</c:v>
                </c:pt>
                <c:pt idx="51">
                  <c:v>45944.800995370373</c:v>
                </c:pt>
                <c:pt idx="52">
                  <c:v>45944.800995370373</c:v>
                </c:pt>
                <c:pt idx="53">
                  <c:v>45944.800995370373</c:v>
                </c:pt>
                <c:pt idx="54">
                  <c:v>45944.800995370373</c:v>
                </c:pt>
                <c:pt idx="55">
                  <c:v>45944.800995370373</c:v>
                </c:pt>
                <c:pt idx="56">
                  <c:v>45944.800995370373</c:v>
                </c:pt>
                <c:pt idx="57">
                  <c:v>45944.800995370373</c:v>
                </c:pt>
                <c:pt idx="58">
                  <c:v>45944.800995370373</c:v>
                </c:pt>
                <c:pt idx="59">
                  <c:v>45944.800995370373</c:v>
                </c:pt>
                <c:pt idx="60">
                  <c:v>45944.800995370373</c:v>
                </c:pt>
                <c:pt idx="61">
                  <c:v>45944.800995370373</c:v>
                </c:pt>
                <c:pt idx="62">
                  <c:v>45944.800995370373</c:v>
                </c:pt>
                <c:pt idx="63">
                  <c:v>45944.801006944443</c:v>
                </c:pt>
                <c:pt idx="64">
                  <c:v>45944.801006944443</c:v>
                </c:pt>
                <c:pt idx="65">
                  <c:v>45944.801006944443</c:v>
                </c:pt>
                <c:pt idx="66">
                  <c:v>45944.801006944443</c:v>
                </c:pt>
                <c:pt idx="67">
                  <c:v>45944.801006944443</c:v>
                </c:pt>
                <c:pt idx="68">
                  <c:v>45944.801006944443</c:v>
                </c:pt>
                <c:pt idx="69">
                  <c:v>45944.801006944443</c:v>
                </c:pt>
                <c:pt idx="70">
                  <c:v>45944.801006944443</c:v>
                </c:pt>
                <c:pt idx="71">
                  <c:v>45944.801006944443</c:v>
                </c:pt>
                <c:pt idx="72">
                  <c:v>45944.801006944443</c:v>
                </c:pt>
                <c:pt idx="73">
                  <c:v>45944.801006944443</c:v>
                </c:pt>
                <c:pt idx="74">
                  <c:v>45944.801006944443</c:v>
                </c:pt>
                <c:pt idx="75">
                  <c:v>45944.801006944443</c:v>
                </c:pt>
                <c:pt idx="76">
                  <c:v>45944.801006944443</c:v>
                </c:pt>
                <c:pt idx="77">
                  <c:v>45944.801006944443</c:v>
                </c:pt>
                <c:pt idx="78">
                  <c:v>45944.801006944443</c:v>
                </c:pt>
                <c:pt idx="79">
                  <c:v>45944.801006944443</c:v>
                </c:pt>
                <c:pt idx="80">
                  <c:v>45944.801006944443</c:v>
                </c:pt>
                <c:pt idx="81">
                  <c:v>45944.801006944443</c:v>
                </c:pt>
                <c:pt idx="82">
                  <c:v>45944.801018518519</c:v>
                </c:pt>
                <c:pt idx="83">
                  <c:v>45944.801018518519</c:v>
                </c:pt>
                <c:pt idx="84">
                  <c:v>45944.801018518519</c:v>
                </c:pt>
                <c:pt idx="85">
                  <c:v>45944.801018518519</c:v>
                </c:pt>
                <c:pt idx="86">
                  <c:v>45944.801018518519</c:v>
                </c:pt>
                <c:pt idx="87">
                  <c:v>45944.801018518519</c:v>
                </c:pt>
                <c:pt idx="88">
                  <c:v>45944.801018518519</c:v>
                </c:pt>
                <c:pt idx="89">
                  <c:v>45944.801018518519</c:v>
                </c:pt>
                <c:pt idx="90">
                  <c:v>45944.801018518519</c:v>
                </c:pt>
                <c:pt idx="91">
                  <c:v>45944.801018518519</c:v>
                </c:pt>
                <c:pt idx="92">
                  <c:v>45944.801018518519</c:v>
                </c:pt>
                <c:pt idx="93">
                  <c:v>45944.801018518519</c:v>
                </c:pt>
                <c:pt idx="94">
                  <c:v>45944.801018518519</c:v>
                </c:pt>
                <c:pt idx="95">
                  <c:v>45944.801018518519</c:v>
                </c:pt>
                <c:pt idx="96">
                  <c:v>45944.801018518519</c:v>
                </c:pt>
                <c:pt idx="97">
                  <c:v>45944.801018518519</c:v>
                </c:pt>
                <c:pt idx="98">
                  <c:v>45944.801018518519</c:v>
                </c:pt>
                <c:pt idx="99">
                  <c:v>45944.801018518519</c:v>
                </c:pt>
                <c:pt idx="100">
                  <c:v>45944.801018518519</c:v>
                </c:pt>
                <c:pt idx="101">
                  <c:v>45944.801018518519</c:v>
                </c:pt>
                <c:pt idx="102">
                  <c:v>45944.801030092596</c:v>
                </c:pt>
                <c:pt idx="103">
                  <c:v>45944.801030092596</c:v>
                </c:pt>
                <c:pt idx="104">
                  <c:v>45944.801030092596</c:v>
                </c:pt>
                <c:pt idx="105">
                  <c:v>45944.801030092596</c:v>
                </c:pt>
                <c:pt idx="106">
                  <c:v>45944.801030092596</c:v>
                </c:pt>
                <c:pt idx="107">
                  <c:v>45944.801030092596</c:v>
                </c:pt>
                <c:pt idx="108">
                  <c:v>45944.801030092596</c:v>
                </c:pt>
                <c:pt idx="109">
                  <c:v>45944.801030092596</c:v>
                </c:pt>
                <c:pt idx="110">
                  <c:v>45944.801030092596</c:v>
                </c:pt>
                <c:pt idx="111">
                  <c:v>45944.801030092596</c:v>
                </c:pt>
                <c:pt idx="112">
                  <c:v>45944.801030092596</c:v>
                </c:pt>
                <c:pt idx="113">
                  <c:v>45944.801030092596</c:v>
                </c:pt>
                <c:pt idx="114">
                  <c:v>45944.801030092596</c:v>
                </c:pt>
                <c:pt idx="115">
                  <c:v>45944.801030092596</c:v>
                </c:pt>
                <c:pt idx="116">
                  <c:v>45944.801030092596</c:v>
                </c:pt>
                <c:pt idx="117">
                  <c:v>45944.801030092596</c:v>
                </c:pt>
                <c:pt idx="118">
                  <c:v>45944.801030092596</c:v>
                </c:pt>
                <c:pt idx="119">
                  <c:v>45944.801030092596</c:v>
                </c:pt>
                <c:pt idx="120">
                  <c:v>45944.801030092596</c:v>
                </c:pt>
                <c:pt idx="121">
                  <c:v>45944.801030092596</c:v>
                </c:pt>
                <c:pt idx="122">
                  <c:v>45944.801041666666</c:v>
                </c:pt>
                <c:pt idx="123">
                  <c:v>45944.801041666666</c:v>
                </c:pt>
                <c:pt idx="124">
                  <c:v>45944.801041666666</c:v>
                </c:pt>
                <c:pt idx="125">
                  <c:v>45944.801041666666</c:v>
                </c:pt>
                <c:pt idx="126">
                  <c:v>45944.801041666666</c:v>
                </c:pt>
                <c:pt idx="127">
                  <c:v>45944.801041666666</c:v>
                </c:pt>
                <c:pt idx="128">
                  <c:v>45944.801041666666</c:v>
                </c:pt>
                <c:pt idx="129">
                  <c:v>45944.801041666666</c:v>
                </c:pt>
                <c:pt idx="130">
                  <c:v>45944.801041666666</c:v>
                </c:pt>
                <c:pt idx="131">
                  <c:v>45944.801041666666</c:v>
                </c:pt>
                <c:pt idx="132">
                  <c:v>45944.801041666666</c:v>
                </c:pt>
                <c:pt idx="133">
                  <c:v>45944.801041666666</c:v>
                </c:pt>
                <c:pt idx="134">
                  <c:v>45944.801041666666</c:v>
                </c:pt>
                <c:pt idx="135">
                  <c:v>45944.801041666666</c:v>
                </c:pt>
                <c:pt idx="136">
                  <c:v>45944.801041666666</c:v>
                </c:pt>
                <c:pt idx="137">
                  <c:v>45944.801041666666</c:v>
                </c:pt>
                <c:pt idx="138">
                  <c:v>45944.801041666666</c:v>
                </c:pt>
                <c:pt idx="139">
                  <c:v>45944.801041666666</c:v>
                </c:pt>
                <c:pt idx="140">
                  <c:v>45944.801041666666</c:v>
                </c:pt>
                <c:pt idx="141">
                  <c:v>45944.801041666666</c:v>
                </c:pt>
                <c:pt idx="142">
                  <c:v>45944.801053240742</c:v>
                </c:pt>
                <c:pt idx="143">
                  <c:v>45944.801053240742</c:v>
                </c:pt>
                <c:pt idx="144">
                  <c:v>45944.801053240742</c:v>
                </c:pt>
                <c:pt idx="145">
                  <c:v>45944.801053240742</c:v>
                </c:pt>
                <c:pt idx="146">
                  <c:v>45944.801053240742</c:v>
                </c:pt>
                <c:pt idx="147">
                  <c:v>45944.801053240742</c:v>
                </c:pt>
                <c:pt idx="148">
                  <c:v>45944.801053240742</c:v>
                </c:pt>
                <c:pt idx="149">
                  <c:v>45944.801053240742</c:v>
                </c:pt>
                <c:pt idx="150">
                  <c:v>45944.801053240742</c:v>
                </c:pt>
                <c:pt idx="151">
                  <c:v>45944.801053240742</c:v>
                </c:pt>
                <c:pt idx="152">
                  <c:v>45944.801053240742</c:v>
                </c:pt>
                <c:pt idx="153">
                  <c:v>45944.801053240742</c:v>
                </c:pt>
                <c:pt idx="154">
                  <c:v>45944.801053240742</c:v>
                </c:pt>
                <c:pt idx="155">
                  <c:v>45944.801053240742</c:v>
                </c:pt>
                <c:pt idx="156">
                  <c:v>45944.801053240742</c:v>
                </c:pt>
                <c:pt idx="157">
                  <c:v>45944.801053240742</c:v>
                </c:pt>
                <c:pt idx="158">
                  <c:v>45944.801053240742</c:v>
                </c:pt>
                <c:pt idx="159">
                  <c:v>45944.801053240742</c:v>
                </c:pt>
                <c:pt idx="160">
                  <c:v>45944.801053240742</c:v>
                </c:pt>
                <c:pt idx="161">
                  <c:v>45944.801053240742</c:v>
                </c:pt>
                <c:pt idx="162">
                  <c:v>45944.801053240742</c:v>
                </c:pt>
                <c:pt idx="163">
                  <c:v>45944.801053240742</c:v>
                </c:pt>
                <c:pt idx="164">
                  <c:v>45944.801064814812</c:v>
                </c:pt>
                <c:pt idx="165">
                  <c:v>45944.801064814812</c:v>
                </c:pt>
                <c:pt idx="166">
                  <c:v>45944.801064814812</c:v>
                </c:pt>
                <c:pt idx="167">
                  <c:v>45944.801064814812</c:v>
                </c:pt>
                <c:pt idx="168">
                  <c:v>45944.801064814812</c:v>
                </c:pt>
                <c:pt idx="169">
                  <c:v>45944.801064814812</c:v>
                </c:pt>
                <c:pt idx="170">
                  <c:v>45944.801064814812</c:v>
                </c:pt>
                <c:pt idx="171">
                  <c:v>45944.801064814812</c:v>
                </c:pt>
                <c:pt idx="172">
                  <c:v>45944.801064814812</c:v>
                </c:pt>
                <c:pt idx="173">
                  <c:v>45944.801064814812</c:v>
                </c:pt>
                <c:pt idx="174">
                  <c:v>45944.801064814812</c:v>
                </c:pt>
                <c:pt idx="175">
                  <c:v>45944.801064814812</c:v>
                </c:pt>
                <c:pt idx="176">
                  <c:v>45944.801064814812</c:v>
                </c:pt>
                <c:pt idx="177">
                  <c:v>45944.801064814812</c:v>
                </c:pt>
                <c:pt idx="178">
                  <c:v>45944.801064814812</c:v>
                </c:pt>
                <c:pt idx="179">
                  <c:v>45944.801064814812</c:v>
                </c:pt>
                <c:pt idx="180">
                  <c:v>45944.801064814812</c:v>
                </c:pt>
                <c:pt idx="181">
                  <c:v>45944.801064814812</c:v>
                </c:pt>
                <c:pt idx="182">
                  <c:v>45944.801064814812</c:v>
                </c:pt>
                <c:pt idx="183">
                  <c:v>45944.801064814812</c:v>
                </c:pt>
                <c:pt idx="184">
                  <c:v>45944.801076388889</c:v>
                </c:pt>
                <c:pt idx="185">
                  <c:v>45944.801076388889</c:v>
                </c:pt>
                <c:pt idx="186">
                  <c:v>45944.801076388889</c:v>
                </c:pt>
                <c:pt idx="187">
                  <c:v>45944.801076388889</c:v>
                </c:pt>
                <c:pt idx="188">
                  <c:v>45944.801076388889</c:v>
                </c:pt>
                <c:pt idx="189">
                  <c:v>45944.801076388889</c:v>
                </c:pt>
                <c:pt idx="190">
                  <c:v>45944.801076388889</c:v>
                </c:pt>
                <c:pt idx="191">
                  <c:v>45944.801076388889</c:v>
                </c:pt>
                <c:pt idx="192">
                  <c:v>45944.801076388889</c:v>
                </c:pt>
                <c:pt idx="193">
                  <c:v>45944.801076388889</c:v>
                </c:pt>
                <c:pt idx="194">
                  <c:v>45944.801076388889</c:v>
                </c:pt>
                <c:pt idx="195">
                  <c:v>45944.801076388889</c:v>
                </c:pt>
                <c:pt idx="196">
                  <c:v>45944.801076388889</c:v>
                </c:pt>
                <c:pt idx="197">
                  <c:v>45944.801076388889</c:v>
                </c:pt>
                <c:pt idx="198">
                  <c:v>45944.801076388889</c:v>
                </c:pt>
                <c:pt idx="199">
                  <c:v>45944.801076388889</c:v>
                </c:pt>
                <c:pt idx="200">
                  <c:v>45944.801076388889</c:v>
                </c:pt>
                <c:pt idx="201">
                  <c:v>45944.801076388889</c:v>
                </c:pt>
                <c:pt idx="202">
                  <c:v>45944.801076388889</c:v>
                </c:pt>
                <c:pt idx="203">
                  <c:v>45944.801076388889</c:v>
                </c:pt>
                <c:pt idx="204">
                  <c:v>45944.801076388889</c:v>
                </c:pt>
                <c:pt idx="205">
                  <c:v>45944.801076388889</c:v>
                </c:pt>
                <c:pt idx="206">
                  <c:v>45944.801087962966</c:v>
                </c:pt>
                <c:pt idx="207">
                  <c:v>45944.801087962966</c:v>
                </c:pt>
                <c:pt idx="208">
                  <c:v>45944.801087962966</c:v>
                </c:pt>
                <c:pt idx="209">
                  <c:v>45944.801087962966</c:v>
                </c:pt>
                <c:pt idx="210">
                  <c:v>45944.801087962966</c:v>
                </c:pt>
                <c:pt idx="211">
                  <c:v>45944.801087962966</c:v>
                </c:pt>
                <c:pt idx="212">
                  <c:v>45944.801087962966</c:v>
                </c:pt>
                <c:pt idx="213">
                  <c:v>45944.801087962966</c:v>
                </c:pt>
                <c:pt idx="214">
                  <c:v>45944.801087962966</c:v>
                </c:pt>
                <c:pt idx="215">
                  <c:v>45944.801087962966</c:v>
                </c:pt>
                <c:pt idx="216">
                  <c:v>45944.801087962966</c:v>
                </c:pt>
                <c:pt idx="217">
                  <c:v>45944.801087962966</c:v>
                </c:pt>
                <c:pt idx="218">
                  <c:v>45944.801087962966</c:v>
                </c:pt>
                <c:pt idx="219">
                  <c:v>45944.801087962966</c:v>
                </c:pt>
                <c:pt idx="220">
                  <c:v>45944.801087962966</c:v>
                </c:pt>
                <c:pt idx="221">
                  <c:v>45944.801087962966</c:v>
                </c:pt>
                <c:pt idx="222">
                  <c:v>45944.801087962966</c:v>
                </c:pt>
                <c:pt idx="223">
                  <c:v>45944.801087962966</c:v>
                </c:pt>
                <c:pt idx="224">
                  <c:v>45944.801087962966</c:v>
                </c:pt>
                <c:pt idx="225">
                  <c:v>45944.801099537035</c:v>
                </c:pt>
                <c:pt idx="226">
                  <c:v>45944.801099537035</c:v>
                </c:pt>
                <c:pt idx="227">
                  <c:v>45944.801099537035</c:v>
                </c:pt>
                <c:pt idx="228">
                  <c:v>45944.801099537035</c:v>
                </c:pt>
                <c:pt idx="229">
                  <c:v>45944.801099537035</c:v>
                </c:pt>
                <c:pt idx="230">
                  <c:v>45944.801099537035</c:v>
                </c:pt>
                <c:pt idx="231">
                  <c:v>45944.801099537035</c:v>
                </c:pt>
                <c:pt idx="232">
                  <c:v>45944.801099537035</c:v>
                </c:pt>
                <c:pt idx="233">
                  <c:v>45944.801099537035</c:v>
                </c:pt>
                <c:pt idx="234">
                  <c:v>45944.801099537035</c:v>
                </c:pt>
                <c:pt idx="235">
                  <c:v>45944.801099537035</c:v>
                </c:pt>
                <c:pt idx="236">
                  <c:v>45944.801099537035</c:v>
                </c:pt>
                <c:pt idx="237">
                  <c:v>45944.801099537035</c:v>
                </c:pt>
                <c:pt idx="238">
                  <c:v>45944.801099537035</c:v>
                </c:pt>
                <c:pt idx="239">
                  <c:v>45944.801099537035</c:v>
                </c:pt>
                <c:pt idx="240">
                  <c:v>45944.801099537035</c:v>
                </c:pt>
                <c:pt idx="241">
                  <c:v>45944.801099537035</c:v>
                </c:pt>
                <c:pt idx="242">
                  <c:v>45944.801099537035</c:v>
                </c:pt>
                <c:pt idx="243">
                  <c:v>45944.801099537035</c:v>
                </c:pt>
                <c:pt idx="244">
                  <c:v>45944.801099537035</c:v>
                </c:pt>
                <c:pt idx="245">
                  <c:v>45944.801111111112</c:v>
                </c:pt>
                <c:pt idx="246">
                  <c:v>45944.801111111112</c:v>
                </c:pt>
                <c:pt idx="247">
                  <c:v>45944.801111111112</c:v>
                </c:pt>
                <c:pt idx="248">
                  <c:v>45944.801111111112</c:v>
                </c:pt>
                <c:pt idx="249">
                  <c:v>45944.801111111112</c:v>
                </c:pt>
                <c:pt idx="250">
                  <c:v>45944.801111111112</c:v>
                </c:pt>
                <c:pt idx="251">
                  <c:v>45944.801111111112</c:v>
                </c:pt>
                <c:pt idx="252">
                  <c:v>45944.801111111112</c:v>
                </c:pt>
                <c:pt idx="253">
                  <c:v>45944.801111111112</c:v>
                </c:pt>
                <c:pt idx="254">
                  <c:v>45944.801111111112</c:v>
                </c:pt>
                <c:pt idx="255">
                  <c:v>45944.801111111112</c:v>
                </c:pt>
                <c:pt idx="256">
                  <c:v>45944.801111111112</c:v>
                </c:pt>
                <c:pt idx="257">
                  <c:v>45944.801111111112</c:v>
                </c:pt>
                <c:pt idx="258">
                  <c:v>45944.801111111112</c:v>
                </c:pt>
                <c:pt idx="259">
                  <c:v>45944.801111111112</c:v>
                </c:pt>
                <c:pt idx="260">
                  <c:v>45944.801111111112</c:v>
                </c:pt>
                <c:pt idx="261">
                  <c:v>45944.801111111112</c:v>
                </c:pt>
                <c:pt idx="262">
                  <c:v>45944.801111111112</c:v>
                </c:pt>
                <c:pt idx="263">
                  <c:v>45944.801111111112</c:v>
                </c:pt>
                <c:pt idx="264">
                  <c:v>45944.801111111112</c:v>
                </c:pt>
                <c:pt idx="265">
                  <c:v>45944.801122685189</c:v>
                </c:pt>
                <c:pt idx="266">
                  <c:v>45944.801122685189</c:v>
                </c:pt>
                <c:pt idx="267">
                  <c:v>45944.801122685189</c:v>
                </c:pt>
                <c:pt idx="268">
                  <c:v>45944.801122685189</c:v>
                </c:pt>
                <c:pt idx="269">
                  <c:v>45944.801122685189</c:v>
                </c:pt>
                <c:pt idx="270">
                  <c:v>45944.801122685189</c:v>
                </c:pt>
                <c:pt idx="271">
                  <c:v>45944.801122685189</c:v>
                </c:pt>
                <c:pt idx="272">
                  <c:v>45944.801122685189</c:v>
                </c:pt>
                <c:pt idx="273">
                  <c:v>45944.801122685189</c:v>
                </c:pt>
                <c:pt idx="274">
                  <c:v>45944.801122685189</c:v>
                </c:pt>
                <c:pt idx="275">
                  <c:v>45944.801122685189</c:v>
                </c:pt>
                <c:pt idx="276">
                  <c:v>45944.801122685189</c:v>
                </c:pt>
                <c:pt idx="277">
                  <c:v>45944.801122685189</c:v>
                </c:pt>
                <c:pt idx="278">
                  <c:v>45944.801122685189</c:v>
                </c:pt>
                <c:pt idx="279">
                  <c:v>45944.801122685189</c:v>
                </c:pt>
                <c:pt idx="280">
                  <c:v>45944.801122685189</c:v>
                </c:pt>
                <c:pt idx="281">
                  <c:v>45944.801122685189</c:v>
                </c:pt>
                <c:pt idx="282">
                  <c:v>45944.801122685189</c:v>
                </c:pt>
                <c:pt idx="283">
                  <c:v>45944.801122685189</c:v>
                </c:pt>
                <c:pt idx="284">
                  <c:v>45944.801122685189</c:v>
                </c:pt>
                <c:pt idx="285">
                  <c:v>45944.801134259258</c:v>
                </c:pt>
                <c:pt idx="286">
                  <c:v>45944.801134259258</c:v>
                </c:pt>
                <c:pt idx="287">
                  <c:v>45944.801134259258</c:v>
                </c:pt>
                <c:pt idx="288">
                  <c:v>45944.801134259258</c:v>
                </c:pt>
                <c:pt idx="289">
                  <c:v>45944.801134259258</c:v>
                </c:pt>
                <c:pt idx="290">
                  <c:v>45944.801134259258</c:v>
                </c:pt>
                <c:pt idx="291">
                  <c:v>45944.801134259258</c:v>
                </c:pt>
                <c:pt idx="292">
                  <c:v>45944.801134259258</c:v>
                </c:pt>
                <c:pt idx="293">
                  <c:v>45944.801134259258</c:v>
                </c:pt>
                <c:pt idx="294">
                  <c:v>45944.801134259258</c:v>
                </c:pt>
                <c:pt idx="295">
                  <c:v>45944.801134259258</c:v>
                </c:pt>
                <c:pt idx="296">
                  <c:v>45944.801134259258</c:v>
                </c:pt>
                <c:pt idx="297">
                  <c:v>45944.801134259258</c:v>
                </c:pt>
                <c:pt idx="298">
                  <c:v>45944.801134259258</c:v>
                </c:pt>
                <c:pt idx="299">
                  <c:v>45944.801134259258</c:v>
                </c:pt>
                <c:pt idx="300">
                  <c:v>45944.801134259258</c:v>
                </c:pt>
                <c:pt idx="301">
                  <c:v>45944.801134259258</c:v>
                </c:pt>
                <c:pt idx="302">
                  <c:v>45944.801134259258</c:v>
                </c:pt>
                <c:pt idx="303">
                  <c:v>45944.801134259258</c:v>
                </c:pt>
                <c:pt idx="304">
                  <c:v>45944.801134259258</c:v>
                </c:pt>
                <c:pt idx="305">
                  <c:v>45944.801134259258</c:v>
                </c:pt>
                <c:pt idx="306">
                  <c:v>45944.801145833335</c:v>
                </c:pt>
                <c:pt idx="307">
                  <c:v>45944.801145833335</c:v>
                </c:pt>
                <c:pt idx="308">
                  <c:v>45944.801145833335</c:v>
                </c:pt>
                <c:pt idx="309">
                  <c:v>45944.801145833335</c:v>
                </c:pt>
                <c:pt idx="310">
                  <c:v>45944.801145833335</c:v>
                </c:pt>
                <c:pt idx="311">
                  <c:v>45944.801145833335</c:v>
                </c:pt>
                <c:pt idx="312">
                  <c:v>45944.801145833335</c:v>
                </c:pt>
                <c:pt idx="313">
                  <c:v>45944.801145833335</c:v>
                </c:pt>
                <c:pt idx="314">
                  <c:v>45944.801145833335</c:v>
                </c:pt>
                <c:pt idx="315">
                  <c:v>45944.801145833335</c:v>
                </c:pt>
                <c:pt idx="316">
                  <c:v>45944.801145833335</c:v>
                </c:pt>
                <c:pt idx="317">
                  <c:v>45944.801145833335</c:v>
                </c:pt>
                <c:pt idx="318">
                  <c:v>45944.801145833335</c:v>
                </c:pt>
                <c:pt idx="319">
                  <c:v>45944.801145833335</c:v>
                </c:pt>
                <c:pt idx="320">
                  <c:v>45944.801145833335</c:v>
                </c:pt>
                <c:pt idx="321">
                  <c:v>45944.801145833335</c:v>
                </c:pt>
                <c:pt idx="322">
                  <c:v>45944.801145833335</c:v>
                </c:pt>
                <c:pt idx="323">
                  <c:v>45944.801145833335</c:v>
                </c:pt>
                <c:pt idx="324">
                  <c:v>45944.801145833335</c:v>
                </c:pt>
                <c:pt idx="325">
                  <c:v>45944.801145833335</c:v>
                </c:pt>
                <c:pt idx="326">
                  <c:v>45944.801145833335</c:v>
                </c:pt>
                <c:pt idx="327">
                  <c:v>45944.801157407404</c:v>
                </c:pt>
                <c:pt idx="328">
                  <c:v>45944.801157407404</c:v>
                </c:pt>
                <c:pt idx="329">
                  <c:v>45944.801157407404</c:v>
                </c:pt>
                <c:pt idx="330">
                  <c:v>45944.801157407404</c:v>
                </c:pt>
                <c:pt idx="331">
                  <c:v>45944.801157407404</c:v>
                </c:pt>
                <c:pt idx="332">
                  <c:v>45944.801157407404</c:v>
                </c:pt>
                <c:pt idx="333">
                  <c:v>45944.801157407404</c:v>
                </c:pt>
                <c:pt idx="334">
                  <c:v>45944.801157407404</c:v>
                </c:pt>
                <c:pt idx="335">
                  <c:v>45944.801157407404</c:v>
                </c:pt>
                <c:pt idx="336">
                  <c:v>45944.801157407404</c:v>
                </c:pt>
                <c:pt idx="337">
                  <c:v>45944.801157407404</c:v>
                </c:pt>
                <c:pt idx="338">
                  <c:v>45944.801157407404</c:v>
                </c:pt>
                <c:pt idx="339">
                  <c:v>45944.801157407404</c:v>
                </c:pt>
                <c:pt idx="340">
                  <c:v>45944.801157407404</c:v>
                </c:pt>
                <c:pt idx="341">
                  <c:v>45944.801157407404</c:v>
                </c:pt>
                <c:pt idx="342">
                  <c:v>45944.801157407404</c:v>
                </c:pt>
                <c:pt idx="343">
                  <c:v>45944.801157407404</c:v>
                </c:pt>
                <c:pt idx="344">
                  <c:v>45944.801157407404</c:v>
                </c:pt>
                <c:pt idx="345">
                  <c:v>45944.801157407404</c:v>
                </c:pt>
                <c:pt idx="346">
                  <c:v>45944.801157407404</c:v>
                </c:pt>
                <c:pt idx="347">
                  <c:v>45944.801157407404</c:v>
                </c:pt>
                <c:pt idx="348">
                  <c:v>45944.801168981481</c:v>
                </c:pt>
                <c:pt idx="349">
                  <c:v>45944.801168981481</c:v>
                </c:pt>
                <c:pt idx="350">
                  <c:v>45944.801168981481</c:v>
                </c:pt>
                <c:pt idx="351">
                  <c:v>45944.801168981481</c:v>
                </c:pt>
                <c:pt idx="352">
                  <c:v>45944.801168981481</c:v>
                </c:pt>
                <c:pt idx="353">
                  <c:v>45944.801168981481</c:v>
                </c:pt>
                <c:pt idx="354">
                  <c:v>45944.801168981481</c:v>
                </c:pt>
                <c:pt idx="355">
                  <c:v>45944.801168981481</c:v>
                </c:pt>
                <c:pt idx="356">
                  <c:v>45944.801168981481</c:v>
                </c:pt>
                <c:pt idx="357">
                  <c:v>45944.801168981481</c:v>
                </c:pt>
                <c:pt idx="358">
                  <c:v>45944.801168981481</c:v>
                </c:pt>
                <c:pt idx="359">
                  <c:v>45944.801168981481</c:v>
                </c:pt>
                <c:pt idx="360">
                  <c:v>45944.801168981481</c:v>
                </c:pt>
                <c:pt idx="361">
                  <c:v>45944.801168981481</c:v>
                </c:pt>
                <c:pt idx="362">
                  <c:v>45944.801168981481</c:v>
                </c:pt>
              </c:numCache>
            </c:numRef>
          </c:cat>
          <c:val>
            <c:numRef>
              <c:f>Sheet1!$E$2:$E$364</c:f>
            </c:numRef>
          </c:val>
          <c:smooth val="0"/>
          <c:extLst>
            <c:ext xmlns:c16="http://schemas.microsoft.com/office/drawing/2014/chart" uri="{C3380CC4-5D6E-409C-BE32-E72D297353CC}">
              <c16:uniqueId val="{00000002-5F2B-40CF-85B0-D5414751485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LPC 포지션</c:v>
                </c:pt>
              </c:strCache>
            </c:strRef>
          </c:tx>
          <c:spPr>
            <a:ln w="12700" cap="rnd">
              <a:solidFill>
                <a:schemeClr val="accent6"/>
              </a:solidFill>
              <a:round/>
            </a:ln>
            <a:effectLst/>
          </c:spPr>
          <c:marker>
            <c:symbol val="none"/>
          </c:marker>
          <c:cat>
            <c:numRef>
              <c:f>Sheet1!$A$2:$A$364</c:f>
              <c:numCache>
                <c:formatCode>yyyy/mm/dd\ ddd\ hh:mm:ss</c:formatCode>
                <c:ptCount val="363"/>
                <c:pt idx="0">
                  <c:v>45944.80096064815</c:v>
                </c:pt>
                <c:pt idx="1">
                  <c:v>45944.80097222222</c:v>
                </c:pt>
                <c:pt idx="2">
                  <c:v>45944.80097222222</c:v>
                </c:pt>
                <c:pt idx="3">
                  <c:v>45944.80097222222</c:v>
                </c:pt>
                <c:pt idx="4">
                  <c:v>45944.80097222222</c:v>
                </c:pt>
                <c:pt idx="5">
                  <c:v>45944.80097222222</c:v>
                </c:pt>
                <c:pt idx="6">
                  <c:v>45944.80097222222</c:v>
                </c:pt>
                <c:pt idx="7">
                  <c:v>45944.80097222222</c:v>
                </c:pt>
                <c:pt idx="8">
                  <c:v>45944.80097222222</c:v>
                </c:pt>
                <c:pt idx="9">
                  <c:v>45944.80097222222</c:v>
                </c:pt>
                <c:pt idx="10">
                  <c:v>45944.80097222222</c:v>
                </c:pt>
                <c:pt idx="11">
                  <c:v>45944.80097222222</c:v>
                </c:pt>
                <c:pt idx="12">
                  <c:v>45944.80097222222</c:v>
                </c:pt>
                <c:pt idx="13">
                  <c:v>45944.80097222222</c:v>
                </c:pt>
                <c:pt idx="14">
                  <c:v>45944.80097222222</c:v>
                </c:pt>
                <c:pt idx="15">
                  <c:v>45944.80097222222</c:v>
                </c:pt>
                <c:pt idx="16">
                  <c:v>45944.80097222222</c:v>
                </c:pt>
                <c:pt idx="17">
                  <c:v>45944.80097222222</c:v>
                </c:pt>
                <c:pt idx="18">
                  <c:v>45944.80097222222</c:v>
                </c:pt>
                <c:pt idx="19">
                  <c:v>45944.80097222222</c:v>
                </c:pt>
                <c:pt idx="20">
                  <c:v>45944.80097222222</c:v>
                </c:pt>
                <c:pt idx="21">
                  <c:v>45944.80097222222</c:v>
                </c:pt>
                <c:pt idx="22">
                  <c:v>45944.800983796296</c:v>
                </c:pt>
                <c:pt idx="23">
                  <c:v>45944.800983796296</c:v>
                </c:pt>
                <c:pt idx="24">
                  <c:v>45944.800983796296</c:v>
                </c:pt>
                <c:pt idx="25">
                  <c:v>45944.800983796296</c:v>
                </c:pt>
                <c:pt idx="26">
                  <c:v>45944.800983796296</c:v>
                </c:pt>
                <c:pt idx="27">
                  <c:v>45944.800983796296</c:v>
                </c:pt>
                <c:pt idx="28">
                  <c:v>45944.800983796296</c:v>
                </c:pt>
                <c:pt idx="29">
                  <c:v>45944.800983796296</c:v>
                </c:pt>
                <c:pt idx="30">
                  <c:v>45944.800983796296</c:v>
                </c:pt>
                <c:pt idx="31">
                  <c:v>45944.800983796296</c:v>
                </c:pt>
                <c:pt idx="32">
                  <c:v>45944.800983796296</c:v>
                </c:pt>
                <c:pt idx="33">
                  <c:v>45944.800983796296</c:v>
                </c:pt>
                <c:pt idx="34">
                  <c:v>45944.800983796296</c:v>
                </c:pt>
                <c:pt idx="35">
                  <c:v>45944.800983796296</c:v>
                </c:pt>
                <c:pt idx="36">
                  <c:v>45944.800983796296</c:v>
                </c:pt>
                <c:pt idx="37">
                  <c:v>45944.800983796296</c:v>
                </c:pt>
                <c:pt idx="38">
                  <c:v>45944.800983796296</c:v>
                </c:pt>
                <c:pt idx="39">
                  <c:v>45944.800983796296</c:v>
                </c:pt>
                <c:pt idx="40">
                  <c:v>45944.800983796296</c:v>
                </c:pt>
                <c:pt idx="41">
                  <c:v>45944.800983796296</c:v>
                </c:pt>
                <c:pt idx="42">
                  <c:v>45944.800983796296</c:v>
                </c:pt>
                <c:pt idx="43">
                  <c:v>45944.800995370373</c:v>
                </c:pt>
                <c:pt idx="44">
                  <c:v>45944.800995370373</c:v>
                </c:pt>
                <c:pt idx="45">
                  <c:v>45944.800995370373</c:v>
                </c:pt>
                <c:pt idx="46">
                  <c:v>45944.800995370373</c:v>
                </c:pt>
                <c:pt idx="47">
                  <c:v>45944.800995370373</c:v>
                </c:pt>
                <c:pt idx="48">
                  <c:v>45944.800995370373</c:v>
                </c:pt>
                <c:pt idx="49">
                  <c:v>45944.800995370373</c:v>
                </c:pt>
                <c:pt idx="50">
                  <c:v>45944.800995370373</c:v>
                </c:pt>
                <c:pt idx="51">
                  <c:v>45944.800995370373</c:v>
                </c:pt>
                <c:pt idx="52">
                  <c:v>45944.800995370373</c:v>
                </c:pt>
                <c:pt idx="53">
                  <c:v>45944.800995370373</c:v>
                </c:pt>
                <c:pt idx="54">
                  <c:v>45944.800995370373</c:v>
                </c:pt>
                <c:pt idx="55">
                  <c:v>45944.800995370373</c:v>
                </c:pt>
                <c:pt idx="56">
                  <c:v>45944.800995370373</c:v>
                </c:pt>
                <c:pt idx="57">
                  <c:v>45944.800995370373</c:v>
                </c:pt>
                <c:pt idx="58">
                  <c:v>45944.800995370373</c:v>
                </c:pt>
                <c:pt idx="59">
                  <c:v>45944.800995370373</c:v>
                </c:pt>
                <c:pt idx="60">
                  <c:v>45944.800995370373</c:v>
                </c:pt>
                <c:pt idx="61">
                  <c:v>45944.800995370373</c:v>
                </c:pt>
                <c:pt idx="62">
                  <c:v>45944.800995370373</c:v>
                </c:pt>
                <c:pt idx="63">
                  <c:v>45944.801006944443</c:v>
                </c:pt>
                <c:pt idx="64">
                  <c:v>45944.801006944443</c:v>
                </c:pt>
                <c:pt idx="65">
                  <c:v>45944.801006944443</c:v>
                </c:pt>
                <c:pt idx="66">
                  <c:v>45944.801006944443</c:v>
                </c:pt>
                <c:pt idx="67">
                  <c:v>45944.801006944443</c:v>
                </c:pt>
                <c:pt idx="68">
                  <c:v>45944.801006944443</c:v>
                </c:pt>
                <c:pt idx="69">
                  <c:v>45944.801006944443</c:v>
                </c:pt>
                <c:pt idx="70">
                  <c:v>45944.801006944443</c:v>
                </c:pt>
                <c:pt idx="71">
                  <c:v>45944.801006944443</c:v>
                </c:pt>
                <c:pt idx="72">
                  <c:v>45944.801006944443</c:v>
                </c:pt>
                <c:pt idx="73">
                  <c:v>45944.801006944443</c:v>
                </c:pt>
                <c:pt idx="74">
                  <c:v>45944.801006944443</c:v>
                </c:pt>
                <c:pt idx="75">
                  <c:v>45944.801006944443</c:v>
                </c:pt>
                <c:pt idx="76">
                  <c:v>45944.801006944443</c:v>
                </c:pt>
                <c:pt idx="77">
                  <c:v>45944.801006944443</c:v>
                </c:pt>
                <c:pt idx="78">
                  <c:v>45944.801006944443</c:v>
                </c:pt>
                <c:pt idx="79">
                  <c:v>45944.801006944443</c:v>
                </c:pt>
                <c:pt idx="80">
                  <c:v>45944.801006944443</c:v>
                </c:pt>
                <c:pt idx="81">
                  <c:v>45944.801006944443</c:v>
                </c:pt>
                <c:pt idx="82">
                  <c:v>45944.801018518519</c:v>
                </c:pt>
                <c:pt idx="83">
                  <c:v>45944.801018518519</c:v>
                </c:pt>
                <c:pt idx="84">
                  <c:v>45944.801018518519</c:v>
                </c:pt>
                <c:pt idx="85">
                  <c:v>45944.801018518519</c:v>
                </c:pt>
                <c:pt idx="86">
                  <c:v>45944.801018518519</c:v>
                </c:pt>
                <c:pt idx="87">
                  <c:v>45944.801018518519</c:v>
                </c:pt>
                <c:pt idx="88">
                  <c:v>45944.801018518519</c:v>
                </c:pt>
                <c:pt idx="89">
                  <c:v>45944.801018518519</c:v>
                </c:pt>
                <c:pt idx="90">
                  <c:v>45944.801018518519</c:v>
                </c:pt>
                <c:pt idx="91">
                  <c:v>45944.801018518519</c:v>
                </c:pt>
                <c:pt idx="92">
                  <c:v>45944.801018518519</c:v>
                </c:pt>
                <c:pt idx="93">
                  <c:v>45944.801018518519</c:v>
                </c:pt>
                <c:pt idx="94">
                  <c:v>45944.801018518519</c:v>
                </c:pt>
                <c:pt idx="95">
                  <c:v>45944.801018518519</c:v>
                </c:pt>
                <c:pt idx="96">
                  <c:v>45944.801018518519</c:v>
                </c:pt>
                <c:pt idx="97">
                  <c:v>45944.801018518519</c:v>
                </c:pt>
                <c:pt idx="98">
                  <c:v>45944.801018518519</c:v>
                </c:pt>
                <c:pt idx="99">
                  <c:v>45944.801018518519</c:v>
                </c:pt>
                <c:pt idx="100">
                  <c:v>45944.801018518519</c:v>
                </c:pt>
                <c:pt idx="101">
                  <c:v>45944.801018518519</c:v>
                </c:pt>
                <c:pt idx="102">
                  <c:v>45944.801030092596</c:v>
                </c:pt>
                <c:pt idx="103">
                  <c:v>45944.801030092596</c:v>
                </c:pt>
                <c:pt idx="104">
                  <c:v>45944.801030092596</c:v>
                </c:pt>
                <c:pt idx="105">
                  <c:v>45944.801030092596</c:v>
                </c:pt>
                <c:pt idx="106">
                  <c:v>45944.801030092596</c:v>
                </c:pt>
                <c:pt idx="107">
                  <c:v>45944.801030092596</c:v>
                </c:pt>
                <c:pt idx="108">
                  <c:v>45944.801030092596</c:v>
                </c:pt>
                <c:pt idx="109">
                  <c:v>45944.801030092596</c:v>
                </c:pt>
                <c:pt idx="110">
                  <c:v>45944.801030092596</c:v>
                </c:pt>
                <c:pt idx="111">
                  <c:v>45944.801030092596</c:v>
                </c:pt>
                <c:pt idx="112">
                  <c:v>45944.801030092596</c:v>
                </c:pt>
                <c:pt idx="113">
                  <c:v>45944.801030092596</c:v>
                </c:pt>
                <c:pt idx="114">
                  <c:v>45944.801030092596</c:v>
                </c:pt>
                <c:pt idx="115">
                  <c:v>45944.801030092596</c:v>
                </c:pt>
                <c:pt idx="116">
                  <c:v>45944.801030092596</c:v>
                </c:pt>
                <c:pt idx="117">
                  <c:v>45944.801030092596</c:v>
                </c:pt>
                <c:pt idx="118">
                  <c:v>45944.801030092596</c:v>
                </c:pt>
                <c:pt idx="119">
                  <c:v>45944.801030092596</c:v>
                </c:pt>
                <c:pt idx="120">
                  <c:v>45944.801030092596</c:v>
                </c:pt>
                <c:pt idx="121">
                  <c:v>45944.801030092596</c:v>
                </c:pt>
                <c:pt idx="122">
                  <c:v>45944.801041666666</c:v>
                </c:pt>
                <c:pt idx="123">
                  <c:v>45944.801041666666</c:v>
                </c:pt>
                <c:pt idx="124">
                  <c:v>45944.801041666666</c:v>
                </c:pt>
                <c:pt idx="125">
                  <c:v>45944.801041666666</c:v>
                </c:pt>
                <c:pt idx="126">
                  <c:v>45944.801041666666</c:v>
                </c:pt>
                <c:pt idx="127">
                  <c:v>45944.801041666666</c:v>
                </c:pt>
                <c:pt idx="128">
                  <c:v>45944.801041666666</c:v>
                </c:pt>
                <c:pt idx="129">
                  <c:v>45944.801041666666</c:v>
                </c:pt>
                <c:pt idx="130">
                  <c:v>45944.801041666666</c:v>
                </c:pt>
                <c:pt idx="131">
                  <c:v>45944.801041666666</c:v>
                </c:pt>
                <c:pt idx="132">
                  <c:v>45944.801041666666</c:v>
                </c:pt>
                <c:pt idx="133">
                  <c:v>45944.801041666666</c:v>
                </c:pt>
                <c:pt idx="134">
                  <c:v>45944.801041666666</c:v>
                </c:pt>
                <c:pt idx="135">
                  <c:v>45944.801041666666</c:v>
                </c:pt>
                <c:pt idx="136">
                  <c:v>45944.801041666666</c:v>
                </c:pt>
                <c:pt idx="137">
                  <c:v>45944.801041666666</c:v>
                </c:pt>
                <c:pt idx="138">
                  <c:v>45944.801041666666</c:v>
                </c:pt>
                <c:pt idx="139">
                  <c:v>45944.801041666666</c:v>
                </c:pt>
                <c:pt idx="140">
                  <c:v>45944.801041666666</c:v>
                </c:pt>
                <c:pt idx="141">
                  <c:v>45944.801041666666</c:v>
                </c:pt>
                <c:pt idx="142">
                  <c:v>45944.801053240742</c:v>
                </c:pt>
                <c:pt idx="143">
                  <c:v>45944.801053240742</c:v>
                </c:pt>
                <c:pt idx="144">
                  <c:v>45944.801053240742</c:v>
                </c:pt>
                <c:pt idx="145">
                  <c:v>45944.801053240742</c:v>
                </c:pt>
                <c:pt idx="146">
                  <c:v>45944.801053240742</c:v>
                </c:pt>
                <c:pt idx="147">
                  <c:v>45944.801053240742</c:v>
                </c:pt>
                <c:pt idx="148">
                  <c:v>45944.801053240742</c:v>
                </c:pt>
                <c:pt idx="149">
                  <c:v>45944.801053240742</c:v>
                </c:pt>
                <c:pt idx="150">
                  <c:v>45944.801053240742</c:v>
                </c:pt>
                <c:pt idx="151">
                  <c:v>45944.801053240742</c:v>
                </c:pt>
                <c:pt idx="152">
                  <c:v>45944.801053240742</c:v>
                </c:pt>
                <c:pt idx="153">
                  <c:v>45944.801053240742</c:v>
                </c:pt>
                <c:pt idx="154">
                  <c:v>45944.801053240742</c:v>
                </c:pt>
                <c:pt idx="155">
                  <c:v>45944.801053240742</c:v>
                </c:pt>
                <c:pt idx="156">
                  <c:v>45944.801053240742</c:v>
                </c:pt>
                <c:pt idx="157">
                  <c:v>45944.801053240742</c:v>
                </c:pt>
                <c:pt idx="158">
                  <c:v>45944.801053240742</c:v>
                </c:pt>
                <c:pt idx="159">
                  <c:v>45944.801053240742</c:v>
                </c:pt>
                <c:pt idx="160">
                  <c:v>45944.801053240742</c:v>
                </c:pt>
                <c:pt idx="161">
                  <c:v>45944.801053240742</c:v>
                </c:pt>
                <c:pt idx="162">
                  <c:v>45944.801053240742</c:v>
                </c:pt>
                <c:pt idx="163">
                  <c:v>45944.801053240742</c:v>
                </c:pt>
                <c:pt idx="164">
                  <c:v>45944.801064814812</c:v>
                </c:pt>
                <c:pt idx="165">
                  <c:v>45944.801064814812</c:v>
                </c:pt>
                <c:pt idx="166">
                  <c:v>45944.801064814812</c:v>
                </c:pt>
                <c:pt idx="167">
                  <c:v>45944.801064814812</c:v>
                </c:pt>
                <c:pt idx="168">
                  <c:v>45944.801064814812</c:v>
                </c:pt>
                <c:pt idx="169">
                  <c:v>45944.801064814812</c:v>
                </c:pt>
                <c:pt idx="170">
                  <c:v>45944.801064814812</c:v>
                </c:pt>
                <c:pt idx="171">
                  <c:v>45944.801064814812</c:v>
                </c:pt>
                <c:pt idx="172">
                  <c:v>45944.801064814812</c:v>
                </c:pt>
                <c:pt idx="173">
                  <c:v>45944.801064814812</c:v>
                </c:pt>
                <c:pt idx="174">
                  <c:v>45944.801064814812</c:v>
                </c:pt>
                <c:pt idx="175">
                  <c:v>45944.801064814812</c:v>
                </c:pt>
                <c:pt idx="176">
                  <c:v>45944.801064814812</c:v>
                </c:pt>
                <c:pt idx="177">
                  <c:v>45944.801064814812</c:v>
                </c:pt>
                <c:pt idx="178">
                  <c:v>45944.801064814812</c:v>
                </c:pt>
                <c:pt idx="179">
                  <c:v>45944.801064814812</c:v>
                </c:pt>
                <c:pt idx="180">
                  <c:v>45944.801064814812</c:v>
                </c:pt>
                <c:pt idx="181">
                  <c:v>45944.801064814812</c:v>
                </c:pt>
                <c:pt idx="182">
                  <c:v>45944.801064814812</c:v>
                </c:pt>
                <c:pt idx="183">
                  <c:v>45944.801064814812</c:v>
                </c:pt>
                <c:pt idx="184">
                  <c:v>45944.801076388889</c:v>
                </c:pt>
                <c:pt idx="185">
                  <c:v>45944.801076388889</c:v>
                </c:pt>
                <c:pt idx="186">
                  <c:v>45944.801076388889</c:v>
                </c:pt>
                <c:pt idx="187">
                  <c:v>45944.801076388889</c:v>
                </c:pt>
                <c:pt idx="188">
                  <c:v>45944.801076388889</c:v>
                </c:pt>
                <c:pt idx="189">
                  <c:v>45944.801076388889</c:v>
                </c:pt>
                <c:pt idx="190">
                  <c:v>45944.801076388889</c:v>
                </c:pt>
                <c:pt idx="191">
                  <c:v>45944.801076388889</c:v>
                </c:pt>
                <c:pt idx="192">
                  <c:v>45944.801076388889</c:v>
                </c:pt>
                <c:pt idx="193">
                  <c:v>45944.801076388889</c:v>
                </c:pt>
                <c:pt idx="194">
                  <c:v>45944.801076388889</c:v>
                </c:pt>
                <c:pt idx="195">
                  <c:v>45944.801076388889</c:v>
                </c:pt>
                <c:pt idx="196">
                  <c:v>45944.801076388889</c:v>
                </c:pt>
                <c:pt idx="197">
                  <c:v>45944.801076388889</c:v>
                </c:pt>
                <c:pt idx="198">
                  <c:v>45944.801076388889</c:v>
                </c:pt>
                <c:pt idx="199">
                  <c:v>45944.801076388889</c:v>
                </c:pt>
                <c:pt idx="200">
                  <c:v>45944.801076388889</c:v>
                </c:pt>
                <c:pt idx="201">
                  <c:v>45944.801076388889</c:v>
                </c:pt>
                <c:pt idx="202">
                  <c:v>45944.801076388889</c:v>
                </c:pt>
                <c:pt idx="203">
                  <c:v>45944.801076388889</c:v>
                </c:pt>
                <c:pt idx="204">
                  <c:v>45944.801076388889</c:v>
                </c:pt>
                <c:pt idx="205">
                  <c:v>45944.801076388889</c:v>
                </c:pt>
                <c:pt idx="206">
                  <c:v>45944.801087962966</c:v>
                </c:pt>
                <c:pt idx="207">
                  <c:v>45944.801087962966</c:v>
                </c:pt>
                <c:pt idx="208">
                  <c:v>45944.801087962966</c:v>
                </c:pt>
                <c:pt idx="209">
                  <c:v>45944.801087962966</c:v>
                </c:pt>
                <c:pt idx="210">
                  <c:v>45944.801087962966</c:v>
                </c:pt>
                <c:pt idx="211">
                  <c:v>45944.801087962966</c:v>
                </c:pt>
                <c:pt idx="212">
                  <c:v>45944.801087962966</c:v>
                </c:pt>
                <c:pt idx="213">
                  <c:v>45944.801087962966</c:v>
                </c:pt>
                <c:pt idx="214">
                  <c:v>45944.801087962966</c:v>
                </c:pt>
                <c:pt idx="215">
                  <c:v>45944.801087962966</c:v>
                </c:pt>
                <c:pt idx="216">
                  <c:v>45944.801087962966</c:v>
                </c:pt>
                <c:pt idx="217">
                  <c:v>45944.801087962966</c:v>
                </c:pt>
                <c:pt idx="218">
                  <c:v>45944.801087962966</c:v>
                </c:pt>
                <c:pt idx="219">
                  <c:v>45944.801087962966</c:v>
                </c:pt>
                <c:pt idx="220">
                  <c:v>45944.801087962966</c:v>
                </c:pt>
                <c:pt idx="221">
                  <c:v>45944.801087962966</c:v>
                </c:pt>
                <c:pt idx="222">
                  <c:v>45944.801087962966</c:v>
                </c:pt>
                <c:pt idx="223">
                  <c:v>45944.801087962966</c:v>
                </c:pt>
                <c:pt idx="224">
                  <c:v>45944.801087962966</c:v>
                </c:pt>
                <c:pt idx="225">
                  <c:v>45944.801099537035</c:v>
                </c:pt>
                <c:pt idx="226">
                  <c:v>45944.801099537035</c:v>
                </c:pt>
                <c:pt idx="227">
                  <c:v>45944.801099537035</c:v>
                </c:pt>
                <c:pt idx="228">
                  <c:v>45944.801099537035</c:v>
                </c:pt>
                <c:pt idx="229">
                  <c:v>45944.801099537035</c:v>
                </c:pt>
                <c:pt idx="230">
                  <c:v>45944.801099537035</c:v>
                </c:pt>
                <c:pt idx="231">
                  <c:v>45944.801099537035</c:v>
                </c:pt>
                <c:pt idx="232">
                  <c:v>45944.801099537035</c:v>
                </c:pt>
                <c:pt idx="233">
                  <c:v>45944.801099537035</c:v>
                </c:pt>
                <c:pt idx="234">
                  <c:v>45944.801099537035</c:v>
                </c:pt>
                <c:pt idx="235">
                  <c:v>45944.801099537035</c:v>
                </c:pt>
                <c:pt idx="236">
                  <c:v>45944.801099537035</c:v>
                </c:pt>
                <c:pt idx="237">
                  <c:v>45944.801099537035</c:v>
                </c:pt>
                <c:pt idx="238">
                  <c:v>45944.801099537035</c:v>
                </c:pt>
                <c:pt idx="239">
                  <c:v>45944.801099537035</c:v>
                </c:pt>
                <c:pt idx="240">
                  <c:v>45944.801099537035</c:v>
                </c:pt>
                <c:pt idx="241">
                  <c:v>45944.801099537035</c:v>
                </c:pt>
                <c:pt idx="242">
                  <c:v>45944.801099537035</c:v>
                </c:pt>
                <c:pt idx="243">
                  <c:v>45944.801099537035</c:v>
                </c:pt>
                <c:pt idx="244">
                  <c:v>45944.801099537035</c:v>
                </c:pt>
                <c:pt idx="245">
                  <c:v>45944.801111111112</c:v>
                </c:pt>
                <c:pt idx="246">
                  <c:v>45944.801111111112</c:v>
                </c:pt>
                <c:pt idx="247">
                  <c:v>45944.801111111112</c:v>
                </c:pt>
                <c:pt idx="248">
                  <c:v>45944.801111111112</c:v>
                </c:pt>
                <c:pt idx="249">
                  <c:v>45944.801111111112</c:v>
                </c:pt>
                <c:pt idx="250">
                  <c:v>45944.801111111112</c:v>
                </c:pt>
                <c:pt idx="251">
                  <c:v>45944.801111111112</c:v>
                </c:pt>
                <c:pt idx="252">
                  <c:v>45944.801111111112</c:v>
                </c:pt>
                <c:pt idx="253">
                  <c:v>45944.801111111112</c:v>
                </c:pt>
                <c:pt idx="254">
                  <c:v>45944.801111111112</c:v>
                </c:pt>
                <c:pt idx="255">
                  <c:v>45944.801111111112</c:v>
                </c:pt>
                <c:pt idx="256">
                  <c:v>45944.801111111112</c:v>
                </c:pt>
                <c:pt idx="257">
                  <c:v>45944.801111111112</c:v>
                </c:pt>
                <c:pt idx="258">
                  <c:v>45944.801111111112</c:v>
                </c:pt>
                <c:pt idx="259">
                  <c:v>45944.801111111112</c:v>
                </c:pt>
                <c:pt idx="260">
                  <c:v>45944.801111111112</c:v>
                </c:pt>
                <c:pt idx="261">
                  <c:v>45944.801111111112</c:v>
                </c:pt>
                <c:pt idx="262">
                  <c:v>45944.801111111112</c:v>
                </c:pt>
                <c:pt idx="263">
                  <c:v>45944.801111111112</c:v>
                </c:pt>
                <c:pt idx="264">
                  <c:v>45944.801111111112</c:v>
                </c:pt>
                <c:pt idx="265">
                  <c:v>45944.801122685189</c:v>
                </c:pt>
                <c:pt idx="266">
                  <c:v>45944.801122685189</c:v>
                </c:pt>
                <c:pt idx="267">
                  <c:v>45944.801122685189</c:v>
                </c:pt>
                <c:pt idx="268">
                  <c:v>45944.801122685189</c:v>
                </c:pt>
                <c:pt idx="269">
                  <c:v>45944.801122685189</c:v>
                </c:pt>
                <c:pt idx="270">
                  <c:v>45944.801122685189</c:v>
                </c:pt>
                <c:pt idx="271">
                  <c:v>45944.801122685189</c:v>
                </c:pt>
                <c:pt idx="272">
                  <c:v>45944.801122685189</c:v>
                </c:pt>
                <c:pt idx="273">
                  <c:v>45944.801122685189</c:v>
                </c:pt>
                <c:pt idx="274">
                  <c:v>45944.801122685189</c:v>
                </c:pt>
                <c:pt idx="275">
                  <c:v>45944.801122685189</c:v>
                </c:pt>
                <c:pt idx="276">
                  <c:v>45944.801122685189</c:v>
                </c:pt>
                <c:pt idx="277">
                  <c:v>45944.801122685189</c:v>
                </c:pt>
                <c:pt idx="278">
                  <c:v>45944.801122685189</c:v>
                </c:pt>
                <c:pt idx="279">
                  <c:v>45944.801122685189</c:v>
                </c:pt>
                <c:pt idx="280">
                  <c:v>45944.801122685189</c:v>
                </c:pt>
                <c:pt idx="281">
                  <c:v>45944.801122685189</c:v>
                </c:pt>
                <c:pt idx="282">
                  <c:v>45944.801122685189</c:v>
                </c:pt>
                <c:pt idx="283">
                  <c:v>45944.801122685189</c:v>
                </c:pt>
                <c:pt idx="284">
                  <c:v>45944.801122685189</c:v>
                </c:pt>
                <c:pt idx="285">
                  <c:v>45944.801134259258</c:v>
                </c:pt>
                <c:pt idx="286">
                  <c:v>45944.801134259258</c:v>
                </c:pt>
                <c:pt idx="287">
                  <c:v>45944.801134259258</c:v>
                </c:pt>
                <c:pt idx="288">
                  <c:v>45944.801134259258</c:v>
                </c:pt>
                <c:pt idx="289">
                  <c:v>45944.801134259258</c:v>
                </c:pt>
                <c:pt idx="290">
                  <c:v>45944.801134259258</c:v>
                </c:pt>
                <c:pt idx="291">
                  <c:v>45944.801134259258</c:v>
                </c:pt>
                <c:pt idx="292">
                  <c:v>45944.801134259258</c:v>
                </c:pt>
                <c:pt idx="293">
                  <c:v>45944.801134259258</c:v>
                </c:pt>
                <c:pt idx="294">
                  <c:v>45944.801134259258</c:v>
                </c:pt>
                <c:pt idx="295">
                  <c:v>45944.801134259258</c:v>
                </c:pt>
                <c:pt idx="296">
                  <c:v>45944.801134259258</c:v>
                </c:pt>
                <c:pt idx="297">
                  <c:v>45944.801134259258</c:v>
                </c:pt>
                <c:pt idx="298">
                  <c:v>45944.801134259258</c:v>
                </c:pt>
                <c:pt idx="299">
                  <c:v>45944.801134259258</c:v>
                </c:pt>
                <c:pt idx="300">
                  <c:v>45944.801134259258</c:v>
                </c:pt>
                <c:pt idx="301">
                  <c:v>45944.801134259258</c:v>
                </c:pt>
                <c:pt idx="302">
                  <c:v>45944.801134259258</c:v>
                </c:pt>
                <c:pt idx="303">
                  <c:v>45944.801134259258</c:v>
                </c:pt>
                <c:pt idx="304">
                  <c:v>45944.801134259258</c:v>
                </c:pt>
                <c:pt idx="305">
                  <c:v>45944.801134259258</c:v>
                </c:pt>
                <c:pt idx="306">
                  <c:v>45944.801145833335</c:v>
                </c:pt>
                <c:pt idx="307">
                  <c:v>45944.801145833335</c:v>
                </c:pt>
                <c:pt idx="308">
                  <c:v>45944.801145833335</c:v>
                </c:pt>
                <c:pt idx="309">
                  <c:v>45944.801145833335</c:v>
                </c:pt>
                <c:pt idx="310">
                  <c:v>45944.801145833335</c:v>
                </c:pt>
                <c:pt idx="311">
                  <c:v>45944.801145833335</c:v>
                </c:pt>
                <c:pt idx="312">
                  <c:v>45944.801145833335</c:v>
                </c:pt>
                <c:pt idx="313">
                  <c:v>45944.801145833335</c:v>
                </c:pt>
                <c:pt idx="314">
                  <c:v>45944.801145833335</c:v>
                </c:pt>
                <c:pt idx="315">
                  <c:v>45944.801145833335</c:v>
                </c:pt>
                <c:pt idx="316">
                  <c:v>45944.801145833335</c:v>
                </c:pt>
                <c:pt idx="317">
                  <c:v>45944.801145833335</c:v>
                </c:pt>
                <c:pt idx="318">
                  <c:v>45944.801145833335</c:v>
                </c:pt>
                <c:pt idx="319">
                  <c:v>45944.801145833335</c:v>
                </c:pt>
                <c:pt idx="320">
                  <c:v>45944.801145833335</c:v>
                </c:pt>
                <c:pt idx="321">
                  <c:v>45944.801145833335</c:v>
                </c:pt>
                <c:pt idx="322">
                  <c:v>45944.801145833335</c:v>
                </c:pt>
                <c:pt idx="323">
                  <c:v>45944.801145833335</c:v>
                </c:pt>
                <c:pt idx="324">
                  <c:v>45944.801145833335</c:v>
                </c:pt>
                <c:pt idx="325">
                  <c:v>45944.801145833335</c:v>
                </c:pt>
                <c:pt idx="326">
                  <c:v>45944.801145833335</c:v>
                </c:pt>
                <c:pt idx="327">
                  <c:v>45944.801157407404</c:v>
                </c:pt>
                <c:pt idx="328">
                  <c:v>45944.801157407404</c:v>
                </c:pt>
                <c:pt idx="329">
                  <c:v>45944.801157407404</c:v>
                </c:pt>
                <c:pt idx="330">
                  <c:v>45944.801157407404</c:v>
                </c:pt>
                <c:pt idx="331">
                  <c:v>45944.801157407404</c:v>
                </c:pt>
                <c:pt idx="332">
                  <c:v>45944.801157407404</c:v>
                </c:pt>
                <c:pt idx="333">
                  <c:v>45944.801157407404</c:v>
                </c:pt>
                <c:pt idx="334">
                  <c:v>45944.801157407404</c:v>
                </c:pt>
                <c:pt idx="335">
                  <c:v>45944.801157407404</c:v>
                </c:pt>
                <c:pt idx="336">
                  <c:v>45944.801157407404</c:v>
                </c:pt>
                <c:pt idx="337">
                  <c:v>45944.801157407404</c:v>
                </c:pt>
                <c:pt idx="338">
                  <c:v>45944.801157407404</c:v>
                </c:pt>
                <c:pt idx="339">
                  <c:v>45944.801157407404</c:v>
                </c:pt>
                <c:pt idx="340">
                  <c:v>45944.801157407404</c:v>
                </c:pt>
                <c:pt idx="341">
                  <c:v>45944.801157407404</c:v>
                </c:pt>
                <c:pt idx="342">
                  <c:v>45944.801157407404</c:v>
                </c:pt>
                <c:pt idx="343">
                  <c:v>45944.801157407404</c:v>
                </c:pt>
                <c:pt idx="344">
                  <c:v>45944.801157407404</c:v>
                </c:pt>
                <c:pt idx="345">
                  <c:v>45944.801157407404</c:v>
                </c:pt>
                <c:pt idx="346">
                  <c:v>45944.801157407404</c:v>
                </c:pt>
                <c:pt idx="347">
                  <c:v>45944.801157407404</c:v>
                </c:pt>
                <c:pt idx="348">
                  <c:v>45944.801168981481</c:v>
                </c:pt>
                <c:pt idx="349">
                  <c:v>45944.801168981481</c:v>
                </c:pt>
                <c:pt idx="350">
                  <c:v>45944.801168981481</c:v>
                </c:pt>
                <c:pt idx="351">
                  <c:v>45944.801168981481</c:v>
                </c:pt>
                <c:pt idx="352">
                  <c:v>45944.801168981481</c:v>
                </c:pt>
                <c:pt idx="353">
                  <c:v>45944.801168981481</c:v>
                </c:pt>
                <c:pt idx="354">
                  <c:v>45944.801168981481</c:v>
                </c:pt>
                <c:pt idx="355">
                  <c:v>45944.801168981481</c:v>
                </c:pt>
                <c:pt idx="356">
                  <c:v>45944.801168981481</c:v>
                </c:pt>
                <c:pt idx="357">
                  <c:v>45944.801168981481</c:v>
                </c:pt>
                <c:pt idx="358">
                  <c:v>45944.801168981481</c:v>
                </c:pt>
                <c:pt idx="359">
                  <c:v>45944.801168981481</c:v>
                </c:pt>
                <c:pt idx="360">
                  <c:v>45944.801168981481</c:v>
                </c:pt>
                <c:pt idx="361">
                  <c:v>45944.801168981481</c:v>
                </c:pt>
                <c:pt idx="362">
                  <c:v>45944.801168981481</c:v>
                </c:pt>
              </c:numCache>
            </c:numRef>
          </c:cat>
          <c:val>
            <c:numRef>
              <c:f>Sheet1!$G$2:$G$364</c:f>
              <c:numCache>
                <c:formatCode>General</c:formatCode>
                <c:ptCount val="363"/>
                <c:pt idx="0">
                  <c:v>-7.5540000000000003</c:v>
                </c:pt>
                <c:pt idx="1">
                  <c:v>-7.5540000000000003</c:v>
                </c:pt>
                <c:pt idx="2">
                  <c:v>-7.5540000000000003</c:v>
                </c:pt>
                <c:pt idx="3">
                  <c:v>-7.5540000000000003</c:v>
                </c:pt>
                <c:pt idx="4">
                  <c:v>-7.5540000000000003</c:v>
                </c:pt>
                <c:pt idx="5">
                  <c:v>-7.5540000000000003</c:v>
                </c:pt>
                <c:pt idx="6">
                  <c:v>-7.5540000000000003</c:v>
                </c:pt>
                <c:pt idx="7">
                  <c:v>-7.5540000000000003</c:v>
                </c:pt>
                <c:pt idx="8">
                  <c:v>-7.5540000000000003</c:v>
                </c:pt>
                <c:pt idx="9">
                  <c:v>-7.5540000000000003</c:v>
                </c:pt>
                <c:pt idx="10">
                  <c:v>-7.5540000000000003</c:v>
                </c:pt>
                <c:pt idx="11">
                  <c:v>-7.5540000000000003</c:v>
                </c:pt>
                <c:pt idx="12">
                  <c:v>-7.5540000000000003</c:v>
                </c:pt>
                <c:pt idx="13">
                  <c:v>-7.5540000000000003</c:v>
                </c:pt>
                <c:pt idx="14">
                  <c:v>-7.5540000000000003</c:v>
                </c:pt>
                <c:pt idx="15">
                  <c:v>-7.5540000000000003</c:v>
                </c:pt>
                <c:pt idx="16">
                  <c:v>-7.5540000000000003</c:v>
                </c:pt>
                <c:pt idx="17">
                  <c:v>-7.5540000000000003</c:v>
                </c:pt>
                <c:pt idx="18">
                  <c:v>-7.5540000000000003</c:v>
                </c:pt>
                <c:pt idx="19">
                  <c:v>-7.5549999999999997</c:v>
                </c:pt>
                <c:pt idx="20">
                  <c:v>-7.556</c:v>
                </c:pt>
                <c:pt idx="21">
                  <c:v>-7.5570000000000004</c:v>
                </c:pt>
                <c:pt idx="22">
                  <c:v>-7.5570000000000004</c:v>
                </c:pt>
                <c:pt idx="23">
                  <c:v>-7.5579999999999998</c:v>
                </c:pt>
                <c:pt idx="24">
                  <c:v>-7.5590000000000002</c:v>
                </c:pt>
                <c:pt idx="25">
                  <c:v>-7.56</c:v>
                </c:pt>
                <c:pt idx="26">
                  <c:v>-7.56</c:v>
                </c:pt>
                <c:pt idx="27">
                  <c:v>-7.5579999999999998</c:v>
                </c:pt>
                <c:pt idx="28">
                  <c:v>-7.556</c:v>
                </c:pt>
                <c:pt idx="29">
                  <c:v>-7.556</c:v>
                </c:pt>
                <c:pt idx="30">
                  <c:v>-7.556</c:v>
                </c:pt>
                <c:pt idx="31">
                  <c:v>-7.556</c:v>
                </c:pt>
                <c:pt idx="32">
                  <c:v>-7.556</c:v>
                </c:pt>
                <c:pt idx="33">
                  <c:v>-7.556</c:v>
                </c:pt>
                <c:pt idx="34">
                  <c:v>-7.556</c:v>
                </c:pt>
                <c:pt idx="35">
                  <c:v>-7.556</c:v>
                </c:pt>
                <c:pt idx="36">
                  <c:v>-7.556</c:v>
                </c:pt>
                <c:pt idx="37">
                  <c:v>-7.5579999999999998</c:v>
                </c:pt>
                <c:pt idx="38">
                  <c:v>-7.5590000000000002</c:v>
                </c:pt>
                <c:pt idx="39">
                  <c:v>-7.56</c:v>
                </c:pt>
                <c:pt idx="40">
                  <c:v>-7.5609999999999999</c:v>
                </c:pt>
                <c:pt idx="41">
                  <c:v>-7.5620000000000003</c:v>
                </c:pt>
                <c:pt idx="42">
                  <c:v>-7.5620000000000003</c:v>
                </c:pt>
                <c:pt idx="43">
                  <c:v>-7.5620000000000003</c:v>
                </c:pt>
                <c:pt idx="44">
                  <c:v>-7.5620000000000003</c:v>
                </c:pt>
                <c:pt idx="45">
                  <c:v>-7.5620000000000003</c:v>
                </c:pt>
                <c:pt idx="46">
                  <c:v>-7.5629999999999997</c:v>
                </c:pt>
                <c:pt idx="47">
                  <c:v>-7.5629999999999997</c:v>
                </c:pt>
                <c:pt idx="48">
                  <c:v>-7.5629999999999997</c:v>
                </c:pt>
                <c:pt idx="49">
                  <c:v>-7.5629999999999997</c:v>
                </c:pt>
                <c:pt idx="50">
                  <c:v>-7.5629999999999997</c:v>
                </c:pt>
                <c:pt idx="51">
                  <c:v>-7.5629999999999997</c:v>
                </c:pt>
                <c:pt idx="52">
                  <c:v>-7.5629999999999997</c:v>
                </c:pt>
                <c:pt idx="53">
                  <c:v>-7.5629999999999997</c:v>
                </c:pt>
                <c:pt idx="54">
                  <c:v>-7.5629999999999997</c:v>
                </c:pt>
                <c:pt idx="55">
                  <c:v>-7.5629999999999997</c:v>
                </c:pt>
                <c:pt idx="56">
                  <c:v>-7.5620000000000003</c:v>
                </c:pt>
                <c:pt idx="57">
                  <c:v>-7.5609999999999999</c:v>
                </c:pt>
                <c:pt idx="58">
                  <c:v>-7.5609999999999999</c:v>
                </c:pt>
                <c:pt idx="59">
                  <c:v>-7.5609999999999999</c:v>
                </c:pt>
                <c:pt idx="60">
                  <c:v>-7.5609999999999999</c:v>
                </c:pt>
                <c:pt idx="61">
                  <c:v>-7.5609999999999999</c:v>
                </c:pt>
                <c:pt idx="62">
                  <c:v>-7.56</c:v>
                </c:pt>
                <c:pt idx="63">
                  <c:v>-7.56</c:v>
                </c:pt>
                <c:pt idx="64">
                  <c:v>-7.56</c:v>
                </c:pt>
                <c:pt idx="65">
                  <c:v>-7.56</c:v>
                </c:pt>
                <c:pt idx="66">
                  <c:v>-7.5570000000000004</c:v>
                </c:pt>
                <c:pt idx="67">
                  <c:v>-7.5549999999999997</c:v>
                </c:pt>
                <c:pt idx="68">
                  <c:v>-7.5549999999999997</c:v>
                </c:pt>
                <c:pt idx="69">
                  <c:v>-7.5540000000000003</c:v>
                </c:pt>
                <c:pt idx="70">
                  <c:v>-7.5529999999999999</c:v>
                </c:pt>
                <c:pt idx="71">
                  <c:v>-7.5490000000000004</c:v>
                </c:pt>
                <c:pt idx="72">
                  <c:v>-7.548</c:v>
                </c:pt>
                <c:pt idx="73">
                  <c:v>-7.5460000000000003</c:v>
                </c:pt>
                <c:pt idx="74">
                  <c:v>-7.5439999999999996</c:v>
                </c:pt>
                <c:pt idx="75">
                  <c:v>-7.5389999999999997</c:v>
                </c:pt>
                <c:pt idx="76">
                  <c:v>-7.5380000000000003</c:v>
                </c:pt>
                <c:pt idx="77">
                  <c:v>-7.5369999999999999</c:v>
                </c:pt>
                <c:pt idx="78">
                  <c:v>-7.5330000000000004</c:v>
                </c:pt>
                <c:pt idx="79">
                  <c:v>-7.5259999999999998</c:v>
                </c:pt>
                <c:pt idx="80">
                  <c:v>-7.524</c:v>
                </c:pt>
                <c:pt idx="81">
                  <c:v>-7.5220000000000002</c:v>
                </c:pt>
                <c:pt idx="82">
                  <c:v>-7.516</c:v>
                </c:pt>
                <c:pt idx="83">
                  <c:v>-7.516</c:v>
                </c:pt>
                <c:pt idx="84">
                  <c:v>-7.516</c:v>
                </c:pt>
                <c:pt idx="85">
                  <c:v>-7.5140000000000002</c:v>
                </c:pt>
                <c:pt idx="86">
                  <c:v>-7.5129999999999999</c:v>
                </c:pt>
                <c:pt idx="87">
                  <c:v>-7.5129999999999999</c:v>
                </c:pt>
                <c:pt idx="88">
                  <c:v>-7.5129999999999999</c:v>
                </c:pt>
                <c:pt idx="89">
                  <c:v>-7.5129999999999999</c:v>
                </c:pt>
                <c:pt idx="90">
                  <c:v>-7.5129999999999999</c:v>
                </c:pt>
                <c:pt idx="91">
                  <c:v>-7.5140000000000002</c:v>
                </c:pt>
                <c:pt idx="92">
                  <c:v>-7.5149999999999997</c:v>
                </c:pt>
                <c:pt idx="93">
                  <c:v>-7.5149999999999997</c:v>
                </c:pt>
                <c:pt idx="94">
                  <c:v>-7.516</c:v>
                </c:pt>
                <c:pt idx="95">
                  <c:v>-7.516</c:v>
                </c:pt>
                <c:pt idx="96">
                  <c:v>-7.516</c:v>
                </c:pt>
                <c:pt idx="97">
                  <c:v>-7.516</c:v>
                </c:pt>
                <c:pt idx="98">
                  <c:v>-7.516</c:v>
                </c:pt>
                <c:pt idx="99">
                  <c:v>-7.516</c:v>
                </c:pt>
                <c:pt idx="100">
                  <c:v>-7.5179999999999998</c:v>
                </c:pt>
                <c:pt idx="101">
                  <c:v>-7.5209999999999999</c:v>
                </c:pt>
                <c:pt idx="102">
                  <c:v>-7.524</c:v>
                </c:pt>
                <c:pt idx="103">
                  <c:v>-7.524</c:v>
                </c:pt>
                <c:pt idx="104">
                  <c:v>-7.5259999999999998</c:v>
                </c:pt>
                <c:pt idx="105">
                  <c:v>-7.5289999999999999</c:v>
                </c:pt>
                <c:pt idx="106">
                  <c:v>-7.5309999999999997</c:v>
                </c:pt>
                <c:pt idx="107">
                  <c:v>-7.5339999999999998</c:v>
                </c:pt>
                <c:pt idx="108">
                  <c:v>-7.5339999999999998</c:v>
                </c:pt>
                <c:pt idx="109">
                  <c:v>-7.5339999999999998</c:v>
                </c:pt>
                <c:pt idx="110">
                  <c:v>-7.5339999999999998</c:v>
                </c:pt>
                <c:pt idx="111">
                  <c:v>-7.5339999999999998</c:v>
                </c:pt>
                <c:pt idx="112">
                  <c:v>-7.5339999999999998</c:v>
                </c:pt>
                <c:pt idx="113">
                  <c:v>-7.5350000000000001</c:v>
                </c:pt>
                <c:pt idx="114">
                  <c:v>-7.5350000000000001</c:v>
                </c:pt>
                <c:pt idx="115">
                  <c:v>-7.5350000000000001</c:v>
                </c:pt>
                <c:pt idx="116">
                  <c:v>-7.5350000000000001</c:v>
                </c:pt>
                <c:pt idx="117">
                  <c:v>-7.5350000000000001</c:v>
                </c:pt>
                <c:pt idx="118">
                  <c:v>-7.5350000000000001</c:v>
                </c:pt>
                <c:pt idx="119">
                  <c:v>-7.5339999999999998</c:v>
                </c:pt>
                <c:pt idx="120">
                  <c:v>-7.5339999999999998</c:v>
                </c:pt>
                <c:pt idx="121">
                  <c:v>-7.5339999999999998</c:v>
                </c:pt>
                <c:pt idx="122">
                  <c:v>-7.5339999999999998</c:v>
                </c:pt>
                <c:pt idx="123">
                  <c:v>-7.5339999999999998</c:v>
                </c:pt>
                <c:pt idx="124">
                  <c:v>-7.5330000000000004</c:v>
                </c:pt>
                <c:pt idx="125">
                  <c:v>-7.5270000000000001</c:v>
                </c:pt>
                <c:pt idx="126">
                  <c:v>-7.5259999999999998</c:v>
                </c:pt>
                <c:pt idx="127">
                  <c:v>-7.524</c:v>
                </c:pt>
                <c:pt idx="128">
                  <c:v>-7.524</c:v>
                </c:pt>
                <c:pt idx="129">
                  <c:v>-7.524</c:v>
                </c:pt>
                <c:pt idx="130">
                  <c:v>-7.524</c:v>
                </c:pt>
                <c:pt idx="131">
                  <c:v>-7.524</c:v>
                </c:pt>
                <c:pt idx="132">
                  <c:v>-7.524</c:v>
                </c:pt>
                <c:pt idx="133">
                  <c:v>-7.5229999999999997</c:v>
                </c:pt>
                <c:pt idx="134">
                  <c:v>-7.5229999999999997</c:v>
                </c:pt>
                <c:pt idx="135">
                  <c:v>-7.5229999999999997</c:v>
                </c:pt>
                <c:pt idx="136">
                  <c:v>-7.5220000000000002</c:v>
                </c:pt>
                <c:pt idx="137">
                  <c:v>-7.52</c:v>
                </c:pt>
                <c:pt idx="138">
                  <c:v>-7.516</c:v>
                </c:pt>
                <c:pt idx="139">
                  <c:v>-7.5119999999999996</c:v>
                </c:pt>
                <c:pt idx="140">
                  <c:v>-7.5090000000000003</c:v>
                </c:pt>
                <c:pt idx="141">
                  <c:v>-7.5049999999999999</c:v>
                </c:pt>
                <c:pt idx="142">
                  <c:v>-7.5</c:v>
                </c:pt>
                <c:pt idx="143">
                  <c:v>-7.4960000000000004</c:v>
                </c:pt>
                <c:pt idx="144">
                  <c:v>-7.4930000000000003</c:v>
                </c:pt>
                <c:pt idx="145">
                  <c:v>-7.4889999999999999</c:v>
                </c:pt>
                <c:pt idx="146">
                  <c:v>-7.484</c:v>
                </c:pt>
                <c:pt idx="147">
                  <c:v>-7.4779999999999998</c:v>
                </c:pt>
                <c:pt idx="148">
                  <c:v>-7.4729999999999999</c:v>
                </c:pt>
                <c:pt idx="149">
                  <c:v>-7.468</c:v>
                </c:pt>
                <c:pt idx="150">
                  <c:v>-7.4649999999999999</c:v>
                </c:pt>
                <c:pt idx="151">
                  <c:v>-7.4610000000000003</c:v>
                </c:pt>
                <c:pt idx="152">
                  <c:v>-7.4560000000000004</c:v>
                </c:pt>
                <c:pt idx="153">
                  <c:v>-7.4509999999999996</c:v>
                </c:pt>
                <c:pt idx="154">
                  <c:v>-7.4429999999999996</c:v>
                </c:pt>
                <c:pt idx="155">
                  <c:v>-7.44</c:v>
                </c:pt>
                <c:pt idx="156">
                  <c:v>-7.4349999999999996</c:v>
                </c:pt>
                <c:pt idx="157">
                  <c:v>-7.431</c:v>
                </c:pt>
                <c:pt idx="158">
                  <c:v>-7.4249999999999998</c:v>
                </c:pt>
                <c:pt idx="159">
                  <c:v>-7.4219999999999997</c:v>
                </c:pt>
                <c:pt idx="160">
                  <c:v>-7.4169999999999998</c:v>
                </c:pt>
                <c:pt idx="161">
                  <c:v>-7.4119999999999999</c:v>
                </c:pt>
                <c:pt idx="162">
                  <c:v>-7.4039999999999999</c:v>
                </c:pt>
                <c:pt idx="163">
                  <c:v>-7.399</c:v>
                </c:pt>
                <c:pt idx="164">
                  <c:v>-7.3929999999999998</c:v>
                </c:pt>
                <c:pt idx="165">
                  <c:v>-7.391</c:v>
                </c:pt>
                <c:pt idx="166">
                  <c:v>-7.3869999999999996</c:v>
                </c:pt>
                <c:pt idx="167">
                  <c:v>-7.3849999999999998</c:v>
                </c:pt>
                <c:pt idx="168">
                  <c:v>-7.38</c:v>
                </c:pt>
                <c:pt idx="169">
                  <c:v>-7.3760000000000003</c:v>
                </c:pt>
                <c:pt idx="170">
                  <c:v>-7.37</c:v>
                </c:pt>
                <c:pt idx="171">
                  <c:v>-7.3680000000000003</c:v>
                </c:pt>
                <c:pt idx="172">
                  <c:v>-7.3630000000000004</c:v>
                </c:pt>
                <c:pt idx="173">
                  <c:v>-7.3620000000000001</c:v>
                </c:pt>
                <c:pt idx="174">
                  <c:v>-7.3579999999999997</c:v>
                </c:pt>
                <c:pt idx="175">
                  <c:v>-7.3559999999999999</c:v>
                </c:pt>
                <c:pt idx="176">
                  <c:v>-7.3559999999999999</c:v>
                </c:pt>
                <c:pt idx="177">
                  <c:v>-7.3559999999999999</c:v>
                </c:pt>
                <c:pt idx="178">
                  <c:v>-7.3559999999999999</c:v>
                </c:pt>
                <c:pt idx="179">
                  <c:v>-7.3559999999999999</c:v>
                </c:pt>
                <c:pt idx="180">
                  <c:v>-7.3559999999999999</c:v>
                </c:pt>
                <c:pt idx="181">
                  <c:v>-7.3559999999999999</c:v>
                </c:pt>
                <c:pt idx="182">
                  <c:v>-7.3559999999999999</c:v>
                </c:pt>
                <c:pt idx="183">
                  <c:v>-7.3559999999999999</c:v>
                </c:pt>
                <c:pt idx="184">
                  <c:v>-7.3559999999999999</c:v>
                </c:pt>
                <c:pt idx="185">
                  <c:v>-7.3559999999999999</c:v>
                </c:pt>
                <c:pt idx="186">
                  <c:v>-7.3559999999999999</c:v>
                </c:pt>
                <c:pt idx="187">
                  <c:v>-7.3559999999999999</c:v>
                </c:pt>
                <c:pt idx="188">
                  <c:v>-7.3559999999999999</c:v>
                </c:pt>
                <c:pt idx="189">
                  <c:v>-7.3559999999999999</c:v>
                </c:pt>
                <c:pt idx="190">
                  <c:v>-7.3559999999999999</c:v>
                </c:pt>
                <c:pt idx="191">
                  <c:v>-7.3559999999999999</c:v>
                </c:pt>
                <c:pt idx="192">
                  <c:v>-7.3559999999999999</c:v>
                </c:pt>
                <c:pt idx="193">
                  <c:v>-7.3559999999999999</c:v>
                </c:pt>
                <c:pt idx="194">
                  <c:v>-7.3559999999999999</c:v>
                </c:pt>
                <c:pt idx="195">
                  <c:v>-7.3559999999999999</c:v>
                </c:pt>
                <c:pt idx="196">
                  <c:v>-7.3559999999999999</c:v>
                </c:pt>
                <c:pt idx="197">
                  <c:v>-7.3559999999999999</c:v>
                </c:pt>
                <c:pt idx="198">
                  <c:v>-7.3559999999999999</c:v>
                </c:pt>
                <c:pt idx="199">
                  <c:v>-7.3559999999999999</c:v>
                </c:pt>
                <c:pt idx="200">
                  <c:v>-7.3559999999999999</c:v>
                </c:pt>
                <c:pt idx="201">
                  <c:v>-7.3540000000000001</c:v>
                </c:pt>
                <c:pt idx="202">
                  <c:v>-7.3540000000000001</c:v>
                </c:pt>
                <c:pt idx="203">
                  <c:v>-7.3540000000000001</c:v>
                </c:pt>
                <c:pt idx="204">
                  <c:v>-7.3540000000000001</c:v>
                </c:pt>
                <c:pt idx="205">
                  <c:v>-7.3540000000000001</c:v>
                </c:pt>
                <c:pt idx="206">
                  <c:v>-7.3540000000000001</c:v>
                </c:pt>
                <c:pt idx="207">
                  <c:v>-7.3540000000000001</c:v>
                </c:pt>
                <c:pt idx="208">
                  <c:v>-7.3540000000000001</c:v>
                </c:pt>
                <c:pt idx="209">
                  <c:v>-7.3550000000000004</c:v>
                </c:pt>
                <c:pt idx="210">
                  <c:v>-7.3550000000000004</c:v>
                </c:pt>
                <c:pt idx="211">
                  <c:v>-7.3559999999999999</c:v>
                </c:pt>
                <c:pt idx="212">
                  <c:v>-7.3559999999999999</c:v>
                </c:pt>
                <c:pt idx="213">
                  <c:v>-7.3559999999999999</c:v>
                </c:pt>
                <c:pt idx="214">
                  <c:v>-7.3559999999999999</c:v>
                </c:pt>
                <c:pt idx="215">
                  <c:v>-7.3559999999999999</c:v>
                </c:pt>
                <c:pt idx="216">
                  <c:v>-7.3559999999999999</c:v>
                </c:pt>
                <c:pt idx="217">
                  <c:v>-7.3559999999999999</c:v>
                </c:pt>
                <c:pt idx="218">
                  <c:v>-7.3559999999999999</c:v>
                </c:pt>
                <c:pt idx="219">
                  <c:v>-7.3559999999999999</c:v>
                </c:pt>
                <c:pt idx="220">
                  <c:v>-7.3559999999999999</c:v>
                </c:pt>
                <c:pt idx="221">
                  <c:v>-7.3559999999999999</c:v>
                </c:pt>
                <c:pt idx="222">
                  <c:v>-7.3559999999999999</c:v>
                </c:pt>
                <c:pt idx="223">
                  <c:v>-7.3559999999999999</c:v>
                </c:pt>
                <c:pt idx="224">
                  <c:v>-7.3559999999999999</c:v>
                </c:pt>
                <c:pt idx="225">
                  <c:v>-7.3559999999999999</c:v>
                </c:pt>
                <c:pt idx="226">
                  <c:v>-7.3559999999999999</c:v>
                </c:pt>
                <c:pt idx="227">
                  <c:v>-7.3559999999999999</c:v>
                </c:pt>
                <c:pt idx="228">
                  <c:v>-7.3559999999999999</c:v>
                </c:pt>
                <c:pt idx="229">
                  <c:v>-7.3559999999999999</c:v>
                </c:pt>
                <c:pt idx="230">
                  <c:v>-7.3559999999999999</c:v>
                </c:pt>
                <c:pt idx="231">
                  <c:v>-7.3559999999999999</c:v>
                </c:pt>
                <c:pt idx="232">
                  <c:v>-7.3559999999999999</c:v>
                </c:pt>
                <c:pt idx="233">
                  <c:v>-7.3559999999999999</c:v>
                </c:pt>
                <c:pt idx="234">
                  <c:v>-7.3570000000000002</c:v>
                </c:pt>
                <c:pt idx="235">
                  <c:v>-7.3570000000000002</c:v>
                </c:pt>
                <c:pt idx="236">
                  <c:v>-7.3570000000000002</c:v>
                </c:pt>
                <c:pt idx="237">
                  <c:v>-7.3570000000000002</c:v>
                </c:pt>
                <c:pt idx="238">
                  <c:v>-7.3570000000000002</c:v>
                </c:pt>
                <c:pt idx="239">
                  <c:v>-7.3570000000000002</c:v>
                </c:pt>
                <c:pt idx="240">
                  <c:v>-7.3570000000000002</c:v>
                </c:pt>
                <c:pt idx="241">
                  <c:v>-7.3570000000000002</c:v>
                </c:pt>
                <c:pt idx="242">
                  <c:v>-7.3570000000000002</c:v>
                </c:pt>
                <c:pt idx="243">
                  <c:v>-7.3570000000000002</c:v>
                </c:pt>
                <c:pt idx="244">
                  <c:v>-7.3570000000000002</c:v>
                </c:pt>
                <c:pt idx="245">
                  <c:v>-7.3579999999999997</c:v>
                </c:pt>
                <c:pt idx="246">
                  <c:v>-7.3570000000000002</c:v>
                </c:pt>
                <c:pt idx="247">
                  <c:v>-7.3570000000000002</c:v>
                </c:pt>
                <c:pt idx="248">
                  <c:v>-7.3570000000000002</c:v>
                </c:pt>
                <c:pt idx="249">
                  <c:v>-7.3570000000000002</c:v>
                </c:pt>
                <c:pt idx="250">
                  <c:v>-7.3570000000000002</c:v>
                </c:pt>
                <c:pt idx="251">
                  <c:v>-7.3570000000000002</c:v>
                </c:pt>
                <c:pt idx="252">
                  <c:v>-7.3579999999999997</c:v>
                </c:pt>
                <c:pt idx="253">
                  <c:v>-7.3579999999999997</c:v>
                </c:pt>
                <c:pt idx="254">
                  <c:v>-7.3579999999999997</c:v>
                </c:pt>
                <c:pt idx="255">
                  <c:v>-7.3579999999999997</c:v>
                </c:pt>
                <c:pt idx="256">
                  <c:v>-7.359</c:v>
                </c:pt>
                <c:pt idx="257">
                  <c:v>-7.359</c:v>
                </c:pt>
                <c:pt idx="258">
                  <c:v>-7.359</c:v>
                </c:pt>
                <c:pt idx="259">
                  <c:v>-7.359</c:v>
                </c:pt>
                <c:pt idx="260">
                  <c:v>-7.3570000000000002</c:v>
                </c:pt>
                <c:pt idx="261">
                  <c:v>-7.3570000000000002</c:v>
                </c:pt>
                <c:pt idx="262">
                  <c:v>-7.3550000000000004</c:v>
                </c:pt>
                <c:pt idx="263">
                  <c:v>-7.3540000000000001</c:v>
                </c:pt>
                <c:pt idx="264">
                  <c:v>-7.3540000000000001</c:v>
                </c:pt>
                <c:pt idx="265">
                  <c:v>-7.3540000000000001</c:v>
                </c:pt>
                <c:pt idx="266">
                  <c:v>-7.3540000000000001</c:v>
                </c:pt>
                <c:pt idx="267">
                  <c:v>-7.3540000000000001</c:v>
                </c:pt>
                <c:pt idx="268">
                  <c:v>-7.3540000000000001</c:v>
                </c:pt>
                <c:pt idx="269">
                  <c:v>-7.3540000000000001</c:v>
                </c:pt>
                <c:pt idx="270">
                  <c:v>-7.3540000000000001</c:v>
                </c:pt>
                <c:pt idx="271">
                  <c:v>-7.3520000000000003</c:v>
                </c:pt>
                <c:pt idx="272">
                  <c:v>-7.351</c:v>
                </c:pt>
                <c:pt idx="273">
                  <c:v>-7.351</c:v>
                </c:pt>
                <c:pt idx="274">
                  <c:v>-7.3449999999999998</c:v>
                </c:pt>
                <c:pt idx="275">
                  <c:v>-7.3449999999999998</c:v>
                </c:pt>
                <c:pt idx="276">
                  <c:v>-7.343</c:v>
                </c:pt>
                <c:pt idx="277">
                  <c:v>-7.3380000000000001</c:v>
                </c:pt>
                <c:pt idx="278">
                  <c:v>-7.3380000000000001</c:v>
                </c:pt>
                <c:pt idx="279">
                  <c:v>-7.3380000000000001</c:v>
                </c:pt>
                <c:pt idx="280">
                  <c:v>-7.3380000000000001</c:v>
                </c:pt>
                <c:pt idx="281">
                  <c:v>-7.3380000000000001</c:v>
                </c:pt>
                <c:pt idx="282">
                  <c:v>-7.3380000000000001</c:v>
                </c:pt>
                <c:pt idx="283">
                  <c:v>-7.3380000000000001</c:v>
                </c:pt>
                <c:pt idx="284">
                  <c:v>-7.3319999999999999</c:v>
                </c:pt>
                <c:pt idx="285">
                  <c:v>-7.3319999999999999</c:v>
                </c:pt>
                <c:pt idx="286">
                  <c:v>-7.3319999999999999</c:v>
                </c:pt>
                <c:pt idx="287">
                  <c:v>-7.3319999999999999</c:v>
                </c:pt>
                <c:pt idx="288">
                  <c:v>-7.33</c:v>
                </c:pt>
                <c:pt idx="289">
                  <c:v>-7.3280000000000003</c:v>
                </c:pt>
                <c:pt idx="290">
                  <c:v>-7.3280000000000003</c:v>
                </c:pt>
                <c:pt idx="291">
                  <c:v>-7.3280000000000003</c:v>
                </c:pt>
                <c:pt idx="292">
                  <c:v>-7.3250000000000002</c:v>
                </c:pt>
                <c:pt idx="293">
                  <c:v>-7.3230000000000004</c:v>
                </c:pt>
                <c:pt idx="294">
                  <c:v>-7.3220000000000001</c:v>
                </c:pt>
                <c:pt idx="295">
                  <c:v>-7.3220000000000001</c:v>
                </c:pt>
                <c:pt idx="296">
                  <c:v>-7.32</c:v>
                </c:pt>
                <c:pt idx="297">
                  <c:v>-7.3150000000000004</c:v>
                </c:pt>
                <c:pt idx="298">
                  <c:v>-7.3140000000000001</c:v>
                </c:pt>
                <c:pt idx="299">
                  <c:v>-7.3140000000000001</c:v>
                </c:pt>
                <c:pt idx="300">
                  <c:v>-7.3140000000000001</c:v>
                </c:pt>
                <c:pt idx="301">
                  <c:v>-7.3140000000000001</c:v>
                </c:pt>
                <c:pt idx="302">
                  <c:v>-7.3129999999999997</c:v>
                </c:pt>
                <c:pt idx="303">
                  <c:v>-7.3079999999999998</c:v>
                </c:pt>
                <c:pt idx="304">
                  <c:v>-7.3079999999999998</c:v>
                </c:pt>
                <c:pt idx="305">
                  <c:v>-7.3079999999999998</c:v>
                </c:pt>
                <c:pt idx="306">
                  <c:v>-7.3079999999999998</c:v>
                </c:pt>
                <c:pt idx="307">
                  <c:v>-7.3079999999999998</c:v>
                </c:pt>
                <c:pt idx="308">
                  <c:v>-7.3079999999999998</c:v>
                </c:pt>
                <c:pt idx="309">
                  <c:v>-7.3079999999999998</c:v>
                </c:pt>
                <c:pt idx="310">
                  <c:v>-7.3019999999999996</c:v>
                </c:pt>
                <c:pt idx="311">
                  <c:v>-7.3</c:v>
                </c:pt>
                <c:pt idx="312">
                  <c:v>-7.3</c:v>
                </c:pt>
                <c:pt idx="313">
                  <c:v>-7.3</c:v>
                </c:pt>
                <c:pt idx="314">
                  <c:v>-7.3</c:v>
                </c:pt>
                <c:pt idx="315">
                  <c:v>-7.3</c:v>
                </c:pt>
                <c:pt idx="316">
                  <c:v>-7.3</c:v>
                </c:pt>
                <c:pt idx="317">
                  <c:v>-7.3</c:v>
                </c:pt>
                <c:pt idx="318">
                  <c:v>-7.3</c:v>
                </c:pt>
                <c:pt idx="319">
                  <c:v>-7.2969999999999997</c:v>
                </c:pt>
                <c:pt idx="320">
                  <c:v>-7.29</c:v>
                </c:pt>
                <c:pt idx="321">
                  <c:v>-7.2889999999999997</c:v>
                </c:pt>
                <c:pt idx="322">
                  <c:v>-7.2889999999999997</c:v>
                </c:pt>
                <c:pt idx="323">
                  <c:v>-7.2889999999999997</c:v>
                </c:pt>
                <c:pt idx="324">
                  <c:v>-7.2889999999999997</c:v>
                </c:pt>
                <c:pt idx="325">
                  <c:v>-7.2889999999999997</c:v>
                </c:pt>
                <c:pt idx="326">
                  <c:v>-7.2889999999999997</c:v>
                </c:pt>
                <c:pt idx="327">
                  <c:v>-7.2889999999999997</c:v>
                </c:pt>
                <c:pt idx="328">
                  <c:v>-7.2889999999999997</c:v>
                </c:pt>
                <c:pt idx="329">
                  <c:v>-7.2889999999999997</c:v>
                </c:pt>
                <c:pt idx="330">
                  <c:v>-7.2889999999999997</c:v>
                </c:pt>
                <c:pt idx="331">
                  <c:v>-7.2880000000000003</c:v>
                </c:pt>
                <c:pt idx="332">
                  <c:v>-7.2880000000000003</c:v>
                </c:pt>
                <c:pt idx="333">
                  <c:v>-7.2880000000000003</c:v>
                </c:pt>
                <c:pt idx="334">
                  <c:v>-7.2880000000000003</c:v>
                </c:pt>
                <c:pt idx="335">
                  <c:v>-7.2880000000000003</c:v>
                </c:pt>
                <c:pt idx="336">
                  <c:v>-7.2880000000000003</c:v>
                </c:pt>
                <c:pt idx="337">
                  <c:v>-7.2880000000000003</c:v>
                </c:pt>
                <c:pt idx="338">
                  <c:v>-7.2880000000000003</c:v>
                </c:pt>
                <c:pt idx="339">
                  <c:v>-7.2880000000000003</c:v>
                </c:pt>
                <c:pt idx="340">
                  <c:v>-7.2880000000000003</c:v>
                </c:pt>
                <c:pt idx="341">
                  <c:v>-7.2880000000000003</c:v>
                </c:pt>
                <c:pt idx="342">
                  <c:v>-7.2880000000000003</c:v>
                </c:pt>
                <c:pt idx="343">
                  <c:v>-7.2880000000000003</c:v>
                </c:pt>
                <c:pt idx="344">
                  <c:v>-7.2880000000000003</c:v>
                </c:pt>
                <c:pt idx="345">
                  <c:v>-7.2880000000000003</c:v>
                </c:pt>
                <c:pt idx="346">
                  <c:v>-7.2880000000000003</c:v>
                </c:pt>
                <c:pt idx="347">
                  <c:v>-7.2880000000000003</c:v>
                </c:pt>
                <c:pt idx="348">
                  <c:v>-7.2880000000000003</c:v>
                </c:pt>
                <c:pt idx="349">
                  <c:v>-7.2880000000000003</c:v>
                </c:pt>
                <c:pt idx="350">
                  <c:v>-7.2880000000000003</c:v>
                </c:pt>
                <c:pt idx="351">
                  <c:v>-7.2880000000000003</c:v>
                </c:pt>
                <c:pt idx="352">
                  <c:v>-7.2880000000000003</c:v>
                </c:pt>
                <c:pt idx="353">
                  <c:v>-7.2880000000000003</c:v>
                </c:pt>
                <c:pt idx="354">
                  <c:v>-7.2880000000000003</c:v>
                </c:pt>
                <c:pt idx="355">
                  <c:v>-7.2880000000000003</c:v>
                </c:pt>
                <c:pt idx="356">
                  <c:v>-7.2880000000000003</c:v>
                </c:pt>
                <c:pt idx="357">
                  <c:v>-7.2880000000000003</c:v>
                </c:pt>
                <c:pt idx="358">
                  <c:v>-7.2880000000000003</c:v>
                </c:pt>
                <c:pt idx="359">
                  <c:v>-7.2880000000000003</c:v>
                </c:pt>
                <c:pt idx="360">
                  <c:v>-7.2880000000000003</c:v>
                </c:pt>
                <c:pt idx="361">
                  <c:v>-7.2880000000000003</c:v>
                </c:pt>
                <c:pt idx="362">
                  <c:v>-7.2880000000000003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5F2B-40CF-85B0-D5414751485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419489840"/>
        <c:axId val="420472384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Sheet1!$B$1</c15:sqref>
                        </c15:formulaRef>
                      </c:ext>
                    </c:extLst>
                    <c:strCache>
                      <c:ptCount val="1"/>
                      <c:pt idx="0">
                        <c:v>센서값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none"/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Sheet1!$A$2:$A$364</c15:sqref>
                        </c15:formulaRef>
                      </c:ext>
                    </c:extLst>
                    <c:numCache>
                      <c:formatCode>yyyy/mm/dd\ ddd\ hh:mm:ss</c:formatCode>
                      <c:ptCount val="363"/>
                      <c:pt idx="0">
                        <c:v>45944.80096064815</c:v>
                      </c:pt>
                      <c:pt idx="1">
                        <c:v>45944.80097222222</c:v>
                      </c:pt>
                      <c:pt idx="2">
                        <c:v>45944.80097222222</c:v>
                      </c:pt>
                      <c:pt idx="3">
                        <c:v>45944.80097222222</c:v>
                      </c:pt>
                      <c:pt idx="4">
                        <c:v>45944.80097222222</c:v>
                      </c:pt>
                      <c:pt idx="5">
                        <c:v>45944.80097222222</c:v>
                      </c:pt>
                      <c:pt idx="6">
                        <c:v>45944.80097222222</c:v>
                      </c:pt>
                      <c:pt idx="7">
                        <c:v>45944.80097222222</c:v>
                      </c:pt>
                      <c:pt idx="8">
                        <c:v>45944.80097222222</c:v>
                      </c:pt>
                      <c:pt idx="9">
                        <c:v>45944.80097222222</c:v>
                      </c:pt>
                      <c:pt idx="10">
                        <c:v>45944.80097222222</c:v>
                      </c:pt>
                      <c:pt idx="11">
                        <c:v>45944.80097222222</c:v>
                      </c:pt>
                      <c:pt idx="12">
                        <c:v>45944.80097222222</c:v>
                      </c:pt>
                      <c:pt idx="13">
                        <c:v>45944.80097222222</c:v>
                      </c:pt>
                      <c:pt idx="14">
                        <c:v>45944.80097222222</c:v>
                      </c:pt>
                      <c:pt idx="15">
                        <c:v>45944.80097222222</c:v>
                      </c:pt>
                      <c:pt idx="16">
                        <c:v>45944.80097222222</c:v>
                      </c:pt>
                      <c:pt idx="17">
                        <c:v>45944.80097222222</c:v>
                      </c:pt>
                      <c:pt idx="18">
                        <c:v>45944.80097222222</c:v>
                      </c:pt>
                      <c:pt idx="19">
                        <c:v>45944.80097222222</c:v>
                      </c:pt>
                      <c:pt idx="20">
                        <c:v>45944.80097222222</c:v>
                      </c:pt>
                      <c:pt idx="21">
                        <c:v>45944.80097222222</c:v>
                      </c:pt>
                      <c:pt idx="22">
                        <c:v>45944.800983796296</c:v>
                      </c:pt>
                      <c:pt idx="23">
                        <c:v>45944.800983796296</c:v>
                      </c:pt>
                      <c:pt idx="24">
                        <c:v>45944.800983796296</c:v>
                      </c:pt>
                      <c:pt idx="25">
                        <c:v>45944.800983796296</c:v>
                      </c:pt>
                      <c:pt idx="26">
                        <c:v>45944.800983796296</c:v>
                      </c:pt>
                      <c:pt idx="27">
                        <c:v>45944.800983796296</c:v>
                      </c:pt>
                      <c:pt idx="28">
                        <c:v>45944.800983796296</c:v>
                      </c:pt>
                      <c:pt idx="29">
                        <c:v>45944.800983796296</c:v>
                      </c:pt>
                      <c:pt idx="30">
                        <c:v>45944.800983796296</c:v>
                      </c:pt>
                      <c:pt idx="31">
                        <c:v>45944.800983796296</c:v>
                      </c:pt>
                      <c:pt idx="32">
                        <c:v>45944.800983796296</c:v>
                      </c:pt>
                      <c:pt idx="33">
                        <c:v>45944.800983796296</c:v>
                      </c:pt>
                      <c:pt idx="34">
                        <c:v>45944.800983796296</c:v>
                      </c:pt>
                      <c:pt idx="35">
                        <c:v>45944.800983796296</c:v>
                      </c:pt>
                      <c:pt idx="36">
                        <c:v>45944.800983796296</c:v>
                      </c:pt>
                      <c:pt idx="37">
                        <c:v>45944.800983796296</c:v>
                      </c:pt>
                      <c:pt idx="38">
                        <c:v>45944.800983796296</c:v>
                      </c:pt>
                      <c:pt idx="39">
                        <c:v>45944.800983796296</c:v>
                      </c:pt>
                      <c:pt idx="40">
                        <c:v>45944.800983796296</c:v>
                      </c:pt>
                      <c:pt idx="41">
                        <c:v>45944.800983796296</c:v>
                      </c:pt>
                      <c:pt idx="42">
                        <c:v>45944.800983796296</c:v>
                      </c:pt>
                      <c:pt idx="43">
                        <c:v>45944.800995370373</c:v>
                      </c:pt>
                      <c:pt idx="44">
                        <c:v>45944.800995370373</c:v>
                      </c:pt>
                      <c:pt idx="45">
                        <c:v>45944.800995370373</c:v>
                      </c:pt>
                      <c:pt idx="46">
                        <c:v>45944.800995370373</c:v>
                      </c:pt>
                      <c:pt idx="47">
                        <c:v>45944.800995370373</c:v>
                      </c:pt>
                      <c:pt idx="48">
                        <c:v>45944.800995370373</c:v>
                      </c:pt>
                      <c:pt idx="49">
                        <c:v>45944.800995370373</c:v>
                      </c:pt>
                      <c:pt idx="50">
                        <c:v>45944.800995370373</c:v>
                      </c:pt>
                      <c:pt idx="51">
                        <c:v>45944.800995370373</c:v>
                      </c:pt>
                      <c:pt idx="52">
                        <c:v>45944.800995370373</c:v>
                      </c:pt>
                      <c:pt idx="53">
                        <c:v>45944.800995370373</c:v>
                      </c:pt>
                      <c:pt idx="54">
                        <c:v>45944.800995370373</c:v>
                      </c:pt>
                      <c:pt idx="55">
                        <c:v>45944.800995370373</c:v>
                      </c:pt>
                      <c:pt idx="56">
                        <c:v>45944.800995370373</c:v>
                      </c:pt>
                      <c:pt idx="57">
                        <c:v>45944.800995370373</c:v>
                      </c:pt>
                      <c:pt idx="58">
                        <c:v>45944.800995370373</c:v>
                      </c:pt>
                      <c:pt idx="59">
                        <c:v>45944.800995370373</c:v>
                      </c:pt>
                      <c:pt idx="60">
                        <c:v>45944.800995370373</c:v>
                      </c:pt>
                      <c:pt idx="61">
                        <c:v>45944.800995370373</c:v>
                      </c:pt>
                      <c:pt idx="62">
                        <c:v>45944.800995370373</c:v>
                      </c:pt>
                      <c:pt idx="63">
                        <c:v>45944.801006944443</c:v>
                      </c:pt>
                      <c:pt idx="64">
                        <c:v>45944.801006944443</c:v>
                      </c:pt>
                      <c:pt idx="65">
                        <c:v>45944.801006944443</c:v>
                      </c:pt>
                      <c:pt idx="66">
                        <c:v>45944.801006944443</c:v>
                      </c:pt>
                      <c:pt idx="67">
                        <c:v>45944.801006944443</c:v>
                      </c:pt>
                      <c:pt idx="68">
                        <c:v>45944.801006944443</c:v>
                      </c:pt>
                      <c:pt idx="69">
                        <c:v>45944.801006944443</c:v>
                      </c:pt>
                      <c:pt idx="70">
                        <c:v>45944.801006944443</c:v>
                      </c:pt>
                      <c:pt idx="71">
                        <c:v>45944.801006944443</c:v>
                      </c:pt>
                      <c:pt idx="72">
                        <c:v>45944.801006944443</c:v>
                      </c:pt>
                      <c:pt idx="73">
                        <c:v>45944.801006944443</c:v>
                      </c:pt>
                      <c:pt idx="74">
                        <c:v>45944.801006944443</c:v>
                      </c:pt>
                      <c:pt idx="75">
                        <c:v>45944.801006944443</c:v>
                      </c:pt>
                      <c:pt idx="76">
                        <c:v>45944.801006944443</c:v>
                      </c:pt>
                      <c:pt idx="77">
                        <c:v>45944.801006944443</c:v>
                      </c:pt>
                      <c:pt idx="78">
                        <c:v>45944.801006944443</c:v>
                      </c:pt>
                      <c:pt idx="79">
                        <c:v>45944.801006944443</c:v>
                      </c:pt>
                      <c:pt idx="80">
                        <c:v>45944.801006944443</c:v>
                      </c:pt>
                      <c:pt idx="81">
                        <c:v>45944.801006944443</c:v>
                      </c:pt>
                      <c:pt idx="82">
                        <c:v>45944.801018518519</c:v>
                      </c:pt>
                      <c:pt idx="83">
                        <c:v>45944.801018518519</c:v>
                      </c:pt>
                      <c:pt idx="84">
                        <c:v>45944.801018518519</c:v>
                      </c:pt>
                      <c:pt idx="85">
                        <c:v>45944.801018518519</c:v>
                      </c:pt>
                      <c:pt idx="86">
                        <c:v>45944.801018518519</c:v>
                      </c:pt>
                      <c:pt idx="87">
                        <c:v>45944.801018518519</c:v>
                      </c:pt>
                      <c:pt idx="88">
                        <c:v>45944.801018518519</c:v>
                      </c:pt>
                      <c:pt idx="89">
                        <c:v>45944.801018518519</c:v>
                      </c:pt>
                      <c:pt idx="90">
                        <c:v>45944.801018518519</c:v>
                      </c:pt>
                      <c:pt idx="91">
                        <c:v>45944.801018518519</c:v>
                      </c:pt>
                      <c:pt idx="92">
                        <c:v>45944.801018518519</c:v>
                      </c:pt>
                      <c:pt idx="93">
                        <c:v>45944.801018518519</c:v>
                      </c:pt>
                      <c:pt idx="94">
                        <c:v>45944.801018518519</c:v>
                      </c:pt>
                      <c:pt idx="95">
                        <c:v>45944.801018518519</c:v>
                      </c:pt>
                      <c:pt idx="96">
                        <c:v>45944.801018518519</c:v>
                      </c:pt>
                      <c:pt idx="97">
                        <c:v>45944.801018518519</c:v>
                      </c:pt>
                      <c:pt idx="98">
                        <c:v>45944.801018518519</c:v>
                      </c:pt>
                      <c:pt idx="99">
                        <c:v>45944.801018518519</c:v>
                      </c:pt>
                      <c:pt idx="100">
                        <c:v>45944.801018518519</c:v>
                      </c:pt>
                      <c:pt idx="101">
                        <c:v>45944.801018518519</c:v>
                      </c:pt>
                      <c:pt idx="102">
                        <c:v>45944.801030092596</c:v>
                      </c:pt>
                      <c:pt idx="103">
                        <c:v>45944.801030092596</c:v>
                      </c:pt>
                      <c:pt idx="104">
                        <c:v>45944.801030092596</c:v>
                      </c:pt>
                      <c:pt idx="105">
                        <c:v>45944.801030092596</c:v>
                      </c:pt>
                      <c:pt idx="106">
                        <c:v>45944.801030092596</c:v>
                      </c:pt>
                      <c:pt idx="107">
                        <c:v>45944.801030092596</c:v>
                      </c:pt>
                      <c:pt idx="108">
                        <c:v>45944.801030092596</c:v>
                      </c:pt>
                      <c:pt idx="109">
                        <c:v>45944.801030092596</c:v>
                      </c:pt>
                      <c:pt idx="110">
                        <c:v>45944.801030092596</c:v>
                      </c:pt>
                      <c:pt idx="111">
                        <c:v>45944.801030092596</c:v>
                      </c:pt>
                      <c:pt idx="112">
                        <c:v>45944.801030092596</c:v>
                      </c:pt>
                      <c:pt idx="113">
                        <c:v>45944.801030092596</c:v>
                      </c:pt>
                      <c:pt idx="114">
                        <c:v>45944.801030092596</c:v>
                      </c:pt>
                      <c:pt idx="115">
                        <c:v>45944.801030092596</c:v>
                      </c:pt>
                      <c:pt idx="116">
                        <c:v>45944.801030092596</c:v>
                      </c:pt>
                      <c:pt idx="117">
                        <c:v>45944.801030092596</c:v>
                      </c:pt>
                      <c:pt idx="118">
                        <c:v>45944.801030092596</c:v>
                      </c:pt>
                      <c:pt idx="119">
                        <c:v>45944.801030092596</c:v>
                      </c:pt>
                      <c:pt idx="120">
                        <c:v>45944.801030092596</c:v>
                      </c:pt>
                      <c:pt idx="121">
                        <c:v>45944.801030092596</c:v>
                      </c:pt>
                      <c:pt idx="122">
                        <c:v>45944.801041666666</c:v>
                      </c:pt>
                      <c:pt idx="123">
                        <c:v>45944.801041666666</c:v>
                      </c:pt>
                      <c:pt idx="124">
                        <c:v>45944.801041666666</c:v>
                      </c:pt>
                      <c:pt idx="125">
                        <c:v>45944.801041666666</c:v>
                      </c:pt>
                      <c:pt idx="126">
                        <c:v>45944.801041666666</c:v>
                      </c:pt>
                      <c:pt idx="127">
                        <c:v>45944.801041666666</c:v>
                      </c:pt>
                      <c:pt idx="128">
                        <c:v>45944.801041666666</c:v>
                      </c:pt>
                      <c:pt idx="129">
                        <c:v>45944.801041666666</c:v>
                      </c:pt>
                      <c:pt idx="130">
                        <c:v>45944.801041666666</c:v>
                      </c:pt>
                      <c:pt idx="131">
                        <c:v>45944.801041666666</c:v>
                      </c:pt>
                      <c:pt idx="132">
                        <c:v>45944.801041666666</c:v>
                      </c:pt>
                      <c:pt idx="133">
                        <c:v>45944.801041666666</c:v>
                      </c:pt>
                      <c:pt idx="134">
                        <c:v>45944.801041666666</c:v>
                      </c:pt>
                      <c:pt idx="135">
                        <c:v>45944.801041666666</c:v>
                      </c:pt>
                      <c:pt idx="136">
                        <c:v>45944.801041666666</c:v>
                      </c:pt>
                      <c:pt idx="137">
                        <c:v>45944.801041666666</c:v>
                      </c:pt>
                      <c:pt idx="138">
                        <c:v>45944.801041666666</c:v>
                      </c:pt>
                      <c:pt idx="139">
                        <c:v>45944.801041666666</c:v>
                      </c:pt>
                      <c:pt idx="140">
                        <c:v>45944.801041666666</c:v>
                      </c:pt>
                      <c:pt idx="141">
                        <c:v>45944.801041666666</c:v>
                      </c:pt>
                      <c:pt idx="142">
                        <c:v>45944.801053240742</c:v>
                      </c:pt>
                      <c:pt idx="143">
                        <c:v>45944.801053240742</c:v>
                      </c:pt>
                      <c:pt idx="144">
                        <c:v>45944.801053240742</c:v>
                      </c:pt>
                      <c:pt idx="145">
                        <c:v>45944.801053240742</c:v>
                      </c:pt>
                      <c:pt idx="146">
                        <c:v>45944.801053240742</c:v>
                      </c:pt>
                      <c:pt idx="147">
                        <c:v>45944.801053240742</c:v>
                      </c:pt>
                      <c:pt idx="148">
                        <c:v>45944.801053240742</c:v>
                      </c:pt>
                      <c:pt idx="149">
                        <c:v>45944.801053240742</c:v>
                      </c:pt>
                      <c:pt idx="150">
                        <c:v>45944.801053240742</c:v>
                      </c:pt>
                      <c:pt idx="151">
                        <c:v>45944.801053240742</c:v>
                      </c:pt>
                      <c:pt idx="152">
                        <c:v>45944.801053240742</c:v>
                      </c:pt>
                      <c:pt idx="153">
                        <c:v>45944.801053240742</c:v>
                      </c:pt>
                      <c:pt idx="154">
                        <c:v>45944.801053240742</c:v>
                      </c:pt>
                      <c:pt idx="155">
                        <c:v>45944.801053240742</c:v>
                      </c:pt>
                      <c:pt idx="156">
                        <c:v>45944.801053240742</c:v>
                      </c:pt>
                      <c:pt idx="157">
                        <c:v>45944.801053240742</c:v>
                      </c:pt>
                      <c:pt idx="158">
                        <c:v>45944.801053240742</c:v>
                      </c:pt>
                      <c:pt idx="159">
                        <c:v>45944.801053240742</c:v>
                      </c:pt>
                      <c:pt idx="160">
                        <c:v>45944.801053240742</c:v>
                      </c:pt>
                      <c:pt idx="161">
                        <c:v>45944.801053240742</c:v>
                      </c:pt>
                      <c:pt idx="162">
                        <c:v>45944.801053240742</c:v>
                      </c:pt>
                      <c:pt idx="163">
                        <c:v>45944.801053240742</c:v>
                      </c:pt>
                      <c:pt idx="164">
                        <c:v>45944.801064814812</c:v>
                      </c:pt>
                      <c:pt idx="165">
                        <c:v>45944.801064814812</c:v>
                      </c:pt>
                      <c:pt idx="166">
                        <c:v>45944.801064814812</c:v>
                      </c:pt>
                      <c:pt idx="167">
                        <c:v>45944.801064814812</c:v>
                      </c:pt>
                      <c:pt idx="168">
                        <c:v>45944.801064814812</c:v>
                      </c:pt>
                      <c:pt idx="169">
                        <c:v>45944.801064814812</c:v>
                      </c:pt>
                      <c:pt idx="170">
                        <c:v>45944.801064814812</c:v>
                      </c:pt>
                      <c:pt idx="171">
                        <c:v>45944.801064814812</c:v>
                      </c:pt>
                      <c:pt idx="172">
                        <c:v>45944.801064814812</c:v>
                      </c:pt>
                      <c:pt idx="173">
                        <c:v>45944.801064814812</c:v>
                      </c:pt>
                      <c:pt idx="174">
                        <c:v>45944.801064814812</c:v>
                      </c:pt>
                      <c:pt idx="175">
                        <c:v>45944.801064814812</c:v>
                      </c:pt>
                      <c:pt idx="176">
                        <c:v>45944.801064814812</c:v>
                      </c:pt>
                      <c:pt idx="177">
                        <c:v>45944.801064814812</c:v>
                      </c:pt>
                      <c:pt idx="178">
                        <c:v>45944.801064814812</c:v>
                      </c:pt>
                      <c:pt idx="179">
                        <c:v>45944.801064814812</c:v>
                      </c:pt>
                      <c:pt idx="180">
                        <c:v>45944.801064814812</c:v>
                      </c:pt>
                      <c:pt idx="181">
                        <c:v>45944.801064814812</c:v>
                      </c:pt>
                      <c:pt idx="182">
                        <c:v>45944.801064814812</c:v>
                      </c:pt>
                      <c:pt idx="183">
                        <c:v>45944.801064814812</c:v>
                      </c:pt>
                      <c:pt idx="184">
                        <c:v>45944.801076388889</c:v>
                      </c:pt>
                      <c:pt idx="185">
                        <c:v>45944.801076388889</c:v>
                      </c:pt>
                      <c:pt idx="186">
                        <c:v>45944.801076388889</c:v>
                      </c:pt>
                      <c:pt idx="187">
                        <c:v>45944.801076388889</c:v>
                      </c:pt>
                      <c:pt idx="188">
                        <c:v>45944.801076388889</c:v>
                      </c:pt>
                      <c:pt idx="189">
                        <c:v>45944.801076388889</c:v>
                      </c:pt>
                      <c:pt idx="190">
                        <c:v>45944.801076388889</c:v>
                      </c:pt>
                      <c:pt idx="191">
                        <c:v>45944.801076388889</c:v>
                      </c:pt>
                      <c:pt idx="192">
                        <c:v>45944.801076388889</c:v>
                      </c:pt>
                      <c:pt idx="193">
                        <c:v>45944.801076388889</c:v>
                      </c:pt>
                      <c:pt idx="194">
                        <c:v>45944.801076388889</c:v>
                      </c:pt>
                      <c:pt idx="195">
                        <c:v>45944.801076388889</c:v>
                      </c:pt>
                      <c:pt idx="196">
                        <c:v>45944.801076388889</c:v>
                      </c:pt>
                      <c:pt idx="197">
                        <c:v>45944.801076388889</c:v>
                      </c:pt>
                      <c:pt idx="198">
                        <c:v>45944.801076388889</c:v>
                      </c:pt>
                      <c:pt idx="199">
                        <c:v>45944.801076388889</c:v>
                      </c:pt>
                      <c:pt idx="200">
                        <c:v>45944.801076388889</c:v>
                      </c:pt>
                      <c:pt idx="201">
                        <c:v>45944.801076388889</c:v>
                      </c:pt>
                      <c:pt idx="202">
                        <c:v>45944.801076388889</c:v>
                      </c:pt>
                      <c:pt idx="203">
                        <c:v>45944.801076388889</c:v>
                      </c:pt>
                      <c:pt idx="204">
                        <c:v>45944.801076388889</c:v>
                      </c:pt>
                      <c:pt idx="205">
                        <c:v>45944.801076388889</c:v>
                      </c:pt>
                      <c:pt idx="206">
                        <c:v>45944.801087962966</c:v>
                      </c:pt>
                      <c:pt idx="207">
                        <c:v>45944.801087962966</c:v>
                      </c:pt>
                      <c:pt idx="208">
                        <c:v>45944.801087962966</c:v>
                      </c:pt>
                      <c:pt idx="209">
                        <c:v>45944.801087962966</c:v>
                      </c:pt>
                      <c:pt idx="210">
                        <c:v>45944.801087962966</c:v>
                      </c:pt>
                      <c:pt idx="211">
                        <c:v>45944.801087962966</c:v>
                      </c:pt>
                      <c:pt idx="212">
                        <c:v>45944.801087962966</c:v>
                      </c:pt>
                      <c:pt idx="213">
                        <c:v>45944.801087962966</c:v>
                      </c:pt>
                      <c:pt idx="214">
                        <c:v>45944.801087962966</c:v>
                      </c:pt>
                      <c:pt idx="215">
                        <c:v>45944.801087962966</c:v>
                      </c:pt>
                      <c:pt idx="216">
                        <c:v>45944.801087962966</c:v>
                      </c:pt>
                      <c:pt idx="217">
                        <c:v>45944.801087962966</c:v>
                      </c:pt>
                      <c:pt idx="218">
                        <c:v>45944.801087962966</c:v>
                      </c:pt>
                      <c:pt idx="219">
                        <c:v>45944.801087962966</c:v>
                      </c:pt>
                      <c:pt idx="220">
                        <c:v>45944.801087962966</c:v>
                      </c:pt>
                      <c:pt idx="221">
                        <c:v>45944.801087962966</c:v>
                      </c:pt>
                      <c:pt idx="222">
                        <c:v>45944.801087962966</c:v>
                      </c:pt>
                      <c:pt idx="223">
                        <c:v>45944.801087962966</c:v>
                      </c:pt>
                      <c:pt idx="224">
                        <c:v>45944.801087962966</c:v>
                      </c:pt>
                      <c:pt idx="225">
                        <c:v>45944.801099537035</c:v>
                      </c:pt>
                      <c:pt idx="226">
                        <c:v>45944.801099537035</c:v>
                      </c:pt>
                      <c:pt idx="227">
                        <c:v>45944.801099537035</c:v>
                      </c:pt>
                      <c:pt idx="228">
                        <c:v>45944.801099537035</c:v>
                      </c:pt>
                      <c:pt idx="229">
                        <c:v>45944.801099537035</c:v>
                      </c:pt>
                      <c:pt idx="230">
                        <c:v>45944.801099537035</c:v>
                      </c:pt>
                      <c:pt idx="231">
                        <c:v>45944.801099537035</c:v>
                      </c:pt>
                      <c:pt idx="232">
                        <c:v>45944.801099537035</c:v>
                      </c:pt>
                      <c:pt idx="233">
                        <c:v>45944.801099537035</c:v>
                      </c:pt>
                      <c:pt idx="234">
                        <c:v>45944.801099537035</c:v>
                      </c:pt>
                      <c:pt idx="235">
                        <c:v>45944.801099537035</c:v>
                      </c:pt>
                      <c:pt idx="236">
                        <c:v>45944.801099537035</c:v>
                      </c:pt>
                      <c:pt idx="237">
                        <c:v>45944.801099537035</c:v>
                      </c:pt>
                      <c:pt idx="238">
                        <c:v>45944.801099537035</c:v>
                      </c:pt>
                      <c:pt idx="239">
                        <c:v>45944.801099537035</c:v>
                      </c:pt>
                      <c:pt idx="240">
                        <c:v>45944.801099537035</c:v>
                      </c:pt>
                      <c:pt idx="241">
                        <c:v>45944.801099537035</c:v>
                      </c:pt>
                      <c:pt idx="242">
                        <c:v>45944.801099537035</c:v>
                      </c:pt>
                      <c:pt idx="243">
                        <c:v>45944.801099537035</c:v>
                      </c:pt>
                      <c:pt idx="244">
                        <c:v>45944.801099537035</c:v>
                      </c:pt>
                      <c:pt idx="245">
                        <c:v>45944.801111111112</c:v>
                      </c:pt>
                      <c:pt idx="246">
                        <c:v>45944.801111111112</c:v>
                      </c:pt>
                      <c:pt idx="247">
                        <c:v>45944.801111111112</c:v>
                      </c:pt>
                      <c:pt idx="248">
                        <c:v>45944.801111111112</c:v>
                      </c:pt>
                      <c:pt idx="249">
                        <c:v>45944.801111111112</c:v>
                      </c:pt>
                      <c:pt idx="250">
                        <c:v>45944.801111111112</c:v>
                      </c:pt>
                      <c:pt idx="251">
                        <c:v>45944.801111111112</c:v>
                      </c:pt>
                      <c:pt idx="252">
                        <c:v>45944.801111111112</c:v>
                      </c:pt>
                      <c:pt idx="253">
                        <c:v>45944.801111111112</c:v>
                      </c:pt>
                      <c:pt idx="254">
                        <c:v>45944.801111111112</c:v>
                      </c:pt>
                      <c:pt idx="255">
                        <c:v>45944.801111111112</c:v>
                      </c:pt>
                      <c:pt idx="256">
                        <c:v>45944.801111111112</c:v>
                      </c:pt>
                      <c:pt idx="257">
                        <c:v>45944.801111111112</c:v>
                      </c:pt>
                      <c:pt idx="258">
                        <c:v>45944.801111111112</c:v>
                      </c:pt>
                      <c:pt idx="259">
                        <c:v>45944.801111111112</c:v>
                      </c:pt>
                      <c:pt idx="260">
                        <c:v>45944.801111111112</c:v>
                      </c:pt>
                      <c:pt idx="261">
                        <c:v>45944.801111111112</c:v>
                      </c:pt>
                      <c:pt idx="262">
                        <c:v>45944.801111111112</c:v>
                      </c:pt>
                      <c:pt idx="263">
                        <c:v>45944.801111111112</c:v>
                      </c:pt>
                      <c:pt idx="264">
                        <c:v>45944.801111111112</c:v>
                      </c:pt>
                      <c:pt idx="265">
                        <c:v>45944.801122685189</c:v>
                      </c:pt>
                      <c:pt idx="266">
                        <c:v>45944.801122685189</c:v>
                      </c:pt>
                      <c:pt idx="267">
                        <c:v>45944.801122685189</c:v>
                      </c:pt>
                      <c:pt idx="268">
                        <c:v>45944.801122685189</c:v>
                      </c:pt>
                      <c:pt idx="269">
                        <c:v>45944.801122685189</c:v>
                      </c:pt>
                      <c:pt idx="270">
                        <c:v>45944.801122685189</c:v>
                      </c:pt>
                      <c:pt idx="271">
                        <c:v>45944.801122685189</c:v>
                      </c:pt>
                      <c:pt idx="272">
                        <c:v>45944.801122685189</c:v>
                      </c:pt>
                      <c:pt idx="273">
                        <c:v>45944.801122685189</c:v>
                      </c:pt>
                      <c:pt idx="274">
                        <c:v>45944.801122685189</c:v>
                      </c:pt>
                      <c:pt idx="275">
                        <c:v>45944.801122685189</c:v>
                      </c:pt>
                      <c:pt idx="276">
                        <c:v>45944.801122685189</c:v>
                      </c:pt>
                      <c:pt idx="277">
                        <c:v>45944.801122685189</c:v>
                      </c:pt>
                      <c:pt idx="278">
                        <c:v>45944.801122685189</c:v>
                      </c:pt>
                      <c:pt idx="279">
                        <c:v>45944.801122685189</c:v>
                      </c:pt>
                      <c:pt idx="280">
                        <c:v>45944.801122685189</c:v>
                      </c:pt>
                      <c:pt idx="281">
                        <c:v>45944.801122685189</c:v>
                      </c:pt>
                      <c:pt idx="282">
                        <c:v>45944.801122685189</c:v>
                      </c:pt>
                      <c:pt idx="283">
                        <c:v>45944.801122685189</c:v>
                      </c:pt>
                      <c:pt idx="284">
                        <c:v>45944.801122685189</c:v>
                      </c:pt>
                      <c:pt idx="285">
                        <c:v>45944.801134259258</c:v>
                      </c:pt>
                      <c:pt idx="286">
                        <c:v>45944.801134259258</c:v>
                      </c:pt>
                      <c:pt idx="287">
                        <c:v>45944.801134259258</c:v>
                      </c:pt>
                      <c:pt idx="288">
                        <c:v>45944.801134259258</c:v>
                      </c:pt>
                      <c:pt idx="289">
                        <c:v>45944.801134259258</c:v>
                      </c:pt>
                      <c:pt idx="290">
                        <c:v>45944.801134259258</c:v>
                      </c:pt>
                      <c:pt idx="291">
                        <c:v>45944.801134259258</c:v>
                      </c:pt>
                      <c:pt idx="292">
                        <c:v>45944.801134259258</c:v>
                      </c:pt>
                      <c:pt idx="293">
                        <c:v>45944.801134259258</c:v>
                      </c:pt>
                      <c:pt idx="294">
                        <c:v>45944.801134259258</c:v>
                      </c:pt>
                      <c:pt idx="295">
                        <c:v>45944.801134259258</c:v>
                      </c:pt>
                      <c:pt idx="296">
                        <c:v>45944.801134259258</c:v>
                      </c:pt>
                      <c:pt idx="297">
                        <c:v>45944.801134259258</c:v>
                      </c:pt>
                      <c:pt idx="298">
                        <c:v>45944.801134259258</c:v>
                      </c:pt>
                      <c:pt idx="299">
                        <c:v>45944.801134259258</c:v>
                      </c:pt>
                      <c:pt idx="300">
                        <c:v>45944.801134259258</c:v>
                      </c:pt>
                      <c:pt idx="301">
                        <c:v>45944.801134259258</c:v>
                      </c:pt>
                      <c:pt idx="302">
                        <c:v>45944.801134259258</c:v>
                      </c:pt>
                      <c:pt idx="303">
                        <c:v>45944.801134259258</c:v>
                      </c:pt>
                      <c:pt idx="304">
                        <c:v>45944.801134259258</c:v>
                      </c:pt>
                      <c:pt idx="305">
                        <c:v>45944.801134259258</c:v>
                      </c:pt>
                      <c:pt idx="306">
                        <c:v>45944.801145833335</c:v>
                      </c:pt>
                      <c:pt idx="307">
                        <c:v>45944.801145833335</c:v>
                      </c:pt>
                      <c:pt idx="308">
                        <c:v>45944.801145833335</c:v>
                      </c:pt>
                      <c:pt idx="309">
                        <c:v>45944.801145833335</c:v>
                      </c:pt>
                      <c:pt idx="310">
                        <c:v>45944.801145833335</c:v>
                      </c:pt>
                      <c:pt idx="311">
                        <c:v>45944.801145833335</c:v>
                      </c:pt>
                      <c:pt idx="312">
                        <c:v>45944.801145833335</c:v>
                      </c:pt>
                      <c:pt idx="313">
                        <c:v>45944.801145833335</c:v>
                      </c:pt>
                      <c:pt idx="314">
                        <c:v>45944.801145833335</c:v>
                      </c:pt>
                      <c:pt idx="315">
                        <c:v>45944.801145833335</c:v>
                      </c:pt>
                      <c:pt idx="316">
                        <c:v>45944.801145833335</c:v>
                      </c:pt>
                      <c:pt idx="317">
                        <c:v>45944.801145833335</c:v>
                      </c:pt>
                      <c:pt idx="318">
                        <c:v>45944.801145833335</c:v>
                      </c:pt>
                      <c:pt idx="319">
                        <c:v>45944.801145833335</c:v>
                      </c:pt>
                      <c:pt idx="320">
                        <c:v>45944.801145833335</c:v>
                      </c:pt>
                      <c:pt idx="321">
                        <c:v>45944.801145833335</c:v>
                      </c:pt>
                      <c:pt idx="322">
                        <c:v>45944.801145833335</c:v>
                      </c:pt>
                      <c:pt idx="323">
                        <c:v>45944.801145833335</c:v>
                      </c:pt>
                      <c:pt idx="324">
                        <c:v>45944.801145833335</c:v>
                      </c:pt>
                      <c:pt idx="325">
                        <c:v>45944.801145833335</c:v>
                      </c:pt>
                      <c:pt idx="326">
                        <c:v>45944.801145833335</c:v>
                      </c:pt>
                      <c:pt idx="327">
                        <c:v>45944.801157407404</c:v>
                      </c:pt>
                      <c:pt idx="328">
                        <c:v>45944.801157407404</c:v>
                      </c:pt>
                      <c:pt idx="329">
                        <c:v>45944.801157407404</c:v>
                      </c:pt>
                      <c:pt idx="330">
                        <c:v>45944.801157407404</c:v>
                      </c:pt>
                      <c:pt idx="331">
                        <c:v>45944.801157407404</c:v>
                      </c:pt>
                      <c:pt idx="332">
                        <c:v>45944.801157407404</c:v>
                      </c:pt>
                      <c:pt idx="333">
                        <c:v>45944.801157407404</c:v>
                      </c:pt>
                      <c:pt idx="334">
                        <c:v>45944.801157407404</c:v>
                      </c:pt>
                      <c:pt idx="335">
                        <c:v>45944.801157407404</c:v>
                      </c:pt>
                      <c:pt idx="336">
                        <c:v>45944.801157407404</c:v>
                      </c:pt>
                      <c:pt idx="337">
                        <c:v>45944.801157407404</c:v>
                      </c:pt>
                      <c:pt idx="338">
                        <c:v>45944.801157407404</c:v>
                      </c:pt>
                      <c:pt idx="339">
                        <c:v>45944.801157407404</c:v>
                      </c:pt>
                      <c:pt idx="340">
                        <c:v>45944.801157407404</c:v>
                      </c:pt>
                      <c:pt idx="341">
                        <c:v>45944.801157407404</c:v>
                      </c:pt>
                      <c:pt idx="342">
                        <c:v>45944.801157407404</c:v>
                      </c:pt>
                      <c:pt idx="343">
                        <c:v>45944.801157407404</c:v>
                      </c:pt>
                      <c:pt idx="344">
                        <c:v>45944.801157407404</c:v>
                      </c:pt>
                      <c:pt idx="345">
                        <c:v>45944.801157407404</c:v>
                      </c:pt>
                      <c:pt idx="346">
                        <c:v>45944.801157407404</c:v>
                      </c:pt>
                      <c:pt idx="347">
                        <c:v>45944.801157407404</c:v>
                      </c:pt>
                      <c:pt idx="348">
                        <c:v>45944.801168981481</c:v>
                      </c:pt>
                      <c:pt idx="349">
                        <c:v>45944.801168981481</c:v>
                      </c:pt>
                      <c:pt idx="350">
                        <c:v>45944.801168981481</c:v>
                      </c:pt>
                      <c:pt idx="351">
                        <c:v>45944.801168981481</c:v>
                      </c:pt>
                      <c:pt idx="352">
                        <c:v>45944.801168981481</c:v>
                      </c:pt>
                      <c:pt idx="353">
                        <c:v>45944.801168981481</c:v>
                      </c:pt>
                      <c:pt idx="354">
                        <c:v>45944.801168981481</c:v>
                      </c:pt>
                      <c:pt idx="355">
                        <c:v>45944.801168981481</c:v>
                      </c:pt>
                      <c:pt idx="356">
                        <c:v>45944.801168981481</c:v>
                      </c:pt>
                      <c:pt idx="357">
                        <c:v>45944.801168981481</c:v>
                      </c:pt>
                      <c:pt idx="358">
                        <c:v>45944.801168981481</c:v>
                      </c:pt>
                      <c:pt idx="359">
                        <c:v>45944.801168981481</c:v>
                      </c:pt>
                      <c:pt idx="360">
                        <c:v>45944.801168981481</c:v>
                      </c:pt>
                      <c:pt idx="361">
                        <c:v>45944.801168981481</c:v>
                      </c:pt>
                      <c:pt idx="362">
                        <c:v>45944.801168981481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Sheet1!$B$2:$B$364</c15:sqref>
                        </c15:formulaRef>
                      </c:ext>
                    </c:extLst>
                    <c:numCache>
                      <c:formatCode>General</c:formatCode>
                      <c:ptCount val="363"/>
                      <c:pt idx="0">
                        <c:v>2.0833330000000001</c:v>
                      </c:pt>
                      <c:pt idx="1">
                        <c:v>22.91667</c:v>
                      </c:pt>
                      <c:pt idx="2">
                        <c:v>18.75</c:v>
                      </c:pt>
                      <c:pt idx="3">
                        <c:v>39.583329999999997</c:v>
                      </c:pt>
                      <c:pt idx="4">
                        <c:v>22.91667</c:v>
                      </c:pt>
                      <c:pt idx="5">
                        <c:v>45.833329999999997</c:v>
                      </c:pt>
                      <c:pt idx="6">
                        <c:v>41.66666</c:v>
                      </c:pt>
                      <c:pt idx="7">
                        <c:v>25</c:v>
                      </c:pt>
                      <c:pt idx="8">
                        <c:v>37.5</c:v>
                      </c:pt>
                      <c:pt idx="9">
                        <c:v>39.583329999999997</c:v>
                      </c:pt>
                      <c:pt idx="10">
                        <c:v>27.08333</c:v>
                      </c:pt>
                      <c:pt idx="11">
                        <c:v>-12.5</c:v>
                      </c:pt>
                      <c:pt idx="12">
                        <c:v>-27.08333</c:v>
                      </c:pt>
                      <c:pt idx="13">
                        <c:v>-47.91666</c:v>
                      </c:pt>
                      <c:pt idx="14">
                        <c:v>-72.916659999999993</c:v>
                      </c:pt>
                      <c:pt idx="15">
                        <c:v>-91.666659999999993</c:v>
                      </c:pt>
                      <c:pt idx="16">
                        <c:v>-114.58329999999999</c:v>
                      </c:pt>
                      <c:pt idx="17">
                        <c:v>-112.5</c:v>
                      </c:pt>
                      <c:pt idx="18">
                        <c:v>-133.33329999999998</c:v>
                      </c:pt>
                      <c:pt idx="19">
                        <c:v>-137.5</c:v>
                      </c:pt>
                      <c:pt idx="20">
                        <c:v>-133.33329999999998</c:v>
                      </c:pt>
                      <c:pt idx="21">
                        <c:v>-139.58329999999998</c:v>
                      </c:pt>
                      <c:pt idx="22">
                        <c:v>-139.58329999999998</c:v>
                      </c:pt>
                      <c:pt idx="23">
                        <c:v>-152.08330000000001</c:v>
                      </c:pt>
                      <c:pt idx="24">
                        <c:v>-131.25</c:v>
                      </c:pt>
                      <c:pt idx="25">
                        <c:v>-110.41670000000001</c:v>
                      </c:pt>
                      <c:pt idx="26">
                        <c:v>-2.0833330000000001</c:v>
                      </c:pt>
                      <c:pt idx="27">
                        <c:v>195.83329999999998</c:v>
                      </c:pt>
                      <c:pt idx="28">
                        <c:v>-129.16669999999999</c:v>
                      </c:pt>
                      <c:pt idx="29">
                        <c:v>-108.33329999999999</c:v>
                      </c:pt>
                      <c:pt idx="30">
                        <c:v>-118.75</c:v>
                      </c:pt>
                      <c:pt idx="31">
                        <c:v>-83.333330000000004</c:v>
                      </c:pt>
                      <c:pt idx="32">
                        <c:v>-72.916659999999993</c:v>
                      </c:pt>
                      <c:pt idx="33">
                        <c:v>-70.833330000000004</c:v>
                      </c:pt>
                      <c:pt idx="34">
                        <c:v>-93.75</c:v>
                      </c:pt>
                      <c:pt idx="35">
                        <c:v>31.25</c:v>
                      </c:pt>
                      <c:pt idx="36">
                        <c:v>-160.41669999999999</c:v>
                      </c:pt>
                      <c:pt idx="37">
                        <c:v>-168.75</c:v>
                      </c:pt>
                      <c:pt idx="38">
                        <c:v>-127.08330000000001</c:v>
                      </c:pt>
                      <c:pt idx="39">
                        <c:v>-129.16669999999999</c:v>
                      </c:pt>
                      <c:pt idx="40">
                        <c:v>-150</c:v>
                      </c:pt>
                      <c:pt idx="41">
                        <c:v>168.75</c:v>
                      </c:pt>
                      <c:pt idx="42">
                        <c:v>52.083330000000004</c:v>
                      </c:pt>
                      <c:pt idx="43">
                        <c:v>-97.916659999999993</c:v>
                      </c:pt>
                      <c:pt idx="44">
                        <c:v>-145.83330000000001</c:v>
                      </c:pt>
                      <c:pt idx="45">
                        <c:v>-154.16669999999999</c:v>
                      </c:pt>
                      <c:pt idx="46">
                        <c:v>-125</c:v>
                      </c:pt>
                      <c:pt idx="47">
                        <c:v>62.5</c:v>
                      </c:pt>
                      <c:pt idx="48">
                        <c:v>-81.25</c:v>
                      </c:pt>
                      <c:pt idx="49">
                        <c:v>-79.166659999999993</c:v>
                      </c:pt>
                      <c:pt idx="50">
                        <c:v>-89.583330000000004</c:v>
                      </c:pt>
                      <c:pt idx="51">
                        <c:v>-50</c:v>
                      </c:pt>
                      <c:pt idx="52">
                        <c:v>145.83330000000001</c:v>
                      </c:pt>
                      <c:pt idx="53">
                        <c:v>-6.25</c:v>
                      </c:pt>
                      <c:pt idx="54">
                        <c:v>-4.1666670000000003</c:v>
                      </c:pt>
                      <c:pt idx="55">
                        <c:v>18.75</c:v>
                      </c:pt>
                      <c:pt idx="56">
                        <c:v>133.33329999999998</c:v>
                      </c:pt>
                      <c:pt idx="57">
                        <c:v>-91.666659999999993</c:v>
                      </c:pt>
                      <c:pt idx="58">
                        <c:v>-85.416659999999993</c:v>
                      </c:pt>
                      <c:pt idx="59">
                        <c:v>-70.833330000000004</c:v>
                      </c:pt>
                      <c:pt idx="60">
                        <c:v>70.833330000000004</c:v>
                      </c:pt>
                      <c:pt idx="61">
                        <c:v>193.75</c:v>
                      </c:pt>
                      <c:pt idx="62">
                        <c:v>-2.0833330000000001</c:v>
                      </c:pt>
                      <c:pt idx="63">
                        <c:v>10.41667</c:v>
                      </c:pt>
                      <c:pt idx="64">
                        <c:v>52.083330000000004</c:v>
                      </c:pt>
                      <c:pt idx="65">
                        <c:v>237.5</c:v>
                      </c:pt>
                      <c:pt idx="66">
                        <c:v>160.41669999999999</c:v>
                      </c:pt>
                      <c:pt idx="67">
                        <c:v>110.41670000000001</c:v>
                      </c:pt>
                      <c:pt idx="68">
                        <c:v>147.91670000000002</c:v>
                      </c:pt>
                      <c:pt idx="69">
                        <c:v>131.25</c:v>
                      </c:pt>
                      <c:pt idx="70">
                        <c:v>247.91669999999999</c:v>
                      </c:pt>
                      <c:pt idx="71">
                        <c:v>141.66670000000002</c:v>
                      </c:pt>
                      <c:pt idx="72">
                        <c:v>150</c:v>
                      </c:pt>
                      <c:pt idx="73">
                        <c:v>177.08330000000001</c:v>
                      </c:pt>
                      <c:pt idx="74">
                        <c:v>283.33330000000001</c:v>
                      </c:pt>
                      <c:pt idx="75">
                        <c:v>118.75</c:v>
                      </c:pt>
                      <c:pt idx="76">
                        <c:v>129.16669999999999</c:v>
                      </c:pt>
                      <c:pt idx="77">
                        <c:v>152.08330000000001</c:v>
                      </c:pt>
                      <c:pt idx="78">
                        <c:v>410.41670000000005</c:v>
                      </c:pt>
                      <c:pt idx="79">
                        <c:v>189.58330000000001</c:v>
                      </c:pt>
                      <c:pt idx="80">
                        <c:v>170.83329999999998</c:v>
                      </c:pt>
                      <c:pt idx="81">
                        <c:v>143.75</c:v>
                      </c:pt>
                      <c:pt idx="82">
                        <c:v>56.25</c:v>
                      </c:pt>
                      <c:pt idx="83">
                        <c:v>27.08333</c:v>
                      </c:pt>
                      <c:pt idx="84">
                        <c:v>193.75</c:v>
                      </c:pt>
                      <c:pt idx="85">
                        <c:v>189.58330000000001</c:v>
                      </c:pt>
                      <c:pt idx="86">
                        <c:v>-16.66667</c:v>
                      </c:pt>
                      <c:pt idx="87">
                        <c:v>-22.91667</c:v>
                      </c:pt>
                      <c:pt idx="88">
                        <c:v>29.16667</c:v>
                      </c:pt>
                      <c:pt idx="89">
                        <c:v>-137.5</c:v>
                      </c:pt>
                      <c:pt idx="90">
                        <c:v>-139.58329999999998</c:v>
                      </c:pt>
                      <c:pt idx="91">
                        <c:v>-54.16666</c:v>
                      </c:pt>
                      <c:pt idx="92">
                        <c:v>-133.33329999999998</c:v>
                      </c:pt>
                      <c:pt idx="93">
                        <c:v>18.75</c:v>
                      </c:pt>
                      <c:pt idx="94">
                        <c:v>29.16667</c:v>
                      </c:pt>
                      <c:pt idx="95">
                        <c:v>-104.16670000000001</c:v>
                      </c:pt>
                      <c:pt idx="96">
                        <c:v>14.58333</c:v>
                      </c:pt>
                      <c:pt idx="97">
                        <c:v>139.58329999999998</c:v>
                      </c:pt>
                      <c:pt idx="98">
                        <c:v>-145.83330000000001</c:v>
                      </c:pt>
                      <c:pt idx="99">
                        <c:v>-158.33330000000001</c:v>
                      </c:pt>
                      <c:pt idx="100">
                        <c:v>-218.75</c:v>
                      </c:pt>
                      <c:pt idx="101">
                        <c:v>-235.41670000000002</c:v>
                      </c:pt>
                      <c:pt idx="102">
                        <c:v>29.16667</c:v>
                      </c:pt>
                      <c:pt idx="103">
                        <c:v>-197.91669999999999</c:v>
                      </c:pt>
                      <c:pt idx="104">
                        <c:v>-206.25</c:v>
                      </c:pt>
                      <c:pt idx="105">
                        <c:v>-214.58330000000001</c:v>
                      </c:pt>
                      <c:pt idx="106">
                        <c:v>-187.5</c:v>
                      </c:pt>
                      <c:pt idx="107">
                        <c:v>110.41670000000001</c:v>
                      </c:pt>
                      <c:pt idx="108">
                        <c:v>-100</c:v>
                      </c:pt>
                      <c:pt idx="109">
                        <c:v>100</c:v>
                      </c:pt>
                      <c:pt idx="110">
                        <c:v>-154.16669999999999</c:v>
                      </c:pt>
                      <c:pt idx="111">
                        <c:v>91.666659999999993</c:v>
                      </c:pt>
                      <c:pt idx="112">
                        <c:v>-118.75</c:v>
                      </c:pt>
                      <c:pt idx="113">
                        <c:v>-75</c:v>
                      </c:pt>
                      <c:pt idx="114">
                        <c:v>-58.333330000000004</c:v>
                      </c:pt>
                      <c:pt idx="115">
                        <c:v>-27.08333</c:v>
                      </c:pt>
                      <c:pt idx="116">
                        <c:v>72.916659999999993</c:v>
                      </c:pt>
                      <c:pt idx="117">
                        <c:v>-25</c:v>
                      </c:pt>
                      <c:pt idx="118">
                        <c:v>187.5</c:v>
                      </c:pt>
                      <c:pt idx="119">
                        <c:v>-39.583329999999997</c:v>
                      </c:pt>
                      <c:pt idx="120">
                        <c:v>33.333329999999997</c:v>
                      </c:pt>
                      <c:pt idx="121">
                        <c:v>60.41666</c:v>
                      </c:pt>
                      <c:pt idx="122">
                        <c:v>54.16666</c:v>
                      </c:pt>
                      <c:pt idx="123">
                        <c:v>22.91667</c:v>
                      </c:pt>
                      <c:pt idx="124">
                        <c:v>341.66669999999999</c:v>
                      </c:pt>
                      <c:pt idx="125">
                        <c:v>131.25</c:v>
                      </c:pt>
                      <c:pt idx="126">
                        <c:v>170.83329999999998</c:v>
                      </c:pt>
                      <c:pt idx="127">
                        <c:v>41.66666</c:v>
                      </c:pt>
                      <c:pt idx="128">
                        <c:v>45.833329999999997</c:v>
                      </c:pt>
                      <c:pt idx="129">
                        <c:v>39.583329999999997</c:v>
                      </c:pt>
                      <c:pt idx="130">
                        <c:v>85.416659999999993</c:v>
                      </c:pt>
                      <c:pt idx="131">
                        <c:v>112.5</c:v>
                      </c:pt>
                      <c:pt idx="132">
                        <c:v>135.41669999999999</c:v>
                      </c:pt>
                      <c:pt idx="133">
                        <c:v>114.58329999999999</c:v>
                      </c:pt>
                      <c:pt idx="134">
                        <c:v>87.5</c:v>
                      </c:pt>
                      <c:pt idx="135">
                        <c:v>125</c:v>
                      </c:pt>
                      <c:pt idx="136">
                        <c:v>185.41669999999999</c:v>
                      </c:pt>
                      <c:pt idx="137">
                        <c:v>214.58330000000001</c:v>
                      </c:pt>
                      <c:pt idx="138">
                        <c:v>204.16670000000002</c:v>
                      </c:pt>
                      <c:pt idx="139">
                        <c:v>229.16669999999999</c:v>
                      </c:pt>
                      <c:pt idx="140">
                        <c:v>283.33330000000001</c:v>
                      </c:pt>
                      <c:pt idx="141">
                        <c:v>285.41670000000005</c:v>
                      </c:pt>
                      <c:pt idx="142">
                        <c:v>266.66669999999999</c:v>
                      </c:pt>
                      <c:pt idx="143">
                        <c:v>260.41669999999999</c:v>
                      </c:pt>
                      <c:pt idx="144">
                        <c:v>254.16670000000002</c:v>
                      </c:pt>
                      <c:pt idx="145">
                        <c:v>281.25</c:v>
                      </c:pt>
                      <c:pt idx="146">
                        <c:v>327.08330000000001</c:v>
                      </c:pt>
                      <c:pt idx="147">
                        <c:v>337.5</c:v>
                      </c:pt>
                      <c:pt idx="148">
                        <c:v>291.66669999999999</c:v>
                      </c:pt>
                      <c:pt idx="149">
                        <c:v>262.5</c:v>
                      </c:pt>
                      <c:pt idx="150">
                        <c:v>252.08330000000001</c:v>
                      </c:pt>
                      <c:pt idx="151">
                        <c:v>302.08330000000001</c:v>
                      </c:pt>
                      <c:pt idx="152">
                        <c:v>264.58330000000001</c:v>
                      </c:pt>
                      <c:pt idx="153">
                        <c:v>385.41669999999999</c:v>
                      </c:pt>
                      <c:pt idx="154">
                        <c:v>185.41669999999999</c:v>
                      </c:pt>
                      <c:pt idx="155">
                        <c:v>318.75</c:v>
                      </c:pt>
                      <c:pt idx="156">
                        <c:v>202.08329999999998</c:v>
                      </c:pt>
                      <c:pt idx="157">
                        <c:v>393.75</c:v>
                      </c:pt>
                      <c:pt idx="158">
                        <c:v>218.75</c:v>
                      </c:pt>
                      <c:pt idx="159">
                        <c:v>320.83330000000001</c:v>
                      </c:pt>
                      <c:pt idx="160">
                        <c:v>195.83329999999998</c:v>
                      </c:pt>
                      <c:pt idx="161">
                        <c:v>445.83330000000001</c:v>
                      </c:pt>
                      <c:pt idx="162">
                        <c:v>218.75</c:v>
                      </c:pt>
                      <c:pt idx="163">
                        <c:v>335.41669999999999</c:v>
                      </c:pt>
                      <c:pt idx="164">
                        <c:v>154.16669999999999</c:v>
                      </c:pt>
                      <c:pt idx="165">
                        <c:v>260.41669999999999</c:v>
                      </c:pt>
                      <c:pt idx="166">
                        <c:v>168.75</c:v>
                      </c:pt>
                      <c:pt idx="167">
                        <c:v>304.16669999999999</c:v>
                      </c:pt>
                      <c:pt idx="168">
                        <c:v>191.66669999999999</c:v>
                      </c:pt>
                      <c:pt idx="169">
                        <c:v>389.58330000000001</c:v>
                      </c:pt>
                      <c:pt idx="170">
                        <c:v>116.66669999999999</c:v>
                      </c:pt>
                      <c:pt idx="171">
                        <c:v>300</c:v>
                      </c:pt>
                      <c:pt idx="172">
                        <c:v>97.916659999999993</c:v>
                      </c:pt>
                      <c:pt idx="173">
                        <c:v>264.58330000000001</c:v>
                      </c:pt>
                      <c:pt idx="174">
                        <c:v>162.5</c:v>
                      </c:pt>
                      <c:pt idx="175">
                        <c:v>95.833330000000004</c:v>
                      </c:pt>
                      <c:pt idx="176">
                        <c:v>54.16666</c:v>
                      </c:pt>
                      <c:pt idx="177">
                        <c:v>66.666659999999993</c:v>
                      </c:pt>
                      <c:pt idx="178">
                        <c:v>56.25</c:v>
                      </c:pt>
                      <c:pt idx="179">
                        <c:v>12.5</c:v>
                      </c:pt>
                      <c:pt idx="180">
                        <c:v>-2.0833330000000001</c:v>
                      </c:pt>
                      <c:pt idx="181">
                        <c:v>14.58333</c:v>
                      </c:pt>
                      <c:pt idx="182">
                        <c:v>25</c:v>
                      </c:pt>
                      <c:pt idx="183">
                        <c:v>60.41666</c:v>
                      </c:pt>
                      <c:pt idx="184">
                        <c:v>75</c:v>
                      </c:pt>
                      <c:pt idx="185">
                        <c:v>33.333329999999997</c:v>
                      </c:pt>
                      <c:pt idx="186">
                        <c:v>18.75</c:v>
                      </c:pt>
                      <c:pt idx="187">
                        <c:v>10.41667</c:v>
                      </c:pt>
                      <c:pt idx="188">
                        <c:v>39.583329999999997</c:v>
                      </c:pt>
                      <c:pt idx="189">
                        <c:v>120.83330000000001</c:v>
                      </c:pt>
                      <c:pt idx="190">
                        <c:v>104.16670000000001</c:v>
                      </c:pt>
                      <c:pt idx="191">
                        <c:v>54.16666</c:v>
                      </c:pt>
                      <c:pt idx="192">
                        <c:v>31.25</c:v>
                      </c:pt>
                      <c:pt idx="193">
                        <c:v>35.41666</c:v>
                      </c:pt>
                      <c:pt idx="194">
                        <c:v>33.333329999999997</c:v>
                      </c:pt>
                      <c:pt idx="195">
                        <c:v>-20.83333</c:v>
                      </c:pt>
                      <c:pt idx="196">
                        <c:v>-4.1666670000000003</c:v>
                      </c:pt>
                      <c:pt idx="197">
                        <c:v>20.83333</c:v>
                      </c:pt>
                      <c:pt idx="198">
                        <c:v>83.333330000000004</c:v>
                      </c:pt>
                      <c:pt idx="199">
                        <c:v>25</c:v>
                      </c:pt>
                      <c:pt idx="200">
                        <c:v>160.41669999999999</c:v>
                      </c:pt>
                      <c:pt idx="201">
                        <c:v>-47.91666</c:v>
                      </c:pt>
                      <c:pt idx="202">
                        <c:v>4.1666670000000003</c:v>
                      </c:pt>
                      <c:pt idx="203">
                        <c:v>-143.75</c:v>
                      </c:pt>
                      <c:pt idx="204">
                        <c:v>83.333330000000004</c:v>
                      </c:pt>
                      <c:pt idx="205">
                        <c:v>-77.083330000000004</c:v>
                      </c:pt>
                      <c:pt idx="206">
                        <c:v>79.166659999999993</c:v>
                      </c:pt>
                      <c:pt idx="207">
                        <c:v>-6.25</c:v>
                      </c:pt>
                      <c:pt idx="208">
                        <c:v>-8.3333329999999997</c:v>
                      </c:pt>
                      <c:pt idx="209">
                        <c:v>-2.0833330000000001</c:v>
                      </c:pt>
                      <c:pt idx="210">
                        <c:v>-133.33329999999998</c:v>
                      </c:pt>
                      <c:pt idx="211">
                        <c:v>54.16666</c:v>
                      </c:pt>
                      <c:pt idx="212">
                        <c:v>110.41670000000001</c:v>
                      </c:pt>
                      <c:pt idx="213">
                        <c:v>12.5</c:v>
                      </c:pt>
                      <c:pt idx="214">
                        <c:v>141.66670000000002</c:v>
                      </c:pt>
                      <c:pt idx="215">
                        <c:v>-2.0833330000000001</c:v>
                      </c:pt>
                      <c:pt idx="216">
                        <c:v>37.5</c:v>
                      </c:pt>
                      <c:pt idx="217">
                        <c:v>-179.16670000000002</c:v>
                      </c:pt>
                      <c:pt idx="218">
                        <c:v>-10.41667</c:v>
                      </c:pt>
                      <c:pt idx="219">
                        <c:v>-89.583330000000004</c:v>
                      </c:pt>
                      <c:pt idx="220">
                        <c:v>-60.41666</c:v>
                      </c:pt>
                      <c:pt idx="221">
                        <c:v>-75</c:v>
                      </c:pt>
                      <c:pt idx="222">
                        <c:v>-112.5</c:v>
                      </c:pt>
                      <c:pt idx="223">
                        <c:v>-97.916659999999993</c:v>
                      </c:pt>
                      <c:pt idx="224">
                        <c:v>-85.416659999999993</c:v>
                      </c:pt>
                      <c:pt idx="225">
                        <c:v>-64.583330000000004</c:v>
                      </c:pt>
                      <c:pt idx="226">
                        <c:v>-70.833330000000004</c:v>
                      </c:pt>
                      <c:pt idx="227">
                        <c:v>-79.166659999999993</c:v>
                      </c:pt>
                      <c:pt idx="228">
                        <c:v>-91.666659999999993</c:v>
                      </c:pt>
                      <c:pt idx="229">
                        <c:v>-87.5</c:v>
                      </c:pt>
                      <c:pt idx="230">
                        <c:v>-66.666659999999993</c:v>
                      </c:pt>
                      <c:pt idx="231">
                        <c:v>-60.41666</c:v>
                      </c:pt>
                      <c:pt idx="232">
                        <c:v>-100</c:v>
                      </c:pt>
                      <c:pt idx="233">
                        <c:v>-112.5</c:v>
                      </c:pt>
                      <c:pt idx="234">
                        <c:v>-95.833330000000004</c:v>
                      </c:pt>
                      <c:pt idx="235">
                        <c:v>-60.41666</c:v>
                      </c:pt>
                      <c:pt idx="236">
                        <c:v>-95.833330000000004</c:v>
                      </c:pt>
                      <c:pt idx="237">
                        <c:v>43.75</c:v>
                      </c:pt>
                      <c:pt idx="238">
                        <c:v>-91.666659999999993</c:v>
                      </c:pt>
                      <c:pt idx="239">
                        <c:v>-43.75</c:v>
                      </c:pt>
                      <c:pt idx="240">
                        <c:v>-47.91666</c:v>
                      </c:pt>
                      <c:pt idx="241">
                        <c:v>104.16670000000001</c:v>
                      </c:pt>
                      <c:pt idx="242">
                        <c:v>-143.75</c:v>
                      </c:pt>
                      <c:pt idx="243">
                        <c:v>27.08333</c:v>
                      </c:pt>
                      <c:pt idx="244">
                        <c:v>-120.83330000000001</c:v>
                      </c:pt>
                      <c:pt idx="245">
                        <c:v>154.16669999999999</c:v>
                      </c:pt>
                      <c:pt idx="246">
                        <c:v>-81.25</c:v>
                      </c:pt>
                      <c:pt idx="247">
                        <c:v>-100</c:v>
                      </c:pt>
                      <c:pt idx="248">
                        <c:v>-129.16669999999999</c:v>
                      </c:pt>
                      <c:pt idx="249">
                        <c:v>-125</c:v>
                      </c:pt>
                      <c:pt idx="250">
                        <c:v>-141.66670000000002</c:v>
                      </c:pt>
                      <c:pt idx="251">
                        <c:v>-127.08330000000001</c:v>
                      </c:pt>
                      <c:pt idx="252">
                        <c:v>-25</c:v>
                      </c:pt>
                      <c:pt idx="253">
                        <c:v>-118.75</c:v>
                      </c:pt>
                      <c:pt idx="254">
                        <c:v>102.08330000000001</c:v>
                      </c:pt>
                      <c:pt idx="255">
                        <c:v>-118.75</c:v>
                      </c:pt>
                      <c:pt idx="256">
                        <c:v>129.16669999999999</c:v>
                      </c:pt>
                      <c:pt idx="257">
                        <c:v>-62.5</c:v>
                      </c:pt>
                      <c:pt idx="258">
                        <c:v>-29.16667</c:v>
                      </c:pt>
                      <c:pt idx="259">
                        <c:v>193.75</c:v>
                      </c:pt>
                      <c:pt idx="260">
                        <c:v>-93.75</c:v>
                      </c:pt>
                      <c:pt idx="261">
                        <c:v>43.75</c:v>
                      </c:pt>
                      <c:pt idx="262">
                        <c:v>187.5</c:v>
                      </c:pt>
                      <c:pt idx="263">
                        <c:v>-20.83333</c:v>
                      </c:pt>
                      <c:pt idx="264">
                        <c:v>6.25</c:v>
                      </c:pt>
                      <c:pt idx="265">
                        <c:v>41.66666</c:v>
                      </c:pt>
                      <c:pt idx="266">
                        <c:v>66.666659999999993</c:v>
                      </c:pt>
                      <c:pt idx="267">
                        <c:v>70.833330000000004</c:v>
                      </c:pt>
                      <c:pt idx="268">
                        <c:v>68.75</c:v>
                      </c:pt>
                      <c:pt idx="269">
                        <c:v>83.333330000000004</c:v>
                      </c:pt>
                      <c:pt idx="270">
                        <c:v>212.5</c:v>
                      </c:pt>
                      <c:pt idx="271">
                        <c:v>-4.1666670000000003</c:v>
                      </c:pt>
                      <c:pt idx="272">
                        <c:v>45.833329999999997</c:v>
                      </c:pt>
                      <c:pt idx="273">
                        <c:v>308.33329999999995</c:v>
                      </c:pt>
                      <c:pt idx="274">
                        <c:v>91.666659999999993</c:v>
                      </c:pt>
                      <c:pt idx="275">
                        <c:v>66.666659999999993</c:v>
                      </c:pt>
                      <c:pt idx="276">
                        <c:v>306.25</c:v>
                      </c:pt>
                      <c:pt idx="277">
                        <c:v>39.583329999999997</c:v>
                      </c:pt>
                      <c:pt idx="278">
                        <c:v>58.333330000000004</c:v>
                      </c:pt>
                      <c:pt idx="279">
                        <c:v>43.75</c:v>
                      </c:pt>
                      <c:pt idx="280">
                        <c:v>66.666659999999993</c:v>
                      </c:pt>
                      <c:pt idx="281">
                        <c:v>77.083330000000004</c:v>
                      </c:pt>
                      <c:pt idx="282">
                        <c:v>89.583330000000004</c:v>
                      </c:pt>
                      <c:pt idx="283">
                        <c:v>341.66669999999999</c:v>
                      </c:pt>
                      <c:pt idx="284">
                        <c:v>41.66666</c:v>
                      </c:pt>
                      <c:pt idx="285">
                        <c:v>45.833329999999997</c:v>
                      </c:pt>
                      <c:pt idx="286">
                        <c:v>68.75</c:v>
                      </c:pt>
                      <c:pt idx="287">
                        <c:v>93.75</c:v>
                      </c:pt>
                      <c:pt idx="288">
                        <c:v>197.91669999999999</c:v>
                      </c:pt>
                      <c:pt idx="289">
                        <c:v>72.916659999999993</c:v>
                      </c:pt>
                      <c:pt idx="290">
                        <c:v>95.833330000000004</c:v>
                      </c:pt>
                      <c:pt idx="291">
                        <c:v>131.25</c:v>
                      </c:pt>
                      <c:pt idx="292">
                        <c:v>243.75</c:v>
                      </c:pt>
                      <c:pt idx="293">
                        <c:v>114.58329999999999</c:v>
                      </c:pt>
                      <c:pt idx="294">
                        <c:v>145.83330000000001</c:v>
                      </c:pt>
                      <c:pt idx="295">
                        <c:v>139.58329999999998</c:v>
                      </c:pt>
                      <c:pt idx="296">
                        <c:v>308.33329999999995</c:v>
                      </c:pt>
                      <c:pt idx="297">
                        <c:v>116.66669999999999</c:v>
                      </c:pt>
                      <c:pt idx="298">
                        <c:v>102.08330000000001</c:v>
                      </c:pt>
                      <c:pt idx="299">
                        <c:v>81.25</c:v>
                      </c:pt>
                      <c:pt idx="300">
                        <c:v>83.333330000000004</c:v>
                      </c:pt>
                      <c:pt idx="301">
                        <c:v>77.083330000000004</c:v>
                      </c:pt>
                      <c:pt idx="302">
                        <c:v>335.41669999999999</c:v>
                      </c:pt>
                      <c:pt idx="303">
                        <c:v>-25</c:v>
                      </c:pt>
                      <c:pt idx="304">
                        <c:v>-6.25</c:v>
                      </c:pt>
                      <c:pt idx="305">
                        <c:v>2.0833330000000001</c:v>
                      </c:pt>
                      <c:pt idx="306">
                        <c:v>14.58333</c:v>
                      </c:pt>
                      <c:pt idx="307">
                        <c:v>22.91667</c:v>
                      </c:pt>
                      <c:pt idx="308">
                        <c:v>47.91666</c:v>
                      </c:pt>
                      <c:pt idx="309">
                        <c:v>329.16669999999999</c:v>
                      </c:pt>
                      <c:pt idx="310">
                        <c:v>131.25</c:v>
                      </c:pt>
                      <c:pt idx="311">
                        <c:v>52.083330000000004</c:v>
                      </c:pt>
                      <c:pt idx="312">
                        <c:v>50</c:v>
                      </c:pt>
                      <c:pt idx="313">
                        <c:v>39.583329999999997</c:v>
                      </c:pt>
                      <c:pt idx="314">
                        <c:v>47.91666</c:v>
                      </c:pt>
                      <c:pt idx="315">
                        <c:v>20.83333</c:v>
                      </c:pt>
                      <c:pt idx="316">
                        <c:v>27.08333</c:v>
                      </c:pt>
                      <c:pt idx="317">
                        <c:v>47.91666</c:v>
                      </c:pt>
                      <c:pt idx="318">
                        <c:v>106.25</c:v>
                      </c:pt>
                      <c:pt idx="319">
                        <c:v>485.41669999999999</c:v>
                      </c:pt>
                      <c:pt idx="320">
                        <c:v>52.083330000000004</c:v>
                      </c:pt>
                      <c:pt idx="321">
                        <c:v>66.666659999999993</c:v>
                      </c:pt>
                      <c:pt idx="322">
                        <c:v>62.5</c:v>
                      </c:pt>
                      <c:pt idx="323">
                        <c:v>72.916659999999993</c:v>
                      </c:pt>
                      <c:pt idx="324">
                        <c:v>75</c:v>
                      </c:pt>
                      <c:pt idx="325">
                        <c:v>70.833330000000004</c:v>
                      </c:pt>
                      <c:pt idx="326">
                        <c:v>87.5</c:v>
                      </c:pt>
                      <c:pt idx="327">
                        <c:v>83.333330000000004</c:v>
                      </c:pt>
                      <c:pt idx="328">
                        <c:v>89.583330000000004</c:v>
                      </c:pt>
                      <c:pt idx="329">
                        <c:v>108.33329999999999</c:v>
                      </c:pt>
                      <c:pt idx="330">
                        <c:v>127.08330000000001</c:v>
                      </c:pt>
                      <c:pt idx="331">
                        <c:v>114.58329999999999</c:v>
                      </c:pt>
                      <c:pt idx="332">
                        <c:v>127.08330000000001</c:v>
                      </c:pt>
                      <c:pt idx="333">
                        <c:v>133.33329999999998</c:v>
                      </c:pt>
                      <c:pt idx="334">
                        <c:v>122.91670000000001</c:v>
                      </c:pt>
                      <c:pt idx="335">
                        <c:v>116.66669999999999</c:v>
                      </c:pt>
                      <c:pt idx="336">
                        <c:v>127.08330000000001</c:v>
                      </c:pt>
                      <c:pt idx="337">
                        <c:v>127.08330000000001</c:v>
                      </c:pt>
                      <c:pt idx="338">
                        <c:v>129.16669999999999</c:v>
                      </c:pt>
                      <c:pt idx="339">
                        <c:v>129.16669999999999</c:v>
                      </c:pt>
                      <c:pt idx="340">
                        <c:v>122.91670000000001</c:v>
                      </c:pt>
                      <c:pt idx="341">
                        <c:v>131.25</c:v>
                      </c:pt>
                      <c:pt idx="342">
                        <c:v>120.83330000000001</c:v>
                      </c:pt>
                      <c:pt idx="343">
                        <c:v>133.33329999999998</c:v>
                      </c:pt>
                      <c:pt idx="344">
                        <c:v>139.58329999999998</c:v>
                      </c:pt>
                      <c:pt idx="345">
                        <c:v>131.25</c:v>
                      </c:pt>
                      <c:pt idx="346">
                        <c:v>127.08330000000001</c:v>
                      </c:pt>
                      <c:pt idx="347">
                        <c:v>139.58329999999998</c:v>
                      </c:pt>
                      <c:pt idx="348">
                        <c:v>131.25</c:v>
                      </c:pt>
                      <c:pt idx="349">
                        <c:v>122.91670000000001</c:v>
                      </c:pt>
                      <c:pt idx="350">
                        <c:v>137.5</c:v>
                      </c:pt>
                      <c:pt idx="351">
                        <c:v>135.41669999999999</c:v>
                      </c:pt>
                      <c:pt idx="352">
                        <c:v>122.91670000000001</c:v>
                      </c:pt>
                      <c:pt idx="353">
                        <c:v>120.83330000000001</c:v>
                      </c:pt>
                      <c:pt idx="354">
                        <c:v>104.16670000000001</c:v>
                      </c:pt>
                      <c:pt idx="355">
                        <c:v>104.16670000000001</c:v>
                      </c:pt>
                      <c:pt idx="356">
                        <c:v>79.166659999999993</c:v>
                      </c:pt>
                      <c:pt idx="357">
                        <c:v>68.75</c:v>
                      </c:pt>
                      <c:pt idx="358">
                        <c:v>70.833330000000004</c:v>
                      </c:pt>
                      <c:pt idx="359">
                        <c:v>87.5</c:v>
                      </c:pt>
                      <c:pt idx="360">
                        <c:v>77.083330000000004</c:v>
                      </c:pt>
                      <c:pt idx="361">
                        <c:v>93.75</c:v>
                      </c:pt>
                      <c:pt idx="362">
                        <c:v>87.5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4-5F2B-40CF-85B0-D5414751485D}"/>
                  </c:ext>
                </c:extLst>
              </c15:ser>
            </c15:filteredLineSeries>
            <c15:filteredLineSeries>
              <c15:ser>
                <c:idx val="4"/>
                <c:order val="4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Sheet1!$F$1</c15:sqref>
                        </c15:formulaRef>
                      </c:ext>
                    </c:extLst>
                    <c:strCache>
                      <c:ptCount val="1"/>
                      <c:pt idx="0">
                        <c:v>LPC 제어속도</c:v>
                      </c:pt>
                    </c:strCache>
                  </c:strRef>
                </c:tx>
                <c:spPr>
                  <a:ln w="28575" cap="rnd">
                    <a:solidFill>
                      <a:schemeClr val="accent5"/>
                    </a:solidFill>
                    <a:round/>
                  </a:ln>
                  <a:effectLst/>
                </c:spPr>
                <c:marker>
                  <c:symbol val="none"/>
                </c:marker>
                <c:cat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Sheet1!$A$2:$A$364</c15:sqref>
                        </c15:formulaRef>
                      </c:ext>
                    </c:extLst>
                    <c:numCache>
                      <c:formatCode>yyyy/mm/dd\ ddd\ hh:mm:ss</c:formatCode>
                      <c:ptCount val="363"/>
                      <c:pt idx="0">
                        <c:v>45944.80096064815</c:v>
                      </c:pt>
                      <c:pt idx="1">
                        <c:v>45944.80097222222</c:v>
                      </c:pt>
                      <c:pt idx="2">
                        <c:v>45944.80097222222</c:v>
                      </c:pt>
                      <c:pt idx="3">
                        <c:v>45944.80097222222</c:v>
                      </c:pt>
                      <c:pt idx="4">
                        <c:v>45944.80097222222</c:v>
                      </c:pt>
                      <c:pt idx="5">
                        <c:v>45944.80097222222</c:v>
                      </c:pt>
                      <c:pt idx="6">
                        <c:v>45944.80097222222</c:v>
                      </c:pt>
                      <c:pt idx="7">
                        <c:v>45944.80097222222</c:v>
                      </c:pt>
                      <c:pt idx="8">
                        <c:v>45944.80097222222</c:v>
                      </c:pt>
                      <c:pt idx="9">
                        <c:v>45944.80097222222</c:v>
                      </c:pt>
                      <c:pt idx="10">
                        <c:v>45944.80097222222</c:v>
                      </c:pt>
                      <c:pt idx="11">
                        <c:v>45944.80097222222</c:v>
                      </c:pt>
                      <c:pt idx="12">
                        <c:v>45944.80097222222</c:v>
                      </c:pt>
                      <c:pt idx="13">
                        <c:v>45944.80097222222</c:v>
                      </c:pt>
                      <c:pt idx="14">
                        <c:v>45944.80097222222</c:v>
                      </c:pt>
                      <c:pt idx="15">
                        <c:v>45944.80097222222</c:v>
                      </c:pt>
                      <c:pt idx="16">
                        <c:v>45944.80097222222</c:v>
                      </c:pt>
                      <c:pt idx="17">
                        <c:v>45944.80097222222</c:v>
                      </c:pt>
                      <c:pt idx="18">
                        <c:v>45944.80097222222</c:v>
                      </c:pt>
                      <c:pt idx="19">
                        <c:v>45944.80097222222</c:v>
                      </c:pt>
                      <c:pt idx="20">
                        <c:v>45944.80097222222</c:v>
                      </c:pt>
                      <c:pt idx="21">
                        <c:v>45944.80097222222</c:v>
                      </c:pt>
                      <c:pt idx="22">
                        <c:v>45944.800983796296</c:v>
                      </c:pt>
                      <c:pt idx="23">
                        <c:v>45944.800983796296</c:v>
                      </c:pt>
                      <c:pt idx="24">
                        <c:v>45944.800983796296</c:v>
                      </c:pt>
                      <c:pt idx="25">
                        <c:v>45944.800983796296</c:v>
                      </c:pt>
                      <c:pt idx="26">
                        <c:v>45944.800983796296</c:v>
                      </c:pt>
                      <c:pt idx="27">
                        <c:v>45944.800983796296</c:v>
                      </c:pt>
                      <c:pt idx="28">
                        <c:v>45944.800983796296</c:v>
                      </c:pt>
                      <c:pt idx="29">
                        <c:v>45944.800983796296</c:v>
                      </c:pt>
                      <c:pt idx="30">
                        <c:v>45944.800983796296</c:v>
                      </c:pt>
                      <c:pt idx="31">
                        <c:v>45944.800983796296</c:v>
                      </c:pt>
                      <c:pt idx="32">
                        <c:v>45944.800983796296</c:v>
                      </c:pt>
                      <c:pt idx="33">
                        <c:v>45944.800983796296</c:v>
                      </c:pt>
                      <c:pt idx="34">
                        <c:v>45944.800983796296</c:v>
                      </c:pt>
                      <c:pt idx="35">
                        <c:v>45944.800983796296</c:v>
                      </c:pt>
                      <c:pt idx="36">
                        <c:v>45944.800983796296</c:v>
                      </c:pt>
                      <c:pt idx="37">
                        <c:v>45944.800983796296</c:v>
                      </c:pt>
                      <c:pt idx="38">
                        <c:v>45944.800983796296</c:v>
                      </c:pt>
                      <c:pt idx="39">
                        <c:v>45944.800983796296</c:v>
                      </c:pt>
                      <c:pt idx="40">
                        <c:v>45944.800983796296</c:v>
                      </c:pt>
                      <c:pt idx="41">
                        <c:v>45944.800983796296</c:v>
                      </c:pt>
                      <c:pt idx="42">
                        <c:v>45944.800983796296</c:v>
                      </c:pt>
                      <c:pt idx="43">
                        <c:v>45944.800995370373</c:v>
                      </c:pt>
                      <c:pt idx="44">
                        <c:v>45944.800995370373</c:v>
                      </c:pt>
                      <c:pt idx="45">
                        <c:v>45944.800995370373</c:v>
                      </c:pt>
                      <c:pt idx="46">
                        <c:v>45944.800995370373</c:v>
                      </c:pt>
                      <c:pt idx="47">
                        <c:v>45944.800995370373</c:v>
                      </c:pt>
                      <c:pt idx="48">
                        <c:v>45944.800995370373</c:v>
                      </c:pt>
                      <c:pt idx="49">
                        <c:v>45944.800995370373</c:v>
                      </c:pt>
                      <c:pt idx="50">
                        <c:v>45944.800995370373</c:v>
                      </c:pt>
                      <c:pt idx="51">
                        <c:v>45944.800995370373</c:v>
                      </c:pt>
                      <c:pt idx="52">
                        <c:v>45944.800995370373</c:v>
                      </c:pt>
                      <c:pt idx="53">
                        <c:v>45944.800995370373</c:v>
                      </c:pt>
                      <c:pt idx="54">
                        <c:v>45944.800995370373</c:v>
                      </c:pt>
                      <c:pt idx="55">
                        <c:v>45944.800995370373</c:v>
                      </c:pt>
                      <c:pt idx="56">
                        <c:v>45944.800995370373</c:v>
                      </c:pt>
                      <c:pt idx="57">
                        <c:v>45944.800995370373</c:v>
                      </c:pt>
                      <c:pt idx="58">
                        <c:v>45944.800995370373</c:v>
                      </c:pt>
                      <c:pt idx="59">
                        <c:v>45944.800995370373</c:v>
                      </c:pt>
                      <c:pt idx="60">
                        <c:v>45944.800995370373</c:v>
                      </c:pt>
                      <c:pt idx="61">
                        <c:v>45944.800995370373</c:v>
                      </c:pt>
                      <c:pt idx="62">
                        <c:v>45944.800995370373</c:v>
                      </c:pt>
                      <c:pt idx="63">
                        <c:v>45944.801006944443</c:v>
                      </c:pt>
                      <c:pt idx="64">
                        <c:v>45944.801006944443</c:v>
                      </c:pt>
                      <c:pt idx="65">
                        <c:v>45944.801006944443</c:v>
                      </c:pt>
                      <c:pt idx="66">
                        <c:v>45944.801006944443</c:v>
                      </c:pt>
                      <c:pt idx="67">
                        <c:v>45944.801006944443</c:v>
                      </c:pt>
                      <c:pt idx="68">
                        <c:v>45944.801006944443</c:v>
                      </c:pt>
                      <c:pt idx="69">
                        <c:v>45944.801006944443</c:v>
                      </c:pt>
                      <c:pt idx="70">
                        <c:v>45944.801006944443</c:v>
                      </c:pt>
                      <c:pt idx="71">
                        <c:v>45944.801006944443</c:v>
                      </c:pt>
                      <c:pt idx="72">
                        <c:v>45944.801006944443</c:v>
                      </c:pt>
                      <c:pt idx="73">
                        <c:v>45944.801006944443</c:v>
                      </c:pt>
                      <c:pt idx="74">
                        <c:v>45944.801006944443</c:v>
                      </c:pt>
                      <c:pt idx="75">
                        <c:v>45944.801006944443</c:v>
                      </c:pt>
                      <c:pt idx="76">
                        <c:v>45944.801006944443</c:v>
                      </c:pt>
                      <c:pt idx="77">
                        <c:v>45944.801006944443</c:v>
                      </c:pt>
                      <c:pt idx="78">
                        <c:v>45944.801006944443</c:v>
                      </c:pt>
                      <c:pt idx="79">
                        <c:v>45944.801006944443</c:v>
                      </c:pt>
                      <c:pt idx="80">
                        <c:v>45944.801006944443</c:v>
                      </c:pt>
                      <c:pt idx="81">
                        <c:v>45944.801006944443</c:v>
                      </c:pt>
                      <c:pt idx="82">
                        <c:v>45944.801018518519</c:v>
                      </c:pt>
                      <c:pt idx="83">
                        <c:v>45944.801018518519</c:v>
                      </c:pt>
                      <c:pt idx="84">
                        <c:v>45944.801018518519</c:v>
                      </c:pt>
                      <c:pt idx="85">
                        <c:v>45944.801018518519</c:v>
                      </c:pt>
                      <c:pt idx="86">
                        <c:v>45944.801018518519</c:v>
                      </c:pt>
                      <c:pt idx="87">
                        <c:v>45944.801018518519</c:v>
                      </c:pt>
                      <c:pt idx="88">
                        <c:v>45944.801018518519</c:v>
                      </c:pt>
                      <c:pt idx="89">
                        <c:v>45944.801018518519</c:v>
                      </c:pt>
                      <c:pt idx="90">
                        <c:v>45944.801018518519</c:v>
                      </c:pt>
                      <c:pt idx="91">
                        <c:v>45944.801018518519</c:v>
                      </c:pt>
                      <c:pt idx="92">
                        <c:v>45944.801018518519</c:v>
                      </c:pt>
                      <c:pt idx="93">
                        <c:v>45944.801018518519</c:v>
                      </c:pt>
                      <c:pt idx="94">
                        <c:v>45944.801018518519</c:v>
                      </c:pt>
                      <c:pt idx="95">
                        <c:v>45944.801018518519</c:v>
                      </c:pt>
                      <c:pt idx="96">
                        <c:v>45944.801018518519</c:v>
                      </c:pt>
                      <c:pt idx="97">
                        <c:v>45944.801018518519</c:v>
                      </c:pt>
                      <c:pt idx="98">
                        <c:v>45944.801018518519</c:v>
                      </c:pt>
                      <c:pt idx="99">
                        <c:v>45944.801018518519</c:v>
                      </c:pt>
                      <c:pt idx="100">
                        <c:v>45944.801018518519</c:v>
                      </c:pt>
                      <c:pt idx="101">
                        <c:v>45944.801018518519</c:v>
                      </c:pt>
                      <c:pt idx="102">
                        <c:v>45944.801030092596</c:v>
                      </c:pt>
                      <c:pt idx="103">
                        <c:v>45944.801030092596</c:v>
                      </c:pt>
                      <c:pt idx="104">
                        <c:v>45944.801030092596</c:v>
                      </c:pt>
                      <c:pt idx="105">
                        <c:v>45944.801030092596</c:v>
                      </c:pt>
                      <c:pt idx="106">
                        <c:v>45944.801030092596</c:v>
                      </c:pt>
                      <c:pt idx="107">
                        <c:v>45944.801030092596</c:v>
                      </c:pt>
                      <c:pt idx="108">
                        <c:v>45944.801030092596</c:v>
                      </c:pt>
                      <c:pt idx="109">
                        <c:v>45944.801030092596</c:v>
                      </c:pt>
                      <c:pt idx="110">
                        <c:v>45944.801030092596</c:v>
                      </c:pt>
                      <c:pt idx="111">
                        <c:v>45944.801030092596</c:v>
                      </c:pt>
                      <c:pt idx="112">
                        <c:v>45944.801030092596</c:v>
                      </c:pt>
                      <c:pt idx="113">
                        <c:v>45944.801030092596</c:v>
                      </c:pt>
                      <c:pt idx="114">
                        <c:v>45944.801030092596</c:v>
                      </c:pt>
                      <c:pt idx="115">
                        <c:v>45944.801030092596</c:v>
                      </c:pt>
                      <c:pt idx="116">
                        <c:v>45944.801030092596</c:v>
                      </c:pt>
                      <c:pt idx="117">
                        <c:v>45944.801030092596</c:v>
                      </c:pt>
                      <c:pt idx="118">
                        <c:v>45944.801030092596</c:v>
                      </c:pt>
                      <c:pt idx="119">
                        <c:v>45944.801030092596</c:v>
                      </c:pt>
                      <c:pt idx="120">
                        <c:v>45944.801030092596</c:v>
                      </c:pt>
                      <c:pt idx="121">
                        <c:v>45944.801030092596</c:v>
                      </c:pt>
                      <c:pt idx="122">
                        <c:v>45944.801041666666</c:v>
                      </c:pt>
                      <c:pt idx="123">
                        <c:v>45944.801041666666</c:v>
                      </c:pt>
                      <c:pt idx="124">
                        <c:v>45944.801041666666</c:v>
                      </c:pt>
                      <c:pt idx="125">
                        <c:v>45944.801041666666</c:v>
                      </c:pt>
                      <c:pt idx="126">
                        <c:v>45944.801041666666</c:v>
                      </c:pt>
                      <c:pt idx="127">
                        <c:v>45944.801041666666</c:v>
                      </c:pt>
                      <c:pt idx="128">
                        <c:v>45944.801041666666</c:v>
                      </c:pt>
                      <c:pt idx="129">
                        <c:v>45944.801041666666</c:v>
                      </c:pt>
                      <c:pt idx="130">
                        <c:v>45944.801041666666</c:v>
                      </c:pt>
                      <c:pt idx="131">
                        <c:v>45944.801041666666</c:v>
                      </c:pt>
                      <c:pt idx="132">
                        <c:v>45944.801041666666</c:v>
                      </c:pt>
                      <c:pt idx="133">
                        <c:v>45944.801041666666</c:v>
                      </c:pt>
                      <c:pt idx="134">
                        <c:v>45944.801041666666</c:v>
                      </c:pt>
                      <c:pt idx="135">
                        <c:v>45944.801041666666</c:v>
                      </c:pt>
                      <c:pt idx="136">
                        <c:v>45944.801041666666</c:v>
                      </c:pt>
                      <c:pt idx="137">
                        <c:v>45944.801041666666</c:v>
                      </c:pt>
                      <c:pt idx="138">
                        <c:v>45944.801041666666</c:v>
                      </c:pt>
                      <c:pt idx="139">
                        <c:v>45944.801041666666</c:v>
                      </c:pt>
                      <c:pt idx="140">
                        <c:v>45944.801041666666</c:v>
                      </c:pt>
                      <c:pt idx="141">
                        <c:v>45944.801041666666</c:v>
                      </c:pt>
                      <c:pt idx="142">
                        <c:v>45944.801053240742</c:v>
                      </c:pt>
                      <c:pt idx="143">
                        <c:v>45944.801053240742</c:v>
                      </c:pt>
                      <c:pt idx="144">
                        <c:v>45944.801053240742</c:v>
                      </c:pt>
                      <c:pt idx="145">
                        <c:v>45944.801053240742</c:v>
                      </c:pt>
                      <c:pt idx="146">
                        <c:v>45944.801053240742</c:v>
                      </c:pt>
                      <c:pt idx="147">
                        <c:v>45944.801053240742</c:v>
                      </c:pt>
                      <c:pt idx="148">
                        <c:v>45944.801053240742</c:v>
                      </c:pt>
                      <c:pt idx="149">
                        <c:v>45944.801053240742</c:v>
                      </c:pt>
                      <c:pt idx="150">
                        <c:v>45944.801053240742</c:v>
                      </c:pt>
                      <c:pt idx="151">
                        <c:v>45944.801053240742</c:v>
                      </c:pt>
                      <c:pt idx="152">
                        <c:v>45944.801053240742</c:v>
                      </c:pt>
                      <c:pt idx="153">
                        <c:v>45944.801053240742</c:v>
                      </c:pt>
                      <c:pt idx="154">
                        <c:v>45944.801053240742</c:v>
                      </c:pt>
                      <c:pt idx="155">
                        <c:v>45944.801053240742</c:v>
                      </c:pt>
                      <c:pt idx="156">
                        <c:v>45944.801053240742</c:v>
                      </c:pt>
                      <c:pt idx="157">
                        <c:v>45944.801053240742</c:v>
                      </c:pt>
                      <c:pt idx="158">
                        <c:v>45944.801053240742</c:v>
                      </c:pt>
                      <c:pt idx="159">
                        <c:v>45944.801053240742</c:v>
                      </c:pt>
                      <c:pt idx="160">
                        <c:v>45944.801053240742</c:v>
                      </c:pt>
                      <c:pt idx="161">
                        <c:v>45944.801053240742</c:v>
                      </c:pt>
                      <c:pt idx="162">
                        <c:v>45944.801053240742</c:v>
                      </c:pt>
                      <c:pt idx="163">
                        <c:v>45944.801053240742</c:v>
                      </c:pt>
                      <c:pt idx="164">
                        <c:v>45944.801064814812</c:v>
                      </c:pt>
                      <c:pt idx="165">
                        <c:v>45944.801064814812</c:v>
                      </c:pt>
                      <c:pt idx="166">
                        <c:v>45944.801064814812</c:v>
                      </c:pt>
                      <c:pt idx="167">
                        <c:v>45944.801064814812</c:v>
                      </c:pt>
                      <c:pt idx="168">
                        <c:v>45944.801064814812</c:v>
                      </c:pt>
                      <c:pt idx="169">
                        <c:v>45944.801064814812</c:v>
                      </c:pt>
                      <c:pt idx="170">
                        <c:v>45944.801064814812</c:v>
                      </c:pt>
                      <c:pt idx="171">
                        <c:v>45944.801064814812</c:v>
                      </c:pt>
                      <c:pt idx="172">
                        <c:v>45944.801064814812</c:v>
                      </c:pt>
                      <c:pt idx="173">
                        <c:v>45944.801064814812</c:v>
                      </c:pt>
                      <c:pt idx="174">
                        <c:v>45944.801064814812</c:v>
                      </c:pt>
                      <c:pt idx="175">
                        <c:v>45944.801064814812</c:v>
                      </c:pt>
                      <c:pt idx="176">
                        <c:v>45944.801064814812</c:v>
                      </c:pt>
                      <c:pt idx="177">
                        <c:v>45944.801064814812</c:v>
                      </c:pt>
                      <c:pt idx="178">
                        <c:v>45944.801064814812</c:v>
                      </c:pt>
                      <c:pt idx="179">
                        <c:v>45944.801064814812</c:v>
                      </c:pt>
                      <c:pt idx="180">
                        <c:v>45944.801064814812</c:v>
                      </c:pt>
                      <c:pt idx="181">
                        <c:v>45944.801064814812</c:v>
                      </c:pt>
                      <c:pt idx="182">
                        <c:v>45944.801064814812</c:v>
                      </c:pt>
                      <c:pt idx="183">
                        <c:v>45944.801064814812</c:v>
                      </c:pt>
                      <c:pt idx="184">
                        <c:v>45944.801076388889</c:v>
                      </c:pt>
                      <c:pt idx="185">
                        <c:v>45944.801076388889</c:v>
                      </c:pt>
                      <c:pt idx="186">
                        <c:v>45944.801076388889</c:v>
                      </c:pt>
                      <c:pt idx="187">
                        <c:v>45944.801076388889</c:v>
                      </c:pt>
                      <c:pt idx="188">
                        <c:v>45944.801076388889</c:v>
                      </c:pt>
                      <c:pt idx="189">
                        <c:v>45944.801076388889</c:v>
                      </c:pt>
                      <c:pt idx="190">
                        <c:v>45944.801076388889</c:v>
                      </c:pt>
                      <c:pt idx="191">
                        <c:v>45944.801076388889</c:v>
                      </c:pt>
                      <c:pt idx="192">
                        <c:v>45944.801076388889</c:v>
                      </c:pt>
                      <c:pt idx="193">
                        <c:v>45944.801076388889</c:v>
                      </c:pt>
                      <c:pt idx="194">
                        <c:v>45944.801076388889</c:v>
                      </c:pt>
                      <c:pt idx="195">
                        <c:v>45944.801076388889</c:v>
                      </c:pt>
                      <c:pt idx="196">
                        <c:v>45944.801076388889</c:v>
                      </c:pt>
                      <c:pt idx="197">
                        <c:v>45944.801076388889</c:v>
                      </c:pt>
                      <c:pt idx="198">
                        <c:v>45944.801076388889</c:v>
                      </c:pt>
                      <c:pt idx="199">
                        <c:v>45944.801076388889</c:v>
                      </c:pt>
                      <c:pt idx="200">
                        <c:v>45944.801076388889</c:v>
                      </c:pt>
                      <c:pt idx="201">
                        <c:v>45944.801076388889</c:v>
                      </c:pt>
                      <c:pt idx="202">
                        <c:v>45944.801076388889</c:v>
                      </c:pt>
                      <c:pt idx="203">
                        <c:v>45944.801076388889</c:v>
                      </c:pt>
                      <c:pt idx="204">
                        <c:v>45944.801076388889</c:v>
                      </c:pt>
                      <c:pt idx="205">
                        <c:v>45944.801076388889</c:v>
                      </c:pt>
                      <c:pt idx="206">
                        <c:v>45944.801087962966</c:v>
                      </c:pt>
                      <c:pt idx="207">
                        <c:v>45944.801087962966</c:v>
                      </c:pt>
                      <c:pt idx="208">
                        <c:v>45944.801087962966</c:v>
                      </c:pt>
                      <c:pt idx="209">
                        <c:v>45944.801087962966</c:v>
                      </c:pt>
                      <c:pt idx="210">
                        <c:v>45944.801087962966</c:v>
                      </c:pt>
                      <c:pt idx="211">
                        <c:v>45944.801087962966</c:v>
                      </c:pt>
                      <c:pt idx="212">
                        <c:v>45944.801087962966</c:v>
                      </c:pt>
                      <c:pt idx="213">
                        <c:v>45944.801087962966</c:v>
                      </c:pt>
                      <c:pt idx="214">
                        <c:v>45944.801087962966</c:v>
                      </c:pt>
                      <c:pt idx="215">
                        <c:v>45944.801087962966</c:v>
                      </c:pt>
                      <c:pt idx="216">
                        <c:v>45944.801087962966</c:v>
                      </c:pt>
                      <c:pt idx="217">
                        <c:v>45944.801087962966</c:v>
                      </c:pt>
                      <c:pt idx="218">
                        <c:v>45944.801087962966</c:v>
                      </c:pt>
                      <c:pt idx="219">
                        <c:v>45944.801087962966</c:v>
                      </c:pt>
                      <c:pt idx="220">
                        <c:v>45944.801087962966</c:v>
                      </c:pt>
                      <c:pt idx="221">
                        <c:v>45944.801087962966</c:v>
                      </c:pt>
                      <c:pt idx="222">
                        <c:v>45944.801087962966</c:v>
                      </c:pt>
                      <c:pt idx="223">
                        <c:v>45944.801087962966</c:v>
                      </c:pt>
                      <c:pt idx="224">
                        <c:v>45944.801087962966</c:v>
                      </c:pt>
                      <c:pt idx="225">
                        <c:v>45944.801099537035</c:v>
                      </c:pt>
                      <c:pt idx="226">
                        <c:v>45944.801099537035</c:v>
                      </c:pt>
                      <c:pt idx="227">
                        <c:v>45944.801099537035</c:v>
                      </c:pt>
                      <c:pt idx="228">
                        <c:v>45944.801099537035</c:v>
                      </c:pt>
                      <c:pt idx="229">
                        <c:v>45944.801099537035</c:v>
                      </c:pt>
                      <c:pt idx="230">
                        <c:v>45944.801099537035</c:v>
                      </c:pt>
                      <c:pt idx="231">
                        <c:v>45944.801099537035</c:v>
                      </c:pt>
                      <c:pt idx="232">
                        <c:v>45944.801099537035</c:v>
                      </c:pt>
                      <c:pt idx="233">
                        <c:v>45944.801099537035</c:v>
                      </c:pt>
                      <c:pt idx="234">
                        <c:v>45944.801099537035</c:v>
                      </c:pt>
                      <c:pt idx="235">
                        <c:v>45944.801099537035</c:v>
                      </c:pt>
                      <c:pt idx="236">
                        <c:v>45944.801099537035</c:v>
                      </c:pt>
                      <c:pt idx="237">
                        <c:v>45944.801099537035</c:v>
                      </c:pt>
                      <c:pt idx="238">
                        <c:v>45944.801099537035</c:v>
                      </c:pt>
                      <c:pt idx="239">
                        <c:v>45944.801099537035</c:v>
                      </c:pt>
                      <c:pt idx="240">
                        <c:v>45944.801099537035</c:v>
                      </c:pt>
                      <c:pt idx="241">
                        <c:v>45944.801099537035</c:v>
                      </c:pt>
                      <c:pt idx="242">
                        <c:v>45944.801099537035</c:v>
                      </c:pt>
                      <c:pt idx="243">
                        <c:v>45944.801099537035</c:v>
                      </c:pt>
                      <c:pt idx="244">
                        <c:v>45944.801099537035</c:v>
                      </c:pt>
                      <c:pt idx="245">
                        <c:v>45944.801111111112</c:v>
                      </c:pt>
                      <c:pt idx="246">
                        <c:v>45944.801111111112</c:v>
                      </c:pt>
                      <c:pt idx="247">
                        <c:v>45944.801111111112</c:v>
                      </c:pt>
                      <c:pt idx="248">
                        <c:v>45944.801111111112</c:v>
                      </c:pt>
                      <c:pt idx="249">
                        <c:v>45944.801111111112</c:v>
                      </c:pt>
                      <c:pt idx="250">
                        <c:v>45944.801111111112</c:v>
                      </c:pt>
                      <c:pt idx="251">
                        <c:v>45944.801111111112</c:v>
                      </c:pt>
                      <c:pt idx="252">
                        <c:v>45944.801111111112</c:v>
                      </c:pt>
                      <c:pt idx="253">
                        <c:v>45944.801111111112</c:v>
                      </c:pt>
                      <c:pt idx="254">
                        <c:v>45944.801111111112</c:v>
                      </c:pt>
                      <c:pt idx="255">
                        <c:v>45944.801111111112</c:v>
                      </c:pt>
                      <c:pt idx="256">
                        <c:v>45944.801111111112</c:v>
                      </c:pt>
                      <c:pt idx="257">
                        <c:v>45944.801111111112</c:v>
                      </c:pt>
                      <c:pt idx="258">
                        <c:v>45944.801111111112</c:v>
                      </c:pt>
                      <c:pt idx="259">
                        <c:v>45944.801111111112</c:v>
                      </c:pt>
                      <c:pt idx="260">
                        <c:v>45944.801111111112</c:v>
                      </c:pt>
                      <c:pt idx="261">
                        <c:v>45944.801111111112</c:v>
                      </c:pt>
                      <c:pt idx="262">
                        <c:v>45944.801111111112</c:v>
                      </c:pt>
                      <c:pt idx="263">
                        <c:v>45944.801111111112</c:v>
                      </c:pt>
                      <c:pt idx="264">
                        <c:v>45944.801111111112</c:v>
                      </c:pt>
                      <c:pt idx="265">
                        <c:v>45944.801122685189</c:v>
                      </c:pt>
                      <c:pt idx="266">
                        <c:v>45944.801122685189</c:v>
                      </c:pt>
                      <c:pt idx="267">
                        <c:v>45944.801122685189</c:v>
                      </c:pt>
                      <c:pt idx="268">
                        <c:v>45944.801122685189</c:v>
                      </c:pt>
                      <c:pt idx="269">
                        <c:v>45944.801122685189</c:v>
                      </c:pt>
                      <c:pt idx="270">
                        <c:v>45944.801122685189</c:v>
                      </c:pt>
                      <c:pt idx="271">
                        <c:v>45944.801122685189</c:v>
                      </c:pt>
                      <c:pt idx="272">
                        <c:v>45944.801122685189</c:v>
                      </c:pt>
                      <c:pt idx="273">
                        <c:v>45944.801122685189</c:v>
                      </c:pt>
                      <c:pt idx="274">
                        <c:v>45944.801122685189</c:v>
                      </c:pt>
                      <c:pt idx="275">
                        <c:v>45944.801122685189</c:v>
                      </c:pt>
                      <c:pt idx="276">
                        <c:v>45944.801122685189</c:v>
                      </c:pt>
                      <c:pt idx="277">
                        <c:v>45944.801122685189</c:v>
                      </c:pt>
                      <c:pt idx="278">
                        <c:v>45944.801122685189</c:v>
                      </c:pt>
                      <c:pt idx="279">
                        <c:v>45944.801122685189</c:v>
                      </c:pt>
                      <c:pt idx="280">
                        <c:v>45944.801122685189</c:v>
                      </c:pt>
                      <c:pt idx="281">
                        <c:v>45944.801122685189</c:v>
                      </c:pt>
                      <c:pt idx="282">
                        <c:v>45944.801122685189</c:v>
                      </c:pt>
                      <c:pt idx="283">
                        <c:v>45944.801122685189</c:v>
                      </c:pt>
                      <c:pt idx="284">
                        <c:v>45944.801122685189</c:v>
                      </c:pt>
                      <c:pt idx="285">
                        <c:v>45944.801134259258</c:v>
                      </c:pt>
                      <c:pt idx="286">
                        <c:v>45944.801134259258</c:v>
                      </c:pt>
                      <c:pt idx="287">
                        <c:v>45944.801134259258</c:v>
                      </c:pt>
                      <c:pt idx="288">
                        <c:v>45944.801134259258</c:v>
                      </c:pt>
                      <c:pt idx="289">
                        <c:v>45944.801134259258</c:v>
                      </c:pt>
                      <c:pt idx="290">
                        <c:v>45944.801134259258</c:v>
                      </c:pt>
                      <c:pt idx="291">
                        <c:v>45944.801134259258</c:v>
                      </c:pt>
                      <c:pt idx="292">
                        <c:v>45944.801134259258</c:v>
                      </c:pt>
                      <c:pt idx="293">
                        <c:v>45944.801134259258</c:v>
                      </c:pt>
                      <c:pt idx="294">
                        <c:v>45944.801134259258</c:v>
                      </c:pt>
                      <c:pt idx="295">
                        <c:v>45944.801134259258</c:v>
                      </c:pt>
                      <c:pt idx="296">
                        <c:v>45944.801134259258</c:v>
                      </c:pt>
                      <c:pt idx="297">
                        <c:v>45944.801134259258</c:v>
                      </c:pt>
                      <c:pt idx="298">
                        <c:v>45944.801134259258</c:v>
                      </c:pt>
                      <c:pt idx="299">
                        <c:v>45944.801134259258</c:v>
                      </c:pt>
                      <c:pt idx="300">
                        <c:v>45944.801134259258</c:v>
                      </c:pt>
                      <c:pt idx="301">
                        <c:v>45944.801134259258</c:v>
                      </c:pt>
                      <c:pt idx="302">
                        <c:v>45944.801134259258</c:v>
                      </c:pt>
                      <c:pt idx="303">
                        <c:v>45944.801134259258</c:v>
                      </c:pt>
                      <c:pt idx="304">
                        <c:v>45944.801134259258</c:v>
                      </c:pt>
                      <c:pt idx="305">
                        <c:v>45944.801134259258</c:v>
                      </c:pt>
                      <c:pt idx="306">
                        <c:v>45944.801145833335</c:v>
                      </c:pt>
                      <c:pt idx="307">
                        <c:v>45944.801145833335</c:v>
                      </c:pt>
                      <c:pt idx="308">
                        <c:v>45944.801145833335</c:v>
                      </c:pt>
                      <c:pt idx="309">
                        <c:v>45944.801145833335</c:v>
                      </c:pt>
                      <c:pt idx="310">
                        <c:v>45944.801145833335</c:v>
                      </c:pt>
                      <c:pt idx="311">
                        <c:v>45944.801145833335</c:v>
                      </c:pt>
                      <c:pt idx="312">
                        <c:v>45944.801145833335</c:v>
                      </c:pt>
                      <c:pt idx="313">
                        <c:v>45944.801145833335</c:v>
                      </c:pt>
                      <c:pt idx="314">
                        <c:v>45944.801145833335</c:v>
                      </c:pt>
                      <c:pt idx="315">
                        <c:v>45944.801145833335</c:v>
                      </c:pt>
                      <c:pt idx="316">
                        <c:v>45944.801145833335</c:v>
                      </c:pt>
                      <c:pt idx="317">
                        <c:v>45944.801145833335</c:v>
                      </c:pt>
                      <c:pt idx="318">
                        <c:v>45944.801145833335</c:v>
                      </c:pt>
                      <c:pt idx="319">
                        <c:v>45944.801145833335</c:v>
                      </c:pt>
                      <c:pt idx="320">
                        <c:v>45944.801145833335</c:v>
                      </c:pt>
                      <c:pt idx="321">
                        <c:v>45944.801145833335</c:v>
                      </c:pt>
                      <c:pt idx="322">
                        <c:v>45944.801145833335</c:v>
                      </c:pt>
                      <c:pt idx="323">
                        <c:v>45944.801145833335</c:v>
                      </c:pt>
                      <c:pt idx="324">
                        <c:v>45944.801145833335</c:v>
                      </c:pt>
                      <c:pt idx="325">
                        <c:v>45944.801145833335</c:v>
                      </c:pt>
                      <c:pt idx="326">
                        <c:v>45944.801145833335</c:v>
                      </c:pt>
                      <c:pt idx="327">
                        <c:v>45944.801157407404</c:v>
                      </c:pt>
                      <c:pt idx="328">
                        <c:v>45944.801157407404</c:v>
                      </c:pt>
                      <c:pt idx="329">
                        <c:v>45944.801157407404</c:v>
                      </c:pt>
                      <c:pt idx="330">
                        <c:v>45944.801157407404</c:v>
                      </c:pt>
                      <c:pt idx="331">
                        <c:v>45944.801157407404</c:v>
                      </c:pt>
                      <c:pt idx="332">
                        <c:v>45944.801157407404</c:v>
                      </c:pt>
                      <c:pt idx="333">
                        <c:v>45944.801157407404</c:v>
                      </c:pt>
                      <c:pt idx="334">
                        <c:v>45944.801157407404</c:v>
                      </c:pt>
                      <c:pt idx="335">
                        <c:v>45944.801157407404</c:v>
                      </c:pt>
                      <c:pt idx="336">
                        <c:v>45944.801157407404</c:v>
                      </c:pt>
                      <c:pt idx="337">
                        <c:v>45944.801157407404</c:v>
                      </c:pt>
                      <c:pt idx="338">
                        <c:v>45944.801157407404</c:v>
                      </c:pt>
                      <c:pt idx="339">
                        <c:v>45944.801157407404</c:v>
                      </c:pt>
                      <c:pt idx="340">
                        <c:v>45944.801157407404</c:v>
                      </c:pt>
                      <c:pt idx="341">
                        <c:v>45944.801157407404</c:v>
                      </c:pt>
                      <c:pt idx="342">
                        <c:v>45944.801157407404</c:v>
                      </c:pt>
                      <c:pt idx="343">
                        <c:v>45944.801157407404</c:v>
                      </c:pt>
                      <c:pt idx="344">
                        <c:v>45944.801157407404</c:v>
                      </c:pt>
                      <c:pt idx="345">
                        <c:v>45944.801157407404</c:v>
                      </c:pt>
                      <c:pt idx="346">
                        <c:v>45944.801157407404</c:v>
                      </c:pt>
                      <c:pt idx="347">
                        <c:v>45944.801157407404</c:v>
                      </c:pt>
                      <c:pt idx="348">
                        <c:v>45944.801168981481</c:v>
                      </c:pt>
                      <c:pt idx="349">
                        <c:v>45944.801168981481</c:v>
                      </c:pt>
                      <c:pt idx="350">
                        <c:v>45944.801168981481</c:v>
                      </c:pt>
                      <c:pt idx="351">
                        <c:v>45944.801168981481</c:v>
                      </c:pt>
                      <c:pt idx="352">
                        <c:v>45944.801168981481</c:v>
                      </c:pt>
                      <c:pt idx="353">
                        <c:v>45944.801168981481</c:v>
                      </c:pt>
                      <c:pt idx="354">
                        <c:v>45944.801168981481</c:v>
                      </c:pt>
                      <c:pt idx="355">
                        <c:v>45944.801168981481</c:v>
                      </c:pt>
                      <c:pt idx="356">
                        <c:v>45944.801168981481</c:v>
                      </c:pt>
                      <c:pt idx="357">
                        <c:v>45944.801168981481</c:v>
                      </c:pt>
                      <c:pt idx="358">
                        <c:v>45944.801168981481</c:v>
                      </c:pt>
                      <c:pt idx="359">
                        <c:v>45944.801168981481</c:v>
                      </c:pt>
                      <c:pt idx="360">
                        <c:v>45944.801168981481</c:v>
                      </c:pt>
                      <c:pt idx="361">
                        <c:v>45944.801168981481</c:v>
                      </c:pt>
                      <c:pt idx="362">
                        <c:v>45944.801168981481</c:v>
                      </c:pt>
                    </c:numCache>
                  </c:num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Sheet1!$F$2:$F$364</c15:sqref>
                        </c15:formulaRef>
                      </c:ext>
                    </c:extLst>
                    <c:numCache>
                      <c:formatCode>General</c:formatCode>
                      <c:ptCount val="363"/>
                      <c:pt idx="0">
                        <c:v>0</c:v>
                      </c:pt>
                      <c:pt idx="1">
                        <c:v>0</c:v>
                      </c:pt>
                      <c:pt idx="2">
                        <c:v>0</c:v>
                      </c:pt>
                      <c:pt idx="3">
                        <c:v>0</c:v>
                      </c:pt>
                      <c:pt idx="4">
                        <c:v>0</c:v>
                      </c:pt>
                      <c:pt idx="5">
                        <c:v>0</c:v>
                      </c:pt>
                      <c:pt idx="6">
                        <c:v>0</c:v>
                      </c:pt>
                      <c:pt idx="7">
                        <c:v>0</c:v>
                      </c:pt>
                      <c:pt idx="8">
                        <c:v>0</c:v>
                      </c:pt>
                      <c:pt idx="9">
                        <c:v>0</c:v>
                      </c:pt>
                      <c:pt idx="10">
                        <c:v>0</c:v>
                      </c:pt>
                      <c:pt idx="11">
                        <c:v>0</c:v>
                      </c:pt>
                      <c:pt idx="12">
                        <c:v>0</c:v>
                      </c:pt>
                      <c:pt idx="13">
                        <c:v>0</c:v>
                      </c:pt>
                      <c:pt idx="14">
                        <c:v>0</c:v>
                      </c:pt>
                      <c:pt idx="15">
                        <c:v>0</c:v>
                      </c:pt>
                      <c:pt idx="16">
                        <c:v>0</c:v>
                      </c:pt>
                      <c:pt idx="17">
                        <c:v>0</c:v>
                      </c:pt>
                      <c:pt idx="18">
                        <c:v>-20</c:v>
                      </c:pt>
                      <c:pt idx="19">
                        <c:v>-14.000000000000002</c:v>
                      </c:pt>
                      <c:pt idx="20">
                        <c:v>-22</c:v>
                      </c:pt>
                      <c:pt idx="21">
                        <c:v>-13</c:v>
                      </c:pt>
                      <c:pt idx="22">
                        <c:v>-24</c:v>
                      </c:pt>
                      <c:pt idx="23">
                        <c:v>-20</c:v>
                      </c:pt>
                      <c:pt idx="24">
                        <c:v>-8</c:v>
                      </c:pt>
                      <c:pt idx="25">
                        <c:v>-10</c:v>
                      </c:pt>
                      <c:pt idx="26">
                        <c:v>-9</c:v>
                      </c:pt>
                      <c:pt idx="27">
                        <c:v>109</c:v>
                      </c:pt>
                      <c:pt idx="28">
                        <c:v>-6</c:v>
                      </c:pt>
                      <c:pt idx="29">
                        <c:v>-9</c:v>
                      </c:pt>
                      <c:pt idx="30">
                        <c:v>0</c:v>
                      </c:pt>
                      <c:pt idx="31">
                        <c:v>0</c:v>
                      </c:pt>
                      <c:pt idx="32">
                        <c:v>0</c:v>
                      </c:pt>
                      <c:pt idx="33">
                        <c:v>0</c:v>
                      </c:pt>
                      <c:pt idx="34">
                        <c:v>0</c:v>
                      </c:pt>
                      <c:pt idx="35">
                        <c:v>0</c:v>
                      </c:pt>
                      <c:pt idx="36">
                        <c:v>-38</c:v>
                      </c:pt>
                      <c:pt idx="37">
                        <c:v>-25</c:v>
                      </c:pt>
                      <c:pt idx="38">
                        <c:v>-28.000000000000004</c:v>
                      </c:pt>
                      <c:pt idx="39">
                        <c:v>-22</c:v>
                      </c:pt>
                      <c:pt idx="40">
                        <c:v>-34</c:v>
                      </c:pt>
                      <c:pt idx="41">
                        <c:v>12</c:v>
                      </c:pt>
                      <c:pt idx="42">
                        <c:v>22</c:v>
                      </c:pt>
                      <c:pt idx="43">
                        <c:v>-6</c:v>
                      </c:pt>
                      <c:pt idx="44">
                        <c:v>-11</c:v>
                      </c:pt>
                      <c:pt idx="45">
                        <c:v>-14.000000000000002</c:v>
                      </c:pt>
                      <c:pt idx="46">
                        <c:v>-20</c:v>
                      </c:pt>
                      <c:pt idx="47">
                        <c:v>0</c:v>
                      </c:pt>
                      <c:pt idx="48">
                        <c:v>-4</c:v>
                      </c:pt>
                      <c:pt idx="49">
                        <c:v>0</c:v>
                      </c:pt>
                      <c:pt idx="50">
                        <c:v>-9</c:v>
                      </c:pt>
                      <c:pt idx="51">
                        <c:v>0</c:v>
                      </c:pt>
                      <c:pt idx="52">
                        <c:v>18</c:v>
                      </c:pt>
                      <c:pt idx="53">
                        <c:v>0</c:v>
                      </c:pt>
                      <c:pt idx="54">
                        <c:v>0</c:v>
                      </c:pt>
                      <c:pt idx="55">
                        <c:v>0</c:v>
                      </c:pt>
                      <c:pt idx="56">
                        <c:v>35</c:v>
                      </c:pt>
                      <c:pt idx="57">
                        <c:v>0</c:v>
                      </c:pt>
                      <c:pt idx="58">
                        <c:v>-3</c:v>
                      </c:pt>
                      <c:pt idx="59">
                        <c:v>0</c:v>
                      </c:pt>
                      <c:pt idx="60">
                        <c:v>0</c:v>
                      </c:pt>
                      <c:pt idx="61">
                        <c:v>36</c:v>
                      </c:pt>
                      <c:pt idx="62">
                        <c:v>0</c:v>
                      </c:pt>
                      <c:pt idx="63">
                        <c:v>0</c:v>
                      </c:pt>
                      <c:pt idx="64">
                        <c:v>0</c:v>
                      </c:pt>
                      <c:pt idx="65">
                        <c:v>23</c:v>
                      </c:pt>
                      <c:pt idx="66">
                        <c:v>56.999999999999993</c:v>
                      </c:pt>
                      <c:pt idx="67">
                        <c:v>0</c:v>
                      </c:pt>
                      <c:pt idx="68">
                        <c:v>20</c:v>
                      </c:pt>
                      <c:pt idx="69">
                        <c:v>22</c:v>
                      </c:pt>
                      <c:pt idx="70">
                        <c:v>77</c:v>
                      </c:pt>
                      <c:pt idx="71">
                        <c:v>23</c:v>
                      </c:pt>
                      <c:pt idx="72">
                        <c:v>24</c:v>
                      </c:pt>
                      <c:pt idx="73">
                        <c:v>38</c:v>
                      </c:pt>
                      <c:pt idx="74">
                        <c:v>104</c:v>
                      </c:pt>
                      <c:pt idx="75">
                        <c:v>11</c:v>
                      </c:pt>
                      <c:pt idx="76">
                        <c:v>15</c:v>
                      </c:pt>
                      <c:pt idx="77">
                        <c:v>27</c:v>
                      </c:pt>
                      <c:pt idx="78">
                        <c:v>159</c:v>
                      </c:pt>
                      <c:pt idx="79">
                        <c:v>45</c:v>
                      </c:pt>
                      <c:pt idx="80">
                        <c:v>41</c:v>
                      </c:pt>
                      <c:pt idx="81">
                        <c:v>22</c:v>
                      </c:pt>
                      <c:pt idx="82">
                        <c:v>0</c:v>
                      </c:pt>
                      <c:pt idx="83">
                        <c:v>0</c:v>
                      </c:pt>
                      <c:pt idx="84">
                        <c:v>6</c:v>
                      </c:pt>
                      <c:pt idx="85">
                        <c:v>47</c:v>
                      </c:pt>
                      <c:pt idx="86">
                        <c:v>0</c:v>
                      </c:pt>
                      <c:pt idx="87">
                        <c:v>0</c:v>
                      </c:pt>
                      <c:pt idx="88">
                        <c:v>0</c:v>
                      </c:pt>
                      <c:pt idx="89">
                        <c:v>-18</c:v>
                      </c:pt>
                      <c:pt idx="90">
                        <c:v>-18</c:v>
                      </c:pt>
                      <c:pt idx="91">
                        <c:v>0</c:v>
                      </c:pt>
                      <c:pt idx="92">
                        <c:v>-18</c:v>
                      </c:pt>
                      <c:pt idx="93">
                        <c:v>-3</c:v>
                      </c:pt>
                      <c:pt idx="94">
                        <c:v>0</c:v>
                      </c:pt>
                      <c:pt idx="95">
                        <c:v>-1</c:v>
                      </c:pt>
                      <c:pt idx="96">
                        <c:v>-3</c:v>
                      </c:pt>
                      <c:pt idx="97">
                        <c:v>18</c:v>
                      </c:pt>
                      <c:pt idx="98">
                        <c:v>-23</c:v>
                      </c:pt>
                      <c:pt idx="99">
                        <c:v>-28.000000000000004</c:v>
                      </c:pt>
                      <c:pt idx="100">
                        <c:v>-48</c:v>
                      </c:pt>
                      <c:pt idx="101">
                        <c:v>-75</c:v>
                      </c:pt>
                      <c:pt idx="102">
                        <c:v>0</c:v>
                      </c:pt>
                      <c:pt idx="103">
                        <c:v>-55.000000000000007</c:v>
                      </c:pt>
                      <c:pt idx="104">
                        <c:v>-56.999999999999993</c:v>
                      </c:pt>
                      <c:pt idx="105">
                        <c:v>-59</c:v>
                      </c:pt>
                      <c:pt idx="106">
                        <c:v>-53</c:v>
                      </c:pt>
                      <c:pt idx="107">
                        <c:v>0</c:v>
                      </c:pt>
                      <c:pt idx="108">
                        <c:v>0</c:v>
                      </c:pt>
                      <c:pt idx="109">
                        <c:v>3</c:v>
                      </c:pt>
                      <c:pt idx="110">
                        <c:v>-21</c:v>
                      </c:pt>
                      <c:pt idx="111">
                        <c:v>1</c:v>
                      </c:pt>
                      <c:pt idx="112">
                        <c:v>-15</c:v>
                      </c:pt>
                      <c:pt idx="113">
                        <c:v>0</c:v>
                      </c:pt>
                      <c:pt idx="114">
                        <c:v>0</c:v>
                      </c:pt>
                      <c:pt idx="115">
                        <c:v>0</c:v>
                      </c:pt>
                      <c:pt idx="116">
                        <c:v>0</c:v>
                      </c:pt>
                      <c:pt idx="117">
                        <c:v>0</c:v>
                      </c:pt>
                      <c:pt idx="118">
                        <c:v>48</c:v>
                      </c:pt>
                      <c:pt idx="119">
                        <c:v>0</c:v>
                      </c:pt>
                      <c:pt idx="120">
                        <c:v>0</c:v>
                      </c:pt>
                      <c:pt idx="121">
                        <c:v>0</c:v>
                      </c:pt>
                      <c:pt idx="122">
                        <c:v>0</c:v>
                      </c:pt>
                      <c:pt idx="123">
                        <c:v>0</c:v>
                      </c:pt>
                      <c:pt idx="124">
                        <c:v>115</c:v>
                      </c:pt>
                      <c:pt idx="125">
                        <c:v>9</c:v>
                      </c:pt>
                      <c:pt idx="126">
                        <c:v>38</c:v>
                      </c:pt>
                      <c:pt idx="127">
                        <c:v>0</c:v>
                      </c:pt>
                      <c:pt idx="128">
                        <c:v>0</c:v>
                      </c:pt>
                      <c:pt idx="129">
                        <c:v>0</c:v>
                      </c:pt>
                      <c:pt idx="130">
                        <c:v>0</c:v>
                      </c:pt>
                      <c:pt idx="131">
                        <c:v>12</c:v>
                      </c:pt>
                      <c:pt idx="132">
                        <c:v>13</c:v>
                      </c:pt>
                      <c:pt idx="133">
                        <c:v>1</c:v>
                      </c:pt>
                      <c:pt idx="134">
                        <c:v>0</c:v>
                      </c:pt>
                      <c:pt idx="135">
                        <c:v>15</c:v>
                      </c:pt>
                      <c:pt idx="136">
                        <c:v>48</c:v>
                      </c:pt>
                      <c:pt idx="137">
                        <c:v>56.999999999999993</c:v>
                      </c:pt>
                      <c:pt idx="138">
                        <c:v>54</c:v>
                      </c:pt>
                      <c:pt idx="139">
                        <c:v>71</c:v>
                      </c:pt>
                      <c:pt idx="140">
                        <c:v>89</c:v>
                      </c:pt>
                      <c:pt idx="141">
                        <c:v>93</c:v>
                      </c:pt>
                      <c:pt idx="142">
                        <c:v>83</c:v>
                      </c:pt>
                      <c:pt idx="143">
                        <c:v>78</c:v>
                      </c:pt>
                      <c:pt idx="144">
                        <c:v>87</c:v>
                      </c:pt>
                      <c:pt idx="145">
                        <c:v>97</c:v>
                      </c:pt>
                      <c:pt idx="146">
                        <c:v>126</c:v>
                      </c:pt>
                      <c:pt idx="147">
                        <c:v>127</c:v>
                      </c:pt>
                      <c:pt idx="148">
                        <c:v>100</c:v>
                      </c:pt>
                      <c:pt idx="149">
                        <c:v>87</c:v>
                      </c:pt>
                      <c:pt idx="150">
                        <c:v>74</c:v>
                      </c:pt>
                      <c:pt idx="151">
                        <c:v>113</c:v>
                      </c:pt>
                      <c:pt idx="152">
                        <c:v>86</c:v>
                      </c:pt>
                      <c:pt idx="153">
                        <c:v>160</c:v>
                      </c:pt>
                      <c:pt idx="154">
                        <c:v>55.000000000000007</c:v>
                      </c:pt>
                      <c:pt idx="155">
                        <c:v>112</c:v>
                      </c:pt>
                      <c:pt idx="156">
                        <c:v>61</c:v>
                      </c:pt>
                      <c:pt idx="157">
                        <c:v>153</c:v>
                      </c:pt>
                      <c:pt idx="158">
                        <c:v>57.999999999999993</c:v>
                      </c:pt>
                      <c:pt idx="159">
                        <c:v>128</c:v>
                      </c:pt>
                      <c:pt idx="160">
                        <c:v>46</c:v>
                      </c:pt>
                      <c:pt idx="161">
                        <c:v>188</c:v>
                      </c:pt>
                      <c:pt idx="162">
                        <c:v>72</c:v>
                      </c:pt>
                      <c:pt idx="163">
                        <c:v>134</c:v>
                      </c:pt>
                      <c:pt idx="164">
                        <c:v>44</c:v>
                      </c:pt>
                      <c:pt idx="165">
                        <c:v>93</c:v>
                      </c:pt>
                      <c:pt idx="166">
                        <c:v>27</c:v>
                      </c:pt>
                      <c:pt idx="167">
                        <c:v>109</c:v>
                      </c:pt>
                      <c:pt idx="168">
                        <c:v>45</c:v>
                      </c:pt>
                      <c:pt idx="169">
                        <c:v>147</c:v>
                      </c:pt>
                      <c:pt idx="170">
                        <c:v>3</c:v>
                      </c:pt>
                      <c:pt idx="171">
                        <c:v>108</c:v>
                      </c:pt>
                      <c:pt idx="172">
                        <c:v>0</c:v>
                      </c:pt>
                      <c:pt idx="173">
                        <c:v>86</c:v>
                      </c:pt>
                      <c:pt idx="174">
                        <c:v>37</c:v>
                      </c:pt>
                      <c:pt idx="175">
                        <c:v>3</c:v>
                      </c:pt>
                      <c:pt idx="176">
                        <c:v>0</c:v>
                      </c:pt>
                      <c:pt idx="177">
                        <c:v>0</c:v>
                      </c:pt>
                      <c:pt idx="178">
                        <c:v>0</c:v>
                      </c:pt>
                      <c:pt idx="179">
                        <c:v>0</c:v>
                      </c:pt>
                      <c:pt idx="180">
                        <c:v>0</c:v>
                      </c:pt>
                      <c:pt idx="181">
                        <c:v>0</c:v>
                      </c:pt>
                      <c:pt idx="182">
                        <c:v>0</c:v>
                      </c:pt>
                      <c:pt idx="183">
                        <c:v>0</c:v>
                      </c:pt>
                      <c:pt idx="184">
                        <c:v>0</c:v>
                      </c:pt>
                      <c:pt idx="185">
                        <c:v>0</c:v>
                      </c:pt>
                      <c:pt idx="186">
                        <c:v>0</c:v>
                      </c:pt>
                      <c:pt idx="187">
                        <c:v>0</c:v>
                      </c:pt>
                      <c:pt idx="188">
                        <c:v>0</c:v>
                      </c:pt>
                      <c:pt idx="189">
                        <c:v>11</c:v>
                      </c:pt>
                      <c:pt idx="190">
                        <c:v>5</c:v>
                      </c:pt>
                      <c:pt idx="191">
                        <c:v>0</c:v>
                      </c:pt>
                      <c:pt idx="192">
                        <c:v>0</c:v>
                      </c:pt>
                      <c:pt idx="193">
                        <c:v>0</c:v>
                      </c:pt>
                      <c:pt idx="194">
                        <c:v>0</c:v>
                      </c:pt>
                      <c:pt idx="195">
                        <c:v>0</c:v>
                      </c:pt>
                      <c:pt idx="196">
                        <c:v>0</c:v>
                      </c:pt>
                      <c:pt idx="197">
                        <c:v>0</c:v>
                      </c:pt>
                      <c:pt idx="198">
                        <c:v>0</c:v>
                      </c:pt>
                      <c:pt idx="199">
                        <c:v>0</c:v>
                      </c:pt>
                      <c:pt idx="200">
                        <c:v>33</c:v>
                      </c:pt>
                      <c:pt idx="201">
                        <c:v>0</c:v>
                      </c:pt>
                      <c:pt idx="202">
                        <c:v>0</c:v>
                      </c:pt>
                      <c:pt idx="203">
                        <c:v>-21</c:v>
                      </c:pt>
                      <c:pt idx="204">
                        <c:v>0</c:v>
                      </c:pt>
                      <c:pt idx="205">
                        <c:v>0</c:v>
                      </c:pt>
                      <c:pt idx="206">
                        <c:v>0</c:v>
                      </c:pt>
                      <c:pt idx="207">
                        <c:v>0</c:v>
                      </c:pt>
                      <c:pt idx="208">
                        <c:v>0</c:v>
                      </c:pt>
                      <c:pt idx="209">
                        <c:v>0</c:v>
                      </c:pt>
                      <c:pt idx="210">
                        <c:v>-18</c:v>
                      </c:pt>
                      <c:pt idx="211">
                        <c:v>0</c:v>
                      </c:pt>
                      <c:pt idx="212">
                        <c:v>0</c:v>
                      </c:pt>
                      <c:pt idx="213">
                        <c:v>18</c:v>
                      </c:pt>
                      <c:pt idx="214">
                        <c:v>21</c:v>
                      </c:pt>
                      <c:pt idx="215">
                        <c:v>13</c:v>
                      </c:pt>
                      <c:pt idx="216">
                        <c:v>0</c:v>
                      </c:pt>
                      <c:pt idx="217">
                        <c:v>-38</c:v>
                      </c:pt>
                      <c:pt idx="218">
                        <c:v>0</c:v>
                      </c:pt>
                      <c:pt idx="219">
                        <c:v>0</c:v>
                      </c:pt>
                      <c:pt idx="220">
                        <c:v>0</c:v>
                      </c:pt>
                      <c:pt idx="221">
                        <c:v>0</c:v>
                      </c:pt>
                      <c:pt idx="222">
                        <c:v>0</c:v>
                      </c:pt>
                      <c:pt idx="223">
                        <c:v>0</c:v>
                      </c:pt>
                      <c:pt idx="224">
                        <c:v>0</c:v>
                      </c:pt>
                      <c:pt idx="225">
                        <c:v>0</c:v>
                      </c:pt>
                      <c:pt idx="226">
                        <c:v>0</c:v>
                      </c:pt>
                      <c:pt idx="227">
                        <c:v>0</c:v>
                      </c:pt>
                      <c:pt idx="228">
                        <c:v>-3</c:v>
                      </c:pt>
                      <c:pt idx="229">
                        <c:v>0</c:v>
                      </c:pt>
                      <c:pt idx="230">
                        <c:v>0</c:v>
                      </c:pt>
                      <c:pt idx="231">
                        <c:v>0</c:v>
                      </c:pt>
                      <c:pt idx="232">
                        <c:v>0</c:v>
                      </c:pt>
                      <c:pt idx="233">
                        <c:v>-10</c:v>
                      </c:pt>
                      <c:pt idx="234">
                        <c:v>0</c:v>
                      </c:pt>
                      <c:pt idx="235">
                        <c:v>0</c:v>
                      </c:pt>
                      <c:pt idx="236">
                        <c:v>0</c:v>
                      </c:pt>
                      <c:pt idx="237">
                        <c:v>0</c:v>
                      </c:pt>
                      <c:pt idx="238">
                        <c:v>0</c:v>
                      </c:pt>
                      <c:pt idx="239">
                        <c:v>0</c:v>
                      </c:pt>
                      <c:pt idx="240">
                        <c:v>0</c:v>
                      </c:pt>
                      <c:pt idx="241">
                        <c:v>12</c:v>
                      </c:pt>
                      <c:pt idx="242">
                        <c:v>0</c:v>
                      </c:pt>
                      <c:pt idx="243">
                        <c:v>0</c:v>
                      </c:pt>
                      <c:pt idx="244">
                        <c:v>-15</c:v>
                      </c:pt>
                      <c:pt idx="245">
                        <c:v>27</c:v>
                      </c:pt>
                      <c:pt idx="246">
                        <c:v>0</c:v>
                      </c:pt>
                      <c:pt idx="247">
                        <c:v>0</c:v>
                      </c:pt>
                      <c:pt idx="248">
                        <c:v>-9</c:v>
                      </c:pt>
                      <c:pt idx="249">
                        <c:v>-8</c:v>
                      </c:pt>
                      <c:pt idx="250">
                        <c:v>0</c:v>
                      </c:pt>
                      <c:pt idx="251">
                        <c:v>-13</c:v>
                      </c:pt>
                      <c:pt idx="252">
                        <c:v>0</c:v>
                      </c:pt>
                      <c:pt idx="253">
                        <c:v>-4</c:v>
                      </c:pt>
                      <c:pt idx="254">
                        <c:v>0</c:v>
                      </c:pt>
                      <c:pt idx="255">
                        <c:v>-15</c:v>
                      </c:pt>
                      <c:pt idx="256">
                        <c:v>0</c:v>
                      </c:pt>
                      <c:pt idx="257">
                        <c:v>0</c:v>
                      </c:pt>
                      <c:pt idx="258">
                        <c:v>0</c:v>
                      </c:pt>
                      <c:pt idx="259">
                        <c:v>49</c:v>
                      </c:pt>
                      <c:pt idx="260">
                        <c:v>0</c:v>
                      </c:pt>
                      <c:pt idx="261">
                        <c:v>0</c:v>
                      </c:pt>
                      <c:pt idx="262">
                        <c:v>47</c:v>
                      </c:pt>
                      <c:pt idx="263">
                        <c:v>0</c:v>
                      </c:pt>
                      <c:pt idx="264">
                        <c:v>0</c:v>
                      </c:pt>
                      <c:pt idx="265">
                        <c:v>0</c:v>
                      </c:pt>
                      <c:pt idx="266">
                        <c:v>0</c:v>
                      </c:pt>
                      <c:pt idx="267">
                        <c:v>0</c:v>
                      </c:pt>
                      <c:pt idx="268">
                        <c:v>0</c:v>
                      </c:pt>
                      <c:pt idx="269">
                        <c:v>0</c:v>
                      </c:pt>
                      <c:pt idx="270">
                        <c:v>63</c:v>
                      </c:pt>
                      <c:pt idx="271">
                        <c:v>14.000000000000002</c:v>
                      </c:pt>
                      <c:pt idx="272">
                        <c:v>0</c:v>
                      </c:pt>
                      <c:pt idx="273">
                        <c:v>108</c:v>
                      </c:pt>
                      <c:pt idx="274">
                        <c:v>0</c:v>
                      </c:pt>
                      <c:pt idx="275">
                        <c:v>0</c:v>
                      </c:pt>
                      <c:pt idx="276">
                        <c:v>104</c:v>
                      </c:pt>
                      <c:pt idx="277">
                        <c:v>0</c:v>
                      </c:pt>
                      <c:pt idx="278">
                        <c:v>0</c:v>
                      </c:pt>
                      <c:pt idx="279">
                        <c:v>0</c:v>
                      </c:pt>
                      <c:pt idx="280">
                        <c:v>0</c:v>
                      </c:pt>
                      <c:pt idx="281">
                        <c:v>0</c:v>
                      </c:pt>
                      <c:pt idx="282">
                        <c:v>2</c:v>
                      </c:pt>
                      <c:pt idx="283">
                        <c:v>131</c:v>
                      </c:pt>
                      <c:pt idx="284">
                        <c:v>0</c:v>
                      </c:pt>
                      <c:pt idx="285">
                        <c:v>0</c:v>
                      </c:pt>
                      <c:pt idx="286">
                        <c:v>0</c:v>
                      </c:pt>
                      <c:pt idx="287">
                        <c:v>0</c:v>
                      </c:pt>
                      <c:pt idx="288">
                        <c:v>67</c:v>
                      </c:pt>
                      <c:pt idx="289">
                        <c:v>0</c:v>
                      </c:pt>
                      <c:pt idx="290">
                        <c:v>0</c:v>
                      </c:pt>
                      <c:pt idx="291">
                        <c:v>2</c:v>
                      </c:pt>
                      <c:pt idx="292">
                        <c:v>90</c:v>
                      </c:pt>
                      <c:pt idx="293">
                        <c:v>13</c:v>
                      </c:pt>
                      <c:pt idx="294">
                        <c:v>22</c:v>
                      </c:pt>
                      <c:pt idx="295">
                        <c:v>16</c:v>
                      </c:pt>
                      <c:pt idx="296">
                        <c:v>52</c:v>
                      </c:pt>
                      <c:pt idx="297">
                        <c:v>69</c:v>
                      </c:pt>
                      <c:pt idx="298">
                        <c:v>2</c:v>
                      </c:pt>
                      <c:pt idx="299">
                        <c:v>0</c:v>
                      </c:pt>
                      <c:pt idx="300">
                        <c:v>0</c:v>
                      </c:pt>
                      <c:pt idx="301">
                        <c:v>0</c:v>
                      </c:pt>
                      <c:pt idx="302">
                        <c:v>125</c:v>
                      </c:pt>
                      <c:pt idx="303">
                        <c:v>0</c:v>
                      </c:pt>
                      <c:pt idx="304">
                        <c:v>0</c:v>
                      </c:pt>
                      <c:pt idx="305">
                        <c:v>0</c:v>
                      </c:pt>
                      <c:pt idx="306">
                        <c:v>0</c:v>
                      </c:pt>
                      <c:pt idx="307">
                        <c:v>0</c:v>
                      </c:pt>
                      <c:pt idx="308">
                        <c:v>0</c:v>
                      </c:pt>
                      <c:pt idx="309">
                        <c:v>99</c:v>
                      </c:pt>
                      <c:pt idx="310">
                        <c:v>72</c:v>
                      </c:pt>
                      <c:pt idx="311">
                        <c:v>0</c:v>
                      </c:pt>
                      <c:pt idx="312">
                        <c:v>0</c:v>
                      </c:pt>
                      <c:pt idx="313">
                        <c:v>0</c:v>
                      </c:pt>
                      <c:pt idx="314">
                        <c:v>0</c:v>
                      </c:pt>
                      <c:pt idx="315">
                        <c:v>0</c:v>
                      </c:pt>
                      <c:pt idx="316">
                        <c:v>0</c:v>
                      </c:pt>
                      <c:pt idx="317">
                        <c:v>0</c:v>
                      </c:pt>
                      <c:pt idx="318">
                        <c:v>0</c:v>
                      </c:pt>
                      <c:pt idx="319">
                        <c:v>208</c:v>
                      </c:pt>
                      <c:pt idx="320">
                        <c:v>46</c:v>
                      </c:pt>
                      <c:pt idx="321">
                        <c:v>0</c:v>
                      </c:pt>
                      <c:pt idx="322">
                        <c:v>0</c:v>
                      </c:pt>
                      <c:pt idx="323">
                        <c:v>0</c:v>
                      </c:pt>
                      <c:pt idx="324">
                        <c:v>0</c:v>
                      </c:pt>
                      <c:pt idx="325">
                        <c:v>0</c:v>
                      </c:pt>
                      <c:pt idx="326">
                        <c:v>0</c:v>
                      </c:pt>
                      <c:pt idx="327">
                        <c:v>0</c:v>
                      </c:pt>
                      <c:pt idx="328">
                        <c:v>0</c:v>
                      </c:pt>
                      <c:pt idx="329">
                        <c:v>0</c:v>
                      </c:pt>
                      <c:pt idx="330">
                        <c:v>0</c:v>
                      </c:pt>
                      <c:pt idx="331">
                        <c:v>0</c:v>
                      </c:pt>
                      <c:pt idx="332">
                        <c:v>0</c:v>
                      </c:pt>
                      <c:pt idx="333">
                        <c:v>0</c:v>
                      </c:pt>
                      <c:pt idx="334">
                        <c:v>0</c:v>
                      </c:pt>
                      <c:pt idx="335">
                        <c:v>0</c:v>
                      </c:pt>
                      <c:pt idx="336">
                        <c:v>0</c:v>
                      </c:pt>
                      <c:pt idx="337">
                        <c:v>0</c:v>
                      </c:pt>
                      <c:pt idx="338">
                        <c:v>0</c:v>
                      </c:pt>
                      <c:pt idx="339">
                        <c:v>0</c:v>
                      </c:pt>
                      <c:pt idx="340">
                        <c:v>0</c:v>
                      </c:pt>
                      <c:pt idx="341">
                        <c:v>0</c:v>
                      </c:pt>
                      <c:pt idx="342">
                        <c:v>0</c:v>
                      </c:pt>
                      <c:pt idx="343">
                        <c:v>0</c:v>
                      </c:pt>
                      <c:pt idx="344">
                        <c:v>0</c:v>
                      </c:pt>
                      <c:pt idx="345">
                        <c:v>0</c:v>
                      </c:pt>
                      <c:pt idx="346">
                        <c:v>0</c:v>
                      </c:pt>
                      <c:pt idx="347">
                        <c:v>0</c:v>
                      </c:pt>
                      <c:pt idx="348">
                        <c:v>0</c:v>
                      </c:pt>
                      <c:pt idx="349">
                        <c:v>0</c:v>
                      </c:pt>
                      <c:pt idx="350">
                        <c:v>0</c:v>
                      </c:pt>
                      <c:pt idx="351">
                        <c:v>0</c:v>
                      </c:pt>
                      <c:pt idx="352">
                        <c:v>0</c:v>
                      </c:pt>
                      <c:pt idx="353">
                        <c:v>0</c:v>
                      </c:pt>
                      <c:pt idx="354">
                        <c:v>0</c:v>
                      </c:pt>
                      <c:pt idx="355">
                        <c:v>0</c:v>
                      </c:pt>
                      <c:pt idx="356">
                        <c:v>0</c:v>
                      </c:pt>
                      <c:pt idx="357">
                        <c:v>0</c:v>
                      </c:pt>
                      <c:pt idx="358">
                        <c:v>0</c:v>
                      </c:pt>
                      <c:pt idx="359">
                        <c:v>0</c:v>
                      </c:pt>
                      <c:pt idx="360">
                        <c:v>0</c:v>
                      </c:pt>
                      <c:pt idx="361">
                        <c:v>0</c:v>
                      </c:pt>
                      <c:pt idx="362">
                        <c:v>0</c:v>
                      </c:pt>
                    </c:numCache>
                  </c:numRef>
                </c: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5-5F2B-40CF-85B0-D5414751485D}"/>
                  </c:ext>
                </c:extLst>
              </c15:ser>
            </c15:filteredLineSeries>
          </c:ext>
        </c:extLst>
      </c:lineChart>
      <c:catAx>
        <c:axId val="419489840"/>
        <c:scaling>
          <c:orientation val="minMax"/>
        </c:scaling>
        <c:delete val="1"/>
        <c:axPos val="b"/>
        <c:numFmt formatCode="yyyy/mm/dd\ ddd\ hh:mm:ss" sourceLinked="1"/>
        <c:majorTickMark val="out"/>
        <c:minorTickMark val="none"/>
        <c:tickLblPos val="nextTo"/>
        <c:crossAx val="420472384"/>
        <c:crosses val="autoZero"/>
        <c:auto val="0"/>
        <c:lblAlgn val="ctr"/>
        <c:lblOffset val="100"/>
        <c:noMultiLvlLbl val="0"/>
      </c:catAx>
      <c:valAx>
        <c:axId val="420472384"/>
        <c:scaling>
          <c:orientation val="minMax"/>
          <c:max val="-6.9"/>
          <c:min val="-7.7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.0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419489840"/>
        <c:crosses val="autoZero"/>
        <c:crossBetween val="between"/>
        <c:majorUnit val="0.4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8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4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val>
            <c:numRef>
              <c:f>'Zone별 데이터'!$C$1995:$S$1995</c:f>
              <c:numCache>
                <c:formatCode>General</c:formatCode>
                <c:ptCount val="17"/>
                <c:pt idx="0">
                  <c:v>188</c:v>
                </c:pt>
                <c:pt idx="1">
                  <c:v>187.2</c:v>
                </c:pt>
                <c:pt idx="2">
                  <c:v>187</c:v>
                </c:pt>
                <c:pt idx="3">
                  <c:v>186.3</c:v>
                </c:pt>
                <c:pt idx="4">
                  <c:v>186.4</c:v>
                </c:pt>
                <c:pt idx="5">
                  <c:v>186.1</c:v>
                </c:pt>
                <c:pt idx="6">
                  <c:v>187</c:v>
                </c:pt>
                <c:pt idx="7">
                  <c:v>187.2</c:v>
                </c:pt>
                <c:pt idx="8">
                  <c:v>186.9</c:v>
                </c:pt>
                <c:pt idx="9">
                  <c:v>187.5</c:v>
                </c:pt>
                <c:pt idx="10">
                  <c:v>187.4</c:v>
                </c:pt>
                <c:pt idx="11">
                  <c:v>187.2</c:v>
                </c:pt>
                <c:pt idx="12">
                  <c:v>186.6</c:v>
                </c:pt>
                <c:pt idx="13">
                  <c:v>187</c:v>
                </c:pt>
                <c:pt idx="14">
                  <c:v>186.5</c:v>
                </c:pt>
                <c:pt idx="15">
                  <c:v>186.8</c:v>
                </c:pt>
                <c:pt idx="16">
                  <c:v>188.4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141-46A6-9084-2B03941082E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126569200"/>
        <c:axId val="38223824"/>
      </c:lineChart>
      <c:catAx>
        <c:axId val="21265692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8223824"/>
        <c:crosses val="autoZero"/>
        <c:auto val="1"/>
        <c:lblAlgn val="ctr"/>
        <c:lblOffset val="100"/>
        <c:noMultiLvlLbl val="0"/>
      </c:catAx>
      <c:valAx>
        <c:axId val="38223824"/>
        <c:scaling>
          <c:orientation val="minMax"/>
          <c:max val="191"/>
          <c:min val="183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212656920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solidFill>
        <a:schemeClr val="bg1">
          <a:lumMod val="75000"/>
        </a:schemeClr>
      </a:solidFill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val>
            <c:numRef>
              <c:f>'Zone별 데이터'!$C$1998:$S$1998</c:f>
              <c:numCache>
                <c:formatCode>General</c:formatCode>
                <c:ptCount val="17"/>
                <c:pt idx="0">
                  <c:v>187.6</c:v>
                </c:pt>
                <c:pt idx="1">
                  <c:v>187.1</c:v>
                </c:pt>
                <c:pt idx="2">
                  <c:v>186.4</c:v>
                </c:pt>
                <c:pt idx="3">
                  <c:v>186</c:v>
                </c:pt>
                <c:pt idx="4">
                  <c:v>186</c:v>
                </c:pt>
                <c:pt idx="5">
                  <c:v>186.5</c:v>
                </c:pt>
                <c:pt idx="6">
                  <c:v>186.3</c:v>
                </c:pt>
                <c:pt idx="7">
                  <c:v>186.2</c:v>
                </c:pt>
                <c:pt idx="8">
                  <c:v>187.4</c:v>
                </c:pt>
                <c:pt idx="9">
                  <c:v>187.6</c:v>
                </c:pt>
                <c:pt idx="10">
                  <c:v>187.3</c:v>
                </c:pt>
                <c:pt idx="11">
                  <c:v>187</c:v>
                </c:pt>
                <c:pt idx="12">
                  <c:v>186.6</c:v>
                </c:pt>
                <c:pt idx="13">
                  <c:v>186.2</c:v>
                </c:pt>
                <c:pt idx="14">
                  <c:v>185.9</c:v>
                </c:pt>
                <c:pt idx="15">
                  <c:v>186.6</c:v>
                </c:pt>
                <c:pt idx="16">
                  <c:v>187.3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050-4F43-BCA6-B427AF4599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126569200"/>
        <c:axId val="38223824"/>
      </c:lineChart>
      <c:catAx>
        <c:axId val="21265692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8223824"/>
        <c:crosses val="autoZero"/>
        <c:auto val="1"/>
        <c:lblAlgn val="ctr"/>
        <c:lblOffset val="100"/>
        <c:noMultiLvlLbl val="0"/>
      </c:catAx>
      <c:valAx>
        <c:axId val="38223824"/>
        <c:scaling>
          <c:orientation val="minMax"/>
          <c:max val="191"/>
          <c:min val="183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212656920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solidFill>
        <a:schemeClr val="bg1">
          <a:lumMod val="75000"/>
        </a:schemeClr>
      </a:solidFill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063985788113695"/>
          <c:y val="0.13636018249634116"/>
          <c:w val="0.84423740310077522"/>
          <c:h val="0.64993921193560433"/>
        </c:manualLayout>
      </c:layout>
      <c:lineChart>
        <c:grouping val="standard"/>
        <c:varyColors val="0"/>
        <c:ser>
          <c:idx val="0"/>
          <c:order val="0"/>
          <c:spPr>
            <a:ln w="1270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val>
            <c:numRef>
              <c:f>적용후!$T$5889:$T$6200</c:f>
              <c:numCache>
                <c:formatCode>General</c:formatCode>
                <c:ptCount val="312"/>
                <c:pt idx="0">
                  <c:v>125.8</c:v>
                </c:pt>
                <c:pt idx="1">
                  <c:v>125.6</c:v>
                </c:pt>
                <c:pt idx="2">
                  <c:v>125.7</c:v>
                </c:pt>
                <c:pt idx="3">
                  <c:v>125.8</c:v>
                </c:pt>
                <c:pt idx="4">
                  <c:v>125.6</c:v>
                </c:pt>
                <c:pt idx="5">
                  <c:v>125.4</c:v>
                </c:pt>
                <c:pt idx="6">
                  <c:v>125.3</c:v>
                </c:pt>
                <c:pt idx="7">
                  <c:v>125.2</c:v>
                </c:pt>
                <c:pt idx="8">
                  <c:v>125.5</c:v>
                </c:pt>
                <c:pt idx="9">
                  <c:v>125.6</c:v>
                </c:pt>
                <c:pt idx="10">
                  <c:v>125.4</c:v>
                </c:pt>
                <c:pt idx="11">
                  <c:v>125.2</c:v>
                </c:pt>
                <c:pt idx="12">
                  <c:v>125.4</c:v>
                </c:pt>
                <c:pt idx="13">
                  <c:v>125.3</c:v>
                </c:pt>
                <c:pt idx="14">
                  <c:v>125.1</c:v>
                </c:pt>
                <c:pt idx="15">
                  <c:v>125</c:v>
                </c:pt>
                <c:pt idx="16">
                  <c:v>125.2</c:v>
                </c:pt>
                <c:pt idx="17">
                  <c:v>125.1</c:v>
                </c:pt>
                <c:pt idx="18">
                  <c:v>125</c:v>
                </c:pt>
                <c:pt idx="19">
                  <c:v>125.2</c:v>
                </c:pt>
                <c:pt idx="20">
                  <c:v>125.1</c:v>
                </c:pt>
                <c:pt idx="21">
                  <c:v>124.9</c:v>
                </c:pt>
                <c:pt idx="22">
                  <c:v>125.2</c:v>
                </c:pt>
                <c:pt idx="23">
                  <c:v>125</c:v>
                </c:pt>
                <c:pt idx="24">
                  <c:v>124.8</c:v>
                </c:pt>
                <c:pt idx="25">
                  <c:v>125</c:v>
                </c:pt>
                <c:pt idx="26">
                  <c:v>125.3</c:v>
                </c:pt>
                <c:pt idx="27">
                  <c:v>124.9</c:v>
                </c:pt>
                <c:pt idx="28">
                  <c:v>125.2</c:v>
                </c:pt>
                <c:pt idx="29">
                  <c:v>125.1</c:v>
                </c:pt>
                <c:pt idx="30">
                  <c:v>125</c:v>
                </c:pt>
                <c:pt idx="31">
                  <c:v>124.9</c:v>
                </c:pt>
                <c:pt idx="32">
                  <c:v>125.1</c:v>
                </c:pt>
                <c:pt idx="33">
                  <c:v>124.9</c:v>
                </c:pt>
                <c:pt idx="34">
                  <c:v>125.1</c:v>
                </c:pt>
                <c:pt idx="35">
                  <c:v>124.9</c:v>
                </c:pt>
                <c:pt idx="36">
                  <c:v>125</c:v>
                </c:pt>
                <c:pt idx="37">
                  <c:v>125.3</c:v>
                </c:pt>
                <c:pt idx="38">
                  <c:v>124.9</c:v>
                </c:pt>
                <c:pt idx="39">
                  <c:v>125</c:v>
                </c:pt>
                <c:pt idx="40">
                  <c:v>124.9</c:v>
                </c:pt>
                <c:pt idx="41">
                  <c:v>124.7</c:v>
                </c:pt>
                <c:pt idx="42">
                  <c:v>124.9</c:v>
                </c:pt>
                <c:pt idx="43">
                  <c:v>124.8</c:v>
                </c:pt>
                <c:pt idx="44">
                  <c:v>125</c:v>
                </c:pt>
                <c:pt idx="45">
                  <c:v>125.2</c:v>
                </c:pt>
                <c:pt idx="46">
                  <c:v>125</c:v>
                </c:pt>
                <c:pt idx="47">
                  <c:v>125.2</c:v>
                </c:pt>
                <c:pt idx="48">
                  <c:v>125</c:v>
                </c:pt>
                <c:pt idx="49">
                  <c:v>124.9</c:v>
                </c:pt>
                <c:pt idx="50">
                  <c:v>125.2</c:v>
                </c:pt>
                <c:pt idx="51">
                  <c:v>125.1</c:v>
                </c:pt>
                <c:pt idx="52">
                  <c:v>125</c:v>
                </c:pt>
                <c:pt idx="53">
                  <c:v>124.8</c:v>
                </c:pt>
                <c:pt idx="54">
                  <c:v>125.2</c:v>
                </c:pt>
                <c:pt idx="55">
                  <c:v>125.1</c:v>
                </c:pt>
                <c:pt idx="56">
                  <c:v>124.9</c:v>
                </c:pt>
                <c:pt idx="57">
                  <c:v>125.1</c:v>
                </c:pt>
                <c:pt idx="58">
                  <c:v>124.8</c:v>
                </c:pt>
                <c:pt idx="59">
                  <c:v>124.9</c:v>
                </c:pt>
                <c:pt idx="60">
                  <c:v>125.1</c:v>
                </c:pt>
                <c:pt idx="61">
                  <c:v>124.8</c:v>
                </c:pt>
                <c:pt idx="62">
                  <c:v>124.9</c:v>
                </c:pt>
                <c:pt idx="63">
                  <c:v>124.8</c:v>
                </c:pt>
                <c:pt idx="64">
                  <c:v>124.9</c:v>
                </c:pt>
                <c:pt idx="65">
                  <c:v>125</c:v>
                </c:pt>
                <c:pt idx="66">
                  <c:v>124.8</c:v>
                </c:pt>
                <c:pt idx="67">
                  <c:v>125.1</c:v>
                </c:pt>
                <c:pt idx="68">
                  <c:v>125.2</c:v>
                </c:pt>
                <c:pt idx="69">
                  <c:v>124.9</c:v>
                </c:pt>
                <c:pt idx="70">
                  <c:v>125</c:v>
                </c:pt>
                <c:pt idx="71">
                  <c:v>124.9</c:v>
                </c:pt>
                <c:pt idx="72">
                  <c:v>125.1</c:v>
                </c:pt>
                <c:pt idx="73">
                  <c:v>124.7</c:v>
                </c:pt>
                <c:pt idx="74">
                  <c:v>124.8</c:v>
                </c:pt>
                <c:pt idx="75">
                  <c:v>124.9</c:v>
                </c:pt>
                <c:pt idx="76">
                  <c:v>124.8</c:v>
                </c:pt>
                <c:pt idx="77">
                  <c:v>124.9</c:v>
                </c:pt>
                <c:pt idx="78">
                  <c:v>124.7</c:v>
                </c:pt>
                <c:pt idx="79">
                  <c:v>124.9</c:v>
                </c:pt>
                <c:pt idx="80">
                  <c:v>125.1</c:v>
                </c:pt>
                <c:pt idx="81">
                  <c:v>125</c:v>
                </c:pt>
                <c:pt idx="82">
                  <c:v>124.8</c:v>
                </c:pt>
                <c:pt idx="83">
                  <c:v>124.9</c:v>
                </c:pt>
                <c:pt idx="84">
                  <c:v>125.1</c:v>
                </c:pt>
                <c:pt idx="85">
                  <c:v>125.2</c:v>
                </c:pt>
                <c:pt idx="86">
                  <c:v>125.1</c:v>
                </c:pt>
                <c:pt idx="87">
                  <c:v>125</c:v>
                </c:pt>
                <c:pt idx="88">
                  <c:v>125.1</c:v>
                </c:pt>
                <c:pt idx="89">
                  <c:v>125.2</c:v>
                </c:pt>
                <c:pt idx="90">
                  <c:v>125.1</c:v>
                </c:pt>
                <c:pt idx="91">
                  <c:v>125</c:v>
                </c:pt>
                <c:pt idx="92">
                  <c:v>125.1</c:v>
                </c:pt>
                <c:pt idx="93">
                  <c:v>125</c:v>
                </c:pt>
                <c:pt idx="94">
                  <c:v>124.8</c:v>
                </c:pt>
                <c:pt idx="95">
                  <c:v>125</c:v>
                </c:pt>
                <c:pt idx="96">
                  <c:v>125.9</c:v>
                </c:pt>
                <c:pt idx="97">
                  <c:v>126</c:v>
                </c:pt>
                <c:pt idx="98">
                  <c:v>125.9</c:v>
                </c:pt>
                <c:pt idx="99">
                  <c:v>126</c:v>
                </c:pt>
                <c:pt idx="100">
                  <c:v>125.5</c:v>
                </c:pt>
                <c:pt idx="101">
                  <c:v>125.4</c:v>
                </c:pt>
                <c:pt idx="102">
                  <c:v>125.6</c:v>
                </c:pt>
                <c:pt idx="103">
                  <c:v>125.3</c:v>
                </c:pt>
                <c:pt idx="104">
                  <c:v>125.4</c:v>
                </c:pt>
                <c:pt idx="105">
                  <c:v>125.3</c:v>
                </c:pt>
                <c:pt idx="106">
                  <c:v>125.1</c:v>
                </c:pt>
                <c:pt idx="107">
                  <c:v>125.2</c:v>
                </c:pt>
                <c:pt idx="108">
                  <c:v>125.1</c:v>
                </c:pt>
                <c:pt idx="109">
                  <c:v>125.2</c:v>
                </c:pt>
                <c:pt idx="110">
                  <c:v>124.9</c:v>
                </c:pt>
                <c:pt idx="111">
                  <c:v>125.1</c:v>
                </c:pt>
                <c:pt idx="112">
                  <c:v>125</c:v>
                </c:pt>
                <c:pt idx="113">
                  <c:v>125.2</c:v>
                </c:pt>
                <c:pt idx="114">
                  <c:v>125.4</c:v>
                </c:pt>
                <c:pt idx="115">
                  <c:v>125.2</c:v>
                </c:pt>
                <c:pt idx="116">
                  <c:v>125.1</c:v>
                </c:pt>
                <c:pt idx="117">
                  <c:v>125.2</c:v>
                </c:pt>
                <c:pt idx="118">
                  <c:v>125.4</c:v>
                </c:pt>
                <c:pt idx="119">
                  <c:v>125.3</c:v>
                </c:pt>
                <c:pt idx="120">
                  <c:v>125.4</c:v>
                </c:pt>
                <c:pt idx="121">
                  <c:v>125.2</c:v>
                </c:pt>
                <c:pt idx="122">
                  <c:v>125.4</c:v>
                </c:pt>
                <c:pt idx="123">
                  <c:v>125.3</c:v>
                </c:pt>
                <c:pt idx="124">
                  <c:v>125.4</c:v>
                </c:pt>
                <c:pt idx="125">
                  <c:v>125.2</c:v>
                </c:pt>
                <c:pt idx="126">
                  <c:v>125.1</c:v>
                </c:pt>
                <c:pt idx="127">
                  <c:v>125</c:v>
                </c:pt>
                <c:pt idx="128">
                  <c:v>125.4</c:v>
                </c:pt>
                <c:pt idx="129">
                  <c:v>125.1</c:v>
                </c:pt>
                <c:pt idx="130">
                  <c:v>125</c:v>
                </c:pt>
                <c:pt idx="131">
                  <c:v>125.3</c:v>
                </c:pt>
                <c:pt idx="132">
                  <c:v>125.4</c:v>
                </c:pt>
                <c:pt idx="133">
                  <c:v>125.5</c:v>
                </c:pt>
                <c:pt idx="134">
                  <c:v>125.4</c:v>
                </c:pt>
                <c:pt idx="135">
                  <c:v>125.3</c:v>
                </c:pt>
                <c:pt idx="136">
                  <c:v>125.4</c:v>
                </c:pt>
                <c:pt idx="137">
                  <c:v>125.2</c:v>
                </c:pt>
                <c:pt idx="138">
                  <c:v>125.4</c:v>
                </c:pt>
                <c:pt idx="139">
                  <c:v>125.3</c:v>
                </c:pt>
                <c:pt idx="140">
                  <c:v>125.4</c:v>
                </c:pt>
                <c:pt idx="141">
                  <c:v>125.2</c:v>
                </c:pt>
                <c:pt idx="142">
                  <c:v>125.3</c:v>
                </c:pt>
                <c:pt idx="143">
                  <c:v>125.4</c:v>
                </c:pt>
                <c:pt idx="144">
                  <c:v>125.2</c:v>
                </c:pt>
                <c:pt idx="145">
                  <c:v>125.5</c:v>
                </c:pt>
                <c:pt idx="146">
                  <c:v>125.1</c:v>
                </c:pt>
                <c:pt idx="147">
                  <c:v>125.5</c:v>
                </c:pt>
                <c:pt idx="148">
                  <c:v>125.2</c:v>
                </c:pt>
                <c:pt idx="149">
                  <c:v>125.4</c:v>
                </c:pt>
                <c:pt idx="150">
                  <c:v>125.3</c:v>
                </c:pt>
                <c:pt idx="151">
                  <c:v>125.5</c:v>
                </c:pt>
                <c:pt idx="152">
                  <c:v>125.4</c:v>
                </c:pt>
                <c:pt idx="153">
                  <c:v>125.2</c:v>
                </c:pt>
                <c:pt idx="154">
                  <c:v>125.3</c:v>
                </c:pt>
                <c:pt idx="155">
                  <c:v>125.2</c:v>
                </c:pt>
                <c:pt idx="156">
                  <c:v>125.1</c:v>
                </c:pt>
                <c:pt idx="157">
                  <c:v>125.3</c:v>
                </c:pt>
                <c:pt idx="158">
                  <c:v>125.4</c:v>
                </c:pt>
                <c:pt idx="159">
                  <c:v>125.2</c:v>
                </c:pt>
                <c:pt idx="160">
                  <c:v>125</c:v>
                </c:pt>
                <c:pt idx="161">
                  <c:v>125.1</c:v>
                </c:pt>
                <c:pt idx="162">
                  <c:v>125.2</c:v>
                </c:pt>
                <c:pt idx="163">
                  <c:v>125.1</c:v>
                </c:pt>
                <c:pt idx="164">
                  <c:v>125</c:v>
                </c:pt>
                <c:pt idx="165">
                  <c:v>125.1</c:v>
                </c:pt>
                <c:pt idx="166">
                  <c:v>125</c:v>
                </c:pt>
                <c:pt idx="167">
                  <c:v>125.2</c:v>
                </c:pt>
                <c:pt idx="168">
                  <c:v>125.1</c:v>
                </c:pt>
                <c:pt idx="169">
                  <c:v>125.2</c:v>
                </c:pt>
                <c:pt idx="170">
                  <c:v>125.4</c:v>
                </c:pt>
                <c:pt idx="171">
                  <c:v>125.2</c:v>
                </c:pt>
                <c:pt idx="172">
                  <c:v>125.1</c:v>
                </c:pt>
                <c:pt idx="173">
                  <c:v>125.2</c:v>
                </c:pt>
                <c:pt idx="174">
                  <c:v>125.1</c:v>
                </c:pt>
                <c:pt idx="175">
                  <c:v>125.2</c:v>
                </c:pt>
                <c:pt idx="176">
                  <c:v>125.1</c:v>
                </c:pt>
                <c:pt idx="177">
                  <c:v>125.2</c:v>
                </c:pt>
                <c:pt idx="178">
                  <c:v>124.9</c:v>
                </c:pt>
                <c:pt idx="179">
                  <c:v>125</c:v>
                </c:pt>
                <c:pt idx="180">
                  <c:v>125.1</c:v>
                </c:pt>
                <c:pt idx="181">
                  <c:v>124.9</c:v>
                </c:pt>
                <c:pt idx="182">
                  <c:v>125</c:v>
                </c:pt>
                <c:pt idx="183">
                  <c:v>124.9</c:v>
                </c:pt>
                <c:pt idx="184">
                  <c:v>125</c:v>
                </c:pt>
                <c:pt idx="185">
                  <c:v>125.1</c:v>
                </c:pt>
                <c:pt idx="186">
                  <c:v>125.2</c:v>
                </c:pt>
                <c:pt idx="187">
                  <c:v>124.8</c:v>
                </c:pt>
                <c:pt idx="188">
                  <c:v>124.9</c:v>
                </c:pt>
                <c:pt idx="189">
                  <c:v>125</c:v>
                </c:pt>
                <c:pt idx="190">
                  <c:v>125.2</c:v>
                </c:pt>
                <c:pt idx="191">
                  <c:v>125.1</c:v>
                </c:pt>
                <c:pt idx="192">
                  <c:v>125.2</c:v>
                </c:pt>
                <c:pt idx="193">
                  <c:v>125.1</c:v>
                </c:pt>
                <c:pt idx="194">
                  <c:v>125.2</c:v>
                </c:pt>
                <c:pt idx="195">
                  <c:v>125.3</c:v>
                </c:pt>
                <c:pt idx="196">
                  <c:v>125</c:v>
                </c:pt>
                <c:pt idx="197">
                  <c:v>125.1</c:v>
                </c:pt>
                <c:pt idx="198">
                  <c:v>125</c:v>
                </c:pt>
                <c:pt idx="199">
                  <c:v>124.9</c:v>
                </c:pt>
                <c:pt idx="200">
                  <c:v>125</c:v>
                </c:pt>
                <c:pt idx="201">
                  <c:v>125.2</c:v>
                </c:pt>
                <c:pt idx="202">
                  <c:v>124.9</c:v>
                </c:pt>
                <c:pt idx="203">
                  <c:v>124.8</c:v>
                </c:pt>
                <c:pt idx="204">
                  <c:v>125</c:v>
                </c:pt>
                <c:pt idx="205">
                  <c:v>124.9</c:v>
                </c:pt>
                <c:pt idx="206">
                  <c:v>125</c:v>
                </c:pt>
                <c:pt idx="207">
                  <c:v>125.1</c:v>
                </c:pt>
                <c:pt idx="208">
                  <c:v>124.9</c:v>
                </c:pt>
                <c:pt idx="209">
                  <c:v>125.6</c:v>
                </c:pt>
                <c:pt idx="210">
                  <c:v>125.5</c:v>
                </c:pt>
                <c:pt idx="211">
                  <c:v>125.6</c:v>
                </c:pt>
                <c:pt idx="212">
                  <c:v>125.8</c:v>
                </c:pt>
                <c:pt idx="213">
                  <c:v>125.3</c:v>
                </c:pt>
                <c:pt idx="214">
                  <c:v>125.6</c:v>
                </c:pt>
                <c:pt idx="215">
                  <c:v>125.3</c:v>
                </c:pt>
                <c:pt idx="216">
                  <c:v>125.6</c:v>
                </c:pt>
                <c:pt idx="217">
                  <c:v>125.3</c:v>
                </c:pt>
                <c:pt idx="218">
                  <c:v>125.4</c:v>
                </c:pt>
                <c:pt idx="219">
                  <c:v>125.1</c:v>
                </c:pt>
                <c:pt idx="220">
                  <c:v>124.9</c:v>
                </c:pt>
                <c:pt idx="221">
                  <c:v>125.2</c:v>
                </c:pt>
                <c:pt idx="222">
                  <c:v>125.1</c:v>
                </c:pt>
                <c:pt idx="223">
                  <c:v>124.9</c:v>
                </c:pt>
                <c:pt idx="224">
                  <c:v>125.1</c:v>
                </c:pt>
                <c:pt idx="225">
                  <c:v>125.3</c:v>
                </c:pt>
                <c:pt idx="226">
                  <c:v>125.2</c:v>
                </c:pt>
                <c:pt idx="227">
                  <c:v>125.4</c:v>
                </c:pt>
                <c:pt idx="228">
                  <c:v>125.2</c:v>
                </c:pt>
                <c:pt idx="229">
                  <c:v>125.4</c:v>
                </c:pt>
                <c:pt idx="230">
                  <c:v>125.2</c:v>
                </c:pt>
                <c:pt idx="231">
                  <c:v>125.3</c:v>
                </c:pt>
                <c:pt idx="232">
                  <c:v>125.4</c:v>
                </c:pt>
                <c:pt idx="233">
                  <c:v>125.2</c:v>
                </c:pt>
                <c:pt idx="234">
                  <c:v>125.3</c:v>
                </c:pt>
                <c:pt idx="235">
                  <c:v>125.5</c:v>
                </c:pt>
                <c:pt idx="236">
                  <c:v>125.1</c:v>
                </c:pt>
                <c:pt idx="237">
                  <c:v>125.3</c:v>
                </c:pt>
                <c:pt idx="238">
                  <c:v>125.2</c:v>
                </c:pt>
                <c:pt idx="239">
                  <c:v>125.3</c:v>
                </c:pt>
                <c:pt idx="240">
                  <c:v>125.2</c:v>
                </c:pt>
                <c:pt idx="241">
                  <c:v>125.5</c:v>
                </c:pt>
                <c:pt idx="242">
                  <c:v>125.3</c:v>
                </c:pt>
                <c:pt idx="243">
                  <c:v>125.4</c:v>
                </c:pt>
                <c:pt idx="244">
                  <c:v>125.5</c:v>
                </c:pt>
                <c:pt idx="245">
                  <c:v>125.4</c:v>
                </c:pt>
                <c:pt idx="246">
                  <c:v>125.5</c:v>
                </c:pt>
                <c:pt idx="247">
                  <c:v>125.3</c:v>
                </c:pt>
                <c:pt idx="248">
                  <c:v>125.5</c:v>
                </c:pt>
                <c:pt idx="249">
                  <c:v>125.3</c:v>
                </c:pt>
                <c:pt idx="250">
                  <c:v>125.2</c:v>
                </c:pt>
                <c:pt idx="251">
                  <c:v>125.3</c:v>
                </c:pt>
                <c:pt idx="252">
                  <c:v>125.4</c:v>
                </c:pt>
                <c:pt idx="253">
                  <c:v>125.2</c:v>
                </c:pt>
                <c:pt idx="254">
                  <c:v>125.5</c:v>
                </c:pt>
                <c:pt idx="255">
                  <c:v>125.6</c:v>
                </c:pt>
                <c:pt idx="256">
                  <c:v>125.3</c:v>
                </c:pt>
                <c:pt idx="257">
                  <c:v>125.4</c:v>
                </c:pt>
                <c:pt idx="258">
                  <c:v>125.1</c:v>
                </c:pt>
                <c:pt idx="259">
                  <c:v>125.3</c:v>
                </c:pt>
                <c:pt idx="260">
                  <c:v>125.4</c:v>
                </c:pt>
                <c:pt idx="261">
                  <c:v>125.2</c:v>
                </c:pt>
                <c:pt idx="262">
                  <c:v>125.1</c:v>
                </c:pt>
                <c:pt idx="263">
                  <c:v>125.2</c:v>
                </c:pt>
                <c:pt idx="264">
                  <c:v>125.3</c:v>
                </c:pt>
                <c:pt idx="265">
                  <c:v>125.2</c:v>
                </c:pt>
                <c:pt idx="266">
                  <c:v>125.4</c:v>
                </c:pt>
                <c:pt idx="267">
                  <c:v>125.3</c:v>
                </c:pt>
                <c:pt idx="268">
                  <c:v>125.4</c:v>
                </c:pt>
                <c:pt idx="269">
                  <c:v>125.1</c:v>
                </c:pt>
                <c:pt idx="270">
                  <c:v>125.2</c:v>
                </c:pt>
                <c:pt idx="271">
                  <c:v>125.4</c:v>
                </c:pt>
                <c:pt idx="272">
                  <c:v>125.3</c:v>
                </c:pt>
                <c:pt idx="273">
                  <c:v>125.4</c:v>
                </c:pt>
                <c:pt idx="274">
                  <c:v>125.2</c:v>
                </c:pt>
                <c:pt idx="275">
                  <c:v>125.3</c:v>
                </c:pt>
                <c:pt idx="276">
                  <c:v>125.2</c:v>
                </c:pt>
                <c:pt idx="277">
                  <c:v>125.4</c:v>
                </c:pt>
                <c:pt idx="278">
                  <c:v>125.6</c:v>
                </c:pt>
                <c:pt idx="279">
                  <c:v>125.5</c:v>
                </c:pt>
                <c:pt idx="280">
                  <c:v>125.6</c:v>
                </c:pt>
                <c:pt idx="281">
                  <c:v>125.5</c:v>
                </c:pt>
                <c:pt idx="282">
                  <c:v>125.6</c:v>
                </c:pt>
                <c:pt idx="283">
                  <c:v>125.4</c:v>
                </c:pt>
                <c:pt idx="284">
                  <c:v>125.5</c:v>
                </c:pt>
                <c:pt idx="285">
                  <c:v>125.1</c:v>
                </c:pt>
                <c:pt idx="286">
                  <c:v>125.4</c:v>
                </c:pt>
                <c:pt idx="287">
                  <c:v>125.2</c:v>
                </c:pt>
                <c:pt idx="288">
                  <c:v>125.4</c:v>
                </c:pt>
                <c:pt idx="289">
                  <c:v>125.3</c:v>
                </c:pt>
                <c:pt idx="290">
                  <c:v>125.4</c:v>
                </c:pt>
                <c:pt idx="291">
                  <c:v>125.2</c:v>
                </c:pt>
                <c:pt idx="292">
                  <c:v>125.3</c:v>
                </c:pt>
                <c:pt idx="293">
                  <c:v>125.2</c:v>
                </c:pt>
                <c:pt idx="294">
                  <c:v>125.3</c:v>
                </c:pt>
                <c:pt idx="295">
                  <c:v>125.4</c:v>
                </c:pt>
                <c:pt idx="296">
                  <c:v>125.3</c:v>
                </c:pt>
                <c:pt idx="297">
                  <c:v>125.2</c:v>
                </c:pt>
                <c:pt idx="298">
                  <c:v>125.4</c:v>
                </c:pt>
                <c:pt idx="299">
                  <c:v>125.2</c:v>
                </c:pt>
                <c:pt idx="300">
                  <c:v>125.4</c:v>
                </c:pt>
                <c:pt idx="301">
                  <c:v>125.2</c:v>
                </c:pt>
                <c:pt idx="302">
                  <c:v>125.4</c:v>
                </c:pt>
                <c:pt idx="303">
                  <c:v>125.2</c:v>
                </c:pt>
                <c:pt idx="304">
                  <c:v>125.3</c:v>
                </c:pt>
                <c:pt idx="305">
                  <c:v>125.1</c:v>
                </c:pt>
                <c:pt idx="306">
                  <c:v>125.3</c:v>
                </c:pt>
                <c:pt idx="307">
                  <c:v>125</c:v>
                </c:pt>
                <c:pt idx="308">
                  <c:v>125.3</c:v>
                </c:pt>
                <c:pt idx="309">
                  <c:v>125.1</c:v>
                </c:pt>
                <c:pt idx="310">
                  <c:v>125</c:v>
                </c:pt>
                <c:pt idx="311">
                  <c:v>125.3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910-4D38-9C96-49D5B1C2BFE3}"/>
            </c:ext>
          </c:extLst>
        </c:ser>
        <c:ser>
          <c:idx val="1"/>
          <c:order val="1"/>
          <c:spPr>
            <a:ln w="1270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val>
            <c:numRef>
              <c:f>적용후!$U$5889:$U$6200</c:f>
              <c:numCache>
                <c:formatCode>General</c:formatCode>
                <c:ptCount val="312"/>
                <c:pt idx="0">
                  <c:v>125.26666666666668</c:v>
                </c:pt>
                <c:pt idx="1">
                  <c:v>125.34444444444443</c:v>
                </c:pt>
                <c:pt idx="2">
                  <c:v>125.3111111111111</c:v>
                </c:pt>
                <c:pt idx="3">
                  <c:v>125.40000000000002</c:v>
                </c:pt>
                <c:pt idx="4">
                  <c:v>125.34444444444443</c:v>
                </c:pt>
                <c:pt idx="5">
                  <c:v>125.39999999999999</c:v>
                </c:pt>
                <c:pt idx="6">
                  <c:v>125.33333333333333</c:v>
                </c:pt>
                <c:pt idx="7">
                  <c:v>125.32222222222224</c:v>
                </c:pt>
                <c:pt idx="8">
                  <c:v>125.36666666666669</c:v>
                </c:pt>
                <c:pt idx="9">
                  <c:v>125.45555555555555</c:v>
                </c:pt>
                <c:pt idx="10">
                  <c:v>125.09999999999998</c:v>
                </c:pt>
                <c:pt idx="11">
                  <c:v>125.41111111111111</c:v>
                </c:pt>
                <c:pt idx="12">
                  <c:v>125.23333333333332</c:v>
                </c:pt>
                <c:pt idx="13">
                  <c:v>125.46666666666667</c:v>
                </c:pt>
                <c:pt idx="14">
                  <c:v>125.23333333333332</c:v>
                </c:pt>
                <c:pt idx="15">
                  <c:v>125.4777777777778</c:v>
                </c:pt>
                <c:pt idx="16">
                  <c:v>125.54444444444442</c:v>
                </c:pt>
                <c:pt idx="17">
                  <c:v>125.44444444444444</c:v>
                </c:pt>
                <c:pt idx="18">
                  <c:v>125.51111111111111</c:v>
                </c:pt>
                <c:pt idx="19">
                  <c:v>125.42222222222222</c:v>
                </c:pt>
                <c:pt idx="20">
                  <c:v>125.63333333333334</c:v>
                </c:pt>
                <c:pt idx="21">
                  <c:v>125.39999999999999</c:v>
                </c:pt>
                <c:pt idx="22">
                  <c:v>125.43333333333332</c:v>
                </c:pt>
                <c:pt idx="23">
                  <c:v>125.36666666666666</c:v>
                </c:pt>
                <c:pt idx="24">
                  <c:v>125.25555555555557</c:v>
                </c:pt>
                <c:pt idx="25">
                  <c:v>125.51111111111111</c:v>
                </c:pt>
                <c:pt idx="26">
                  <c:v>125.4777777777778</c:v>
                </c:pt>
                <c:pt idx="27">
                  <c:v>125.38888888888889</c:v>
                </c:pt>
                <c:pt idx="28">
                  <c:v>125.33333333333333</c:v>
                </c:pt>
                <c:pt idx="29">
                  <c:v>125.28888888888888</c:v>
                </c:pt>
                <c:pt idx="30">
                  <c:v>125.35555555555555</c:v>
                </c:pt>
                <c:pt idx="31">
                  <c:v>125.25555555555557</c:v>
                </c:pt>
                <c:pt idx="32">
                  <c:v>125.46666666666664</c:v>
                </c:pt>
                <c:pt idx="33">
                  <c:v>125.27777777777777</c:v>
                </c:pt>
                <c:pt idx="34">
                  <c:v>125.41111111111111</c:v>
                </c:pt>
                <c:pt idx="35">
                  <c:v>125.27777777777777</c:v>
                </c:pt>
                <c:pt idx="36">
                  <c:v>125.64444444444445</c:v>
                </c:pt>
                <c:pt idx="37">
                  <c:v>125.5</c:v>
                </c:pt>
                <c:pt idx="38">
                  <c:v>125.34444444444446</c:v>
                </c:pt>
                <c:pt idx="39">
                  <c:v>125.36666666666666</c:v>
                </c:pt>
                <c:pt idx="40">
                  <c:v>125.49999999999997</c:v>
                </c:pt>
                <c:pt idx="41">
                  <c:v>125.56666666666668</c:v>
                </c:pt>
                <c:pt idx="42">
                  <c:v>125.33333333333333</c:v>
                </c:pt>
                <c:pt idx="43">
                  <c:v>125.43333333333334</c:v>
                </c:pt>
                <c:pt idx="44">
                  <c:v>125.26666666666668</c:v>
                </c:pt>
                <c:pt idx="45">
                  <c:v>125.57777777777778</c:v>
                </c:pt>
                <c:pt idx="46">
                  <c:v>125.38888888888889</c:v>
                </c:pt>
                <c:pt idx="47">
                  <c:v>125.36666666666666</c:v>
                </c:pt>
                <c:pt idx="48">
                  <c:v>125.36666666666669</c:v>
                </c:pt>
                <c:pt idx="49">
                  <c:v>125.48888888888889</c:v>
                </c:pt>
                <c:pt idx="50">
                  <c:v>125.8111111111111</c:v>
                </c:pt>
                <c:pt idx="51">
                  <c:v>125.48888888888888</c:v>
                </c:pt>
                <c:pt idx="52">
                  <c:v>125.62222222222221</c:v>
                </c:pt>
                <c:pt idx="53">
                  <c:v>125.71111111111112</c:v>
                </c:pt>
                <c:pt idx="54">
                  <c:v>125.5888888888889</c:v>
                </c:pt>
                <c:pt idx="55">
                  <c:v>125.48888888888889</c:v>
                </c:pt>
                <c:pt idx="56">
                  <c:v>125.5888888888889</c:v>
                </c:pt>
                <c:pt idx="57">
                  <c:v>125.61111111111111</c:v>
                </c:pt>
                <c:pt idx="58">
                  <c:v>125.36666666666669</c:v>
                </c:pt>
                <c:pt idx="59">
                  <c:v>125.55555555555556</c:v>
                </c:pt>
                <c:pt idx="60">
                  <c:v>125.36666666666666</c:v>
                </c:pt>
                <c:pt idx="61">
                  <c:v>125.35555555555555</c:v>
                </c:pt>
                <c:pt idx="62">
                  <c:v>125.24444444444445</c:v>
                </c:pt>
                <c:pt idx="63">
                  <c:v>125.32222222222224</c:v>
                </c:pt>
                <c:pt idx="64">
                  <c:v>125.17777777777779</c:v>
                </c:pt>
                <c:pt idx="65">
                  <c:v>125.12222222222221</c:v>
                </c:pt>
                <c:pt idx="66">
                  <c:v>125.33333333333333</c:v>
                </c:pt>
                <c:pt idx="67">
                  <c:v>125.28888888888888</c:v>
                </c:pt>
                <c:pt idx="68">
                  <c:v>125.45555555555555</c:v>
                </c:pt>
                <c:pt idx="69">
                  <c:v>125.3111111111111</c:v>
                </c:pt>
                <c:pt idx="70">
                  <c:v>125.4111111111111</c:v>
                </c:pt>
                <c:pt idx="71">
                  <c:v>125.50000000000003</c:v>
                </c:pt>
                <c:pt idx="72">
                  <c:v>125.51111111111111</c:v>
                </c:pt>
                <c:pt idx="73">
                  <c:v>125.46666666666667</c:v>
                </c:pt>
                <c:pt idx="74">
                  <c:v>125.36666666666666</c:v>
                </c:pt>
                <c:pt idx="75">
                  <c:v>125.45555555555555</c:v>
                </c:pt>
                <c:pt idx="76">
                  <c:v>125.51111111111112</c:v>
                </c:pt>
                <c:pt idx="77">
                  <c:v>125.35555555555555</c:v>
                </c:pt>
                <c:pt idx="78">
                  <c:v>125.36666666666666</c:v>
                </c:pt>
                <c:pt idx="79">
                  <c:v>125.57777777777778</c:v>
                </c:pt>
                <c:pt idx="80">
                  <c:v>125.48888888888889</c:v>
                </c:pt>
                <c:pt idx="81">
                  <c:v>125.37777777777779</c:v>
                </c:pt>
                <c:pt idx="82">
                  <c:v>125.45555555555555</c:v>
                </c:pt>
                <c:pt idx="83">
                  <c:v>125.37777777777779</c:v>
                </c:pt>
                <c:pt idx="84">
                  <c:v>125.28888888888891</c:v>
                </c:pt>
                <c:pt idx="85">
                  <c:v>125.42222222222222</c:v>
                </c:pt>
                <c:pt idx="86">
                  <c:v>125.17777777777779</c:v>
                </c:pt>
                <c:pt idx="87">
                  <c:v>125.28888888888888</c:v>
                </c:pt>
                <c:pt idx="88">
                  <c:v>125.22222222222223</c:v>
                </c:pt>
                <c:pt idx="89">
                  <c:v>125.17777777777776</c:v>
                </c:pt>
                <c:pt idx="90">
                  <c:v>125.21111111111109</c:v>
                </c:pt>
                <c:pt idx="91">
                  <c:v>125.37777777777779</c:v>
                </c:pt>
                <c:pt idx="92">
                  <c:v>125.15555555555554</c:v>
                </c:pt>
                <c:pt idx="93">
                  <c:v>125.18888888888887</c:v>
                </c:pt>
                <c:pt idx="94">
                  <c:v>125.23333333333332</c:v>
                </c:pt>
                <c:pt idx="95">
                  <c:v>125.28888888888891</c:v>
                </c:pt>
                <c:pt idx="96">
                  <c:v>125.32222222222224</c:v>
                </c:pt>
                <c:pt idx="97">
                  <c:v>125.23333333333335</c:v>
                </c:pt>
                <c:pt idx="98">
                  <c:v>125.42222222222222</c:v>
                </c:pt>
                <c:pt idx="99">
                  <c:v>125.42222222222225</c:v>
                </c:pt>
                <c:pt idx="100">
                  <c:v>125.31111111111113</c:v>
                </c:pt>
                <c:pt idx="101">
                  <c:v>125.43333333333334</c:v>
                </c:pt>
                <c:pt idx="102">
                  <c:v>125.57777777777778</c:v>
                </c:pt>
                <c:pt idx="103">
                  <c:v>125.23333333333332</c:v>
                </c:pt>
                <c:pt idx="104">
                  <c:v>125.51111111111111</c:v>
                </c:pt>
                <c:pt idx="105">
                  <c:v>125.28888888888888</c:v>
                </c:pt>
                <c:pt idx="106">
                  <c:v>125.64444444444445</c:v>
                </c:pt>
                <c:pt idx="107">
                  <c:v>125.35555555555555</c:v>
                </c:pt>
                <c:pt idx="108">
                  <c:v>125.43333333333334</c:v>
                </c:pt>
                <c:pt idx="109">
                  <c:v>125.17777777777776</c:v>
                </c:pt>
                <c:pt idx="110">
                  <c:v>125</c:v>
                </c:pt>
                <c:pt idx="111">
                  <c:v>125.12222222222223</c:v>
                </c:pt>
                <c:pt idx="112">
                  <c:v>125.35555555555554</c:v>
                </c:pt>
                <c:pt idx="113">
                  <c:v>125.3111111111111</c:v>
                </c:pt>
                <c:pt idx="114">
                  <c:v>125.46666666666664</c:v>
                </c:pt>
                <c:pt idx="115">
                  <c:v>125.57777777777775</c:v>
                </c:pt>
                <c:pt idx="116">
                  <c:v>125.38888888888889</c:v>
                </c:pt>
                <c:pt idx="117">
                  <c:v>125.54444444444445</c:v>
                </c:pt>
                <c:pt idx="118">
                  <c:v>125.62222222222223</c:v>
                </c:pt>
                <c:pt idx="119">
                  <c:v>125.44444444444444</c:v>
                </c:pt>
                <c:pt idx="120">
                  <c:v>125.46666666666667</c:v>
                </c:pt>
                <c:pt idx="121">
                  <c:v>125.52222222222223</c:v>
                </c:pt>
                <c:pt idx="122">
                  <c:v>125.56666666666668</c:v>
                </c:pt>
                <c:pt idx="123">
                  <c:v>125.44444444444444</c:v>
                </c:pt>
                <c:pt idx="124">
                  <c:v>125.40000000000002</c:v>
                </c:pt>
                <c:pt idx="125">
                  <c:v>125.2222222222222</c:v>
                </c:pt>
                <c:pt idx="126">
                  <c:v>125.38888888888889</c:v>
                </c:pt>
                <c:pt idx="127">
                  <c:v>125.27777777777777</c:v>
                </c:pt>
                <c:pt idx="128">
                  <c:v>125.28888888888888</c:v>
                </c:pt>
                <c:pt idx="129">
                  <c:v>125.43333333333334</c:v>
                </c:pt>
                <c:pt idx="130">
                  <c:v>125.25555555555553</c:v>
                </c:pt>
                <c:pt idx="131">
                  <c:v>125.26666666666668</c:v>
                </c:pt>
                <c:pt idx="132">
                  <c:v>125.45555555555555</c:v>
                </c:pt>
                <c:pt idx="133">
                  <c:v>125.42222222222222</c:v>
                </c:pt>
                <c:pt idx="134">
                  <c:v>125.44444444444444</c:v>
                </c:pt>
                <c:pt idx="135">
                  <c:v>125.47777777777777</c:v>
                </c:pt>
                <c:pt idx="136">
                  <c:v>125.33333333333333</c:v>
                </c:pt>
                <c:pt idx="137">
                  <c:v>125.45555555555558</c:v>
                </c:pt>
                <c:pt idx="138">
                  <c:v>125.71111111111112</c:v>
                </c:pt>
                <c:pt idx="139">
                  <c:v>125.63333333333334</c:v>
                </c:pt>
                <c:pt idx="140">
                  <c:v>125.57777777777778</c:v>
                </c:pt>
                <c:pt idx="141">
                  <c:v>125.56666666666666</c:v>
                </c:pt>
                <c:pt idx="142">
                  <c:v>125.34444444444443</c:v>
                </c:pt>
                <c:pt idx="143">
                  <c:v>125.41111111111111</c:v>
                </c:pt>
                <c:pt idx="144">
                  <c:v>125.37777777777777</c:v>
                </c:pt>
                <c:pt idx="145">
                  <c:v>125.31111111111113</c:v>
                </c:pt>
                <c:pt idx="146">
                  <c:v>125.25555555555555</c:v>
                </c:pt>
                <c:pt idx="147">
                  <c:v>125.29999999999998</c:v>
                </c:pt>
                <c:pt idx="148">
                  <c:v>125.28888888888891</c:v>
                </c:pt>
                <c:pt idx="149">
                  <c:v>125.24444444444445</c:v>
                </c:pt>
                <c:pt idx="150">
                  <c:v>125.22222222222223</c:v>
                </c:pt>
                <c:pt idx="151">
                  <c:v>125.35555555555555</c:v>
                </c:pt>
                <c:pt idx="152">
                  <c:v>125.25555555555555</c:v>
                </c:pt>
                <c:pt idx="153">
                  <c:v>125.33333333333333</c:v>
                </c:pt>
                <c:pt idx="154">
                  <c:v>125.23333333333332</c:v>
                </c:pt>
                <c:pt idx="155">
                  <c:v>125.52222222222223</c:v>
                </c:pt>
                <c:pt idx="156">
                  <c:v>125.47777777777777</c:v>
                </c:pt>
                <c:pt idx="157">
                  <c:v>125.42222222222222</c:v>
                </c:pt>
                <c:pt idx="158">
                  <c:v>125.66666666666667</c:v>
                </c:pt>
                <c:pt idx="159">
                  <c:v>125.56666666666668</c:v>
                </c:pt>
                <c:pt idx="160">
                  <c:v>125.62222222222221</c:v>
                </c:pt>
                <c:pt idx="161">
                  <c:v>125.44444444444444</c:v>
                </c:pt>
                <c:pt idx="162">
                  <c:v>125.41111111111111</c:v>
                </c:pt>
                <c:pt idx="163">
                  <c:v>125.42222222222222</c:v>
                </c:pt>
                <c:pt idx="164">
                  <c:v>125.63333333333331</c:v>
                </c:pt>
                <c:pt idx="165">
                  <c:v>125.38888888888886</c:v>
                </c:pt>
                <c:pt idx="166">
                  <c:v>125.4111111111111</c:v>
                </c:pt>
                <c:pt idx="167">
                  <c:v>125.24444444444445</c:v>
                </c:pt>
                <c:pt idx="168">
                  <c:v>125.36666666666666</c:v>
                </c:pt>
                <c:pt idx="169">
                  <c:v>125.30000000000001</c:v>
                </c:pt>
                <c:pt idx="170">
                  <c:v>125.35555555555555</c:v>
                </c:pt>
                <c:pt idx="171">
                  <c:v>125.22222222222223</c:v>
                </c:pt>
                <c:pt idx="172">
                  <c:v>125.46666666666664</c:v>
                </c:pt>
                <c:pt idx="173">
                  <c:v>125.38888888888889</c:v>
                </c:pt>
                <c:pt idx="174">
                  <c:v>125.42222222222222</c:v>
                </c:pt>
                <c:pt idx="175">
                  <c:v>125.56666666666668</c:v>
                </c:pt>
                <c:pt idx="176">
                  <c:v>125.58888888888889</c:v>
                </c:pt>
                <c:pt idx="177">
                  <c:v>125.43333333333334</c:v>
                </c:pt>
                <c:pt idx="178">
                  <c:v>125.27777777777777</c:v>
                </c:pt>
                <c:pt idx="179">
                  <c:v>125.38888888888889</c:v>
                </c:pt>
                <c:pt idx="180">
                  <c:v>125.54444444444445</c:v>
                </c:pt>
                <c:pt idx="181">
                  <c:v>125.62222222222223</c:v>
                </c:pt>
                <c:pt idx="182">
                  <c:v>125.61111111111111</c:v>
                </c:pt>
                <c:pt idx="183">
                  <c:v>125.63333333333334</c:v>
                </c:pt>
                <c:pt idx="184">
                  <c:v>125.52222222222223</c:v>
                </c:pt>
                <c:pt idx="185">
                  <c:v>125.46666666666667</c:v>
                </c:pt>
                <c:pt idx="186">
                  <c:v>125.53333333333333</c:v>
                </c:pt>
                <c:pt idx="187">
                  <c:v>125.51111111111112</c:v>
                </c:pt>
                <c:pt idx="188">
                  <c:v>125.66666666666667</c:v>
                </c:pt>
                <c:pt idx="189">
                  <c:v>125.42222222222222</c:v>
                </c:pt>
                <c:pt idx="190">
                  <c:v>125.47777777777777</c:v>
                </c:pt>
                <c:pt idx="191">
                  <c:v>125.37777777777779</c:v>
                </c:pt>
                <c:pt idx="192">
                  <c:v>125.37777777777777</c:v>
                </c:pt>
                <c:pt idx="193">
                  <c:v>125.42222222222222</c:v>
                </c:pt>
                <c:pt idx="194">
                  <c:v>125.39999999999999</c:v>
                </c:pt>
                <c:pt idx="195">
                  <c:v>125.3111111111111</c:v>
                </c:pt>
                <c:pt idx="196">
                  <c:v>125.5</c:v>
                </c:pt>
                <c:pt idx="197">
                  <c:v>125.30000000000001</c:v>
                </c:pt>
                <c:pt idx="198">
                  <c:v>125.46666666666667</c:v>
                </c:pt>
                <c:pt idx="199">
                  <c:v>125.38888888888889</c:v>
                </c:pt>
                <c:pt idx="200">
                  <c:v>125.4111111111111</c:v>
                </c:pt>
                <c:pt idx="201">
                  <c:v>125.48888888888888</c:v>
                </c:pt>
                <c:pt idx="202">
                  <c:v>125.28888888888891</c:v>
                </c:pt>
                <c:pt idx="203">
                  <c:v>125.44444444444444</c:v>
                </c:pt>
                <c:pt idx="204">
                  <c:v>125.54444444444445</c:v>
                </c:pt>
                <c:pt idx="205">
                  <c:v>125.53333333333333</c:v>
                </c:pt>
                <c:pt idx="206">
                  <c:v>125.46666666666667</c:v>
                </c:pt>
                <c:pt idx="207">
                  <c:v>125.5</c:v>
                </c:pt>
                <c:pt idx="208">
                  <c:v>125.63333333333334</c:v>
                </c:pt>
                <c:pt idx="209">
                  <c:v>125.62222222222221</c:v>
                </c:pt>
                <c:pt idx="210">
                  <c:v>125.56666666666666</c:v>
                </c:pt>
                <c:pt idx="211">
                  <c:v>125.41111111111111</c:v>
                </c:pt>
                <c:pt idx="212">
                  <c:v>125.48888888888888</c:v>
                </c:pt>
                <c:pt idx="213">
                  <c:v>125.53333333333333</c:v>
                </c:pt>
                <c:pt idx="214">
                  <c:v>125.44444444444444</c:v>
                </c:pt>
                <c:pt idx="215">
                  <c:v>125.46666666666667</c:v>
                </c:pt>
                <c:pt idx="216">
                  <c:v>125.5</c:v>
                </c:pt>
                <c:pt idx="217">
                  <c:v>125.19999999999999</c:v>
                </c:pt>
                <c:pt idx="218">
                  <c:v>125.31111111111113</c:v>
                </c:pt>
                <c:pt idx="219">
                  <c:v>125.43333333333332</c:v>
                </c:pt>
                <c:pt idx="220">
                  <c:v>125.20000000000002</c:v>
                </c:pt>
                <c:pt idx="221">
                  <c:v>125.1888888888889</c:v>
                </c:pt>
                <c:pt idx="222">
                  <c:v>125.41111111111111</c:v>
                </c:pt>
                <c:pt idx="223">
                  <c:v>125.5</c:v>
                </c:pt>
                <c:pt idx="224">
                  <c:v>125.61111111111111</c:v>
                </c:pt>
                <c:pt idx="225">
                  <c:v>125.65555555555557</c:v>
                </c:pt>
                <c:pt idx="226">
                  <c:v>125.21111111111109</c:v>
                </c:pt>
                <c:pt idx="227">
                  <c:v>125.40000000000002</c:v>
                </c:pt>
                <c:pt idx="228">
                  <c:v>125.32222222222224</c:v>
                </c:pt>
                <c:pt idx="229">
                  <c:v>125.28888888888888</c:v>
                </c:pt>
                <c:pt idx="230">
                  <c:v>125.34444444444446</c:v>
                </c:pt>
                <c:pt idx="231">
                  <c:v>125.35555555555554</c:v>
                </c:pt>
                <c:pt idx="232">
                  <c:v>125.54444444444445</c:v>
                </c:pt>
                <c:pt idx="233">
                  <c:v>125.33333333333333</c:v>
                </c:pt>
                <c:pt idx="234">
                  <c:v>125.5</c:v>
                </c:pt>
                <c:pt idx="235">
                  <c:v>125.32222222222224</c:v>
                </c:pt>
                <c:pt idx="236">
                  <c:v>125.26666666666665</c:v>
                </c:pt>
                <c:pt idx="237">
                  <c:v>125.24444444444445</c:v>
                </c:pt>
                <c:pt idx="238">
                  <c:v>125.28888888888888</c:v>
                </c:pt>
                <c:pt idx="239">
                  <c:v>125.38888888888889</c:v>
                </c:pt>
                <c:pt idx="240">
                  <c:v>125.30000000000001</c:v>
                </c:pt>
                <c:pt idx="241">
                  <c:v>125.48888888888889</c:v>
                </c:pt>
                <c:pt idx="242">
                  <c:v>125.35555555555555</c:v>
                </c:pt>
                <c:pt idx="243">
                  <c:v>125.22222222222223</c:v>
                </c:pt>
                <c:pt idx="244">
                  <c:v>125.40000000000002</c:v>
                </c:pt>
                <c:pt idx="245">
                  <c:v>125.37777777777777</c:v>
                </c:pt>
                <c:pt idx="246">
                  <c:v>125.37777777777779</c:v>
                </c:pt>
                <c:pt idx="247">
                  <c:v>125.29999999999998</c:v>
                </c:pt>
                <c:pt idx="248">
                  <c:v>125.54444444444445</c:v>
                </c:pt>
                <c:pt idx="249">
                  <c:v>125.63333333333334</c:v>
                </c:pt>
                <c:pt idx="250">
                  <c:v>125.69999999999999</c:v>
                </c:pt>
                <c:pt idx="251">
                  <c:v>125.53333333333333</c:v>
                </c:pt>
                <c:pt idx="252">
                  <c:v>125.47777777777777</c:v>
                </c:pt>
                <c:pt idx="253">
                  <c:v>125.74444444444445</c:v>
                </c:pt>
                <c:pt idx="254">
                  <c:v>125.30000000000001</c:v>
                </c:pt>
                <c:pt idx="255">
                  <c:v>125.48888888888888</c:v>
                </c:pt>
                <c:pt idx="256">
                  <c:v>125.52222222222223</c:v>
                </c:pt>
                <c:pt idx="257">
                  <c:v>125.61111111111111</c:v>
                </c:pt>
                <c:pt idx="258">
                  <c:v>125.5888888888889</c:v>
                </c:pt>
                <c:pt idx="259">
                  <c:v>125.52222222222223</c:v>
                </c:pt>
                <c:pt idx="260">
                  <c:v>125.42222222222222</c:v>
                </c:pt>
                <c:pt idx="261">
                  <c:v>125.26666666666668</c:v>
                </c:pt>
                <c:pt idx="262">
                  <c:v>125.23333333333335</c:v>
                </c:pt>
                <c:pt idx="263">
                  <c:v>125.22222222222223</c:v>
                </c:pt>
                <c:pt idx="264">
                  <c:v>125.32222222222224</c:v>
                </c:pt>
                <c:pt idx="265">
                  <c:v>125.44444444444444</c:v>
                </c:pt>
                <c:pt idx="266">
                  <c:v>125.32222222222224</c:v>
                </c:pt>
                <c:pt idx="267">
                  <c:v>125.27777777777777</c:v>
                </c:pt>
                <c:pt idx="268">
                  <c:v>125.35555555555555</c:v>
                </c:pt>
                <c:pt idx="269">
                  <c:v>125.13333333333334</c:v>
                </c:pt>
                <c:pt idx="270">
                  <c:v>125.41111111111111</c:v>
                </c:pt>
                <c:pt idx="271">
                  <c:v>125.39999999999999</c:v>
                </c:pt>
                <c:pt idx="272">
                  <c:v>125.3111111111111</c:v>
                </c:pt>
                <c:pt idx="273">
                  <c:v>125.36666666666666</c:v>
                </c:pt>
                <c:pt idx="274">
                  <c:v>125.42222222222222</c:v>
                </c:pt>
                <c:pt idx="275">
                  <c:v>125.35555555555555</c:v>
                </c:pt>
                <c:pt idx="276">
                  <c:v>125.44444444444444</c:v>
                </c:pt>
                <c:pt idx="277">
                  <c:v>125.45555555555555</c:v>
                </c:pt>
                <c:pt idx="278">
                  <c:v>125.44444444444444</c:v>
                </c:pt>
                <c:pt idx="279">
                  <c:v>125.43333333333334</c:v>
                </c:pt>
                <c:pt idx="280">
                  <c:v>125.38888888888886</c:v>
                </c:pt>
                <c:pt idx="281">
                  <c:v>125.36666666666666</c:v>
                </c:pt>
                <c:pt idx="282">
                  <c:v>125.51111111111112</c:v>
                </c:pt>
                <c:pt idx="283">
                  <c:v>125.21111111111109</c:v>
                </c:pt>
                <c:pt idx="284">
                  <c:v>125.30000000000001</c:v>
                </c:pt>
                <c:pt idx="285">
                  <c:v>125.30000000000001</c:v>
                </c:pt>
                <c:pt idx="286">
                  <c:v>125.37777777777777</c:v>
                </c:pt>
                <c:pt idx="287">
                  <c:v>125.53333333333333</c:v>
                </c:pt>
                <c:pt idx="288">
                  <c:v>125.44444444444444</c:v>
                </c:pt>
                <c:pt idx="289">
                  <c:v>125.60000000000001</c:v>
                </c:pt>
                <c:pt idx="290">
                  <c:v>125.61111111111111</c:v>
                </c:pt>
                <c:pt idx="291">
                  <c:v>125.25555555555555</c:v>
                </c:pt>
                <c:pt idx="292">
                  <c:v>125.58888888888889</c:v>
                </c:pt>
                <c:pt idx="293">
                  <c:v>125.37777777777779</c:v>
                </c:pt>
                <c:pt idx="294">
                  <c:v>125.55555555555556</c:v>
                </c:pt>
                <c:pt idx="295">
                  <c:v>125.46666666666667</c:v>
                </c:pt>
                <c:pt idx="296">
                  <c:v>125.42222222222222</c:v>
                </c:pt>
                <c:pt idx="297">
                  <c:v>125.39999999999999</c:v>
                </c:pt>
                <c:pt idx="298">
                  <c:v>125.5</c:v>
                </c:pt>
                <c:pt idx="299">
                  <c:v>125.21111111111112</c:v>
                </c:pt>
                <c:pt idx="300">
                  <c:v>125.51111111111111</c:v>
                </c:pt>
                <c:pt idx="301">
                  <c:v>125.26666666666668</c:v>
                </c:pt>
                <c:pt idx="302">
                  <c:v>125.57777777777778</c:v>
                </c:pt>
                <c:pt idx="303">
                  <c:v>125.35555555555555</c:v>
                </c:pt>
                <c:pt idx="304">
                  <c:v>125.48888888888888</c:v>
                </c:pt>
                <c:pt idx="305">
                  <c:v>125.27777777777777</c:v>
                </c:pt>
                <c:pt idx="306">
                  <c:v>125.32222222222224</c:v>
                </c:pt>
                <c:pt idx="307">
                  <c:v>125.34444444444446</c:v>
                </c:pt>
                <c:pt idx="308">
                  <c:v>125.24444444444445</c:v>
                </c:pt>
                <c:pt idx="309">
                  <c:v>125.30000000000001</c:v>
                </c:pt>
                <c:pt idx="310">
                  <c:v>125.23333333333332</c:v>
                </c:pt>
                <c:pt idx="311">
                  <c:v>125.43333333333334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910-4D38-9C96-49D5B1C2BFE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953806592"/>
        <c:axId val="1207925936"/>
      </c:lineChart>
      <c:catAx>
        <c:axId val="19538065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1207925936"/>
        <c:crosses val="autoZero"/>
        <c:auto val="1"/>
        <c:lblAlgn val="ctr"/>
        <c:lblOffset val="100"/>
        <c:noMultiLvlLbl val="0"/>
      </c:catAx>
      <c:valAx>
        <c:axId val="1207925936"/>
        <c:scaling>
          <c:orientation val="minMax"/>
          <c:max val="129.5"/>
          <c:min val="121.5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1953806592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700"/>
      </a:pPr>
      <a:endParaRPr lang="ko-KR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063985788113695"/>
          <c:y val="0.146849427303752"/>
          <c:w val="0.84423740310077522"/>
          <c:h val="0.63944996712819346"/>
        </c:manualLayout>
      </c:layout>
      <c:lineChart>
        <c:grouping val="standard"/>
        <c:varyColors val="0"/>
        <c:ser>
          <c:idx val="0"/>
          <c:order val="0"/>
          <c:spPr>
            <a:ln w="1270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val>
            <c:numRef>
              <c:f>적용전!$T$3800:$T$4080</c:f>
              <c:numCache>
                <c:formatCode>General</c:formatCode>
                <c:ptCount val="281"/>
                <c:pt idx="0">
                  <c:v>125.5</c:v>
                </c:pt>
                <c:pt idx="1">
                  <c:v>125.4</c:v>
                </c:pt>
                <c:pt idx="2">
                  <c:v>125.3</c:v>
                </c:pt>
                <c:pt idx="3">
                  <c:v>125.6</c:v>
                </c:pt>
                <c:pt idx="4">
                  <c:v>125.5</c:v>
                </c:pt>
                <c:pt idx="5">
                  <c:v>125.3</c:v>
                </c:pt>
                <c:pt idx="6">
                  <c:v>125.4</c:v>
                </c:pt>
                <c:pt idx="7">
                  <c:v>125.5</c:v>
                </c:pt>
                <c:pt idx="8">
                  <c:v>125.8</c:v>
                </c:pt>
                <c:pt idx="9">
                  <c:v>125.4</c:v>
                </c:pt>
                <c:pt idx="10">
                  <c:v>125.7</c:v>
                </c:pt>
                <c:pt idx="11">
                  <c:v>125.6</c:v>
                </c:pt>
                <c:pt idx="12">
                  <c:v>125.7</c:v>
                </c:pt>
                <c:pt idx="13">
                  <c:v>125.5</c:v>
                </c:pt>
                <c:pt idx="14">
                  <c:v>125.6</c:v>
                </c:pt>
                <c:pt idx="15">
                  <c:v>125.4</c:v>
                </c:pt>
                <c:pt idx="16">
                  <c:v>125.7</c:v>
                </c:pt>
                <c:pt idx="17">
                  <c:v>125.5</c:v>
                </c:pt>
                <c:pt idx="18">
                  <c:v>125.3</c:v>
                </c:pt>
                <c:pt idx="19">
                  <c:v>125.1</c:v>
                </c:pt>
                <c:pt idx="20">
                  <c:v>125.3</c:v>
                </c:pt>
                <c:pt idx="21">
                  <c:v>125.2</c:v>
                </c:pt>
                <c:pt idx="22">
                  <c:v>125.4</c:v>
                </c:pt>
                <c:pt idx="23">
                  <c:v>125.6</c:v>
                </c:pt>
                <c:pt idx="24">
                  <c:v>125.5</c:v>
                </c:pt>
                <c:pt idx="25">
                  <c:v>125.3</c:v>
                </c:pt>
                <c:pt idx="26">
                  <c:v>125.5</c:v>
                </c:pt>
                <c:pt idx="27">
                  <c:v>125.1</c:v>
                </c:pt>
                <c:pt idx="28">
                  <c:v>125.4</c:v>
                </c:pt>
                <c:pt idx="29">
                  <c:v>125.7</c:v>
                </c:pt>
                <c:pt idx="30">
                  <c:v>125.6</c:v>
                </c:pt>
                <c:pt idx="31">
                  <c:v>125.4</c:v>
                </c:pt>
                <c:pt idx="32">
                  <c:v>125.3</c:v>
                </c:pt>
                <c:pt idx="33">
                  <c:v>125.1</c:v>
                </c:pt>
                <c:pt idx="34">
                  <c:v>124.8</c:v>
                </c:pt>
                <c:pt idx="35">
                  <c:v>125.1</c:v>
                </c:pt>
                <c:pt idx="36">
                  <c:v>124.9</c:v>
                </c:pt>
                <c:pt idx="37">
                  <c:v>125.1</c:v>
                </c:pt>
                <c:pt idx="38">
                  <c:v>125.7</c:v>
                </c:pt>
                <c:pt idx="39">
                  <c:v>125.8</c:v>
                </c:pt>
                <c:pt idx="40">
                  <c:v>125.6</c:v>
                </c:pt>
                <c:pt idx="41">
                  <c:v>125.2</c:v>
                </c:pt>
                <c:pt idx="42">
                  <c:v>125.4</c:v>
                </c:pt>
                <c:pt idx="43">
                  <c:v>125.2</c:v>
                </c:pt>
                <c:pt idx="44">
                  <c:v>125.3</c:v>
                </c:pt>
                <c:pt idx="45">
                  <c:v>125.4</c:v>
                </c:pt>
                <c:pt idx="46">
                  <c:v>125.7</c:v>
                </c:pt>
                <c:pt idx="47">
                  <c:v>125.8</c:v>
                </c:pt>
                <c:pt idx="48">
                  <c:v>125.5</c:v>
                </c:pt>
                <c:pt idx="49">
                  <c:v>125.3</c:v>
                </c:pt>
                <c:pt idx="50">
                  <c:v>125.4</c:v>
                </c:pt>
                <c:pt idx="51">
                  <c:v>125.6</c:v>
                </c:pt>
                <c:pt idx="52">
                  <c:v>125.5</c:v>
                </c:pt>
                <c:pt idx="53">
                  <c:v>125.8</c:v>
                </c:pt>
                <c:pt idx="54">
                  <c:v>125.7</c:v>
                </c:pt>
                <c:pt idx="55">
                  <c:v>125.8</c:v>
                </c:pt>
                <c:pt idx="56">
                  <c:v>125.4</c:v>
                </c:pt>
                <c:pt idx="57">
                  <c:v>125.3</c:v>
                </c:pt>
                <c:pt idx="58">
                  <c:v>125.5</c:v>
                </c:pt>
                <c:pt idx="59">
                  <c:v>125.6</c:v>
                </c:pt>
                <c:pt idx="60">
                  <c:v>125.7</c:v>
                </c:pt>
                <c:pt idx="61">
                  <c:v>125.6</c:v>
                </c:pt>
                <c:pt idx="62">
                  <c:v>125.7</c:v>
                </c:pt>
                <c:pt idx="63">
                  <c:v>125.5</c:v>
                </c:pt>
                <c:pt idx="64">
                  <c:v>125.7</c:v>
                </c:pt>
                <c:pt idx="65">
                  <c:v>125.6</c:v>
                </c:pt>
                <c:pt idx="66">
                  <c:v>125.3</c:v>
                </c:pt>
                <c:pt idx="67">
                  <c:v>125.4</c:v>
                </c:pt>
                <c:pt idx="68">
                  <c:v>125.6</c:v>
                </c:pt>
                <c:pt idx="69">
                  <c:v>125.7</c:v>
                </c:pt>
                <c:pt idx="70">
                  <c:v>125.3</c:v>
                </c:pt>
                <c:pt idx="71">
                  <c:v>125.4</c:v>
                </c:pt>
                <c:pt idx="72">
                  <c:v>125.6</c:v>
                </c:pt>
                <c:pt idx="73">
                  <c:v>125.7</c:v>
                </c:pt>
                <c:pt idx="74">
                  <c:v>125.3</c:v>
                </c:pt>
                <c:pt idx="75">
                  <c:v>125.5</c:v>
                </c:pt>
                <c:pt idx="76">
                  <c:v>125.4</c:v>
                </c:pt>
                <c:pt idx="77">
                  <c:v>125.3</c:v>
                </c:pt>
                <c:pt idx="78">
                  <c:v>125.2</c:v>
                </c:pt>
                <c:pt idx="79">
                  <c:v>125.5</c:v>
                </c:pt>
                <c:pt idx="80">
                  <c:v>125.6</c:v>
                </c:pt>
                <c:pt idx="81">
                  <c:v>125.8</c:v>
                </c:pt>
                <c:pt idx="82">
                  <c:v>125.7</c:v>
                </c:pt>
                <c:pt idx="83">
                  <c:v>125.6</c:v>
                </c:pt>
                <c:pt idx="84">
                  <c:v>125.4</c:v>
                </c:pt>
                <c:pt idx="85">
                  <c:v>125.6</c:v>
                </c:pt>
                <c:pt idx="86">
                  <c:v>125.5</c:v>
                </c:pt>
                <c:pt idx="87">
                  <c:v>125.7</c:v>
                </c:pt>
                <c:pt idx="88">
                  <c:v>125.6</c:v>
                </c:pt>
                <c:pt idx="89">
                  <c:v>125.3</c:v>
                </c:pt>
                <c:pt idx="90">
                  <c:v>125.5</c:v>
                </c:pt>
                <c:pt idx="91">
                  <c:v>125.4</c:v>
                </c:pt>
                <c:pt idx="92">
                  <c:v>125.3</c:v>
                </c:pt>
                <c:pt idx="93">
                  <c:v>125.4</c:v>
                </c:pt>
                <c:pt idx="94">
                  <c:v>125.3</c:v>
                </c:pt>
                <c:pt idx="95">
                  <c:v>125.5</c:v>
                </c:pt>
                <c:pt idx="96">
                  <c:v>125.3</c:v>
                </c:pt>
                <c:pt idx="97">
                  <c:v>125.5</c:v>
                </c:pt>
                <c:pt idx="98">
                  <c:v>125.7</c:v>
                </c:pt>
                <c:pt idx="99">
                  <c:v>125.8</c:v>
                </c:pt>
                <c:pt idx="100">
                  <c:v>125.7</c:v>
                </c:pt>
                <c:pt idx="101">
                  <c:v>125.4</c:v>
                </c:pt>
                <c:pt idx="102">
                  <c:v>125.6</c:v>
                </c:pt>
                <c:pt idx="103">
                  <c:v>125.9</c:v>
                </c:pt>
                <c:pt idx="104">
                  <c:v>126</c:v>
                </c:pt>
                <c:pt idx="105">
                  <c:v>125</c:v>
                </c:pt>
                <c:pt idx="106">
                  <c:v>124.9</c:v>
                </c:pt>
                <c:pt idx="107">
                  <c:v>125</c:v>
                </c:pt>
                <c:pt idx="108">
                  <c:v>125.3</c:v>
                </c:pt>
                <c:pt idx="109">
                  <c:v>125.2</c:v>
                </c:pt>
                <c:pt idx="110">
                  <c:v>125.4</c:v>
                </c:pt>
                <c:pt idx="111">
                  <c:v>125</c:v>
                </c:pt>
                <c:pt idx="112">
                  <c:v>125.1</c:v>
                </c:pt>
                <c:pt idx="113">
                  <c:v>125.3</c:v>
                </c:pt>
                <c:pt idx="114">
                  <c:v>125.4</c:v>
                </c:pt>
                <c:pt idx="115">
                  <c:v>125.6</c:v>
                </c:pt>
                <c:pt idx="116">
                  <c:v>125.2</c:v>
                </c:pt>
                <c:pt idx="117">
                  <c:v>125.5</c:v>
                </c:pt>
                <c:pt idx="118">
                  <c:v>125.3</c:v>
                </c:pt>
                <c:pt idx="119">
                  <c:v>125.5</c:v>
                </c:pt>
                <c:pt idx="120">
                  <c:v>125.6</c:v>
                </c:pt>
                <c:pt idx="121">
                  <c:v>125.4</c:v>
                </c:pt>
                <c:pt idx="122">
                  <c:v>125.3</c:v>
                </c:pt>
                <c:pt idx="123">
                  <c:v>125.6</c:v>
                </c:pt>
                <c:pt idx="124">
                  <c:v>125.5</c:v>
                </c:pt>
                <c:pt idx="125">
                  <c:v>125.8</c:v>
                </c:pt>
                <c:pt idx="126">
                  <c:v>125.7</c:v>
                </c:pt>
                <c:pt idx="127">
                  <c:v>125.4</c:v>
                </c:pt>
                <c:pt idx="128">
                  <c:v>125.5</c:v>
                </c:pt>
                <c:pt idx="129">
                  <c:v>125.3</c:v>
                </c:pt>
                <c:pt idx="130">
                  <c:v>125.5</c:v>
                </c:pt>
                <c:pt idx="131">
                  <c:v>125.6</c:v>
                </c:pt>
                <c:pt idx="132">
                  <c:v>125.4</c:v>
                </c:pt>
                <c:pt idx="133">
                  <c:v>125.5</c:v>
                </c:pt>
                <c:pt idx="134">
                  <c:v>125.6</c:v>
                </c:pt>
                <c:pt idx="135">
                  <c:v>125.4</c:v>
                </c:pt>
                <c:pt idx="136">
                  <c:v>125.5</c:v>
                </c:pt>
                <c:pt idx="137">
                  <c:v>125.4</c:v>
                </c:pt>
                <c:pt idx="138">
                  <c:v>125.3</c:v>
                </c:pt>
                <c:pt idx="139">
                  <c:v>125.6</c:v>
                </c:pt>
                <c:pt idx="140">
                  <c:v>125.4</c:v>
                </c:pt>
                <c:pt idx="141">
                  <c:v>125.6</c:v>
                </c:pt>
                <c:pt idx="142">
                  <c:v>125.5</c:v>
                </c:pt>
                <c:pt idx="143">
                  <c:v>125.6</c:v>
                </c:pt>
                <c:pt idx="144">
                  <c:v>125.4</c:v>
                </c:pt>
                <c:pt idx="145">
                  <c:v>125.5</c:v>
                </c:pt>
                <c:pt idx="146">
                  <c:v>125.3</c:v>
                </c:pt>
                <c:pt idx="147">
                  <c:v>125.5</c:v>
                </c:pt>
                <c:pt idx="148">
                  <c:v>125.4</c:v>
                </c:pt>
                <c:pt idx="149">
                  <c:v>125.3</c:v>
                </c:pt>
                <c:pt idx="150">
                  <c:v>125.4</c:v>
                </c:pt>
                <c:pt idx="151">
                  <c:v>125.2</c:v>
                </c:pt>
                <c:pt idx="152">
                  <c:v>125.9</c:v>
                </c:pt>
                <c:pt idx="153">
                  <c:v>126</c:v>
                </c:pt>
                <c:pt idx="154">
                  <c:v>125.3</c:v>
                </c:pt>
                <c:pt idx="155">
                  <c:v>125.1</c:v>
                </c:pt>
                <c:pt idx="156">
                  <c:v>125.5</c:v>
                </c:pt>
                <c:pt idx="157">
                  <c:v>125.4</c:v>
                </c:pt>
                <c:pt idx="158">
                  <c:v>125.2</c:v>
                </c:pt>
                <c:pt idx="159">
                  <c:v>125.4</c:v>
                </c:pt>
                <c:pt idx="160">
                  <c:v>125.5</c:v>
                </c:pt>
                <c:pt idx="161">
                  <c:v>125.4</c:v>
                </c:pt>
                <c:pt idx="162">
                  <c:v>125.3</c:v>
                </c:pt>
                <c:pt idx="163">
                  <c:v>125.2</c:v>
                </c:pt>
                <c:pt idx="164">
                  <c:v>124.7</c:v>
                </c:pt>
                <c:pt idx="165">
                  <c:v>124.8</c:v>
                </c:pt>
                <c:pt idx="166">
                  <c:v>124.7</c:v>
                </c:pt>
                <c:pt idx="167">
                  <c:v>124.9</c:v>
                </c:pt>
                <c:pt idx="168">
                  <c:v>124.7</c:v>
                </c:pt>
                <c:pt idx="169">
                  <c:v>125.2</c:v>
                </c:pt>
                <c:pt idx="170">
                  <c:v>125.1</c:v>
                </c:pt>
                <c:pt idx="171">
                  <c:v>125.3</c:v>
                </c:pt>
                <c:pt idx="172">
                  <c:v>125.4</c:v>
                </c:pt>
                <c:pt idx="173">
                  <c:v>125.2</c:v>
                </c:pt>
                <c:pt idx="174">
                  <c:v>125.1</c:v>
                </c:pt>
                <c:pt idx="175">
                  <c:v>125.2</c:v>
                </c:pt>
                <c:pt idx="176">
                  <c:v>125.3</c:v>
                </c:pt>
                <c:pt idx="177">
                  <c:v>124.9</c:v>
                </c:pt>
                <c:pt idx="178">
                  <c:v>125.4</c:v>
                </c:pt>
                <c:pt idx="179">
                  <c:v>125.6</c:v>
                </c:pt>
                <c:pt idx="180">
                  <c:v>125.3</c:v>
                </c:pt>
                <c:pt idx="181">
                  <c:v>125</c:v>
                </c:pt>
                <c:pt idx="182">
                  <c:v>125.2</c:v>
                </c:pt>
                <c:pt idx="183">
                  <c:v>125.3</c:v>
                </c:pt>
                <c:pt idx="184">
                  <c:v>125.6</c:v>
                </c:pt>
                <c:pt idx="185">
                  <c:v>125.5</c:v>
                </c:pt>
                <c:pt idx="186">
                  <c:v>125.7</c:v>
                </c:pt>
                <c:pt idx="187">
                  <c:v>125.5</c:v>
                </c:pt>
                <c:pt idx="188">
                  <c:v>125.1</c:v>
                </c:pt>
                <c:pt idx="189">
                  <c:v>125.2</c:v>
                </c:pt>
                <c:pt idx="190">
                  <c:v>125.3</c:v>
                </c:pt>
                <c:pt idx="191">
                  <c:v>125.5</c:v>
                </c:pt>
                <c:pt idx="192">
                  <c:v>125.6</c:v>
                </c:pt>
                <c:pt idx="193">
                  <c:v>125.7</c:v>
                </c:pt>
                <c:pt idx="194">
                  <c:v>125.3</c:v>
                </c:pt>
                <c:pt idx="195">
                  <c:v>125.2</c:v>
                </c:pt>
                <c:pt idx="196">
                  <c:v>125.4</c:v>
                </c:pt>
                <c:pt idx="197">
                  <c:v>125.6</c:v>
                </c:pt>
                <c:pt idx="198">
                  <c:v>125.5</c:v>
                </c:pt>
                <c:pt idx="199">
                  <c:v>125.3</c:v>
                </c:pt>
                <c:pt idx="200">
                  <c:v>125.2</c:v>
                </c:pt>
                <c:pt idx="201">
                  <c:v>125.1</c:v>
                </c:pt>
                <c:pt idx="202">
                  <c:v>125.3</c:v>
                </c:pt>
                <c:pt idx="203">
                  <c:v>124.8</c:v>
                </c:pt>
                <c:pt idx="204">
                  <c:v>125</c:v>
                </c:pt>
                <c:pt idx="205">
                  <c:v>124.8</c:v>
                </c:pt>
                <c:pt idx="206">
                  <c:v>124.9</c:v>
                </c:pt>
                <c:pt idx="207">
                  <c:v>124.7</c:v>
                </c:pt>
                <c:pt idx="208">
                  <c:v>124.6</c:v>
                </c:pt>
                <c:pt idx="209">
                  <c:v>124.7</c:v>
                </c:pt>
                <c:pt idx="210">
                  <c:v>124.5</c:v>
                </c:pt>
                <c:pt idx="211">
                  <c:v>124.6</c:v>
                </c:pt>
                <c:pt idx="212">
                  <c:v>125.4</c:v>
                </c:pt>
                <c:pt idx="213">
                  <c:v>125</c:v>
                </c:pt>
                <c:pt idx="214">
                  <c:v>124.7</c:v>
                </c:pt>
                <c:pt idx="215">
                  <c:v>124.8</c:v>
                </c:pt>
                <c:pt idx="216">
                  <c:v>124.5</c:v>
                </c:pt>
                <c:pt idx="217">
                  <c:v>124.6</c:v>
                </c:pt>
                <c:pt idx="218">
                  <c:v>124.9</c:v>
                </c:pt>
                <c:pt idx="219">
                  <c:v>124.8</c:v>
                </c:pt>
                <c:pt idx="220">
                  <c:v>124.9</c:v>
                </c:pt>
                <c:pt idx="221">
                  <c:v>125.1</c:v>
                </c:pt>
                <c:pt idx="222">
                  <c:v>124.9</c:v>
                </c:pt>
                <c:pt idx="223">
                  <c:v>124.7</c:v>
                </c:pt>
                <c:pt idx="224">
                  <c:v>124.8</c:v>
                </c:pt>
                <c:pt idx="225">
                  <c:v>124.9</c:v>
                </c:pt>
                <c:pt idx="226">
                  <c:v>125</c:v>
                </c:pt>
                <c:pt idx="227">
                  <c:v>124.8</c:v>
                </c:pt>
                <c:pt idx="228">
                  <c:v>124.7</c:v>
                </c:pt>
                <c:pt idx="229">
                  <c:v>124.8</c:v>
                </c:pt>
                <c:pt idx="230">
                  <c:v>124.9</c:v>
                </c:pt>
                <c:pt idx="231">
                  <c:v>124.8</c:v>
                </c:pt>
                <c:pt idx="232">
                  <c:v>124.9</c:v>
                </c:pt>
                <c:pt idx="233">
                  <c:v>124.8</c:v>
                </c:pt>
                <c:pt idx="234">
                  <c:v>124.9</c:v>
                </c:pt>
                <c:pt idx="235">
                  <c:v>125.2</c:v>
                </c:pt>
                <c:pt idx="236">
                  <c:v>125.3</c:v>
                </c:pt>
                <c:pt idx="237">
                  <c:v>125.1</c:v>
                </c:pt>
                <c:pt idx="238">
                  <c:v>125</c:v>
                </c:pt>
                <c:pt idx="239">
                  <c:v>124.7</c:v>
                </c:pt>
                <c:pt idx="240">
                  <c:v>124.9</c:v>
                </c:pt>
                <c:pt idx="241">
                  <c:v>125</c:v>
                </c:pt>
                <c:pt idx="242">
                  <c:v>124.9</c:v>
                </c:pt>
                <c:pt idx="243">
                  <c:v>124.8</c:v>
                </c:pt>
                <c:pt idx="244">
                  <c:v>124.7</c:v>
                </c:pt>
                <c:pt idx="245">
                  <c:v>124.8</c:v>
                </c:pt>
                <c:pt idx="246">
                  <c:v>124.6</c:v>
                </c:pt>
                <c:pt idx="247">
                  <c:v>124.8</c:v>
                </c:pt>
                <c:pt idx="248">
                  <c:v>124.7</c:v>
                </c:pt>
                <c:pt idx="249">
                  <c:v>124.9</c:v>
                </c:pt>
                <c:pt idx="250">
                  <c:v>124.8</c:v>
                </c:pt>
                <c:pt idx="251">
                  <c:v>125</c:v>
                </c:pt>
                <c:pt idx="252">
                  <c:v>124.8</c:v>
                </c:pt>
                <c:pt idx="253">
                  <c:v>125</c:v>
                </c:pt>
                <c:pt idx="254">
                  <c:v>124.7</c:v>
                </c:pt>
                <c:pt idx="255">
                  <c:v>124.8</c:v>
                </c:pt>
                <c:pt idx="256">
                  <c:v>124.6</c:v>
                </c:pt>
                <c:pt idx="257">
                  <c:v>124.3</c:v>
                </c:pt>
                <c:pt idx="258">
                  <c:v>124.4</c:v>
                </c:pt>
                <c:pt idx="259">
                  <c:v>124.6</c:v>
                </c:pt>
                <c:pt idx="260">
                  <c:v>124.4</c:v>
                </c:pt>
                <c:pt idx="261">
                  <c:v>124.6</c:v>
                </c:pt>
                <c:pt idx="262">
                  <c:v>124.7</c:v>
                </c:pt>
                <c:pt idx="263">
                  <c:v>124.8</c:v>
                </c:pt>
                <c:pt idx="264">
                  <c:v>125</c:v>
                </c:pt>
                <c:pt idx="265">
                  <c:v>124.9</c:v>
                </c:pt>
                <c:pt idx="266">
                  <c:v>124.8</c:v>
                </c:pt>
                <c:pt idx="267">
                  <c:v>124.9</c:v>
                </c:pt>
                <c:pt idx="268">
                  <c:v>125.1</c:v>
                </c:pt>
                <c:pt idx="269">
                  <c:v>124.8</c:v>
                </c:pt>
                <c:pt idx="270">
                  <c:v>124.5</c:v>
                </c:pt>
                <c:pt idx="271">
                  <c:v>124.6</c:v>
                </c:pt>
                <c:pt idx="272">
                  <c:v>124.7</c:v>
                </c:pt>
                <c:pt idx="273">
                  <c:v>124.8</c:v>
                </c:pt>
                <c:pt idx="274">
                  <c:v>124.9</c:v>
                </c:pt>
                <c:pt idx="275">
                  <c:v>124.8</c:v>
                </c:pt>
                <c:pt idx="276">
                  <c:v>124.9</c:v>
                </c:pt>
                <c:pt idx="277">
                  <c:v>124.8</c:v>
                </c:pt>
                <c:pt idx="278">
                  <c:v>124.5</c:v>
                </c:pt>
                <c:pt idx="279">
                  <c:v>124.6</c:v>
                </c:pt>
                <c:pt idx="280">
                  <c:v>124.7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878-45E6-8C3D-295CBB5D6BA3}"/>
            </c:ext>
          </c:extLst>
        </c:ser>
        <c:ser>
          <c:idx val="1"/>
          <c:order val="1"/>
          <c:spPr>
            <a:ln w="1270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val>
            <c:numRef>
              <c:f>적용전!$U$3800:$U$4080</c:f>
              <c:numCache>
                <c:formatCode>General</c:formatCode>
                <c:ptCount val="281"/>
                <c:pt idx="0">
                  <c:v>125.97777777777777</c:v>
                </c:pt>
                <c:pt idx="1">
                  <c:v>125.92222222222222</c:v>
                </c:pt>
                <c:pt idx="2">
                  <c:v>125.96666666666667</c:v>
                </c:pt>
                <c:pt idx="3">
                  <c:v>125.85555555555554</c:v>
                </c:pt>
                <c:pt idx="4">
                  <c:v>125.83333333333333</c:v>
                </c:pt>
                <c:pt idx="5">
                  <c:v>125.65555555555554</c:v>
                </c:pt>
                <c:pt idx="6">
                  <c:v>125.89999999999999</c:v>
                </c:pt>
                <c:pt idx="7">
                  <c:v>125.78888888888888</c:v>
                </c:pt>
                <c:pt idx="8">
                  <c:v>125.94444444444444</c:v>
                </c:pt>
                <c:pt idx="9">
                  <c:v>126.01111111111111</c:v>
                </c:pt>
                <c:pt idx="10">
                  <c:v>125.97777777777777</c:v>
                </c:pt>
                <c:pt idx="11">
                  <c:v>125.95555555555555</c:v>
                </c:pt>
                <c:pt idx="12">
                  <c:v>125.87777777777777</c:v>
                </c:pt>
                <c:pt idx="13">
                  <c:v>125.9111111111111</c:v>
                </c:pt>
                <c:pt idx="14">
                  <c:v>126.08888888888889</c:v>
                </c:pt>
                <c:pt idx="15">
                  <c:v>126.11111111111111</c:v>
                </c:pt>
                <c:pt idx="16">
                  <c:v>126.03333333333333</c:v>
                </c:pt>
                <c:pt idx="17">
                  <c:v>126.01111111111111</c:v>
                </c:pt>
                <c:pt idx="18">
                  <c:v>126.01111111111111</c:v>
                </c:pt>
                <c:pt idx="19">
                  <c:v>125.84444444444443</c:v>
                </c:pt>
                <c:pt idx="20">
                  <c:v>125.91111111111111</c:v>
                </c:pt>
                <c:pt idx="21">
                  <c:v>125.68888888888887</c:v>
                </c:pt>
                <c:pt idx="22">
                  <c:v>125.85555555555555</c:v>
                </c:pt>
                <c:pt idx="23">
                  <c:v>125.91111111111111</c:v>
                </c:pt>
                <c:pt idx="24">
                  <c:v>125.93333333333334</c:v>
                </c:pt>
                <c:pt idx="25">
                  <c:v>125.89999999999999</c:v>
                </c:pt>
                <c:pt idx="26">
                  <c:v>125.93333333333334</c:v>
                </c:pt>
                <c:pt idx="27">
                  <c:v>125.91111111111111</c:v>
                </c:pt>
                <c:pt idx="28">
                  <c:v>125.98888888888889</c:v>
                </c:pt>
                <c:pt idx="29">
                  <c:v>126.11111111111111</c:v>
                </c:pt>
                <c:pt idx="30">
                  <c:v>126.01111111111111</c:v>
                </c:pt>
                <c:pt idx="31">
                  <c:v>125.95555555555555</c:v>
                </c:pt>
                <c:pt idx="32">
                  <c:v>126.14444444444445</c:v>
                </c:pt>
                <c:pt idx="33">
                  <c:v>125.94444444444444</c:v>
                </c:pt>
                <c:pt idx="34">
                  <c:v>125.94444444444444</c:v>
                </c:pt>
                <c:pt idx="35">
                  <c:v>125.93333333333332</c:v>
                </c:pt>
                <c:pt idx="36">
                  <c:v>125.82222222222224</c:v>
                </c:pt>
                <c:pt idx="37">
                  <c:v>125.62222222222221</c:v>
                </c:pt>
                <c:pt idx="38">
                  <c:v>125.93333333333334</c:v>
                </c:pt>
                <c:pt idx="39">
                  <c:v>125.95555555555555</c:v>
                </c:pt>
                <c:pt idx="40">
                  <c:v>125.62222222222223</c:v>
                </c:pt>
                <c:pt idx="41">
                  <c:v>125.88888888888889</c:v>
                </c:pt>
                <c:pt idx="42">
                  <c:v>125.91111111111111</c:v>
                </c:pt>
                <c:pt idx="43">
                  <c:v>125.94444444444444</c:v>
                </c:pt>
                <c:pt idx="44">
                  <c:v>126.12222222222223</c:v>
                </c:pt>
                <c:pt idx="45">
                  <c:v>125.83333333333336</c:v>
                </c:pt>
                <c:pt idx="46">
                  <c:v>126.03333333333333</c:v>
                </c:pt>
                <c:pt idx="47">
                  <c:v>125.87777777777777</c:v>
                </c:pt>
                <c:pt idx="48">
                  <c:v>125.97777777777777</c:v>
                </c:pt>
                <c:pt idx="49">
                  <c:v>125.88888888888889</c:v>
                </c:pt>
                <c:pt idx="50">
                  <c:v>125.91111111111111</c:v>
                </c:pt>
                <c:pt idx="51">
                  <c:v>125.96666666666667</c:v>
                </c:pt>
                <c:pt idx="52">
                  <c:v>125.96666666666664</c:v>
                </c:pt>
                <c:pt idx="53">
                  <c:v>125.94444444444444</c:v>
                </c:pt>
                <c:pt idx="54">
                  <c:v>126.04444444444442</c:v>
                </c:pt>
                <c:pt idx="55">
                  <c:v>126.07777777777778</c:v>
                </c:pt>
                <c:pt idx="56">
                  <c:v>125.74444444444445</c:v>
                </c:pt>
                <c:pt idx="57">
                  <c:v>125.88888888888889</c:v>
                </c:pt>
                <c:pt idx="58">
                  <c:v>125.83333333333333</c:v>
                </c:pt>
                <c:pt idx="59">
                  <c:v>126.06666666666666</c:v>
                </c:pt>
                <c:pt idx="60">
                  <c:v>125.84444444444443</c:v>
                </c:pt>
                <c:pt idx="61">
                  <c:v>125.84444444444446</c:v>
                </c:pt>
                <c:pt idx="62">
                  <c:v>126.01111111111111</c:v>
                </c:pt>
                <c:pt idx="63">
                  <c:v>125.78888888888891</c:v>
                </c:pt>
                <c:pt idx="64">
                  <c:v>126.12222222222221</c:v>
                </c:pt>
                <c:pt idx="65">
                  <c:v>126.05555555555556</c:v>
                </c:pt>
                <c:pt idx="66">
                  <c:v>125.91111111111111</c:v>
                </c:pt>
                <c:pt idx="67">
                  <c:v>126.01111111111112</c:v>
                </c:pt>
                <c:pt idx="68">
                  <c:v>125.82222222222221</c:v>
                </c:pt>
                <c:pt idx="69">
                  <c:v>125.95555555555555</c:v>
                </c:pt>
                <c:pt idx="70">
                  <c:v>125.75555555555557</c:v>
                </c:pt>
                <c:pt idx="71">
                  <c:v>125.91111111111111</c:v>
                </c:pt>
                <c:pt idx="72">
                  <c:v>126.15555555555554</c:v>
                </c:pt>
                <c:pt idx="73">
                  <c:v>125.95555555555558</c:v>
                </c:pt>
                <c:pt idx="74">
                  <c:v>125.92222222222222</c:v>
                </c:pt>
                <c:pt idx="75">
                  <c:v>126.10000000000001</c:v>
                </c:pt>
                <c:pt idx="76">
                  <c:v>126.02222222222223</c:v>
                </c:pt>
                <c:pt idx="77">
                  <c:v>125.89999999999999</c:v>
                </c:pt>
                <c:pt idx="78">
                  <c:v>125.87777777777777</c:v>
                </c:pt>
                <c:pt idx="79">
                  <c:v>125.73333333333332</c:v>
                </c:pt>
                <c:pt idx="80">
                  <c:v>125.91111111111111</c:v>
                </c:pt>
                <c:pt idx="81">
                  <c:v>125.98888888888888</c:v>
                </c:pt>
                <c:pt idx="82">
                  <c:v>125.92222222222225</c:v>
                </c:pt>
                <c:pt idx="83">
                  <c:v>125.97777777777777</c:v>
                </c:pt>
                <c:pt idx="84">
                  <c:v>125.92222222222222</c:v>
                </c:pt>
                <c:pt idx="85">
                  <c:v>126.03333333333333</c:v>
                </c:pt>
                <c:pt idx="86">
                  <c:v>125.87777777777779</c:v>
                </c:pt>
                <c:pt idx="87">
                  <c:v>125.8111111111111</c:v>
                </c:pt>
                <c:pt idx="88">
                  <c:v>125.98888888888889</c:v>
                </c:pt>
                <c:pt idx="89">
                  <c:v>125.91111111111111</c:v>
                </c:pt>
                <c:pt idx="90">
                  <c:v>125.87777777777779</c:v>
                </c:pt>
                <c:pt idx="91">
                  <c:v>125.56666666666668</c:v>
                </c:pt>
                <c:pt idx="92">
                  <c:v>125.6888888888889</c:v>
                </c:pt>
                <c:pt idx="93">
                  <c:v>125.89999999999999</c:v>
                </c:pt>
                <c:pt idx="94">
                  <c:v>125.85555555555555</c:v>
                </c:pt>
                <c:pt idx="95">
                  <c:v>125.78888888888888</c:v>
                </c:pt>
                <c:pt idx="96">
                  <c:v>125.93333333333332</c:v>
                </c:pt>
                <c:pt idx="97">
                  <c:v>126.05555555555556</c:v>
                </c:pt>
                <c:pt idx="98">
                  <c:v>126.05555555555556</c:v>
                </c:pt>
                <c:pt idx="99">
                  <c:v>126.0222222222222</c:v>
                </c:pt>
                <c:pt idx="100">
                  <c:v>125.93333333333334</c:v>
                </c:pt>
                <c:pt idx="101">
                  <c:v>125.84444444444446</c:v>
                </c:pt>
                <c:pt idx="102">
                  <c:v>125.77777777777776</c:v>
                </c:pt>
                <c:pt idx="103">
                  <c:v>126.10000000000001</c:v>
                </c:pt>
                <c:pt idx="104">
                  <c:v>126.16666666666667</c:v>
                </c:pt>
                <c:pt idx="105">
                  <c:v>126.03333333333336</c:v>
                </c:pt>
                <c:pt idx="106">
                  <c:v>125.82222222222224</c:v>
                </c:pt>
                <c:pt idx="107">
                  <c:v>125.82222222222224</c:v>
                </c:pt>
                <c:pt idx="108">
                  <c:v>125.94444444444444</c:v>
                </c:pt>
                <c:pt idx="109">
                  <c:v>125.80000000000001</c:v>
                </c:pt>
                <c:pt idx="110">
                  <c:v>126.02222222222223</c:v>
                </c:pt>
                <c:pt idx="111">
                  <c:v>125.82222222222224</c:v>
                </c:pt>
                <c:pt idx="112">
                  <c:v>125.88888888888889</c:v>
                </c:pt>
                <c:pt idx="113">
                  <c:v>125.96666666666664</c:v>
                </c:pt>
                <c:pt idx="114">
                  <c:v>125.98888888888889</c:v>
                </c:pt>
                <c:pt idx="115">
                  <c:v>125.87777777777777</c:v>
                </c:pt>
                <c:pt idx="116">
                  <c:v>125.77777777777777</c:v>
                </c:pt>
                <c:pt idx="117">
                  <c:v>125.8111111111111</c:v>
                </c:pt>
                <c:pt idx="118">
                  <c:v>125.82222222222224</c:v>
                </c:pt>
                <c:pt idx="119">
                  <c:v>125.62222222222221</c:v>
                </c:pt>
                <c:pt idx="120">
                  <c:v>125.98888888888889</c:v>
                </c:pt>
                <c:pt idx="121">
                  <c:v>125.94444444444447</c:v>
                </c:pt>
                <c:pt idx="122">
                  <c:v>126.04444444444445</c:v>
                </c:pt>
                <c:pt idx="123">
                  <c:v>126.06666666666666</c:v>
                </c:pt>
                <c:pt idx="124">
                  <c:v>126.02222222222223</c:v>
                </c:pt>
                <c:pt idx="125">
                  <c:v>126.11111111111111</c:v>
                </c:pt>
                <c:pt idx="126">
                  <c:v>125.98888888888889</c:v>
                </c:pt>
                <c:pt idx="127">
                  <c:v>125.8111111111111</c:v>
                </c:pt>
                <c:pt idx="128">
                  <c:v>125.73333333333332</c:v>
                </c:pt>
                <c:pt idx="129">
                  <c:v>125.8111111111111</c:v>
                </c:pt>
                <c:pt idx="130">
                  <c:v>126</c:v>
                </c:pt>
                <c:pt idx="131">
                  <c:v>125.96666666666667</c:v>
                </c:pt>
                <c:pt idx="132">
                  <c:v>125.83333333333333</c:v>
                </c:pt>
                <c:pt idx="133">
                  <c:v>125.94444444444444</c:v>
                </c:pt>
                <c:pt idx="134">
                  <c:v>125.96666666666667</c:v>
                </c:pt>
                <c:pt idx="135">
                  <c:v>126</c:v>
                </c:pt>
                <c:pt idx="136">
                  <c:v>125.95555555555555</c:v>
                </c:pt>
                <c:pt idx="137">
                  <c:v>126.03333333333333</c:v>
                </c:pt>
                <c:pt idx="138">
                  <c:v>126.1888888888889</c:v>
                </c:pt>
                <c:pt idx="139">
                  <c:v>126.12222222222221</c:v>
                </c:pt>
                <c:pt idx="140">
                  <c:v>125.90000000000002</c:v>
                </c:pt>
                <c:pt idx="141">
                  <c:v>126.01111111111112</c:v>
                </c:pt>
                <c:pt idx="142">
                  <c:v>126.11111111111111</c:v>
                </c:pt>
                <c:pt idx="143">
                  <c:v>125.85555555555555</c:v>
                </c:pt>
                <c:pt idx="144">
                  <c:v>125.92222222222225</c:v>
                </c:pt>
                <c:pt idx="145">
                  <c:v>126</c:v>
                </c:pt>
                <c:pt idx="146">
                  <c:v>126</c:v>
                </c:pt>
                <c:pt idx="147">
                  <c:v>125.96666666666667</c:v>
                </c:pt>
                <c:pt idx="148">
                  <c:v>125.73333333333335</c:v>
                </c:pt>
                <c:pt idx="149">
                  <c:v>125.84444444444446</c:v>
                </c:pt>
                <c:pt idx="150">
                  <c:v>125.88888888888889</c:v>
                </c:pt>
                <c:pt idx="151">
                  <c:v>125.84444444444443</c:v>
                </c:pt>
                <c:pt idx="152">
                  <c:v>126.06666666666666</c:v>
                </c:pt>
                <c:pt idx="153">
                  <c:v>126.04444444444445</c:v>
                </c:pt>
                <c:pt idx="154">
                  <c:v>126.02222222222223</c:v>
                </c:pt>
                <c:pt idx="155">
                  <c:v>125.9777777777778</c:v>
                </c:pt>
                <c:pt idx="156">
                  <c:v>125.78888888888888</c:v>
                </c:pt>
                <c:pt idx="157">
                  <c:v>126.13333333333334</c:v>
                </c:pt>
                <c:pt idx="158">
                  <c:v>126.05555555555556</c:v>
                </c:pt>
                <c:pt idx="159">
                  <c:v>125.98888888888889</c:v>
                </c:pt>
                <c:pt idx="160">
                  <c:v>126</c:v>
                </c:pt>
                <c:pt idx="161">
                  <c:v>125.81111111111113</c:v>
                </c:pt>
                <c:pt idx="162">
                  <c:v>126.03333333333333</c:v>
                </c:pt>
                <c:pt idx="163">
                  <c:v>125.88888888888889</c:v>
                </c:pt>
                <c:pt idx="164">
                  <c:v>125.61111111111111</c:v>
                </c:pt>
                <c:pt idx="165">
                  <c:v>125.69999999999999</c:v>
                </c:pt>
                <c:pt idx="166">
                  <c:v>125.78888888888888</c:v>
                </c:pt>
                <c:pt idx="167">
                  <c:v>126.0888888888889</c:v>
                </c:pt>
                <c:pt idx="168">
                  <c:v>125.80000000000001</c:v>
                </c:pt>
                <c:pt idx="169">
                  <c:v>126.01111111111112</c:v>
                </c:pt>
                <c:pt idx="170">
                  <c:v>125.85555555555555</c:v>
                </c:pt>
                <c:pt idx="171">
                  <c:v>125.86666666666666</c:v>
                </c:pt>
                <c:pt idx="172">
                  <c:v>125.85555555555555</c:v>
                </c:pt>
                <c:pt idx="173">
                  <c:v>125.94444444444441</c:v>
                </c:pt>
                <c:pt idx="174">
                  <c:v>125.97777777777777</c:v>
                </c:pt>
                <c:pt idx="175">
                  <c:v>125.78888888888891</c:v>
                </c:pt>
                <c:pt idx="176">
                  <c:v>126.06666666666666</c:v>
                </c:pt>
                <c:pt idx="177">
                  <c:v>125.75555555555555</c:v>
                </c:pt>
                <c:pt idx="178">
                  <c:v>125.86666666666669</c:v>
                </c:pt>
                <c:pt idx="179">
                  <c:v>126.22222222222223</c:v>
                </c:pt>
                <c:pt idx="180">
                  <c:v>126.02222222222223</c:v>
                </c:pt>
                <c:pt idx="181">
                  <c:v>125.75555555555555</c:v>
                </c:pt>
                <c:pt idx="182">
                  <c:v>125.88888888888889</c:v>
                </c:pt>
                <c:pt idx="183">
                  <c:v>125.83333333333333</c:v>
                </c:pt>
                <c:pt idx="184">
                  <c:v>125.77777777777777</c:v>
                </c:pt>
                <c:pt idx="185">
                  <c:v>126</c:v>
                </c:pt>
                <c:pt idx="186">
                  <c:v>126.14444444444445</c:v>
                </c:pt>
                <c:pt idx="187">
                  <c:v>125.66666666666667</c:v>
                </c:pt>
                <c:pt idx="188">
                  <c:v>125.78888888888888</c:v>
                </c:pt>
                <c:pt idx="189">
                  <c:v>125.76666666666668</c:v>
                </c:pt>
                <c:pt idx="190">
                  <c:v>125.91111111111111</c:v>
                </c:pt>
                <c:pt idx="191">
                  <c:v>125.86666666666669</c:v>
                </c:pt>
                <c:pt idx="192">
                  <c:v>125.64444444444445</c:v>
                </c:pt>
                <c:pt idx="193">
                  <c:v>125.78888888888888</c:v>
                </c:pt>
                <c:pt idx="194">
                  <c:v>125.78888888888888</c:v>
                </c:pt>
                <c:pt idx="195">
                  <c:v>125.80000000000001</c:v>
                </c:pt>
                <c:pt idx="196">
                  <c:v>125.65555555555554</c:v>
                </c:pt>
                <c:pt idx="197">
                  <c:v>125.72222222222223</c:v>
                </c:pt>
                <c:pt idx="198">
                  <c:v>125.88888888888889</c:v>
                </c:pt>
                <c:pt idx="199">
                  <c:v>125.71111111111112</c:v>
                </c:pt>
                <c:pt idx="200">
                  <c:v>125.93333333333332</c:v>
                </c:pt>
                <c:pt idx="201">
                  <c:v>125.78888888888888</c:v>
                </c:pt>
                <c:pt idx="202">
                  <c:v>125.80000000000001</c:v>
                </c:pt>
                <c:pt idx="203">
                  <c:v>125.87777777777779</c:v>
                </c:pt>
                <c:pt idx="204">
                  <c:v>125.95555555555555</c:v>
                </c:pt>
                <c:pt idx="205">
                  <c:v>125.74444444444445</c:v>
                </c:pt>
                <c:pt idx="206">
                  <c:v>125.58888888888889</c:v>
                </c:pt>
                <c:pt idx="207">
                  <c:v>125.63333333333334</c:v>
                </c:pt>
                <c:pt idx="208">
                  <c:v>125.64444444444445</c:v>
                </c:pt>
                <c:pt idx="209">
                  <c:v>125.64444444444445</c:v>
                </c:pt>
                <c:pt idx="210">
                  <c:v>125.56666666666666</c:v>
                </c:pt>
                <c:pt idx="211">
                  <c:v>125.6888888888889</c:v>
                </c:pt>
                <c:pt idx="212">
                  <c:v>125.72222222222223</c:v>
                </c:pt>
                <c:pt idx="213">
                  <c:v>125.84444444444446</c:v>
                </c:pt>
                <c:pt idx="214">
                  <c:v>125.94444444444444</c:v>
                </c:pt>
                <c:pt idx="215">
                  <c:v>125.61111111111111</c:v>
                </c:pt>
                <c:pt idx="216">
                  <c:v>125.43333333333334</c:v>
                </c:pt>
                <c:pt idx="217">
                  <c:v>125.73333333333332</c:v>
                </c:pt>
                <c:pt idx="218">
                  <c:v>125.72222222222223</c:v>
                </c:pt>
                <c:pt idx="219">
                  <c:v>125.62222222222223</c:v>
                </c:pt>
                <c:pt idx="220">
                  <c:v>125.55555555555556</c:v>
                </c:pt>
                <c:pt idx="221">
                  <c:v>125.77777777777777</c:v>
                </c:pt>
                <c:pt idx="222">
                  <c:v>125.85555555555555</c:v>
                </c:pt>
                <c:pt idx="223">
                  <c:v>125.77777777777777</c:v>
                </c:pt>
                <c:pt idx="224">
                  <c:v>125.72222222222223</c:v>
                </c:pt>
                <c:pt idx="225">
                  <c:v>125.87777777777777</c:v>
                </c:pt>
                <c:pt idx="226">
                  <c:v>125.73333333333332</c:v>
                </c:pt>
                <c:pt idx="227">
                  <c:v>125.67777777777776</c:v>
                </c:pt>
                <c:pt idx="228">
                  <c:v>125.64444444444445</c:v>
                </c:pt>
                <c:pt idx="229">
                  <c:v>125.73333333333332</c:v>
                </c:pt>
                <c:pt idx="230">
                  <c:v>125.64444444444445</c:v>
                </c:pt>
                <c:pt idx="231">
                  <c:v>125.75555555555555</c:v>
                </c:pt>
                <c:pt idx="232">
                  <c:v>125.80000000000001</c:v>
                </c:pt>
                <c:pt idx="233">
                  <c:v>125.74444444444445</c:v>
                </c:pt>
                <c:pt idx="234">
                  <c:v>125.77777777777777</c:v>
                </c:pt>
                <c:pt idx="235">
                  <c:v>125.87777777777777</c:v>
                </c:pt>
                <c:pt idx="236">
                  <c:v>125.6888888888889</c:v>
                </c:pt>
                <c:pt idx="237">
                  <c:v>125.89999999999999</c:v>
                </c:pt>
                <c:pt idx="238">
                  <c:v>125.66666666666667</c:v>
                </c:pt>
                <c:pt idx="239">
                  <c:v>125.57777777777778</c:v>
                </c:pt>
                <c:pt idx="240">
                  <c:v>125.65555555555557</c:v>
                </c:pt>
                <c:pt idx="241">
                  <c:v>125.64444444444446</c:v>
                </c:pt>
                <c:pt idx="242">
                  <c:v>125.66666666666667</c:v>
                </c:pt>
                <c:pt idx="243">
                  <c:v>125.65555555555557</c:v>
                </c:pt>
                <c:pt idx="244">
                  <c:v>125.53333333333333</c:v>
                </c:pt>
                <c:pt idx="245">
                  <c:v>125.75555555555557</c:v>
                </c:pt>
                <c:pt idx="246">
                  <c:v>125.72222222222223</c:v>
                </c:pt>
                <c:pt idx="247">
                  <c:v>125.60000000000001</c:v>
                </c:pt>
                <c:pt idx="248">
                  <c:v>125.77777777777777</c:v>
                </c:pt>
                <c:pt idx="249">
                  <c:v>125.68888888888893</c:v>
                </c:pt>
                <c:pt idx="250">
                  <c:v>125.74444444444445</c:v>
                </c:pt>
                <c:pt idx="251">
                  <c:v>125.60000000000001</c:v>
                </c:pt>
                <c:pt idx="252">
                  <c:v>125.94444444444444</c:v>
                </c:pt>
                <c:pt idx="253">
                  <c:v>125.65555555555557</c:v>
                </c:pt>
                <c:pt idx="254">
                  <c:v>125.58888888888889</c:v>
                </c:pt>
                <c:pt idx="255">
                  <c:v>125.56666666666668</c:v>
                </c:pt>
                <c:pt idx="256">
                  <c:v>125.48888888888888</c:v>
                </c:pt>
                <c:pt idx="257">
                  <c:v>125.74444444444445</c:v>
                </c:pt>
                <c:pt idx="258">
                  <c:v>125.67777777777779</c:v>
                </c:pt>
                <c:pt idx="259">
                  <c:v>125.74444444444445</c:v>
                </c:pt>
                <c:pt idx="260">
                  <c:v>125.54444444444445</c:v>
                </c:pt>
                <c:pt idx="261">
                  <c:v>125.69999999999999</c:v>
                </c:pt>
                <c:pt idx="262">
                  <c:v>125.78888888888891</c:v>
                </c:pt>
                <c:pt idx="263">
                  <c:v>125.69999999999999</c:v>
                </c:pt>
                <c:pt idx="264">
                  <c:v>125.64444444444445</c:v>
                </c:pt>
                <c:pt idx="265">
                  <c:v>125.75555555555557</c:v>
                </c:pt>
                <c:pt idx="266">
                  <c:v>125.48888888888889</c:v>
                </c:pt>
                <c:pt idx="267">
                  <c:v>125.62222222222223</c:v>
                </c:pt>
                <c:pt idx="268">
                  <c:v>125.73333333333332</c:v>
                </c:pt>
                <c:pt idx="269">
                  <c:v>125.87777777777779</c:v>
                </c:pt>
                <c:pt idx="270">
                  <c:v>125.76666666666668</c:v>
                </c:pt>
                <c:pt idx="271">
                  <c:v>125.78888888888888</c:v>
                </c:pt>
                <c:pt idx="272">
                  <c:v>125.80000000000001</c:v>
                </c:pt>
                <c:pt idx="273">
                  <c:v>125.71111111111112</c:v>
                </c:pt>
                <c:pt idx="274">
                  <c:v>125.74444444444445</c:v>
                </c:pt>
                <c:pt idx="275">
                  <c:v>125.62222222222223</c:v>
                </c:pt>
                <c:pt idx="276">
                  <c:v>125.64444444444446</c:v>
                </c:pt>
                <c:pt idx="277">
                  <c:v>125.92222222222222</c:v>
                </c:pt>
                <c:pt idx="278">
                  <c:v>125.68888888888887</c:v>
                </c:pt>
                <c:pt idx="279">
                  <c:v>125.58888888888889</c:v>
                </c:pt>
                <c:pt idx="280">
                  <c:v>125.7777777777778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E878-45E6-8C3D-295CBB5D6BA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274273616"/>
        <c:axId val="1198651920"/>
      </c:lineChart>
      <c:catAx>
        <c:axId val="12742736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1198651920"/>
        <c:crosses val="autoZero"/>
        <c:auto val="1"/>
        <c:lblAlgn val="ctr"/>
        <c:lblOffset val="100"/>
        <c:noMultiLvlLbl val="0"/>
      </c:catAx>
      <c:valAx>
        <c:axId val="1198651920"/>
        <c:scaling>
          <c:orientation val="minMax"/>
          <c:max val="129.5"/>
          <c:min val="121.5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1274273616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700"/>
      </a:pPr>
      <a:endParaRPr lang="ko-KR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val>
            <c:numRef>
              <c:f>'chart (75)'!$E$1578:$S$1578</c:f>
              <c:numCache>
                <c:formatCode>General</c:formatCode>
                <c:ptCount val="15"/>
                <c:pt idx="0">
                  <c:v>124.4</c:v>
                </c:pt>
                <c:pt idx="1">
                  <c:v>125.4</c:v>
                </c:pt>
                <c:pt idx="2">
                  <c:v>125.8</c:v>
                </c:pt>
                <c:pt idx="3">
                  <c:v>125.8</c:v>
                </c:pt>
                <c:pt idx="4">
                  <c:v>126.1</c:v>
                </c:pt>
                <c:pt idx="5">
                  <c:v>126.1</c:v>
                </c:pt>
                <c:pt idx="6">
                  <c:v>126.2</c:v>
                </c:pt>
                <c:pt idx="7">
                  <c:v>126.1</c:v>
                </c:pt>
                <c:pt idx="8">
                  <c:v>126.3</c:v>
                </c:pt>
                <c:pt idx="9">
                  <c:v>125.9</c:v>
                </c:pt>
                <c:pt idx="10">
                  <c:v>125.8</c:v>
                </c:pt>
                <c:pt idx="11">
                  <c:v>125.6</c:v>
                </c:pt>
                <c:pt idx="12">
                  <c:v>125.8</c:v>
                </c:pt>
                <c:pt idx="13">
                  <c:v>124.9</c:v>
                </c:pt>
                <c:pt idx="14">
                  <c:v>124.3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68B-41EC-A404-4E47FDA5A17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547800232"/>
        <c:axId val="547799904"/>
      </c:lineChart>
      <c:catAx>
        <c:axId val="54780023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547799904"/>
        <c:crosses val="autoZero"/>
        <c:auto val="1"/>
        <c:lblAlgn val="ctr"/>
        <c:lblOffset val="100"/>
        <c:noMultiLvlLbl val="0"/>
      </c:catAx>
      <c:valAx>
        <c:axId val="547799904"/>
        <c:scaling>
          <c:orientation val="minMax"/>
          <c:max val="129.5"/>
          <c:min val="121.5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547800232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700"/>
      </a:pPr>
      <a:endParaRPr lang="ko-KR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val>
            <c:numRef>
              <c:f>'chart (75)'!$E$1579:$S$1579</c:f>
              <c:numCache>
                <c:formatCode>General</c:formatCode>
                <c:ptCount val="15"/>
                <c:pt idx="0">
                  <c:v>124.6</c:v>
                </c:pt>
                <c:pt idx="1">
                  <c:v>125.6</c:v>
                </c:pt>
                <c:pt idx="2">
                  <c:v>125.9</c:v>
                </c:pt>
                <c:pt idx="3">
                  <c:v>126.1</c:v>
                </c:pt>
                <c:pt idx="4">
                  <c:v>125.9</c:v>
                </c:pt>
                <c:pt idx="5">
                  <c:v>125.9</c:v>
                </c:pt>
                <c:pt idx="6">
                  <c:v>126</c:v>
                </c:pt>
                <c:pt idx="7">
                  <c:v>126.2</c:v>
                </c:pt>
                <c:pt idx="8">
                  <c:v>126.5</c:v>
                </c:pt>
                <c:pt idx="9">
                  <c:v>126.4</c:v>
                </c:pt>
                <c:pt idx="10">
                  <c:v>126.5</c:v>
                </c:pt>
                <c:pt idx="11">
                  <c:v>126.2</c:v>
                </c:pt>
                <c:pt idx="12">
                  <c:v>126</c:v>
                </c:pt>
                <c:pt idx="13">
                  <c:v>125.7</c:v>
                </c:pt>
                <c:pt idx="14">
                  <c:v>124.6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20F-4F41-A5B5-33A4152D661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547800232"/>
        <c:axId val="547799904"/>
      </c:lineChart>
      <c:catAx>
        <c:axId val="54780023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547799904"/>
        <c:crosses val="autoZero"/>
        <c:auto val="1"/>
        <c:lblAlgn val="ctr"/>
        <c:lblOffset val="100"/>
        <c:noMultiLvlLbl val="0"/>
      </c:catAx>
      <c:valAx>
        <c:axId val="547799904"/>
        <c:scaling>
          <c:orientation val="minMax"/>
          <c:max val="129.5"/>
          <c:min val="121.5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547800232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700"/>
      </a:pPr>
      <a:endParaRPr lang="ko-K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1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787112" y="1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2BCA65B-4A64-4C09-B6AF-22726F39C5D6}" type="datetimeFigureOut">
              <a:rPr lang="ko-KR" altLang="en-US" smtClean="0"/>
              <a:t>2025-12-21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10186393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787112" y="10186393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55DBB3B-02F1-4B6B-B52B-D48CB606F0BE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5559831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1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787112" y="1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7702084-E320-4FCE-8E72-C66EF9DD46EA}" type="datetimeFigureOut">
              <a:rPr lang="ko-KR" altLang="en-US" smtClean="0"/>
              <a:t>2025-12-21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439738" y="804863"/>
            <a:ext cx="5807075" cy="402113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68587" y="5094127"/>
            <a:ext cx="5348695" cy="4826015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10186393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787112" y="10186393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0FC5283-F698-4B70-A5AB-FFCC0F08C4AB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871840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4939564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897003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754106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345872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4723075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4367444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537800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4468527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C3682E-973C-DF36-4D8E-1B20802874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FE0633-2D07-F6A6-797C-5D5274A623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3C3E250-598C-8967-8A02-00C342E97A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DE2A226-3A52-D1C4-0E16-834ECDCC9B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8121106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C3682E-973C-DF36-4D8E-1B20802874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FE0633-2D07-F6A6-797C-5D5274A623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3C3E250-598C-8967-8A02-00C342E97A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DE2A226-3A52-D1C4-0E16-834ECDCC9B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5829404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C3682E-973C-DF36-4D8E-1B20802874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FE0633-2D07-F6A6-797C-5D5274A623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3C3E250-598C-8967-8A02-00C342E97A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DE2A226-3A52-D1C4-0E16-834ECDCC9B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9644570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C3682E-973C-DF36-4D8E-1B20802874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FE0633-2D07-F6A6-797C-5D5274A623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3C3E250-598C-8967-8A02-00C342E97A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DE2A226-3A52-D1C4-0E16-834ECDCC9B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9670010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C3682E-973C-DF36-4D8E-1B20802874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FE0633-2D07-F6A6-797C-5D5274A623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3C3E250-598C-8967-8A02-00C342E97A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DE2A226-3A52-D1C4-0E16-834ECDCC9B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935141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897003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6145989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897003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5634451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4367444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0350671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194094-AAF5-D63A-5EE5-15C51E0C56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1597CA3-6284-6D71-A9BE-69E74DD4516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2ED7BA7-85D2-A2C2-0AA3-E75404BBAF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DD53792-1D23-9B5A-1193-EA7887A63FC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5559020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38211F-CDCE-A5FC-B505-7C48D9FD14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1BE316-6420-0515-F5A1-43851B1E5C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392B2AD-FD9C-0795-3806-CAEA9E7907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CE7D610-DBD9-81B4-D2B3-F028C87A3F0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5940296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38211F-CDCE-A5FC-B505-7C48D9FD14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1BE316-6420-0515-F5A1-43851B1E5C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392B2AD-FD9C-0795-3806-CAEA9E7907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CE7D610-DBD9-81B4-D2B3-F028C87A3F0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5940296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38211F-CDCE-A5FC-B505-7C48D9FD14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1BE316-6420-0515-F5A1-43851B1E5C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392B2AD-FD9C-0795-3806-CAEA9E7907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CE7D610-DBD9-81B4-D2B3-F028C87A3F0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0860440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AFDC9F-847C-3899-1B4B-6301145411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082FACC-9252-E7AA-BAB3-544FB102215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AADEF40-7285-7752-3550-5947FB52A77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CB02A3-8991-725D-6E6A-B5414F751DC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1287188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015A0C-D614-BC41-0E49-02B988286D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B1961C9-397A-81BB-DCA0-DD8FE531FC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AE6FE8D-20A5-80C0-587B-D73D6505500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1E10462-7CFB-48B1-75B9-E18CF59AAB7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4962636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6AF5C5-9635-E2F0-AA6A-476C9E0B7E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68F915-6D83-8D88-6A23-C8018C265C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1F17F53-9636-011B-231D-5147C2B31D4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F1C744A-B66D-7A32-07EF-3F8238A5EE3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29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9921177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6AF5C5-9635-E2F0-AA6A-476C9E0B7E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68F915-6D83-8D88-6A23-C8018C265C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1F17F53-9636-011B-231D-5147C2B31D4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F1C744A-B66D-7A32-07EF-3F8238A5EE3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1718368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33352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8245216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CCAE58-9F0A-8FAC-201E-63415DC813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A88604D-A214-5D3E-8B63-5C27A11D86F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147DB01-41C4-A651-9F48-0C4E7BCB61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E48AE89-FC91-1C7D-A56D-985A1B1A131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6264670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16193D-E4D3-F698-0434-F2FB8D7541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490E1F-4A1E-5B95-8EC0-5E4D81A13C7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F2E812A-BC4C-8330-5C5B-59EE0058559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D76AEC7-13EE-30F4-6C91-1D95A70BFB8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5957967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704772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998060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1888252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992147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0FDBD2-554E-9B73-4C07-6E7633DCFB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F112F6-370A-2E6A-F515-3E84A3B5010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0C53812-741A-D4EF-08DA-4C048F4BE08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1200" kern="0">
              <a:solidFill>
                <a:srgbClr val="000000"/>
              </a:solidFill>
              <a:cs typeface="Malgun Gothic Semiligh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39805B2-BF7E-D9B6-E693-B3356FD2B8E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567980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1200" kern="0">
              <a:solidFill>
                <a:srgbClr val="0000FF"/>
              </a:solidFill>
              <a:cs typeface="Malgun Gothic Semiligh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07709053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1200" kern="0">
              <a:solidFill>
                <a:srgbClr val="0000FF"/>
              </a:solidFill>
              <a:cs typeface="Malgun Gothic Semiligh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1202197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3695578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57548685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0566013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43674440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17107613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40925531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754063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558935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3871561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2680870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56BAD1-7F96-92E1-F0D0-E16706E267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AEB02FB-0700-2594-5C99-88A403586F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B01C37F-C13D-4022-AD6B-51652A42B2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43F2683-2C96-4661-8175-809DA863207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1803630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7615610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30840489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34430355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0225511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3001794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5922717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7823368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96090898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97043413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69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13048641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70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34395988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20803376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39950725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109060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74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2513094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2BF08D-9625-BE20-5DDA-0AEC6D9DA0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779D424-2ACB-716E-E596-3F60536CE09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26E317B-F648-3F02-6A4C-5835EC1C09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CE5F63C-60FB-C055-93C5-959B74E1F22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12345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93574804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40008870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43674440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2020632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8970032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DD8781-C5BB-C6A1-8870-6C6449E143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1B45D11-A556-6082-CABF-DB3906C0F25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63F3DCF-9002-EFF9-D5B2-17E1A67106C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>
              <a:ea typeface="맑은 고딕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A2C0F11-CAE3-485C-D8EA-8F9FC38AD07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43438239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1546792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9160569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83841968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3AFC52-4074-05BB-F340-2CC98F5C38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D2D1BC6-0599-B4EF-51EC-D66E5014DCA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D2C034F-B156-C6DD-037A-13EC72BBC3A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D543A15-C5DB-4737-2221-C167BB36CB9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29030536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80748043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8805371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89345393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br>
              <a:rPr lang="en-US" altLang="ko-KR"/>
            </a:br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86176437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32788170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4137165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6703822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9073179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0909773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100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39415368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C3682E-973C-DF36-4D8E-1B20802874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FE0633-2D07-F6A6-797C-5D5274A623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3C3E250-598C-8967-8A02-00C342E97A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DE2A226-3A52-D1C4-0E16-834ECDCC9B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2814628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C3682E-973C-DF36-4D8E-1B20802874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FE0633-2D07-F6A6-797C-5D5274A623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3C3E250-598C-8967-8A02-00C342E97A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DE2A226-3A52-D1C4-0E16-834ECDCC9B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96345274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C3682E-973C-DF36-4D8E-1B20802874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FE0633-2D07-F6A6-797C-5D5274A623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3C3E250-598C-8967-8A02-00C342E97A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DE2A226-3A52-D1C4-0E16-834ECDCC9B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83796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99280870"/>
      </p:ext>
    </p:extLst>
  </p:cSld>
  <p:clrMapOvr>
    <a:masterClrMapping/>
  </p:clrMapOvr>
  <p:hf hdr="0" ftr="0" dt="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381655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8449902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73000" y="211800"/>
            <a:ext cx="9360000" cy="324000"/>
          </a:xfrm>
          <a:prstGeom prst="rect">
            <a:avLst/>
          </a:prstGeom>
        </p:spPr>
        <p:txBody>
          <a:bodyPr vert="horz" lIns="36000" tIns="36000" rIns="36000" bIns="36000" rtlCol="0" anchor="ctr">
            <a:normAutofit/>
          </a:bodyPr>
          <a:lstStyle>
            <a:lvl1pPr>
              <a:defRPr lang="en-US" dirty="0"/>
            </a:lvl1pPr>
          </a:lstStyle>
          <a:p>
            <a:pPr lvl="0"/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3000" y="6513230"/>
            <a:ext cx="2228850" cy="216000"/>
          </a:xfrm>
          <a:prstGeom prst="rect">
            <a:avLst/>
          </a:prstGeom>
        </p:spPr>
        <p:txBody>
          <a:bodyPr/>
          <a:lstStyle>
            <a:lvl1pPr>
              <a:defRPr sz="1100"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fld id="{CB97C20F-88A3-458D-A669-FA669D81CABF}" type="datetimeFigureOut">
              <a:rPr lang="ko-KR" altLang="en-US" smtClean="0"/>
              <a:pPr/>
              <a:t>2025-12-21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513230"/>
            <a:ext cx="3343275" cy="216000"/>
          </a:xfrm>
          <a:prstGeom prst="rect">
            <a:avLst/>
          </a:prstGeom>
        </p:spPr>
        <p:txBody>
          <a:bodyPr/>
          <a:lstStyle>
            <a:lvl1pPr>
              <a:defRPr sz="1100"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314150" y="6513230"/>
            <a:ext cx="2228850" cy="216000"/>
          </a:xfrm>
          <a:prstGeom prst="rect">
            <a:avLst/>
          </a:prstGeom>
        </p:spPr>
        <p:txBody>
          <a:bodyPr/>
          <a:lstStyle>
            <a:lvl1pPr>
              <a:defRPr sz="1100"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fld id="{FD766570-7EAE-49BC-95E4-C69C5CA379D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AA715C4E-AC78-4552-AD17-CD4F477D46F7}"/>
              </a:ext>
            </a:extLst>
          </p:cNvPr>
          <p:cNvCxnSpPr>
            <a:cxnSpLocks/>
          </p:cNvCxnSpPr>
          <p:nvPr userDrawn="1"/>
        </p:nvCxnSpPr>
        <p:spPr>
          <a:xfrm>
            <a:off x="291000" y="535800"/>
            <a:ext cx="9360000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256118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4722671" y="6650863"/>
            <a:ext cx="460631" cy="153888"/>
          </a:xfrm>
          <a:prstGeom prst="rect">
            <a:avLst/>
          </a:prstGeom>
          <a:noFill/>
        </p:spPr>
        <p:txBody>
          <a:bodyPr wrap="none" lIns="36000" tIns="0" rIns="36000" bIns="0" rtlCol="0">
            <a:spAutoFit/>
          </a:bodyPr>
          <a:lstStyle/>
          <a:p>
            <a:pPr algn="ctr"/>
            <a:fld id="{A54A9921-F004-4FEA-AF7B-4D114F7E353D}" type="slidenum">
              <a:rPr lang="ko-KR" altLang="en-US" sz="1000" b="1" smtClean="0">
                <a:solidFill>
                  <a:srgbClr val="000000"/>
                </a:solidFill>
                <a:cs typeface="Arial" pitchFamily="34" charset="0"/>
              </a:rPr>
              <a:pPr algn="ctr"/>
              <a:t>‹#›</a:t>
            </a:fld>
            <a:r>
              <a:rPr lang="ko-KR" altLang="en-US" sz="1000">
                <a:solidFill>
                  <a:srgbClr val="000000"/>
                </a:solidFill>
                <a:cs typeface="Arial" pitchFamily="34" charset="0"/>
              </a:rPr>
              <a:t> </a:t>
            </a:r>
            <a:r>
              <a:rPr lang="en-US" altLang="ko-KR" sz="1000">
                <a:solidFill>
                  <a:srgbClr val="000000"/>
                </a:solidFill>
                <a:cs typeface="Arial" pitchFamily="34" charset="0"/>
              </a:rPr>
              <a:t>/ 105</a:t>
            </a:r>
          </a:p>
        </p:txBody>
      </p:sp>
    </p:spTree>
    <p:extLst>
      <p:ext uri="{BB962C8B-B14F-4D97-AF65-F5344CB8AC3E}">
        <p14:creationId xmlns:p14="http://schemas.microsoft.com/office/powerpoint/2010/main" val="28564742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7" r:id="rId1"/>
    <p:sldLayoutId id="2147483928" r:id="rId2"/>
    <p:sldLayoutId id="2147483929" r:id="rId3"/>
    <p:sldLayoutId id="2147483930" r:id="rId4"/>
  </p:sldLayoutIdLst>
  <p:hf hdr="0" ftr="0" dt="0"/>
  <p:txStyles>
    <p:titleStyle>
      <a:lvl1pPr algn="l" defTabSz="914400" rtl="0" eaLnBrk="1" latinLnBrk="1" hangingPunct="1">
        <a:spcBef>
          <a:spcPct val="0"/>
        </a:spcBef>
        <a:buNone/>
        <a:defRPr sz="16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jpeg"/><Relationship Id="rId3" Type="http://schemas.openxmlformats.org/officeDocument/2006/relationships/image" Target="../media/image1.jpeg"/><Relationship Id="rId7" Type="http://schemas.openxmlformats.org/officeDocument/2006/relationships/slide" Target="slide85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5.xml"/><Relationship Id="rId5" Type="http://schemas.openxmlformats.org/officeDocument/2006/relationships/slide" Target="slide14.xml"/><Relationship Id="rId4" Type="http://schemas.openxmlformats.org/officeDocument/2006/relationships/slide" Target="slide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" Target="slide1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8.png"/><Relationship Id="rId4" Type="http://schemas.openxmlformats.org/officeDocument/2006/relationships/hyperlink" Target="https://vapp.lgensol.com/App/DavinciConnectionApp/SpotfireHQ?args=%2furi%3atibcospotfire%3aanalysis%3af49b6f5c-10f2-4c82-9783-1436b9211df6" TargetMode="Externa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slide" Target="slide1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slide" Target="slide1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slide" Target="slide1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2.png"/><Relationship Id="rId4" Type="http://schemas.openxmlformats.org/officeDocument/2006/relationships/image" Target="../media/image21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PowerPoint_Presentation.pptx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.emf"/><Relationship Id="rId5" Type="http://schemas.openxmlformats.org/officeDocument/2006/relationships/package" Target="../embeddings/Microsoft_Excel_Worksheet.xlsx"/><Relationship Id="rId4" Type="http://schemas.openxmlformats.org/officeDocument/2006/relationships/image" Target="../media/image25.wmf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8.pn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0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.png"/><Relationship Id="rId5" Type="http://schemas.openxmlformats.org/officeDocument/2006/relationships/image" Target="../media/image34.png"/><Relationship Id="rId4" Type="http://schemas.openxmlformats.org/officeDocument/2006/relationships/image" Target="../media/image33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7" Type="http://schemas.openxmlformats.org/officeDocument/2006/relationships/image" Target="../media/image42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.png"/><Relationship Id="rId5" Type="http://schemas.openxmlformats.org/officeDocument/2006/relationships/image" Target="../media/image40.png"/><Relationship Id="rId4" Type="http://schemas.openxmlformats.org/officeDocument/2006/relationships/image" Target="../media/image39.png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4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7.png"/><Relationship Id="rId4" Type="http://schemas.openxmlformats.org/officeDocument/2006/relationships/image" Target="../media/image46.emf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3" Type="http://schemas.openxmlformats.org/officeDocument/2006/relationships/chart" Target="../charts/chart1.xml"/><Relationship Id="rId7" Type="http://schemas.openxmlformats.org/officeDocument/2006/relationships/chart" Target="../charts/chart4.xml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3.xml"/><Relationship Id="rId5" Type="http://schemas.openxmlformats.org/officeDocument/2006/relationships/image" Target="../media/image48.png"/><Relationship Id="rId4" Type="http://schemas.openxmlformats.org/officeDocument/2006/relationships/chart" Target="../charts/chart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2.png"/><Relationship Id="rId4" Type="http://schemas.openxmlformats.org/officeDocument/2006/relationships/image" Target="../media/image51.png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54.png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7" Type="http://schemas.openxmlformats.org/officeDocument/2006/relationships/image" Target="../media/image59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.jpeg"/><Relationship Id="rId5" Type="http://schemas.openxmlformats.org/officeDocument/2006/relationships/image" Target="../media/image57.jpeg"/><Relationship Id="rId4" Type="http://schemas.openxmlformats.org/officeDocument/2006/relationships/image" Target="../media/image56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emf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1.emf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.png"/><Relationship Id="rId5" Type="http://schemas.openxmlformats.org/officeDocument/2006/relationships/image" Target="../media/image64.png"/><Relationship Id="rId4" Type="http://schemas.openxmlformats.org/officeDocument/2006/relationships/image" Target="../media/image63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0.png"/><Relationship Id="rId4" Type="http://schemas.openxmlformats.org/officeDocument/2006/relationships/image" Target="../media/image69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slide" Target="slide1.xml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slide" Target="slide1.xml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slide" Target="slide55.xml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1.png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3" Type="http://schemas.openxmlformats.org/officeDocument/2006/relationships/image" Target="../media/image680.png"/><Relationship Id="rId7" Type="http://schemas.openxmlformats.org/officeDocument/2006/relationships/image" Target="../media/image72.png"/><Relationship Id="rId12" Type="http://schemas.microsoft.com/office/2007/relationships/hdphoto" Target="../media/hdphoto1.wdp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10.png"/><Relationship Id="rId11" Type="http://schemas.openxmlformats.org/officeDocument/2006/relationships/image" Target="../media/image76.png"/><Relationship Id="rId5" Type="http://schemas.openxmlformats.org/officeDocument/2006/relationships/image" Target="../media/image700.png"/><Relationship Id="rId10" Type="http://schemas.openxmlformats.org/officeDocument/2006/relationships/image" Target="../media/image75.png"/><Relationship Id="rId4" Type="http://schemas.openxmlformats.org/officeDocument/2006/relationships/image" Target="../media/image690.png"/><Relationship Id="rId9" Type="http://schemas.openxmlformats.org/officeDocument/2006/relationships/image" Target="../media/image74.pn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png"/><Relationship Id="rId3" Type="http://schemas.openxmlformats.org/officeDocument/2006/relationships/image" Target="../media/image78.png"/><Relationship Id="rId7" Type="http://schemas.openxmlformats.org/officeDocument/2006/relationships/image" Target="../media/image82.png"/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81.png"/><Relationship Id="rId5" Type="http://schemas.openxmlformats.org/officeDocument/2006/relationships/image" Target="../media/image80.png"/><Relationship Id="rId4" Type="http://schemas.openxmlformats.org/officeDocument/2006/relationships/image" Target="../media/image79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.png"/><Relationship Id="rId3" Type="http://schemas.openxmlformats.org/officeDocument/2006/relationships/image" Target="../media/image85.png"/><Relationship Id="rId7" Type="http://schemas.openxmlformats.org/officeDocument/2006/relationships/image" Target="../media/image89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88.png"/><Relationship Id="rId5" Type="http://schemas.openxmlformats.org/officeDocument/2006/relationships/image" Target="../media/image87.png"/><Relationship Id="rId4" Type="http://schemas.openxmlformats.org/officeDocument/2006/relationships/image" Target="../media/image86.png"/><Relationship Id="rId9" Type="http://schemas.openxmlformats.org/officeDocument/2006/relationships/image" Target="../media/image90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3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image" Target="../media/image94.pn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97.png"/><Relationship Id="rId4" Type="http://schemas.openxmlformats.org/officeDocument/2006/relationships/image" Target="../media/image96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slide" Target="slide56.xml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9.png"/><Relationship Id="rId4" Type="http://schemas.openxmlformats.org/officeDocument/2006/relationships/image" Target="../media/image98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slide" Target="slide56.xml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slide" Target="slide56.xml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slide" Target="slide56.xml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Relationship Id="rId4" Type="http://schemas.openxmlformats.org/officeDocument/2006/relationships/slide" Target="slide56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slide" Target="slide56.xml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slide" Target="slide56.xml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image" Target="../media/image10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5.pn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.png"/><Relationship Id="rId3" Type="http://schemas.openxmlformats.org/officeDocument/2006/relationships/image" Target="../media/image107.png"/><Relationship Id="rId7" Type="http://schemas.openxmlformats.org/officeDocument/2006/relationships/image" Target="../media/image111.png"/><Relationship Id="rId2" Type="http://schemas.openxmlformats.org/officeDocument/2006/relationships/image" Target="../media/image10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0.png"/><Relationship Id="rId5" Type="http://schemas.openxmlformats.org/officeDocument/2006/relationships/image" Target="../media/image109.png"/><Relationship Id="rId10" Type="http://schemas.openxmlformats.org/officeDocument/2006/relationships/slide" Target="slide1.xml"/><Relationship Id="rId4" Type="http://schemas.openxmlformats.org/officeDocument/2006/relationships/image" Target="../media/image108.png"/><Relationship Id="rId9" Type="http://schemas.openxmlformats.org/officeDocument/2006/relationships/image" Target="../media/image113.png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slide" Target="slide55.xml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slide" Target="slide55.xml"/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9.png"/><Relationship Id="rId3" Type="http://schemas.openxmlformats.org/officeDocument/2006/relationships/image" Target="../media/image114.png"/><Relationship Id="rId7" Type="http://schemas.openxmlformats.org/officeDocument/2006/relationships/image" Target="../media/image118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7.png"/><Relationship Id="rId11" Type="http://schemas.openxmlformats.org/officeDocument/2006/relationships/image" Target="../media/image122.png"/><Relationship Id="rId5" Type="http://schemas.openxmlformats.org/officeDocument/2006/relationships/image" Target="../media/image116.png"/><Relationship Id="rId10" Type="http://schemas.openxmlformats.org/officeDocument/2006/relationships/image" Target="../media/image121.png"/><Relationship Id="rId4" Type="http://schemas.openxmlformats.org/officeDocument/2006/relationships/image" Target="../media/image115.png"/><Relationship Id="rId9" Type="http://schemas.openxmlformats.org/officeDocument/2006/relationships/image" Target="../media/image120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slide" Target="slide1.xml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slide" Target="slide1.xml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6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4.png"/><Relationship Id="rId3" Type="http://schemas.openxmlformats.org/officeDocument/2006/relationships/chart" Target="../charts/chart7.xml"/><Relationship Id="rId7" Type="http://schemas.openxmlformats.org/officeDocument/2006/relationships/image" Target="../media/image123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Relationship Id="rId6" Type="http://schemas.openxmlformats.org/officeDocument/2006/relationships/chart" Target="../charts/chart10.xml"/><Relationship Id="rId5" Type="http://schemas.openxmlformats.org/officeDocument/2006/relationships/chart" Target="../charts/chart9.xml"/><Relationship Id="rId4" Type="http://schemas.openxmlformats.org/officeDocument/2006/relationships/chart" Target="../charts/chart8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28.png"/><Relationship Id="rId5" Type="http://schemas.openxmlformats.org/officeDocument/2006/relationships/image" Target="../media/image127.png"/><Relationship Id="rId4" Type="http://schemas.openxmlformats.org/officeDocument/2006/relationships/image" Target="../media/image126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31.png"/><Relationship Id="rId4" Type="http://schemas.openxmlformats.org/officeDocument/2006/relationships/image" Target="../media/image130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33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35.png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jpe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8.jpeg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Oval 232"/>
          <p:cNvSpPr>
            <a:spLocks noChangeArrowheads="1"/>
          </p:cNvSpPr>
          <p:nvPr/>
        </p:nvSpPr>
        <p:spPr bwMode="auto">
          <a:xfrm>
            <a:off x="1093036" y="95250"/>
            <a:ext cx="900000" cy="546100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ko-KR" altLang="en-US"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LG스마트체 Regular"/>
            </a:endParaRPr>
          </a:p>
        </p:txBody>
      </p:sp>
      <p:graphicFrame>
        <p:nvGraphicFramePr>
          <p:cNvPr id="76" name="표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1616228"/>
              </p:ext>
            </p:extLst>
          </p:nvPr>
        </p:nvGraphicFramePr>
        <p:xfrm>
          <a:off x="207966" y="176213"/>
          <a:ext cx="2667000" cy="361950"/>
        </p:xfrm>
        <a:graphic>
          <a:graphicData uri="http://schemas.openxmlformats.org/drawingml/2006/table">
            <a:tbl>
              <a:tblPr/>
              <a:tblGrid>
                <a:gridCol w="889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9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619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일반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</a:b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General)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대외비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</a:b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Confidential)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비밀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</a:b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Secret)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pic>
        <p:nvPicPr>
          <p:cNvPr id="14" name="Picture 32" descr="솔루션파트너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977194" y="176213"/>
            <a:ext cx="1800225" cy="3540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" name="그룹 3"/>
          <p:cNvGrpSpPr/>
          <p:nvPr/>
        </p:nvGrpSpPr>
        <p:grpSpPr>
          <a:xfrm>
            <a:off x="2716855" y="1134300"/>
            <a:ext cx="4472287" cy="2862384"/>
            <a:chOff x="3083580" y="1134300"/>
            <a:chExt cx="4003019" cy="2862384"/>
          </a:xfrm>
        </p:grpSpPr>
        <p:sp>
          <p:nvSpPr>
            <p:cNvPr id="99" name="Text Box 37"/>
            <p:cNvSpPr txBox="1">
              <a:spLocks noChangeArrowheads="1"/>
            </p:cNvSpPr>
            <p:nvPr/>
          </p:nvSpPr>
          <p:spPr bwMode="auto">
            <a:xfrm>
              <a:off x="3701191" y="2559496"/>
              <a:ext cx="2767797" cy="14371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91440" tIns="45720" rIns="91440" bIns="45720" anchor="t">
              <a:spAutoFit/>
            </a:bodyPr>
            <a:lstStyle/>
            <a:p>
              <a:pPr>
                <a:lnSpc>
                  <a:spcPct val="140000"/>
                </a:lnSpc>
              </a:pP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/>
                </a:rPr>
                <a:t> 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/>
                </a:rPr>
                <a:t>1.      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/>
                  <a:hlinkClick r:id="rId4" action="ppaction://hlinksldjump"/>
                </a:rPr>
                <a:t>자동보정선행개발팀</a:t>
              </a:r>
              <a:endParaRPr lang="en-US" altLang="ko-KR" sz="1600" b="1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LG스마트체 Regular"/>
                <a:cs typeface="Arial" charset="0"/>
              </a:endParaRPr>
            </a:p>
            <a:p>
              <a:pPr>
                <a:lnSpc>
                  <a:spcPct val="140000"/>
                </a:lnSpc>
              </a:pP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/>
                </a:rPr>
                <a:t> 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/>
                </a:rPr>
                <a:t>2.      </a:t>
              </a:r>
              <a:r>
                <a:rPr lang="en-US" altLang="ko-KR" sz="1600" b="1" err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/>
                  <a:hlinkClick r:id="rId5" action="ppaction://hlinksldjump"/>
                </a:rPr>
                <a:t>조립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/>
                  <a:hlinkClick r:id="rId5" action="ppaction://hlinksldjump"/>
                </a:rPr>
                <a:t>자동보정팀</a:t>
              </a:r>
              <a:endParaRPr lang="en-US" altLang="ko-KR" sz="1600" b="1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LG스마트체 Regular"/>
                <a:cs typeface="Arial" charset="0"/>
              </a:endParaRPr>
            </a:p>
            <a:p>
              <a:pPr>
                <a:lnSpc>
                  <a:spcPct val="140000"/>
                </a:lnSpc>
              </a:pP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/>
                </a:rPr>
                <a:t> 3.      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/>
                  <a:hlinkClick r:id="rId6" action="ppaction://hlinksldjump"/>
                </a:rPr>
                <a:t>MC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/>
                  <a:hlinkClick r:id="rId6" action="ppaction://hlinksldjump"/>
                </a:rPr>
                <a:t>자동보정팀</a:t>
              </a:r>
              <a:endParaRPr lang="en-US" altLang="ko-KR" sz="1600" b="1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LG스마트체 Regular"/>
                <a:cs typeface="Arial"/>
              </a:endParaRPr>
            </a:p>
            <a:p>
              <a:pPr>
                <a:lnSpc>
                  <a:spcPct val="140000"/>
                </a:lnSpc>
              </a:pP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/>
                </a:rPr>
                <a:t> 4.      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/>
                  <a:hlinkClick r:id="rId7" action="ppaction://hlinksldjump"/>
                </a:rPr>
                <a:t>RSND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/>
                  <a:hlinkClick r:id="rId7" action="ppaction://hlinksldjump"/>
                </a:rPr>
                <a:t>자동보정팀</a:t>
              </a:r>
              <a:endParaRPr lang="en-US" altLang="ko-KR" sz="1600" b="1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LG스마트체 Regular"/>
                <a:cs typeface="Arial"/>
              </a:endParaRPr>
            </a:p>
          </p:txBody>
        </p:sp>
        <p:sp>
          <p:nvSpPr>
            <p:cNvPr id="33" name="제목 1"/>
            <p:cNvSpPr txBox="1">
              <a:spLocks/>
            </p:cNvSpPr>
            <p:nvPr/>
          </p:nvSpPr>
          <p:spPr bwMode="auto">
            <a:xfrm>
              <a:off x="3083580" y="1134300"/>
              <a:ext cx="4003019" cy="584775"/>
            </a:xfrm>
            <a:prstGeom prst="rect">
              <a:avLst/>
            </a:prstGeom>
            <a:solidFill>
              <a:schemeClr val="bg1"/>
            </a:solidFill>
            <a:ln w="12700">
              <a:gradFill>
                <a:gsLst>
                  <a:gs pos="0">
                    <a:schemeClr val="bg1">
                      <a:alpha val="0"/>
                      <a:lumMod val="0"/>
                      <a:lumOff val="100000"/>
                    </a:schemeClr>
                  </a:gs>
                  <a:gs pos="98000">
                    <a:schemeClr val="bg1">
                      <a:alpha val="0"/>
                      <a:lumMod val="0"/>
                      <a:lumOff val="100000"/>
                    </a:schemeClr>
                  </a:gs>
                  <a:gs pos="99000">
                    <a:schemeClr val="tx1"/>
                  </a:gs>
                </a:gsLst>
                <a:lin ang="5400000" scaled="0"/>
              </a:gradFill>
              <a:miter lim="800000"/>
              <a:headEnd/>
              <a:tailEnd/>
            </a:ln>
          </p:spPr>
          <p:txBody>
            <a:bodyPr vert="horz" wrap="none" lIns="91440" tIns="45720" rIns="91440" bIns="45720" numCol="1" anchor="ctr" anchorCtr="0" compatLnSpc="1">
              <a:prstTxWarp prst="textNoShape">
                <a:avLst/>
              </a:prstTxWarp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>
                  <a:solidFill>
                    <a:schemeClr val="tx2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j-cs"/>
                </a:defRPr>
              </a:lvl1pPr>
              <a:lvl2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2pPr>
              <a:lvl3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3pPr>
              <a:lvl4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4pPr>
              <a:lvl5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5pPr>
              <a:lvl6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6pPr>
              <a:lvl7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7pPr>
              <a:lvl8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8pPr>
              <a:lvl9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defRPr/>
              </a:pPr>
              <a:r>
                <a:rPr lang="ko-KR" altLang="en-US" sz="32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자동보정담당</a:t>
              </a:r>
              <a:r>
                <a:rPr lang="en-US" altLang="ko-KR" sz="32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 </a:t>
              </a:r>
              <a:r>
                <a:rPr lang="ko-KR" altLang="en-US" sz="32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추진 현황</a:t>
              </a:r>
            </a:p>
          </p:txBody>
        </p:sp>
        <p:sp>
          <p:nvSpPr>
            <p:cNvPr id="34" name="제목 1"/>
            <p:cNvSpPr txBox="1">
              <a:spLocks/>
            </p:cNvSpPr>
            <p:nvPr/>
          </p:nvSpPr>
          <p:spPr bwMode="auto">
            <a:xfrm>
              <a:off x="4790778" y="2173480"/>
              <a:ext cx="588623" cy="369332"/>
            </a:xfrm>
            <a:prstGeom prst="rect">
              <a:avLst/>
            </a:prstGeom>
            <a:solidFill>
              <a:schemeClr val="bg1"/>
            </a:solidFill>
            <a:ln w="12700">
              <a:gradFill>
                <a:gsLst>
                  <a:gs pos="0">
                    <a:schemeClr val="bg1">
                      <a:alpha val="0"/>
                      <a:lumMod val="0"/>
                      <a:lumOff val="100000"/>
                    </a:schemeClr>
                  </a:gs>
                  <a:gs pos="98000">
                    <a:schemeClr val="bg1">
                      <a:alpha val="0"/>
                      <a:lumMod val="0"/>
                      <a:lumOff val="100000"/>
                    </a:schemeClr>
                  </a:gs>
                  <a:gs pos="99000">
                    <a:schemeClr val="tx1"/>
                  </a:gs>
                </a:gsLst>
                <a:lin ang="5400000" scaled="0"/>
              </a:gradFill>
              <a:miter lim="800000"/>
              <a:headEnd/>
              <a:tailEnd/>
            </a:ln>
          </p:spPr>
          <p:txBody>
            <a:bodyPr vert="horz" wrap="none" lIns="91440" tIns="45720" rIns="91440" bIns="45720" numCol="1" anchor="ctr" anchorCtr="0" compatLnSpc="1">
              <a:prstTxWarp prst="textNoShape">
                <a:avLst/>
              </a:prstTxWarp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>
                  <a:solidFill>
                    <a:schemeClr val="tx2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j-cs"/>
                </a:defRPr>
              </a:lvl1pPr>
              <a:lvl2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2pPr>
              <a:lvl3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3pPr>
              <a:lvl4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4pPr>
              <a:lvl5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5pPr>
              <a:lvl6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6pPr>
              <a:lvl7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7pPr>
              <a:lvl8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8pPr>
              <a:lvl9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defRPr/>
              </a:pPr>
              <a:r>
                <a:rPr lang="ko-KR" altLang="en-US" sz="18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목차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BC30384B-CFD4-45AF-A47E-5A6B44C2FBE4}"/>
              </a:ext>
            </a:extLst>
          </p:cNvPr>
          <p:cNvGrpSpPr/>
          <p:nvPr/>
        </p:nvGrpSpPr>
        <p:grpSpPr>
          <a:xfrm>
            <a:off x="2993549" y="5250686"/>
            <a:ext cx="3918902" cy="1581920"/>
            <a:chOff x="2993549" y="5250686"/>
            <a:chExt cx="3918902" cy="1581920"/>
          </a:xfrm>
        </p:grpSpPr>
        <p:sp>
          <p:nvSpPr>
            <p:cNvPr id="3" name="직사각형 2"/>
            <p:cNvSpPr/>
            <p:nvPr/>
          </p:nvSpPr>
          <p:spPr>
            <a:xfrm>
              <a:off x="4641758" y="6494868"/>
              <a:ext cx="622484" cy="33773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8" name="Rectangle 32"/>
            <p:cNvSpPr>
              <a:spLocks noChangeArrowheads="1"/>
            </p:cNvSpPr>
            <p:nvPr/>
          </p:nvSpPr>
          <p:spPr bwMode="auto">
            <a:xfrm>
              <a:off x="4245069" y="5574722"/>
              <a:ext cx="1415863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자동보정담당</a:t>
              </a:r>
            </a:p>
          </p:txBody>
        </p:sp>
        <p:sp>
          <p:nvSpPr>
            <p:cNvPr id="19" name="Text Box 34"/>
            <p:cNvSpPr txBox="1">
              <a:spLocks noChangeArrowheads="1"/>
            </p:cNvSpPr>
            <p:nvPr/>
          </p:nvSpPr>
          <p:spPr bwMode="auto">
            <a:xfrm>
              <a:off x="3871913" y="5250686"/>
              <a:ext cx="2162175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1440" tIns="45720" rIns="91440" bIns="45720" anchor="t"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/>
                </a:rPr>
                <a:t>2025. 12.18</a:t>
              </a:r>
            </a:p>
          </p:txBody>
        </p:sp>
        <p:grpSp>
          <p:nvGrpSpPr>
            <p:cNvPr id="6" name="그룹 5"/>
            <p:cNvGrpSpPr/>
            <p:nvPr/>
          </p:nvGrpSpPr>
          <p:grpSpPr>
            <a:xfrm>
              <a:off x="2993549" y="6111503"/>
              <a:ext cx="3918902" cy="428176"/>
              <a:chOff x="2990669" y="6111503"/>
              <a:chExt cx="3918902" cy="428176"/>
            </a:xfrm>
          </p:grpSpPr>
          <p:pic>
            <p:nvPicPr>
              <p:cNvPr id="2" name="그림 1"/>
              <p:cNvPicPr>
                <a:picLocks noChangeAspect="1"/>
              </p:cNvPicPr>
              <p:nvPr/>
            </p:nvPicPr>
            <p:blipFill>
              <a:blip r:embed="rId8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2990669" y="6111503"/>
                <a:ext cx="2180745" cy="428176"/>
              </a:xfrm>
              <a:prstGeom prst="rect">
                <a:avLst/>
              </a:prstGeom>
            </p:spPr>
          </p:pic>
          <p:sp>
            <p:nvSpPr>
              <p:cNvPr id="17" name="Text Box 6"/>
              <p:cNvSpPr txBox="1">
                <a:spLocks noChangeArrowheads="1"/>
              </p:cNvSpPr>
              <p:nvPr/>
            </p:nvSpPr>
            <p:spPr bwMode="auto">
              <a:xfrm>
                <a:off x="5099460" y="6156314"/>
                <a:ext cx="1810111" cy="3385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>
                  <a:spcBef>
                    <a:spcPct val="50000"/>
                  </a:spcBef>
                </a:pPr>
                <a:r>
                  <a:rPr lang="en-US" altLang="ko-KR" sz="1600" b="1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LG스마트체 Regular"/>
                    <a:cs typeface="Arial" charset="0"/>
                  </a:rPr>
                  <a:t>/ CDO.</a:t>
                </a:r>
                <a:r>
                  <a:rPr lang="ko-KR" altLang="en-US" sz="1600" b="1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LG스마트체 Regular"/>
                    <a:cs typeface="Arial" charset="0"/>
                  </a:rPr>
                  <a:t>제조</a:t>
                </a:r>
                <a:r>
                  <a:rPr lang="en-US" altLang="ko-KR" sz="1600" b="1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LG스마트체 Regular"/>
                    <a:cs typeface="Arial" charset="0"/>
                  </a:rPr>
                  <a:t>DX</a:t>
                </a:r>
                <a:r>
                  <a:rPr lang="ko-KR" altLang="en-US" sz="1600" b="1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LG스마트체 Regular"/>
                    <a:cs typeface="Arial" charset="0"/>
                  </a:rPr>
                  <a:t>그룹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5136799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실행 단추: 홈으로 이동 11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3F98626B-21E5-453F-AA26-8FF0187612AA}"/>
              </a:ext>
            </a:extLst>
          </p:cNvPr>
          <p:cNvSpPr/>
          <p:nvPr/>
        </p:nvSpPr>
        <p:spPr>
          <a:xfrm>
            <a:off x="9513455" y="132021"/>
            <a:ext cx="292852" cy="292852"/>
          </a:xfrm>
          <a:prstGeom prst="actionButtonHo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4715419D-4217-40C2-A8D7-9ABA23F57BB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550698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ko-KR" altLang="en-US" sz="1800">
                <a:solidFill>
                  <a:schemeClr val="tx1"/>
                </a:solidFill>
                <a:cs typeface="Malgun Gothic Semilight"/>
              </a:rPr>
              <a:t>1.자동보정선행개발팀</a:t>
            </a:r>
            <a:r>
              <a:rPr lang="en-US" altLang="ko-KR" sz="1800">
                <a:solidFill>
                  <a:schemeClr val="tx1"/>
                </a:solidFill>
                <a:cs typeface="Malgun Gothic Semilight"/>
              </a:rPr>
              <a:t>(1/2)</a:t>
            </a:r>
            <a:endParaRPr lang="ko-KR">
              <a:solidFill>
                <a:schemeClr val="tx1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B3C268E-CDEB-1F98-DB1B-50799F6EE4DF}"/>
              </a:ext>
            </a:extLst>
          </p:cNvPr>
          <p:cNvSpPr txBox="1"/>
          <p:nvPr/>
        </p:nvSpPr>
        <p:spPr>
          <a:xfrm>
            <a:off x="122722" y="572271"/>
            <a:ext cx="9781038" cy="2677656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n-US" altLang="ko-KR" sz="1050" b="1">
                <a:latin typeface="Arial Narrow"/>
                <a:ea typeface="LG스마트체 Regular"/>
                <a:cs typeface="Malgun Gothic Semilight"/>
              </a:rPr>
              <a:t>1. AX </a:t>
            </a:r>
            <a:r>
              <a:rPr lang="ko-KR" altLang="en-US" sz="1050" b="1">
                <a:latin typeface="Arial Narrow"/>
                <a:ea typeface="LG스마트체 Regular"/>
                <a:cs typeface="Malgun Gothic Semilight"/>
              </a:rPr>
              <a:t>기반 자동보정 파라미터 실시간 최적화</a:t>
            </a:r>
            <a:br>
              <a:rPr lang="en-US" altLang="ko-KR" sz="1050"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- NND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공정 대상으로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MI2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대표호기에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Y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축 파라미터 최적화 양산적용 및 효과 모니터링 중에 있습니다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. (MI2 NND #3-1C)</a:t>
            </a:r>
            <a:br>
              <a:rPr lang="en-US" altLang="ko-KR" sz="1050"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  . 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적용 후 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8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일 모니터링 결과 약 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Tab-neck 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불량이 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0.05%p(0.21%</a:t>
            </a:r>
            <a:r>
              <a:rPr lang="ko-KR" altLang="en-US" sz="1050">
                <a:solidFill>
                  <a:srgbClr val="0000FF"/>
                </a:solidFill>
                <a:cs typeface="Malgun Gothic Semilight"/>
              </a:rPr>
              <a:t>→ </a:t>
            </a:r>
            <a:r>
              <a:rPr lang="en-US" altLang="ko-KR" sz="1050">
                <a:solidFill>
                  <a:srgbClr val="0000FF"/>
                </a:solidFill>
                <a:cs typeface="Malgun Gothic Semilight"/>
              </a:rPr>
              <a:t>0.16%)</a:t>
            </a:r>
            <a:r>
              <a:rPr lang="ko-KR" altLang="en-US" sz="1050">
                <a:solidFill>
                  <a:srgbClr val="0000FF"/>
                </a:solidFill>
                <a:cs typeface="Malgun Gothic Semilight"/>
              </a:rPr>
              <a:t>개선 되었습니다</a:t>
            </a:r>
            <a:r>
              <a:rPr lang="en-US" altLang="ko-KR" sz="1050">
                <a:solidFill>
                  <a:srgbClr val="0000FF"/>
                </a:solidFill>
                <a:cs typeface="Malgun Gothic Semilight"/>
              </a:rPr>
              <a:t>.</a:t>
            </a:r>
            <a:br>
              <a:rPr lang="en-US" altLang="ko-KR" sz="1050">
                <a:solidFill>
                  <a:srgbClr val="0000FF"/>
                </a:solidFill>
                <a:cs typeface="Malgun Gothic Semilight"/>
              </a:rPr>
            </a:br>
            <a:r>
              <a:rPr lang="en-US" altLang="ko-KR" sz="1050">
                <a:solidFill>
                  <a:srgbClr val="0000FF"/>
                </a:solidFill>
                <a:cs typeface="Malgun Gothic Semilight"/>
              </a:rPr>
              <a:t>- NND </a:t>
            </a:r>
            <a:r>
              <a:rPr lang="ko-KR" altLang="en-US" sz="1050">
                <a:solidFill>
                  <a:srgbClr val="0000FF"/>
                </a:solidFill>
                <a:cs typeface="Malgun Gothic Semilight"/>
              </a:rPr>
              <a:t>공정의 </a:t>
            </a:r>
            <a:r>
              <a:rPr lang="en-US" altLang="ko-KR" sz="1050">
                <a:solidFill>
                  <a:srgbClr val="0000FF"/>
                </a:solidFill>
                <a:cs typeface="Malgun Gothic Semilight"/>
              </a:rPr>
              <a:t>Y</a:t>
            </a:r>
            <a:r>
              <a:rPr lang="ko-KR" altLang="en-US" sz="1050">
                <a:solidFill>
                  <a:srgbClr val="0000FF"/>
                </a:solidFill>
                <a:cs typeface="Malgun Gothic Semilight"/>
              </a:rPr>
              <a:t>축 파라미터 최적화 개발을 완료 하였으며</a:t>
            </a:r>
            <a:r>
              <a:rPr lang="en-US" altLang="ko-KR" sz="1050">
                <a:solidFill>
                  <a:srgbClr val="0000FF"/>
                </a:solidFill>
                <a:cs typeface="Malgun Gothic Semilight"/>
              </a:rPr>
              <a:t>(</a:t>
            </a:r>
            <a:r>
              <a:rPr lang="ko-KR" altLang="en-US" sz="1050">
                <a:solidFill>
                  <a:srgbClr val="0000FF"/>
                </a:solidFill>
                <a:cs typeface="Malgun Gothic Semilight"/>
              </a:rPr>
              <a:t>전체구간 대상</a:t>
            </a:r>
            <a:r>
              <a:rPr lang="en-US" altLang="ko-KR" sz="1050">
                <a:solidFill>
                  <a:srgbClr val="0000FF"/>
                </a:solidFill>
                <a:cs typeface="Malgun Gothic Semilight"/>
              </a:rPr>
              <a:t>), X</a:t>
            </a:r>
            <a:r>
              <a:rPr lang="ko-KR" altLang="en-US" sz="1050">
                <a:solidFill>
                  <a:srgbClr val="0000FF"/>
                </a:solidFill>
                <a:cs typeface="Malgun Gothic Semilight"/>
              </a:rPr>
              <a:t>축 파라미터 최적화 개발을 진행 하도록 하겠습니다</a:t>
            </a:r>
            <a:r>
              <a:rPr lang="en-US" altLang="ko-KR" sz="1050">
                <a:solidFill>
                  <a:srgbClr val="0000FF"/>
                </a:solidFill>
                <a:cs typeface="Malgun Gothic Semilight"/>
              </a:rPr>
              <a:t>. (~1/23)</a:t>
            </a:r>
            <a:b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- LAMI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 공정 대상으로 파라미터 최적화 개발 중에 있습니다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. </a:t>
            </a:r>
            <a:r>
              <a:rPr lang="ko-KR" altLang="en-US" sz="1050" err="1">
                <a:latin typeface="Arial Narrow"/>
                <a:ea typeface="LG스마트체 Regular"/>
                <a:cs typeface="Malgun Gothic Semilight"/>
              </a:rPr>
              <a:t>라미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 위치 불량 분석을 통해 </a:t>
            </a:r>
            <a:r>
              <a:rPr lang="ko-KR" altLang="en-US" sz="1050" err="1">
                <a:latin typeface="Arial Narrow"/>
                <a:ea typeface="LG스마트체 Regular"/>
                <a:cs typeface="Malgun Gothic Semilight"/>
              </a:rPr>
              <a:t>가감속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 구간을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1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차 개선 대상으로 선정하였습니다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.</a:t>
            </a:r>
            <a:br>
              <a:rPr lang="en-US" altLang="ko-KR" sz="1050"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  . 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WA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8-2, 17-2, 17-3, 17-4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호 양산 적용 하였으며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,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단기 분석을 통해 </a:t>
            </a:r>
            <a:r>
              <a:rPr lang="ko-KR" altLang="en-US" sz="1050" err="1">
                <a:latin typeface="Arial Narrow"/>
                <a:ea typeface="LG스마트체 Regular"/>
                <a:cs typeface="Malgun Gothic Semilight"/>
              </a:rPr>
              <a:t>가감속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 구간 불량 약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0.09%p(0.15%</a:t>
            </a:r>
            <a:r>
              <a:rPr lang="ko-KR" altLang="en-US" sz="1050">
                <a:cs typeface="Malgun Gothic Semilight"/>
              </a:rPr>
              <a:t>→ </a:t>
            </a:r>
            <a:r>
              <a:rPr lang="en-US" altLang="ko-KR" sz="1050">
                <a:cs typeface="Malgun Gothic Semilight"/>
              </a:rPr>
              <a:t>0.06%)</a:t>
            </a:r>
            <a:r>
              <a:rPr lang="ko-KR" altLang="en-US" sz="1050">
                <a:cs typeface="Malgun Gothic Semilight"/>
              </a:rPr>
              <a:t>개선을 확인하였습니다</a:t>
            </a:r>
            <a:r>
              <a:rPr lang="en-US" altLang="ko-KR" sz="1050">
                <a:cs typeface="Malgun Gothic Semilight"/>
              </a:rPr>
              <a:t>.</a:t>
            </a:r>
            <a:br>
              <a:rPr lang="en-US" altLang="ko-KR" sz="1050">
                <a:cs typeface="Malgun Gothic Semilight"/>
              </a:rPr>
            </a:br>
            <a:r>
              <a:rPr lang="en-US" altLang="ko-KR" sz="1050">
                <a:cs typeface="Malgun Gothic Semilight"/>
              </a:rPr>
              <a:t>                                                                             </a:t>
            </a:r>
            <a:r>
              <a:rPr lang="ko-KR" altLang="en-US" sz="1050">
                <a:cs typeface="Malgun Gothic Semilight"/>
              </a:rPr>
              <a:t>추가 </a:t>
            </a:r>
            <a:r>
              <a:rPr lang="en-US" altLang="ko-KR" sz="1050">
                <a:cs typeface="Malgun Gothic Semilight"/>
              </a:rPr>
              <a:t>7</a:t>
            </a:r>
            <a:r>
              <a:rPr lang="ko-KR" altLang="en-US" sz="1050">
                <a:cs typeface="Malgun Gothic Semilight"/>
              </a:rPr>
              <a:t>일치 확인 결과</a:t>
            </a:r>
            <a:r>
              <a:rPr lang="en-US" altLang="ko-KR" sz="1050">
                <a:cs typeface="Malgun Gothic Semilight"/>
              </a:rPr>
              <a:t>,</a:t>
            </a:r>
            <a:r>
              <a:rPr lang="ko-KR" altLang="en-US" sz="1050">
                <a:cs typeface="Malgun Gothic Semilight"/>
              </a:rPr>
              <a:t> </a:t>
            </a:r>
            <a:r>
              <a:rPr lang="ko-KR" altLang="en-US" sz="1050" err="1">
                <a:solidFill>
                  <a:srgbClr val="0000FF"/>
                </a:solidFill>
                <a:cs typeface="Malgun Gothic Semilight"/>
              </a:rPr>
              <a:t>가감속</a:t>
            </a:r>
            <a:r>
              <a:rPr lang="ko-KR" altLang="en-US" sz="1050">
                <a:solidFill>
                  <a:srgbClr val="0000FF"/>
                </a:solidFill>
                <a:cs typeface="Malgun Gothic Semilight"/>
              </a:rPr>
              <a:t> 구간 불량 약 </a:t>
            </a:r>
            <a:r>
              <a:rPr lang="en-US" altLang="ko-KR" sz="1050">
                <a:solidFill>
                  <a:srgbClr val="0000FF"/>
                </a:solidFill>
                <a:cs typeface="Malgun Gothic Semilight"/>
              </a:rPr>
              <a:t>0.05% (0.12% </a:t>
            </a:r>
            <a:r>
              <a:rPr lang="ko-KR" altLang="en-US" sz="1050">
                <a:solidFill>
                  <a:srgbClr val="0000FF"/>
                </a:solidFill>
                <a:cs typeface="Malgun Gothic Semilight"/>
              </a:rPr>
              <a:t>→ </a:t>
            </a:r>
            <a:r>
              <a:rPr lang="en-US" altLang="ko-KR" sz="1050">
                <a:solidFill>
                  <a:srgbClr val="0000FF"/>
                </a:solidFill>
                <a:cs typeface="Malgun Gothic Semilight"/>
              </a:rPr>
              <a:t>0.07%)</a:t>
            </a:r>
            <a:r>
              <a:rPr lang="ko-KR" altLang="en-US" sz="1050">
                <a:solidFill>
                  <a:srgbClr val="0000FF"/>
                </a:solidFill>
                <a:cs typeface="Malgun Gothic Semilight"/>
              </a:rPr>
              <a:t>개선을 확인하였습니다</a:t>
            </a:r>
            <a:r>
              <a:rPr lang="en-US" altLang="ko-KR" sz="1050">
                <a:solidFill>
                  <a:srgbClr val="0000FF"/>
                </a:solidFill>
                <a:cs typeface="Malgun Gothic Semilight"/>
              </a:rPr>
              <a:t>.</a:t>
            </a:r>
            <a:br>
              <a:rPr lang="en-US" altLang="ko-KR" sz="1050">
                <a:solidFill>
                  <a:srgbClr val="0000FF"/>
                </a:solidFill>
                <a:cs typeface="Malgun Gothic Semilight"/>
              </a:rPr>
            </a:br>
            <a:r>
              <a:rPr lang="en-US" altLang="ko-KR" sz="1050">
                <a:cs typeface="Malgun Gothic Semilight"/>
              </a:rPr>
              <a:t>    Long Cell </a:t>
            </a:r>
            <a:r>
              <a:rPr lang="ko-KR" altLang="en-US" sz="1050">
                <a:cs typeface="Malgun Gothic Semilight"/>
              </a:rPr>
              <a:t>대상으로 총 </a:t>
            </a:r>
            <a:r>
              <a:rPr lang="en-US" altLang="ko-KR" sz="1050">
                <a:cs typeface="Malgun Gothic Semilight"/>
              </a:rPr>
              <a:t>3</a:t>
            </a:r>
            <a:r>
              <a:rPr lang="ko-KR" altLang="en-US" sz="1050" err="1">
                <a:cs typeface="Malgun Gothic Semilight"/>
              </a:rPr>
              <a:t>개호기</a:t>
            </a:r>
            <a:r>
              <a:rPr lang="en-US" altLang="ko-KR" sz="1050">
                <a:cs typeface="Malgun Gothic Semilight"/>
              </a:rPr>
              <a:t>(21-3,</a:t>
            </a:r>
            <a:r>
              <a:rPr lang="ko-KR" altLang="en-US" sz="1050">
                <a:cs typeface="Malgun Gothic Semilight"/>
              </a:rPr>
              <a:t> </a:t>
            </a:r>
            <a:r>
              <a:rPr lang="en-US" altLang="ko-KR" sz="1050">
                <a:cs typeface="Malgun Gothic Semilight"/>
              </a:rPr>
              <a:t>10-1,</a:t>
            </a:r>
            <a:r>
              <a:rPr lang="ko-KR" altLang="en-US" sz="1050">
                <a:cs typeface="Malgun Gothic Semilight"/>
              </a:rPr>
              <a:t> </a:t>
            </a:r>
            <a:r>
              <a:rPr lang="en-US" altLang="ko-KR" sz="1050">
                <a:cs typeface="Malgun Gothic Semilight"/>
              </a:rPr>
              <a:t>13-3)</a:t>
            </a:r>
            <a:r>
              <a:rPr lang="ko-KR" altLang="en-US" sz="1050">
                <a:cs typeface="Malgun Gothic Semilight"/>
              </a:rPr>
              <a:t> 추가 양산 적용하였으며</a:t>
            </a:r>
            <a:r>
              <a:rPr lang="en-US" altLang="ko-KR" sz="1050">
                <a:cs typeface="Malgun Gothic Semilight"/>
              </a:rPr>
              <a:t>, </a:t>
            </a:r>
            <a:r>
              <a:rPr lang="ko-KR" altLang="en-US" sz="1050">
                <a:cs typeface="Malgun Gothic Semilight"/>
              </a:rPr>
              <a:t>프로그램 정상 작동 여부 검증 진행 중 입니다</a:t>
            </a:r>
            <a:r>
              <a:rPr lang="en-US" altLang="ko-KR" sz="1050">
                <a:cs typeface="Malgun Gothic Semilight"/>
              </a:rPr>
              <a:t>. (~12/5)</a:t>
            </a:r>
            <a:br>
              <a:rPr lang="en-US" altLang="ko-KR" sz="1050"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  . </a:t>
            </a:r>
            <a:r>
              <a:rPr lang="ko-KR" altLang="en-US" sz="1050" err="1">
                <a:latin typeface="Arial Narrow"/>
                <a:ea typeface="LG스마트체 Regular"/>
                <a:cs typeface="Malgun Gothic Semilight"/>
              </a:rPr>
              <a:t>가감속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 구간 수평전개 시 파라 오기입으로 인해 자동보정 비정상 작동 중인 상황을 확인 및 조치하였으며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,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단기 분석 결과 불량률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0.04%p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개선 확인하였습니다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.(0.11%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→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0.07%)</a:t>
            </a:r>
            <a:br>
              <a:rPr lang="en-US" altLang="ko-KR" sz="1050"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   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이상감지 기능 개발을 통해 문제가 재발하지 않도록 로직 고도화 검토 중에 있습니다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.</a:t>
            </a:r>
            <a:br>
              <a:rPr lang="en-US" altLang="ko-KR" sz="1050"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  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. WA Long Cell 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설비 부동으로 인해 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MI2 Long Cell 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설비 대상 </a:t>
            </a:r>
            <a:r>
              <a:rPr lang="ko-KR" altLang="en-US" sz="1050" err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가감속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구간 파라 최적화를 위해 데이터 분석 진행 중 입니다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. (~12/18)</a:t>
            </a:r>
          </a:p>
          <a:p>
            <a:pPr>
              <a:defRPr/>
            </a:pP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-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범용성 확보 및 기능 고도화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: </a:t>
            </a:r>
            <a:br>
              <a:rPr lang="en-US" altLang="ko-KR" sz="1050"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  .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최적화 목적함수 고도화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(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단순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평균 →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EWA(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가중치 평균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)  / 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목적함수 가중치 반영 → 파레토 최적화 적용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)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를 통해 범용성 및 성능을 개선하였습니다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.</a:t>
            </a:r>
            <a:br>
              <a:rPr lang="en-US" altLang="ko-KR" sz="1050"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     EWA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기능 적용을 통해 시뮬레이션 기준 불량률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0.04%p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추가 개선을 확인하였습니다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.[0.3%(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기존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)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→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0.2%(</a:t>
            </a:r>
            <a:r>
              <a:rPr lang="ko-KR" altLang="en-US" sz="1050" err="1">
                <a:latin typeface="Arial Narrow"/>
                <a:ea typeface="LG스마트체 Regular"/>
                <a:cs typeface="Malgun Gothic Semilight"/>
              </a:rPr>
              <a:t>파라최적화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)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→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0.16%(EWA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적용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)]</a:t>
            </a:r>
            <a:br>
              <a:rPr lang="en-US" altLang="ko-KR" sz="1050"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  .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이상치 탐지 기반 데이터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Filtering, PV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↔ 비전 데이터 분석을 통한 제어부와 검사기 간의 거리 자동산출 기능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개발하였으며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,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기능 검증 중에 있습니다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.(~10/31)</a:t>
            </a:r>
          </a:p>
          <a:p>
            <a:pPr>
              <a:defRPr/>
            </a:pP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 . 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파단 발생시에는 선 </a:t>
            </a:r>
            <a:r>
              <a:rPr lang="ko-KR" altLang="en-US" sz="1050" err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보정값이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적용되지 않도록 기능 구현 완료 하였습니다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. (12/9)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C329618-BD84-10EF-60CF-AB7953409727}"/>
              </a:ext>
            </a:extLst>
          </p:cNvPr>
          <p:cNvSpPr txBox="1"/>
          <p:nvPr/>
        </p:nvSpPr>
        <p:spPr>
          <a:xfrm>
            <a:off x="124961" y="3200339"/>
            <a:ext cx="9781039" cy="1061829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lang="en-US" altLang="ko-KR" sz="1050" b="1">
                <a:latin typeface="Arial Narrow"/>
                <a:ea typeface="LG스마트체 Regular"/>
                <a:cs typeface="Malgun Gothic Semilight"/>
              </a:rPr>
              <a:t>2. </a:t>
            </a:r>
            <a:r>
              <a:rPr lang="en-US" altLang="ko-KR" sz="1050" b="1">
                <a:latin typeface="Arial Narrow"/>
                <a:ea typeface="맑은 고딕"/>
                <a:cs typeface="Malgun Gothic Semilight"/>
              </a:rPr>
              <a:t>AI-Agent </a:t>
            </a:r>
            <a:r>
              <a:rPr lang="ko-KR" altLang="en-US" sz="1050" b="1">
                <a:latin typeface="Arial Narrow"/>
                <a:ea typeface="맑은 고딕"/>
                <a:cs typeface="Malgun Gothic Semilight"/>
              </a:rPr>
              <a:t>기반 자동보정 업무 효율화</a:t>
            </a:r>
            <a:endParaRPr lang="en-US" altLang="ko-KR" sz="1050" b="1">
              <a:latin typeface="Arial Narrow"/>
              <a:ea typeface="LG스마트체 Regular"/>
              <a:cs typeface="Malgun Gothic Semilight"/>
            </a:endParaRPr>
          </a:p>
          <a:p>
            <a:pPr>
              <a:defRPr/>
            </a:pP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-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신규 법인 증설 및 자동보정 항목 증가에 따른 유지보수 업무 부담이 증가하고 있어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, AI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기술을 활용해 유지보수를 자동화하여 엔지니어들이 개발 업무에 집중 할 수 있도록 하겠습니다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.</a:t>
            </a:r>
            <a:br>
              <a:rPr lang="en-US" altLang="ko-KR" sz="1050"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-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자동보정 담당에서 수행하고 있는 업무를 정리하여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AI Agent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를 통해 효율화 할 수 있는 항목을 분류하였으며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,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즉시 개선 가능한 업무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4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가지를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Phase 1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과제로 정의하였습니다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.</a:t>
            </a:r>
          </a:p>
          <a:p>
            <a:pPr>
              <a:defRPr/>
            </a:pP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  .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변경 이력 조회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,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데이터 시각화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,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자동보정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Log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분석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,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수동보정 이력 분석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(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자유 질의 형태로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WA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법인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LNS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공정 대상으로 개발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)</a:t>
            </a:r>
          </a:p>
          <a:p>
            <a:pPr>
              <a:defRPr/>
            </a:pP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- 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집행 품의 완료 및 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PR/PO 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생산 완료 하였습니다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.  (Phase1 : ’25.12 ~ ’26.03 / 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약 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2.4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억원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) (12/8)</a:t>
            </a:r>
          </a:p>
          <a:p>
            <a:pPr>
              <a:defRPr/>
            </a:pP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- 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과제 착수 전 개발에 필요한 </a:t>
            </a:r>
            <a:r>
              <a:rPr lang="ko-KR" altLang="en-US" sz="1050" b="0" baseline="0">
                <a:solidFill>
                  <a:srgbClr val="1414FE"/>
                </a:solidFill>
                <a:latin typeface="+mn-ea"/>
                <a:ea typeface="+mn-ea"/>
                <a:cs typeface="Malgun Gothic Semilight"/>
              </a:rPr>
              <a:t>데이터 수집</a:t>
            </a:r>
            <a:r>
              <a:rPr lang="en-US" altLang="ko-KR" sz="1050" b="0" baseline="0">
                <a:solidFill>
                  <a:srgbClr val="1414FE"/>
                </a:solidFill>
                <a:latin typeface="+mn-ea"/>
                <a:ea typeface="+mn-ea"/>
                <a:cs typeface="Malgun Gothic Semilight"/>
              </a:rPr>
              <a:t>(SPC </a:t>
            </a:r>
            <a:r>
              <a:rPr lang="ko-KR" altLang="en-US" sz="1050" b="0" baseline="0">
                <a:solidFill>
                  <a:srgbClr val="1414FE"/>
                </a:solidFill>
                <a:latin typeface="+mn-ea"/>
                <a:ea typeface="+mn-ea"/>
                <a:cs typeface="Malgun Gothic Semilight"/>
              </a:rPr>
              <a:t>치수</a:t>
            </a:r>
            <a:r>
              <a:rPr lang="en-US" altLang="ko-KR" sz="1050" b="0" baseline="0">
                <a:solidFill>
                  <a:srgbClr val="1414FE"/>
                </a:solidFill>
                <a:latin typeface="+mn-ea"/>
                <a:ea typeface="+mn-ea"/>
                <a:cs typeface="Malgun Gothic Semilight"/>
              </a:rPr>
              <a:t>/</a:t>
            </a:r>
            <a:r>
              <a:rPr lang="ko-KR" altLang="en-US" sz="1050" b="0" baseline="0">
                <a:solidFill>
                  <a:srgbClr val="1414FE"/>
                </a:solidFill>
                <a:latin typeface="+mn-ea"/>
                <a:ea typeface="+mn-ea"/>
                <a:cs typeface="Malgun Gothic Semilight"/>
              </a:rPr>
              <a:t>외관 중 </a:t>
            </a:r>
            <a:r>
              <a:rPr lang="ko-KR" altLang="en-US" sz="1050" b="0" baseline="0" err="1">
                <a:solidFill>
                  <a:srgbClr val="1414FE"/>
                </a:solidFill>
                <a:latin typeface="+mn-ea"/>
                <a:ea typeface="+mn-ea"/>
                <a:cs typeface="Malgun Gothic Semilight"/>
              </a:rPr>
              <a:t>미수집</a:t>
            </a:r>
            <a:r>
              <a:rPr lang="ko-KR" altLang="en-US" sz="1050" b="0" baseline="0">
                <a:solidFill>
                  <a:srgbClr val="1414FE"/>
                </a:solidFill>
                <a:latin typeface="+mn-ea"/>
                <a:ea typeface="+mn-ea"/>
                <a:cs typeface="Malgun Gothic Semilight"/>
              </a:rPr>
              <a:t> 데이터 수집</a:t>
            </a:r>
            <a:r>
              <a:rPr lang="en-US" altLang="ko-KR" sz="1050" b="0" baseline="0">
                <a:solidFill>
                  <a:srgbClr val="1414FE"/>
                </a:solidFill>
                <a:latin typeface="+mn-ea"/>
                <a:ea typeface="+mn-ea"/>
                <a:cs typeface="Malgun Gothic Semilight"/>
              </a:rPr>
              <a:t>, HQ </a:t>
            </a:r>
            <a:r>
              <a:rPr lang="ko-KR" altLang="en-US" sz="1050" b="0" baseline="0">
                <a:solidFill>
                  <a:srgbClr val="1414FE"/>
                </a:solidFill>
                <a:latin typeface="+mn-ea"/>
                <a:ea typeface="+mn-ea"/>
                <a:cs typeface="Malgun Gothic Semilight"/>
              </a:rPr>
              <a:t>활용률 수집 진행</a:t>
            </a:r>
            <a:r>
              <a:rPr lang="en-US" altLang="ko-KR" sz="1050" b="0" baseline="0">
                <a:solidFill>
                  <a:srgbClr val="1414FE"/>
                </a:solidFill>
                <a:latin typeface="+mn-ea"/>
                <a:ea typeface="+mn-ea"/>
                <a:cs typeface="Malgun Gothic Semilight"/>
              </a:rPr>
              <a:t>, FDC Raw/SPC Raw/Sameness </a:t>
            </a:r>
            <a:r>
              <a:rPr lang="ko-KR" altLang="en-US" sz="1050" b="0" baseline="0">
                <a:solidFill>
                  <a:srgbClr val="1414FE"/>
                </a:solidFill>
                <a:latin typeface="+mn-ea"/>
                <a:ea typeface="+mn-ea"/>
                <a:cs typeface="Malgun Gothic Semilight"/>
              </a:rPr>
              <a:t>데이터</a:t>
            </a:r>
            <a:r>
              <a:rPr lang="en-US" altLang="ko-KR" sz="1050" b="0" baseline="0">
                <a:solidFill>
                  <a:srgbClr val="1414FE"/>
                </a:solidFill>
                <a:latin typeface="+mn-ea"/>
                <a:ea typeface="+mn-ea"/>
                <a:cs typeface="Malgun Gothic Semilight"/>
              </a:rPr>
              <a:t>)</a:t>
            </a:r>
            <a:r>
              <a:rPr lang="ko-KR" altLang="en-US" sz="1050" b="0" baseline="0">
                <a:solidFill>
                  <a:srgbClr val="1414FE"/>
                </a:solidFill>
                <a:latin typeface="+mn-ea"/>
                <a:ea typeface="+mn-ea"/>
                <a:cs typeface="Malgun Gothic Semilight"/>
              </a:rPr>
              <a:t> 진행 중 입니다</a:t>
            </a:r>
            <a:r>
              <a:rPr lang="en-US" altLang="ko-KR" sz="1050" b="0" baseline="0">
                <a:solidFill>
                  <a:srgbClr val="1414FE"/>
                </a:solidFill>
                <a:latin typeface="+mn-ea"/>
                <a:ea typeface="+mn-ea"/>
                <a:cs typeface="Malgun Gothic Semilight"/>
              </a:rPr>
              <a:t>.</a:t>
            </a:r>
            <a:endParaRPr lang="en-US" altLang="ko-KR" sz="1050">
              <a:solidFill>
                <a:srgbClr val="0000FF"/>
              </a:solidFill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6C29906-B3D6-F053-A0CF-E92143F21553}"/>
              </a:ext>
            </a:extLst>
          </p:cNvPr>
          <p:cNvSpPr txBox="1"/>
          <p:nvPr/>
        </p:nvSpPr>
        <p:spPr>
          <a:xfrm>
            <a:off x="124961" y="4412581"/>
            <a:ext cx="9781039" cy="1061829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kumimoji="1" lang="en-US" altLang="ko-KR" sz="105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3. 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모듈 공정 자동보정 신규 과제 발굴</a:t>
            </a: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(WA)</a:t>
            </a:r>
            <a:b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-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레진 도포 자동보정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양산적용 후 수평전개 진행 중 입니다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.(~’25.12)  ※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유형효과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471g/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모듈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→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452g/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모듈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 1.1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억원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/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년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(ESWA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대표호기 기준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</a:t>
            </a:r>
            <a:b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.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수평전개 대상 호기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PLC, APC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업데이트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정합성 검증 완료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(11/21)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완료하였습니다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.(CMA 3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호 완료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CMA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2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호 생산 대기 중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</a:t>
            </a:r>
          </a:p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. </a:t>
            </a:r>
            <a:r>
              <a:rPr lang="ko-KR" altLang="en-US" sz="1050" err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토출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위치 조정을 통한 레진 도포 최적화를 위해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ROI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영역 외 도포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위치 자동보정 신규 개발 및 대표호기 적용 완료 하였습니다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</a:t>
            </a:r>
          </a:p>
          <a:p>
            <a:pPr marL="88900" marR="0" lvl="0" indent="-88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Char char="-"/>
            </a:pP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CTP(Cell to Pack)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공정 대상으로 레진 자동보정 개발 검토 진행 중이며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‘26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년 신규 개발 및 양산 적용 하겠습니다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</a:t>
            </a:r>
          </a:p>
          <a:p>
            <a:pPr marL="88900" marR="0" lvl="0" indent="-88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Char char="-"/>
            </a:pPr>
            <a:r>
              <a:rPr lang="ko-KR" altLang="en-US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향후 수평전개</a:t>
            </a:r>
            <a:r>
              <a:rPr lang="en-US" altLang="ko-KR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lang="ko-KR" altLang="en-US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유지보수</a:t>
            </a:r>
            <a:r>
              <a:rPr lang="en-US" altLang="ko-KR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lang="ko-KR" altLang="en-US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신규 기능 고도화를 용이하게 하기 위해 자동보정 </a:t>
            </a:r>
            <a:r>
              <a:rPr lang="en-US" altLang="ko-KR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SW</a:t>
            </a:r>
            <a:r>
              <a:rPr lang="ko-KR" altLang="en-US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lang="ko-KR" altLang="en-US" sz="1050" err="1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리팩토링</a:t>
            </a:r>
            <a:r>
              <a:rPr lang="ko-KR" altLang="en-US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진행 중 입니다</a:t>
            </a:r>
            <a:r>
              <a:rPr lang="en-US" altLang="ko-KR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.(~12/23)</a:t>
            </a:r>
          </a:p>
        </p:txBody>
      </p:sp>
    </p:spTree>
    <p:extLst>
      <p:ext uri="{BB962C8B-B14F-4D97-AF65-F5344CB8AC3E}">
        <p14:creationId xmlns:p14="http://schemas.microsoft.com/office/powerpoint/2010/main" val="72283088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실행 단추: 홈으로 이동 11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3F98626B-21E5-453F-AA26-8FF0187612AA}"/>
              </a:ext>
            </a:extLst>
          </p:cNvPr>
          <p:cNvSpPr/>
          <p:nvPr/>
        </p:nvSpPr>
        <p:spPr>
          <a:xfrm>
            <a:off x="9513455" y="132021"/>
            <a:ext cx="292852" cy="292852"/>
          </a:xfrm>
          <a:prstGeom prst="actionButtonHo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" name="제목 1">
            <a:extLst>
              <a:ext uri="{FF2B5EF4-FFF2-40B4-BE49-F238E27FC236}">
                <a16:creationId xmlns:a16="http://schemas.microsoft.com/office/drawing/2014/main" id="{49DF342E-4401-4D7B-B75B-558FB02193FB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550698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ko-KR" altLang="en-US" sz="1800">
                <a:solidFill>
                  <a:schemeClr val="tx1"/>
                </a:solidFill>
                <a:cs typeface="Malgun Gothic Semilight"/>
              </a:rPr>
              <a:t>1.자동보정선행개발팀</a:t>
            </a:r>
            <a:r>
              <a:rPr lang="en-US" altLang="ko-KR" sz="1800">
                <a:solidFill>
                  <a:schemeClr val="tx1"/>
                </a:solidFill>
                <a:cs typeface="Malgun Gothic Semilight"/>
              </a:rPr>
              <a:t>(2/2)</a:t>
            </a:r>
            <a:endParaRPr lang="ko-KR">
              <a:solidFill>
                <a:schemeClr val="tx1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621F14B-7293-2C34-6925-EE037DC7EB55}"/>
              </a:ext>
            </a:extLst>
          </p:cNvPr>
          <p:cNvSpPr txBox="1"/>
          <p:nvPr/>
        </p:nvSpPr>
        <p:spPr>
          <a:xfrm>
            <a:off x="124961" y="569234"/>
            <a:ext cx="9781039" cy="170816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4. </a:t>
            </a:r>
            <a:r>
              <a:rPr lang="ko-KR" altLang="en-US" sz="1050" b="1" err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코터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lang="ko-KR" altLang="en-US" sz="1050" b="1" err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슬러리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온도</a:t>
            </a: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자동보정 개발</a:t>
            </a: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(GM1 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양산 적용 완료 후 수평전개</a:t>
            </a: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 NFF 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신규 검토</a:t>
            </a: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</a:t>
            </a:r>
          </a:p>
          <a:p>
            <a:pPr>
              <a:defRPr/>
            </a:pP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- GM1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생산 후 부동 시 공급탱크 온도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PV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값이 빠르게 떨어지는 현상이 발생하였고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법인에서 요청하여 분석 중에 있습니다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</a:t>
            </a:r>
            <a:b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. </a:t>
            </a:r>
            <a:r>
              <a:rPr lang="ko-KR" altLang="en-US" sz="1050" err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슬러리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온도 자동보정 수평전개가 </a:t>
            </a:r>
            <a:r>
              <a:rPr lang="ko-KR" altLang="en-US" sz="1050" err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미진행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된 호기였고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온도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SV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변화도 없는 것을 확인하였습니다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추가적으로 최근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1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년 데이터를 분석하여 발생 시작 시점을 확인 중에 있습니다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</a:t>
            </a:r>
            <a:b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- ESWA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에 설치되어 있는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Booth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온도를 활용하여 </a:t>
            </a:r>
            <a:r>
              <a:rPr lang="ko-KR" altLang="en-US" sz="1050" err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슬러리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온도와 외부 온도 차이에 따른 로딩 영향도 분석 진행 중 입니다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.(w/ C51)</a:t>
            </a:r>
            <a:b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.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가설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: </a:t>
            </a:r>
            <a:r>
              <a:rPr lang="ko-KR" altLang="en-US" sz="1050" err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슬러리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온도와 외기 온도를 동일하게 유지 시 로딩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Loss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가 개선됨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(ESNB, ESWA) (※ </a:t>
            </a:r>
            <a:r>
              <a:rPr lang="ko-KR" altLang="en-US" sz="1050" err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재조건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조정 시 자동보정을 통한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Loss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개선을 위한 선행 연구 목적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</a:t>
            </a:r>
            <a:b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. WA 6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개 호기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6~12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개월 </a:t>
            </a:r>
            <a:r>
              <a:rPr lang="ko-KR" altLang="en-US" sz="1050" err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재조건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조정 구간의 온도 편차에 따른 로딩 편차 분석 결과 온도 편차가 클수록 로딩 편차가 큰 결과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시간이 지남에 따라 높아짐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를 확인하였습니다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 (12/1)</a:t>
            </a:r>
          </a:p>
          <a:p>
            <a:pPr>
              <a:defRPr/>
            </a:pP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 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예외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Case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로 음극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6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호기에서만 반대의 결과가 확인되어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원인 분석을 추가 진행 중에 있습니다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</a:t>
            </a:r>
            <a:b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- NFF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대상으로 </a:t>
            </a:r>
            <a:r>
              <a:rPr lang="ko-KR" altLang="en-US" sz="1050" err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슬러리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온도 자동보정 기술 개발을 위해 유관부서에 과제 소개를 진행하였으며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자동보정 확대 적용을 위해 검토 중에 있습니다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.(’26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년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2Q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적용 목표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</a:t>
            </a:r>
            <a:b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.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수동보정 이력에 대한 데이터를 입수 하였으며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데이터 분석 진행 중에 있습니다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</a:t>
            </a:r>
          </a:p>
          <a:p>
            <a:pPr>
              <a:defRPr/>
            </a:pP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. ’25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년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ESGM1(</a:t>
            </a:r>
            <a:r>
              <a:rPr lang="ko-KR" altLang="en-US" sz="1050" err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수직다이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에 적용한 사이드 로딩 보정을 위한 로직을 활용 예정이며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lang="ko-KR" altLang="en-US" sz="1050" err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밴드갭이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없는 </a:t>
            </a:r>
            <a:r>
              <a:rPr lang="ko-KR" altLang="en-US" sz="1050" err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수평다이를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활용하는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NFF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의 특성이 반영 될 수 있도록 검토 중에 있습니다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5AB1AE4-C79A-9AAC-9814-D0CA8BC5C0A9}"/>
              </a:ext>
            </a:extLst>
          </p:cNvPr>
          <p:cNvSpPr txBox="1"/>
          <p:nvPr/>
        </p:nvSpPr>
        <p:spPr>
          <a:xfrm>
            <a:off x="117190" y="2359813"/>
            <a:ext cx="9781039" cy="1061829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lang="en-US" altLang="ko-KR" sz="1050" b="1">
                <a:latin typeface="Arial Narrow"/>
                <a:ea typeface="LG스마트체 Regular"/>
                <a:cs typeface="Malgun Gothic Semilight"/>
              </a:rPr>
              <a:t>5. [</a:t>
            </a:r>
            <a:r>
              <a:rPr lang="ko-KR" altLang="en-US" sz="1050" b="1">
                <a:latin typeface="Arial Narrow"/>
                <a:ea typeface="LG스마트체 Regular"/>
                <a:cs typeface="Malgun Gothic Semilight"/>
              </a:rPr>
              <a:t>산학과제</a:t>
            </a:r>
            <a:r>
              <a:rPr lang="en-US" altLang="ko-KR" sz="1050" b="1">
                <a:latin typeface="Arial Narrow"/>
                <a:ea typeface="LG스마트체 Regular"/>
                <a:cs typeface="Malgun Gothic Semilight"/>
              </a:rPr>
              <a:t>] </a:t>
            </a:r>
            <a:r>
              <a:rPr lang="ko-KR" altLang="en-US" sz="1050" b="1">
                <a:latin typeface="Arial Narrow"/>
                <a:ea typeface="LG스마트체 Regular"/>
                <a:cs typeface="Malgun Gothic Semilight"/>
              </a:rPr>
              <a:t>슬라이딩 및 표면 불량 원인 진단 및 예측 모델 개발</a:t>
            </a:r>
            <a:endParaRPr lang="en-US" altLang="ko-KR" sz="1050" b="1">
              <a:latin typeface="Arial Narrow"/>
              <a:ea typeface="LG스마트체 Regular"/>
              <a:cs typeface="Malgun Gothic Semilight"/>
            </a:endParaRPr>
          </a:p>
          <a:p>
            <a:pPr>
              <a:defRPr/>
            </a:pP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-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 슬라이딩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: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슬라이딩 정도가 심한 상황에서 슬라이딩을 저감 할 수 있도록 제어 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or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이상감지를 위해 하위 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10%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의 데이터를 분석하였으며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, 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평균 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0.63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의 높은 상관성을 확인하였습니다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.</a:t>
            </a:r>
            <a:b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   </a:t>
            </a:r>
            <a:r>
              <a:rPr lang="ko-KR" altLang="en-US" sz="1050" err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모델별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특성 유무 확인을 위해 타 모델에 대한 추가 분석 진행 예정입니다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.</a:t>
            </a:r>
            <a:br>
              <a:rPr lang="ko-KR" altLang="en-US" sz="1050"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 -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표면불량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: NND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 공정 통합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Vision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에서 측정되는 표면불량의 데이터를 수집하여 </a:t>
            </a:r>
            <a:r>
              <a:rPr lang="ko-KR" altLang="en-US" sz="1050" err="1">
                <a:latin typeface="Arial Narrow"/>
                <a:ea typeface="LG스마트체 Regular"/>
                <a:cs typeface="Malgun Gothic Semilight"/>
              </a:rPr>
              <a:t>코터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 공정 표면불량 분석 중에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있습니다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. (GM1 ’25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년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3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월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NND </a:t>
            </a:r>
            <a:r>
              <a:rPr lang="en-US" altLang="ko-KR" sz="1050" err="1">
                <a:latin typeface="Arial Narrow"/>
                <a:ea typeface="LG스마트체 Regular"/>
                <a:cs typeface="Malgun Gothic Semilight"/>
              </a:rPr>
              <a:t>공정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에서 판정한 표면불량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)</a:t>
            </a:r>
            <a:b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.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특정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Lot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에서 표면 불량이 다발하는 현상을 확인하였고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,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상위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Lot(10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개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)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과 하위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Lot(25% Lot)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의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Mutual Information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이 높은 상위 인자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10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개에 대한 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Group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간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차이를 비교 분석 하였으나</a:t>
            </a:r>
            <a:br>
              <a:rPr lang="en-US" altLang="ko-KR" sz="1050"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    </a:t>
            </a:r>
            <a:r>
              <a:rPr lang="ko-KR" altLang="en-US" sz="1050">
                <a:latin typeface="Arial Narrow"/>
                <a:ea typeface="LG스마트체 Regular"/>
                <a:cs typeface="Malgun Gothic Semilight"/>
              </a:rPr>
              <a:t>유의미한 분포 차이가 없었습니다</a:t>
            </a: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09B541F-2ECF-5785-A5ED-A7BD7E215953}"/>
              </a:ext>
            </a:extLst>
          </p:cNvPr>
          <p:cNvSpPr txBox="1"/>
          <p:nvPr/>
        </p:nvSpPr>
        <p:spPr>
          <a:xfrm>
            <a:off x="114236" y="4647967"/>
            <a:ext cx="9781039" cy="57708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lang="en-US" altLang="ko-KR" sz="1050" b="1">
                <a:latin typeface="Arial Narrow"/>
                <a:ea typeface="LG스마트체 Regular" panose="020B0600000101010101" pitchFamily="50" charset="-127"/>
                <a:cs typeface="Malgun Gothic Semilight"/>
              </a:rPr>
              <a:t>7. </a:t>
            </a:r>
            <a:r>
              <a:rPr lang="ko-KR" altLang="en-US" sz="1050" b="1">
                <a:latin typeface="Arial Narrow"/>
                <a:ea typeface="LG스마트체 Regular" panose="020B0600000101010101" pitchFamily="50" charset="-127"/>
                <a:cs typeface="Malgun Gothic Semilight"/>
              </a:rPr>
              <a:t>수동보정 모니터링 체계 구축</a:t>
            </a:r>
            <a:endParaRPr lang="en-US" altLang="ko-KR" sz="1050" b="1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  <a:p>
            <a:pPr>
              <a:defRPr/>
            </a:pP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- </a:t>
            </a:r>
            <a:r>
              <a:rPr lang="ko-KR" altLang="en-US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자동보정담당 내부적으로 </a:t>
            </a: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ESWA </a:t>
            </a:r>
            <a:r>
              <a:rPr lang="ko-KR" altLang="en-US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법인 전 공정 대상으로 </a:t>
            </a:r>
            <a:r>
              <a:rPr lang="ko-KR" altLang="en-US" sz="1050" err="1">
                <a:latin typeface="Arial Narrow"/>
                <a:ea typeface="LG스마트체 Regular" panose="020B0600000101010101" pitchFamily="50" charset="-127"/>
                <a:cs typeface="Malgun Gothic Semilight"/>
              </a:rPr>
              <a:t>메일링</a:t>
            </a:r>
            <a:r>
              <a:rPr lang="ko-KR" altLang="en-US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 서비스 구축 및 운영 중에 있습니다</a:t>
            </a: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.(11/18)</a:t>
            </a:r>
            <a:b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</a:b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- APC </a:t>
            </a:r>
            <a:r>
              <a:rPr lang="ko-KR" altLang="en-US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적용 법인을 대상으로 확대 적용 중 입니다</a:t>
            </a: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. 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HD, ST 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법인 대상으로 수평전개 중이며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, MI 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법인은 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FDC 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시스템 증설이 필요한 상황이므로 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’26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년 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3~4</a:t>
            </a:r>
            <a:r>
              <a:rPr lang="ko-KR" altLang="en-US" sz="1050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월 적용 예정입니다</a:t>
            </a:r>
            <a:r>
              <a:rPr lang="en-US" altLang="ko-KR" sz="1050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D5B39E3-DBFF-398A-3221-4C415270A0C1}"/>
              </a:ext>
            </a:extLst>
          </p:cNvPr>
          <p:cNvSpPr txBox="1"/>
          <p:nvPr/>
        </p:nvSpPr>
        <p:spPr>
          <a:xfrm>
            <a:off x="114236" y="5333297"/>
            <a:ext cx="9781039" cy="900246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lang="en-US" altLang="ko-KR" sz="1050" b="1">
                <a:latin typeface="Arial Narrow"/>
                <a:ea typeface="LG스마트체 Regular" panose="020B0600000101010101" pitchFamily="50" charset="-127"/>
                <a:cs typeface="Malgun Gothic Semilight"/>
              </a:rPr>
              <a:t>8. </a:t>
            </a:r>
            <a:r>
              <a:rPr lang="ko-KR" altLang="en-US" sz="1050" b="1">
                <a:latin typeface="Arial Narrow"/>
                <a:ea typeface="LG스마트체 Regular" panose="020B0600000101010101" pitchFamily="50" charset="-127"/>
                <a:cs typeface="Malgun Gothic Semilight"/>
              </a:rPr>
              <a:t>신규 법인 자동보정 활용률 </a:t>
            </a:r>
            <a:r>
              <a:rPr lang="en-US" altLang="ko-KR" sz="1050" b="1">
                <a:latin typeface="Arial Narrow"/>
                <a:ea typeface="LG스마트체 Regular" panose="020B0600000101010101" pitchFamily="50" charset="-127"/>
                <a:cs typeface="Malgun Gothic Semilight"/>
              </a:rPr>
              <a:t>Report</a:t>
            </a:r>
            <a:r>
              <a:rPr lang="ko-KR" altLang="en-US" sz="1050" b="1">
                <a:latin typeface="Arial Narrow"/>
                <a:ea typeface="LG스마트체 Regular" panose="020B0600000101010101" pitchFamily="50" charset="-127"/>
                <a:cs typeface="Malgun Gothic Semilight"/>
              </a:rPr>
              <a:t> 확대 적용</a:t>
            </a:r>
            <a:r>
              <a:rPr lang="en-US" altLang="ko-KR" sz="1050" b="1">
                <a:latin typeface="Arial Narrow"/>
                <a:ea typeface="LG스마트체 Regular" panose="020B0600000101010101" pitchFamily="50" charset="-127"/>
                <a:cs typeface="Malgun Gothic Semilight"/>
              </a:rPr>
              <a:t>(ST,</a:t>
            </a:r>
            <a:r>
              <a:rPr lang="ko-KR" altLang="en-US" sz="1050" b="1"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lang="en-US" altLang="ko-KR" sz="1050" b="1">
                <a:latin typeface="Arial Narrow"/>
                <a:ea typeface="LG스마트체 Regular" panose="020B0600000101010101" pitchFamily="50" charset="-127"/>
                <a:cs typeface="Malgun Gothic Semilight"/>
              </a:rPr>
              <a:t>HD,</a:t>
            </a:r>
            <a:r>
              <a:rPr lang="ko-KR" altLang="en-US" sz="1050" b="1"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lang="en-US" altLang="ko-KR" sz="1050" b="1">
                <a:latin typeface="Arial Narrow"/>
                <a:ea typeface="LG스마트체 Regular" panose="020B0600000101010101" pitchFamily="50" charset="-127"/>
                <a:cs typeface="Malgun Gothic Semilight"/>
              </a:rPr>
              <a:t>HG,</a:t>
            </a:r>
            <a:r>
              <a:rPr lang="ko-KR" altLang="en-US" sz="1050" b="1"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lang="en-US" altLang="ko-KR" sz="1050" b="1">
                <a:latin typeface="Arial Narrow"/>
                <a:ea typeface="LG스마트체 Regular" panose="020B0600000101010101" pitchFamily="50" charset="-127"/>
                <a:cs typeface="Malgun Gothic Semilight"/>
              </a:rPr>
              <a:t>MI2,</a:t>
            </a:r>
            <a:r>
              <a:rPr lang="ko-KR" altLang="en-US" sz="1050" b="1"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lang="en-US" altLang="ko-KR" sz="1050" b="1">
                <a:latin typeface="Arial Narrow"/>
                <a:ea typeface="LG스마트체 Regular" panose="020B0600000101010101" pitchFamily="50" charset="-127"/>
                <a:cs typeface="Malgun Gothic Semilight"/>
              </a:rPr>
              <a:t>MI_L)</a:t>
            </a:r>
          </a:p>
          <a:p>
            <a:pPr>
              <a:defRPr/>
            </a:pP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- ’25</a:t>
            </a:r>
            <a:r>
              <a:rPr lang="ko-KR" altLang="en-US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년 신규 법인</a:t>
            </a: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(ST, HD, HG, MI2, MI_L) </a:t>
            </a:r>
            <a:r>
              <a:rPr lang="ko-KR" altLang="en-US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자동보정 활용률 </a:t>
            </a: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Report</a:t>
            </a:r>
            <a:r>
              <a:rPr lang="ko-KR" altLang="en-US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 개발 중에 있습니다</a:t>
            </a: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.</a:t>
            </a:r>
            <a:b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</a:b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  . MI2, HD </a:t>
            </a:r>
            <a:r>
              <a:rPr lang="ko-KR" altLang="en-US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법인은 구축 완료하였으며</a:t>
            </a: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lang="ko-KR" altLang="en-US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추가로 </a:t>
            </a: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ST </a:t>
            </a:r>
            <a:r>
              <a:rPr lang="ko-KR" altLang="en-US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법인 구축 완료 하였습니다</a:t>
            </a: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.</a:t>
            </a:r>
            <a:b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</a:b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  . </a:t>
            </a:r>
            <a:r>
              <a:rPr lang="ko-KR" altLang="en-US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타 법인은 양산 전 적용 될 수 있도록 개발 중에 있습니다</a:t>
            </a: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.</a:t>
            </a:r>
            <a:b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</a:b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  . MI </a:t>
            </a:r>
            <a:r>
              <a:rPr lang="ko-KR" altLang="en-US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법인 다빈치 장애로 인해 기존 개발 완료된 활용률 </a:t>
            </a: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Report</a:t>
            </a:r>
            <a:r>
              <a:rPr lang="ko-KR" altLang="en-US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가 삭제되었으며</a:t>
            </a: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lang="ko-KR" altLang="en-US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재개발 진행 중 입니다</a:t>
            </a:r>
            <a:r>
              <a:rPr lang="en-US" altLang="ko-KR" sz="1050">
                <a:latin typeface="Arial Narrow"/>
                <a:ea typeface="LG스마트체 Regular" panose="020B0600000101010101" pitchFamily="50" charset="-127"/>
                <a:cs typeface="Malgun Gothic Semilight"/>
              </a:rPr>
              <a:t>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C46BF56-E620-47C3-A436-BB4F2EF36FD6}"/>
              </a:ext>
            </a:extLst>
          </p:cNvPr>
          <p:cNvSpPr txBox="1"/>
          <p:nvPr/>
        </p:nvSpPr>
        <p:spPr>
          <a:xfrm>
            <a:off x="117190" y="3503719"/>
            <a:ext cx="9781039" cy="1061829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6. 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각형 자동보정 신규 개발</a:t>
            </a:r>
            <a:endParaRPr lang="en-US" altLang="ko-KR" sz="1050" b="1"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  <a:p>
            <a:pPr>
              <a:defRPr/>
            </a:pPr>
            <a:r>
              <a:rPr kumimoji="1" lang="en-US" altLang="ko-KR" sz="105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-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각형 </a:t>
            </a:r>
            <a: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ESEP1 Pilot Line : DNC </a:t>
            </a:r>
            <a:r>
              <a:rPr lang="ko-KR" altLang="en-US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→</a:t>
            </a:r>
            <a: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 AZS </a:t>
            </a:r>
            <a:r>
              <a:rPr lang="ko-KR" altLang="en-US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→</a:t>
            </a:r>
            <a: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 PKG(TDC </a:t>
            </a:r>
            <a:r>
              <a:rPr lang="ko-KR" altLang="en-US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→</a:t>
            </a:r>
            <a: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 CDC </a:t>
            </a:r>
            <a:r>
              <a:rPr lang="ko-KR" altLang="en-US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→</a:t>
            </a:r>
            <a: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 Can-cap</a:t>
            </a:r>
            <a:r>
              <a:rPr lang="ko-KR" altLang="en-US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용접</a:t>
            </a:r>
            <a: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→</a:t>
            </a:r>
            <a: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 HVC </a:t>
            </a:r>
            <a:r>
              <a:rPr lang="ko-KR" altLang="en-US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→</a:t>
            </a:r>
            <a: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 Seal plate </a:t>
            </a:r>
            <a:r>
              <a:rPr lang="ko-KR" altLang="en-US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용접</a:t>
            </a:r>
            <a: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→</a:t>
            </a:r>
            <a: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활성화</a:t>
            </a:r>
            <a: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→</a:t>
            </a:r>
            <a: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 EOL</a:t>
            </a:r>
            <a:b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. </a:t>
            </a:r>
            <a:r>
              <a:rPr lang="ko-KR" altLang="en-US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각형 내 다수의 용접 공정이 포함되어 자동보정 개발 가능여부 검토 중 입니다</a:t>
            </a:r>
            <a: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b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</a:t>
            </a:r>
            <a:r>
              <a:rPr lang="ko-KR" altLang="en-US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구</a:t>
            </a:r>
            <a: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가상계측팀</a:t>
            </a:r>
            <a: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구</a:t>
            </a:r>
            <a:r>
              <a:rPr lang="en-US" altLang="ko-KR" sz="1050" b="0" i="0" u="none" strike="noStrike" baseline="0" noProof="0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1050" b="0" i="0" u="none" strike="noStrike" baseline="0" noProof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빅데이터분석팀에서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용접 불량 검출을 목적으로 개발한 내용이 있었으며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자료 입수 및 확인 중 입니다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b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 .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각형 공정 용접 검사 방법과 파우치 용접 검사 방법을 비교 중에 있습니다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b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. </a:t>
            </a:r>
            <a:r>
              <a:rPr lang="en-US" altLang="ko-KR" sz="1050" strike="sngStrike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11</a:t>
            </a:r>
            <a:r>
              <a:rPr lang="ko-KR" altLang="en-US" sz="1050" strike="sngStrike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 중순</a:t>
            </a:r>
            <a:r>
              <a:rPr lang="ko-KR" altLang="en-US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→ </a:t>
            </a:r>
            <a:r>
              <a:rPr lang="en-US" altLang="ko-KR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12/15(</a:t>
            </a:r>
            <a:r>
              <a:rPr lang="ko-KR" altLang="en-US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생산 일정 변경</a:t>
            </a:r>
            <a:r>
              <a:rPr lang="en-US" altLang="ko-KR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부터 각형 </a:t>
            </a:r>
            <a:r>
              <a:rPr lang="en-US" altLang="ko-KR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PKG </a:t>
            </a:r>
            <a:r>
              <a:rPr lang="ko-KR" altLang="en-US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 데이터 취득이 가능한 상황이므로</a:t>
            </a:r>
            <a:r>
              <a:rPr lang="en-US" altLang="ko-KR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5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파우치형과 모듈 공정의 데이터를 취득하여 검토하겠습니다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207886167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155896"/>
              </p:ext>
            </p:extLst>
          </p:nvPr>
        </p:nvGraphicFramePr>
        <p:xfrm>
          <a:off x="130629" y="845975"/>
          <a:ext cx="9638576" cy="5927019"/>
        </p:xfrm>
        <a:graphic>
          <a:graphicData uri="http://schemas.openxmlformats.org/drawingml/2006/table">
            <a:tbl>
              <a:tblPr/>
              <a:tblGrid>
                <a:gridCol w="7381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650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4338">
                  <a:extLst>
                    <a:ext uri="{9D8B030D-6E8A-4147-A177-3AD203B41FA5}">
                      <a16:colId xmlns:a16="http://schemas.microsoft.com/office/drawing/2014/main" val="2176399421"/>
                    </a:ext>
                  </a:extLst>
                </a:gridCol>
                <a:gridCol w="7100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438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142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91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baseline="0">
                        <a:solidFill>
                          <a:srgbClr val="FFFF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  <a:endParaRPr lang="en-US" altLang="ko-KR" sz="900" b="1" i="0" u="none" strike="noStrike" baseline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8034"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모듈 공정 </a:t>
                      </a:r>
                      <a:endParaRPr lang="en-US" altLang="ko-KR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 </a:t>
                      </a:r>
                      <a:endParaRPr lang="en-US" altLang="ko-KR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신규 과제 발굴</a:t>
                      </a:r>
                      <a:endParaRPr lang="en-US" altLang="ko-KR" baseline="0" noProof="0">
                        <a:solidFill>
                          <a:srgbClr val="000000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WA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(W51)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 자동보정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SW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내부 데이터 관리 버그 개선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, APC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알람 추가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향후 타법인 수평전개 및 유지보수성을 높이기 위한 코드 리팩토링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 (~12/23)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kumimoji="0" lang="en-US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이제희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신재우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조동현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178"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36000" marR="6273" marT="6273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구분</a:t>
                      </a:r>
                      <a:endParaRPr lang="en-US" altLang="ko-KR" sz="8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</a:txBody>
                  <a:tcPr marL="36000" marR="6273" marT="36000" marB="36000">
                    <a:lnL w="12700">
                      <a:solidFill>
                        <a:schemeClr val="bg1">
                          <a:lumMod val="50000"/>
                        </a:schemeClr>
                      </a:solidFill>
                    </a:lnL>
                    <a:lnR w="12700">
                      <a:solidFill>
                        <a:schemeClr val="bg1">
                          <a:lumMod val="50000"/>
                        </a:schemeClr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2727025"/>
                  </a:ext>
                </a:extLst>
              </a:tr>
              <a:tr h="4626908"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36000" marR="6273" marT="6273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chemeClr val="tx1"/>
                      </a:solidFill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chemeClr val="tx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rgbClr val="1414FE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>
                      <a:solidFill>
                        <a:schemeClr val="bg1">
                          <a:lumMod val="50000"/>
                        </a:schemeClr>
                      </a:solidFill>
                    </a:lnL>
                    <a:lnR w="12700">
                      <a:solidFill>
                        <a:schemeClr val="bg1">
                          <a:lumMod val="50000"/>
                        </a:schemeClr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자동보정 영역 확대를 위해 모듈 공정 자동보정을 검토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하고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기반기술그룹 산하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Pack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공정기술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/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설비기술담당과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해외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법인 모듈 기술 담당에서 제안 받은 과제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현황 파악을 통해 과제 발굴하여 모듈 공정에 자동보정을 적용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endParaRPr 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▶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highlight>
                            <a:srgbClr val="FFFF00"/>
                          </a:highlight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레진 도포 무게 자동보정</a:t>
                      </a: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highlight>
                          <a:srgbClr val="FFFF00"/>
                        </a:highlight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- ESWA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CMA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(Global 1</a:t>
                      </a:r>
                      <a:r>
                        <a:rPr lang="en-US" altLang="ko-KR" sz="900" b="0" i="0" u="none" strike="noStrike" kern="1200" cap="none" spc="0" normalizeH="0" baseline="3000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st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대표호기 개발 및 적용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(~9/15,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-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Target Weight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자동 설정 기능 추가 개발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(~10/28,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수평전개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대상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: CMA 2,3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(U-Frame Type) (~11/12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완료 목표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 : PLC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Interface,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APC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연계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(~11/14,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데이터 정합성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기능 검증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(11/21,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-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자동보정 적용 후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NG(11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에 대한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VOE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대응 →  자동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Target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값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Min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값 설정 추가</a:t>
                      </a: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: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총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건의 무게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NG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중 자동보정 영향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NG 3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건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자동보정 무관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NG 18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건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향후 수평전개 대상 법인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신규 아이템 사전 검토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highlight>
                            <a:srgbClr val="FFFF00"/>
                          </a:highlight>
                          <a:uLnTx/>
                          <a:uFillTx/>
                          <a:latin typeface="+mn-lt"/>
                          <a:ea typeface="+mn-ea"/>
                        </a:rPr>
                        <a:t>▶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highlight>
                            <a:srgbClr val="FFFF00"/>
                          </a:highlight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highlight>
                            <a:srgbClr val="FFFF00"/>
                          </a:highlight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레진 도포 위치 자동보정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자동보정 프로그램 개발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(~11/10,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로직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Simulation(11/17),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Back Test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(11/18)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- Vision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데이터 정합성 검증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신규 측정 항목 대상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~11/14,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양산 적용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Test (~11/21,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결과 분석 및 법인 공유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(11/24)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 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초기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세팅값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Nozzle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하우징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교체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법인 체크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OP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교육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highlight>
                            <a:srgbClr val="FFFF00"/>
                          </a:highlight>
                          <a:uLnTx/>
                          <a:uFillTx/>
                          <a:latin typeface="+mn-lt"/>
                          <a:ea typeface="+mn-ea"/>
                        </a:rPr>
                        <a:t>▶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highlight>
                            <a:srgbClr val="FFFF00"/>
                          </a:highlight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Frame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highlight>
                            <a:srgbClr val="FFFF00"/>
                          </a:highlight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조립</a:t>
                      </a:r>
                      <a:endParaRPr lang="en-US" altLang="ko-KR" sz="900" b="0" i="0" u="sng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   - Frame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조립 공정 모든 불량의 원인이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기구부 기인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대부분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HW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간 간섭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으로 인한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Gap NG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임을 확인하였고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법인과 기구 개선 방향으로 협의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  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 (ESWA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요청사항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기구 및 셋팅 이상 확인을 용이하게 하기 위해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, Frame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공정 분석툴 개발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(~10/20,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가이드 작성 및 법인 공유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(10/21,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)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</a:txBody>
                  <a:tcPr marL="36000" marR="6273" marT="36000" marB="36000">
                    <a:lnL w="12700">
                      <a:solidFill>
                        <a:schemeClr val="bg1">
                          <a:lumMod val="50000"/>
                        </a:schemeClr>
                      </a:solidFill>
                    </a:lnL>
                    <a:lnR w="12700">
                      <a:solidFill>
                        <a:schemeClr val="bg1">
                          <a:lumMod val="50000"/>
                        </a:schemeClr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chemeClr val="tx1"/>
                      </a:solidFill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chemeClr val="tx1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9549755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71788" y="612730"/>
            <a:ext cx="2720296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모듈 공정 자동보정 신규 과제 발굴 </a:t>
            </a:r>
            <a:endParaRPr lang="en-US" altLang="ko-KR" sz="1400" b="1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41761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자동보정 선행개발팀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0EFD6B0-D01B-40A7-8400-A24E2E3D8C9B}"/>
              </a:ext>
            </a:extLst>
          </p:cNvPr>
          <p:cNvSpPr txBox="1"/>
          <p:nvPr/>
        </p:nvSpPr>
        <p:spPr>
          <a:xfrm>
            <a:off x="1153975" y="1942800"/>
            <a:ext cx="894348" cy="230832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 계획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C643ABC-098F-4CCF-87DF-A9F14F008D3E}"/>
              </a:ext>
            </a:extLst>
          </p:cNvPr>
          <p:cNvSpPr txBox="1"/>
          <p:nvPr/>
        </p:nvSpPr>
        <p:spPr>
          <a:xfrm>
            <a:off x="1360480" y="1673212"/>
            <a:ext cx="44114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배경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4" name="직사각형 18">
            <a:extLst>
              <a:ext uri="{FF2B5EF4-FFF2-40B4-BE49-F238E27FC236}">
                <a16:creationId xmlns:a16="http://schemas.microsoft.com/office/drawing/2014/main" id="{76D7A5B9-A358-F727-DD41-D2EDC7BEF51B}"/>
              </a:ext>
            </a:extLst>
          </p:cNvPr>
          <p:cNvSpPr/>
          <p:nvPr/>
        </p:nvSpPr>
        <p:spPr>
          <a:xfrm>
            <a:off x="5240521" y="503263"/>
            <a:ext cx="2790258" cy="400110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ko-KR" altLang="en-US" sz="1000">
                <a:latin typeface="+mn-ea"/>
              </a:rPr>
              <a:t>[ 과제번호 : 자동보정선행개발-#4, 진행 상태 : </a:t>
            </a:r>
            <a:r>
              <a:rPr lang="ko-KR" altLang="en-US" sz="10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1000">
                <a:latin typeface="+mn-ea"/>
              </a:rPr>
              <a:t>]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6787DD5D-66C3-4579-B3C3-D18EBB880937}"/>
              </a:ext>
            </a:extLst>
          </p:cNvPr>
          <p:cNvSpPr txBox="1"/>
          <p:nvPr/>
        </p:nvSpPr>
        <p:spPr>
          <a:xfrm>
            <a:off x="1274502" y="3977557"/>
            <a:ext cx="671979" cy="230832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 상황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</a:endParaRPr>
          </a:p>
        </p:txBody>
      </p:sp>
      <p:sp>
        <p:nvSpPr>
          <p:cNvPr id="34" name="내용 개체 틀 20">
            <a:extLst>
              <a:ext uri="{FF2B5EF4-FFF2-40B4-BE49-F238E27FC236}">
                <a16:creationId xmlns:a16="http://schemas.microsoft.com/office/drawing/2014/main" id="{BA7CFCC0-DFD6-4FAC-B7D0-C9117BF6BE20}"/>
              </a:ext>
            </a:extLst>
          </p:cNvPr>
          <p:cNvSpPr txBox="1">
            <a:spLocks/>
          </p:cNvSpPr>
          <p:nvPr/>
        </p:nvSpPr>
        <p:spPr>
          <a:xfrm>
            <a:off x="8364556" y="165078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신재우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S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1EF3097-C672-499A-AD2F-8D4030151E6B}"/>
              </a:ext>
            </a:extLst>
          </p:cNvPr>
          <p:cNvSpPr txBox="1"/>
          <p:nvPr/>
        </p:nvSpPr>
        <p:spPr>
          <a:xfrm>
            <a:off x="8357499" y="3340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17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5BB4BDEE-11C9-8FCE-EC38-ABCC3B754A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7326686"/>
              </p:ext>
            </p:extLst>
          </p:nvPr>
        </p:nvGraphicFramePr>
        <p:xfrm>
          <a:off x="2416609" y="2015739"/>
          <a:ext cx="5989676" cy="552092"/>
        </p:xfrm>
        <a:graphic>
          <a:graphicData uri="http://schemas.openxmlformats.org/drawingml/2006/table">
            <a:tbl>
              <a:tblPr/>
              <a:tblGrid>
                <a:gridCol w="722606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988730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1409787820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1978639862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4075003826"/>
                    </a:ext>
                  </a:extLst>
                </a:gridCol>
              </a:tblGrid>
              <a:tr h="136226">
                <a:tc grid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진행 계획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안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7914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모듈 공정 분석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Resin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무게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 개발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적용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Target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 설정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고도화 적용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Resin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도포 위치</a:t>
                      </a:r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자동보정 개발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적용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WA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수평전개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향후 수평전개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신규 아이템 검토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5204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~‘25.07</a:t>
                      </a:r>
                      <a:endParaRPr kumimoji="0"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~’25.08</a:t>
                      </a: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~’25.09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~’25.10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~’25.11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~’25.12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~’26.1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grpSp>
        <p:nvGrpSpPr>
          <p:cNvPr id="40" name="그룹 39">
            <a:extLst>
              <a:ext uri="{FF2B5EF4-FFF2-40B4-BE49-F238E27FC236}">
                <a16:creationId xmlns:a16="http://schemas.microsoft.com/office/drawing/2014/main" id="{47173F78-B018-8BB7-9A70-153C55FEA22B}"/>
              </a:ext>
            </a:extLst>
          </p:cNvPr>
          <p:cNvGrpSpPr/>
          <p:nvPr/>
        </p:nvGrpSpPr>
        <p:grpSpPr>
          <a:xfrm>
            <a:off x="5751435" y="2631888"/>
            <a:ext cx="3236359" cy="2179212"/>
            <a:chOff x="5752474" y="1940490"/>
            <a:chExt cx="3236359" cy="2088613"/>
          </a:xfrm>
        </p:grpSpPr>
        <p:pic>
          <p:nvPicPr>
            <p:cNvPr id="41" name="그림 40">
              <a:extLst>
                <a:ext uri="{FF2B5EF4-FFF2-40B4-BE49-F238E27FC236}">
                  <a16:creationId xmlns:a16="http://schemas.microsoft.com/office/drawing/2014/main" id="{585A42FD-6EE0-98A0-0306-E543F6B41B8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752474" y="2824518"/>
              <a:ext cx="3236359" cy="1204585"/>
            </a:xfrm>
            <a:prstGeom prst="rect">
              <a:avLst/>
            </a:prstGeom>
          </p:spPr>
        </p:pic>
        <p:pic>
          <p:nvPicPr>
            <p:cNvPr id="42" name="그림 41">
              <a:extLst>
                <a:ext uri="{FF2B5EF4-FFF2-40B4-BE49-F238E27FC236}">
                  <a16:creationId xmlns:a16="http://schemas.microsoft.com/office/drawing/2014/main" id="{AE97E922-309B-0003-137F-BCA6D8A9252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800099" y="1940490"/>
              <a:ext cx="3188734" cy="916962"/>
            </a:xfrm>
            <a:prstGeom prst="rect">
              <a:avLst/>
            </a:prstGeom>
          </p:spPr>
        </p:pic>
      </p:grpSp>
      <p:graphicFrame>
        <p:nvGraphicFramePr>
          <p:cNvPr id="43" name="표 19">
            <a:extLst>
              <a:ext uri="{FF2B5EF4-FFF2-40B4-BE49-F238E27FC236}">
                <a16:creationId xmlns:a16="http://schemas.microsoft.com/office/drawing/2014/main" id="{0824F682-C1FC-96FD-DF56-E246FD32A8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3729497"/>
              </p:ext>
            </p:extLst>
          </p:nvPr>
        </p:nvGraphicFramePr>
        <p:xfrm>
          <a:off x="2006311" y="3873713"/>
          <a:ext cx="3640086" cy="961440"/>
        </p:xfrm>
        <a:graphic>
          <a:graphicData uri="http://schemas.openxmlformats.org/drawingml/2006/table">
            <a:tbl>
              <a:tblPr firstRow="1" bandRow="1"/>
              <a:tblGrid>
                <a:gridCol w="1019616">
                  <a:extLst>
                    <a:ext uri="{9D8B030D-6E8A-4147-A177-3AD203B41FA5}">
                      <a16:colId xmlns:a16="http://schemas.microsoft.com/office/drawing/2014/main" val="727549790"/>
                    </a:ext>
                  </a:extLst>
                </a:gridCol>
                <a:gridCol w="1310235">
                  <a:extLst>
                    <a:ext uri="{9D8B030D-6E8A-4147-A177-3AD203B41FA5}">
                      <a16:colId xmlns:a16="http://schemas.microsoft.com/office/drawing/2014/main" val="1540952844"/>
                    </a:ext>
                  </a:extLst>
                </a:gridCol>
                <a:gridCol w="1310235">
                  <a:extLst>
                    <a:ext uri="{9D8B030D-6E8A-4147-A177-3AD203B41FA5}">
                      <a16:colId xmlns:a16="http://schemas.microsoft.com/office/drawing/2014/main" val="2103937845"/>
                    </a:ext>
                  </a:extLst>
                </a:gridCol>
              </a:tblGrid>
              <a:tr h="201040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Resin </a:t>
                      </a:r>
                      <a:r>
                        <a:rPr lang="ko-KR" altLang="en-US" sz="800">
                          <a:latin typeface="+mn-ea"/>
                          <a:ea typeface="+mn-ea"/>
                        </a:rPr>
                        <a:t>무게</a:t>
                      </a:r>
                      <a:endParaRPr lang="en-US" altLang="ko-KR" sz="80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800">
                          <a:latin typeface="+mn-ea"/>
                          <a:ea typeface="+mn-ea"/>
                        </a:rPr>
                        <a:t>자동 보정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수평전개 예상 일정</a:t>
                      </a:r>
                      <a:endParaRPr lang="en-US" altLang="ko-KR" sz="8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8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 별 </a:t>
                      </a:r>
                      <a:r>
                        <a:rPr lang="en-US" altLang="ko-KR" sz="8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SCM Plan </a:t>
                      </a:r>
                      <a:r>
                        <a:rPr lang="ko-KR" altLang="en-US" sz="8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</a:t>
                      </a:r>
                      <a:r>
                        <a:rPr lang="en-US" altLang="ko-KR" sz="8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신규 아이템 검토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769522"/>
                  </a:ext>
                </a:extLst>
              </a:tr>
              <a:tr h="2010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U-Frame /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선도포 방식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U-Frame / 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면도포 방식</a:t>
                      </a:r>
                      <a:endParaRPr lang="en-US" altLang="ko-KR" sz="800" b="0" baseline="0">
                        <a:solidFill>
                          <a:srgbClr val="0000FF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(Cell To Pack)</a:t>
                      </a:r>
                      <a:endParaRPr lang="ko-KR" altLang="en-US" sz="800" b="0" baseline="0">
                        <a:solidFill>
                          <a:srgbClr val="0000FF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9380020"/>
                  </a:ext>
                </a:extLst>
              </a:tr>
              <a:tr h="13020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>
                          <a:latin typeface="+mn-ea"/>
                          <a:ea typeface="+mn-ea"/>
                        </a:rPr>
                        <a:t>ESWA</a:t>
                      </a:r>
                    </a:p>
                  </a:txBody>
                  <a:tcPr marL="18000" marR="18000" marT="18000" marB="18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trike="sngStrike" baseline="0">
                          <a:latin typeface="+mn-ea"/>
                          <a:ea typeface="+mn-ea"/>
                        </a:rPr>
                        <a:t>‘25.11</a:t>
                      </a:r>
                      <a:r>
                        <a:rPr lang="en-US" altLang="ko-KR" sz="800" baseline="0"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800" baseline="0">
                          <a:latin typeface="+mn-ea"/>
                          <a:ea typeface="+mn-ea"/>
                        </a:rPr>
                        <a:t>完</a:t>
                      </a:r>
                      <a:r>
                        <a:rPr lang="en-US" altLang="ko-KR" sz="800" baseline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aseline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Renault CTP</a:t>
                      </a:r>
                      <a:endParaRPr lang="ko-KR" altLang="en-US" sz="800" baseline="0">
                        <a:solidFill>
                          <a:srgbClr val="0000FF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9842132"/>
                  </a:ext>
                </a:extLst>
              </a:tr>
              <a:tr h="13020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aseline="0">
                          <a:latin typeface="+mn-ea"/>
                          <a:ea typeface="+mn-ea"/>
                        </a:rPr>
                        <a:t>ESMI</a:t>
                      </a:r>
                      <a:endParaRPr lang="ko-KR" altLang="en-US" sz="800" baseline="0"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>
                          <a:latin typeface="+mn-ea"/>
                          <a:ea typeface="+mn-ea"/>
                        </a:rPr>
                        <a:t>‘26.7</a:t>
                      </a:r>
                      <a:endParaRPr lang="ko-KR" altLang="en-US" sz="800" baseline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ESS</a:t>
                      </a:r>
                      <a:r>
                        <a:rPr lang="ko-KR" altLang="en-US" sz="8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JF2</a:t>
                      </a:r>
                      <a:endParaRPr lang="ko-KR" altLang="en-US" sz="800" baseline="0">
                        <a:solidFill>
                          <a:srgbClr val="0000FF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5285872"/>
                  </a:ext>
                </a:extLst>
              </a:tr>
              <a:tr h="13020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aseline="0">
                          <a:latin typeface="+mn-ea"/>
                          <a:ea typeface="+mn-ea"/>
                        </a:rPr>
                        <a:t>ESHD</a:t>
                      </a:r>
                      <a:endParaRPr lang="ko-KR" altLang="en-US" sz="800" baseline="0"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>
                          <a:latin typeface="+mn-ea"/>
                          <a:ea typeface="+mn-ea"/>
                        </a:rPr>
                        <a:t>‘26.3</a:t>
                      </a:r>
                      <a:endParaRPr lang="ko-KR" altLang="en-US" sz="800" baseline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baseline="0">
                        <a:solidFill>
                          <a:srgbClr val="0000FF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77073598"/>
                  </a:ext>
                </a:extLst>
              </a:tr>
            </a:tbl>
          </a:graphicData>
        </a:graphic>
      </p:graphicFrame>
      <p:sp>
        <p:nvSpPr>
          <p:cNvPr id="39" name="TextBox 38">
            <a:extLst>
              <a:ext uri="{FF2B5EF4-FFF2-40B4-BE49-F238E27FC236}">
                <a16:creationId xmlns:a16="http://schemas.microsoft.com/office/drawing/2014/main" id="{7C17AE26-7E25-42D6-408B-89271D0593FB}"/>
              </a:ext>
            </a:extLst>
          </p:cNvPr>
          <p:cNvSpPr txBox="1"/>
          <p:nvPr/>
        </p:nvSpPr>
        <p:spPr>
          <a:xfrm>
            <a:off x="5751435" y="3349130"/>
            <a:ext cx="3074786" cy="42454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>
              <a:defRPr kumimoji="1" sz="1100" i="1" kern="0">
                <a:solidFill>
                  <a:schemeClr val="accent5">
                    <a:lumMod val="75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defRPr>
            </a:lvl1pPr>
          </a:lstStyle>
          <a:p>
            <a:pPr marL="0" lvl="1" defTabSz="1042298" fontAlgn="base">
              <a:lnSpc>
                <a:spcPct val="130000"/>
              </a:lnSpc>
              <a:spcAft>
                <a:spcPct val="0"/>
              </a:spcAft>
              <a:defRPr/>
            </a:pP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※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레진 무게 개선 효과 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: 471g 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 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약 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452g (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개선 효과 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19g/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개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)</a:t>
            </a:r>
          </a:p>
          <a:p>
            <a:pPr marL="0" lvl="1" defTabSz="1042298" fontAlgn="base">
              <a:lnSpc>
                <a:spcPct val="130000"/>
              </a:lnSpc>
              <a:spcAft>
                <a:spcPct val="0"/>
              </a:spcAft>
              <a:defRPr/>
            </a:pP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* 60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만개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(‘26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년 생산량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)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 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x 0.019kg x  9792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원  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= 1.12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억 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(CMA 4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호기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)</a:t>
            </a:r>
            <a:endParaRPr kumimoji="1" lang="en-US" altLang="ko-KR" sz="870" kern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8725D0FC-DD88-CCA8-A0BC-AE78058F642A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06262" y="4870882"/>
            <a:ext cx="1923968" cy="1198925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7D4CC4E-8F49-1F82-1157-99C013C091A5}"/>
              </a:ext>
            </a:extLst>
          </p:cNvPr>
          <p:cNvSpPr txBox="1"/>
          <p:nvPr/>
        </p:nvSpPr>
        <p:spPr>
          <a:xfrm>
            <a:off x="1911702" y="5705871"/>
            <a:ext cx="3240107" cy="59856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>
              <a:defRPr kumimoji="1" sz="1100" i="1" kern="0">
                <a:solidFill>
                  <a:schemeClr val="accent5">
                    <a:lumMod val="75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defRPr>
            </a:lvl1pPr>
          </a:lstStyle>
          <a:p>
            <a:pPr marL="0" lvl="1" defTabSz="1042298" fontAlgn="base">
              <a:lnSpc>
                <a:spcPct val="130000"/>
              </a:lnSpc>
              <a:spcAft>
                <a:spcPct val="0"/>
              </a:spcAft>
              <a:defRPr/>
            </a:pP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※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레진 도포 위치 자동보정 로직 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(Rule 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기반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,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Servo 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위치 제어 방식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</a:p>
          <a:p>
            <a:pPr marL="0" lvl="1" defTabSz="1042298" fontAlgn="base">
              <a:lnSpc>
                <a:spcPct val="130000"/>
              </a:lnSpc>
              <a:spcAft>
                <a:spcPct val="0"/>
              </a:spcAft>
              <a:defRPr/>
            </a:pP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1) “</a:t>
            </a:r>
            <a:r>
              <a:rPr kumimoji="1" lang="ko-KR" altLang="en-US" sz="870" kern="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과도포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존재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”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or “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내부 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Gap 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존재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” 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→ 외곽 도포 위치 내부 방향 제어</a:t>
            </a:r>
            <a:endParaRPr kumimoji="1" lang="en-US" altLang="ko-KR" sz="870" kern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  <a:p>
            <a:pPr marL="0" lvl="1" defTabSz="1042298" fontAlgn="base">
              <a:lnSpc>
                <a:spcPct val="130000"/>
              </a:lnSpc>
              <a:spcAft>
                <a:spcPct val="0"/>
              </a:spcAft>
              <a:defRPr/>
            </a:pP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2) “</a:t>
            </a:r>
            <a:r>
              <a:rPr kumimoji="1" lang="ko-KR" altLang="en-US" sz="870" kern="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과도포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없음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“ &amp; “Inner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Side </a:t>
            </a:r>
            <a:r>
              <a:rPr kumimoji="1" lang="ko-KR" altLang="en-US" sz="870" kern="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도포율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70%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↓</a:t>
            </a:r>
            <a:r>
              <a:rPr kumimoji="1" lang="en-US" altLang="ko-KR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“ 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→ 내부 </a:t>
            </a:r>
            <a:r>
              <a:rPr kumimoji="1" lang="ko-KR" altLang="en-US" sz="870" kern="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도포율</a:t>
            </a:r>
            <a:r>
              <a:rPr kumimoji="1" lang="ko-KR" altLang="en-US" sz="87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최대화</a:t>
            </a:r>
            <a:endParaRPr kumimoji="1" lang="en-US" altLang="ko-KR" sz="870" kern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0B3736F5-1615-1776-CF7D-4EB1AA25F7EB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047545" y="4794544"/>
            <a:ext cx="2619908" cy="1343543"/>
          </a:xfrm>
          <a:prstGeom prst="rect">
            <a:avLst/>
          </a:prstGeom>
        </p:spPr>
      </p:pic>
      <p:sp>
        <p:nvSpPr>
          <p:cNvPr id="2" name="이등변 삼각형 1">
            <a:extLst>
              <a:ext uri="{FF2B5EF4-FFF2-40B4-BE49-F238E27FC236}">
                <a16:creationId xmlns:a16="http://schemas.microsoft.com/office/drawing/2014/main" id="{67D02BC6-1E14-9CF6-D530-EE181471AFB0}"/>
              </a:ext>
            </a:extLst>
          </p:cNvPr>
          <p:cNvSpPr/>
          <p:nvPr/>
        </p:nvSpPr>
        <p:spPr bwMode="auto">
          <a:xfrm flipV="1">
            <a:off x="7494154" y="2079314"/>
            <a:ext cx="112613" cy="107950"/>
          </a:xfrm>
          <a:prstGeom prst="triangl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9200333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8280129"/>
              </p:ext>
            </p:extLst>
          </p:nvPr>
        </p:nvGraphicFramePr>
        <p:xfrm>
          <a:off x="130629" y="866775"/>
          <a:ext cx="9627000" cy="5747089"/>
        </p:xfrm>
        <a:graphic>
          <a:graphicData uri="http://schemas.openxmlformats.org/drawingml/2006/table">
            <a:tbl>
              <a:tblPr/>
              <a:tblGrid>
                <a:gridCol w="8166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55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536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19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392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baseline="0" noProof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슬러리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온도보정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기술 개발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적용</a:t>
                      </a:r>
                      <a:endParaRPr lang="en-US" altLang="ko-KR" baseline="0" noProof="0">
                        <a:solidFill>
                          <a:srgbClr val="000000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GM1​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NFF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박연탁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김성태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조동현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71788" y="612730"/>
            <a:ext cx="2048638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lang="ko-KR" altLang="en-US" sz="1400" b="1" err="1">
                <a:solidFill>
                  <a:prstClr val="black"/>
                </a:solidFill>
                <a:latin typeface="LG스마트체 Regular"/>
                <a:cs typeface="Malgun Gothic Semilight"/>
              </a:rPr>
              <a:t>코터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cs typeface="Malgun Gothic Semilight"/>
              </a:rPr>
              <a:t> </a:t>
            </a:r>
            <a:r>
              <a:rPr lang="ko-KR" altLang="en-US" sz="1400" b="1" err="1">
                <a:solidFill>
                  <a:prstClr val="black"/>
                </a:solidFill>
                <a:latin typeface="LG스마트체 Regular"/>
                <a:cs typeface="Malgun Gothic Semilight"/>
              </a:rPr>
              <a:t>슬러리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cs typeface="Malgun Gothic Semilight"/>
              </a:rPr>
              <a:t> 온도자동보정</a:t>
            </a:r>
            <a:endParaRPr lang="en-US" altLang="ko-KR" sz="1400" b="1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41761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자동보정 선행개발팀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BA4557C-646C-4589-AAD3-2CDCBCEA5E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7088566"/>
              </p:ext>
            </p:extLst>
          </p:nvPr>
        </p:nvGraphicFramePr>
        <p:xfrm>
          <a:off x="1632921" y="1087144"/>
          <a:ext cx="7050086" cy="555842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757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342515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476669">
                <a:tc gridSpan="2"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(W51). 금주 특이사항 없습니다.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596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860846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ko-KR" altLang="en-US" sz="900" b="0" baseline="0">
                          <a:solidFill>
                            <a:srgbClr val="000000"/>
                          </a:solidFill>
                          <a:latin typeface="LG Smart_H Regular"/>
                          <a:ea typeface="+mn-ea"/>
                        </a:rPr>
                      </a:b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LG Smart_H Regular"/>
                          <a:ea typeface="+mn-ea"/>
                        </a:rPr>
                        <a:t>코팅 공정 제어인자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LG Smart_H Regular"/>
                          <a:ea typeface="+mn-ea"/>
                        </a:rPr>
                        <a:t>(CTP)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LG Smart_H Regular"/>
                          <a:ea typeface="+mn-ea"/>
                        </a:rPr>
                        <a:t> 중 슬러리온도는 자동보정 기술이 적용되어 있지 않았습니다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LG Smart_H Regular"/>
                          <a:ea typeface="+mn-ea"/>
                        </a:rPr>
                        <a:t>. OP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LG Smart_H Regular"/>
                          <a:ea typeface="+mn-ea"/>
                        </a:rPr>
                        <a:t>들이 직접 슬러리온도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LG Smart_H Regular"/>
                          <a:ea typeface="+mn-ea"/>
                        </a:rPr>
                        <a:t>SV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LG Smart_H Regular"/>
                          <a:ea typeface="+mn-ea"/>
                        </a:rPr>
                        <a:t>를 입력하여 수동보정하고 있는 상황이며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LG Smart_H Regular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LG Smart_H Regular"/>
                          <a:ea typeface="+mn-ea"/>
                        </a:rPr>
                        <a:t>’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LG Smart_H Regular"/>
                          <a:ea typeface="+mn-ea"/>
                        </a:rPr>
                        <a:t>21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LG Smart_H Regular"/>
                          <a:ea typeface="+mn-ea"/>
                        </a:rPr>
                        <a:t>년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LG Smart_H Regular"/>
                          <a:ea typeface="+mn-ea"/>
                        </a:rPr>
                        <a:t>, ’22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LG Smart_H Regular"/>
                          <a:ea typeface="+mn-ea"/>
                        </a:rPr>
                        <a:t>년 온도자동보정 기술이 개발되었으나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LG Smart_H Regular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LG Smart_H Regular"/>
                          <a:ea typeface="+mn-ea"/>
                        </a:rPr>
                        <a:t>현장에서 사용 중이지 않습니다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LG Smart_H Regular"/>
                          <a:ea typeface="+mn-ea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LG Smart_H Regular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LG Smart_H Regular"/>
                          <a:ea typeface="+mn-ea"/>
                        </a:rPr>
                        <a:t>양산/재조건조정 구간을 나누어 양산 시 온도보정 기술을 먼저 개발하여 적용하겠습니다.</a:t>
                      </a:r>
                    </a:p>
                    <a:p>
                      <a:pPr marL="0" lvl="0" indent="0" algn="l">
                        <a:buNone/>
                      </a:pP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▶</a:t>
                      </a:r>
                      <a:r>
                        <a:rPr lang="en-US" sz="900" b="1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GM1 </a:t>
                      </a:r>
                      <a:r>
                        <a:rPr lang="ko-KR" altLang="en-US" sz="900" b="1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대표호기</a:t>
                      </a:r>
                      <a:r>
                        <a:rPr lang="en-US" altLang="ko-KR" sz="900" b="1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1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양산</a:t>
                      </a:r>
                      <a:r>
                        <a:rPr lang="en-US" sz="900" b="1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1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적용</a:t>
                      </a:r>
                      <a:br>
                        <a:rPr lang="en-US" altLang="ko-KR" sz="900" b="1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-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.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대표호기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양극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/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음극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4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호기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적용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완료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및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모니터링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중.</a:t>
                      </a:r>
                      <a:b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-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.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효과 산출(1개월) -&gt; 우측 참조</a:t>
                      </a:r>
                      <a:b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-. GM1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생산팀으로부터 문의(11/10)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: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코팅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직후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슬러리온도가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빠르게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떨어지는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현상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(</a:t>
                      </a:r>
                      <a:r>
                        <a:rPr lang="ko-KR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페이지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우측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그림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)</a:t>
                      </a:r>
                      <a:endParaRPr lang="en-US" altLang="ko-KR" sz="900" b="1" i="0" u="none" strike="noStrike" noProof="0">
                        <a:solidFill>
                          <a:schemeClr val="tx1"/>
                        </a:solidFill>
                        <a:latin typeface="+mn-lt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 : </a:t>
                      </a:r>
                      <a:r>
                        <a:rPr lang="ko-KR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분석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결과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온도자동보정과는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무관하나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정확한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원인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파악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불가하였음  -&gt; 25년초부터로 기간 늘려 현상 발생시점 분석 중</a:t>
                      </a:r>
                      <a:br>
                        <a:rPr lang="en-US" altLang="ko-KR">
                          <a:solidFill>
                            <a:srgbClr val="000000"/>
                          </a:solidFill>
                        </a:rPr>
                      </a:b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-. GM1 MC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팀과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타호기(1,2,3호기) 수평전개 논의 중(~12월 내 수평전개 완료 예상)</a:t>
                      </a:r>
                      <a:br>
                        <a:rPr lang="en-US" altLang="ko-KR" sz="900" b="0" i="0" u="none" strike="noStrike" noProof="0">
                          <a:latin typeface="+mn-lt"/>
                        </a:rPr>
                      </a:b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▶</a:t>
                      </a: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“</a:t>
                      </a:r>
                      <a:r>
                        <a:rPr lang="ko-KR" alt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상온&lt;-&gt;슬러리온도</a:t>
                      </a: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차이와</a:t>
                      </a: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로딩편차</a:t>
                      </a: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관계</a:t>
                      </a: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규명</a:t>
                      </a: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” </a:t>
                      </a:r>
                      <a:r>
                        <a:rPr lang="ko-KR" alt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분석</a:t>
                      </a: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계획</a:t>
                      </a:r>
                      <a:r>
                        <a:rPr lang="en-US" altLang="ko-KR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(</a:t>
                      </a: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w</a:t>
                      </a:r>
                      <a:r>
                        <a:rPr lang="en-US" altLang="ko-KR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/ C51) (~12월)</a:t>
                      </a:r>
                      <a:br>
                        <a:rPr lang="en-US" altLang="ko-KR" sz="900" b="1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-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.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 가설 : 부동 후 생산 재개 시, 초반 로딩 형상은 [슬러리온도]와[다이외부온도]간 차이에 영향을 받는다</a:t>
                      </a:r>
                      <a:b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-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. 1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차회의(11/11)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: 초기분석 결과 온도차(슬러리 온도 - 부스온도)와  좌우-중앙로딩편차의 상관성이 시간에 따라 증가하는 경향을 보임</a:t>
                      </a:r>
                      <a:b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-. 4차회의(12/08): NFF 대상으로 “부동 이후 생산 초반에 ([공급탱크 온도] – [부스온도])와 [로딩 좌우-중앙편차] 간 관계“ 검토(매니폴드)</a:t>
                      </a:r>
                      <a:b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 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① </a:t>
                      </a: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</a:rPr>
                        <a:t>데이터 부족: ESWA 검토 시와 동일한 조건으로 필터링 시, 잔존 레코드 10건 이내</a:t>
                      </a:r>
                      <a:br>
                        <a:rPr lang="ko-KR" sz="900" b="0" i="0" u="none" strike="noStrike" noProof="0">
                          <a:solidFill>
                            <a:srgbClr val="000000"/>
                          </a:solidFill>
                        </a:rPr>
                      </a:b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</a:rPr>
                        <a:t>   ②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상관관계 존재하는 양상으로 판단되나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,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양극과 음극이 반대(신뢰성 낮음)</a:t>
                      </a:r>
                      <a:b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</a:b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▶</a:t>
                      </a: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NFF </a:t>
                      </a:r>
                      <a:r>
                        <a:rPr lang="ko-KR" alt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슬러리온도자동보정 (예상 적용 일정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('26년 1Q)</a:t>
                      </a:r>
                      <a:b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-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.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NFF코터 특징:  수평다이(밴드갭X ), 매니폴드 컨트롤밸브(현재 3개)로 국부적인 로딩 조정(우측그림).</a:t>
                      </a:r>
                      <a:endParaRPr lang="en-US" altLang="ko-KR" sz="900" b="0" i="0" u="none" strike="noStrike" noProof="0">
                        <a:solidFill>
                          <a:srgbClr val="0000FF"/>
                        </a:solidFill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-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. NFF코터 생산 현장 방문(11/13)</a:t>
                      </a:r>
                      <a:br>
                        <a:rPr lang="en-US">
                          <a:solidFill>
                            <a:srgbClr val="000000"/>
                          </a:solidFill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 -&gt; 조건조정 시: 슬러리온도의 세팅 방식 확인, 온도대기Loss 발생 확인</a:t>
                      </a:r>
                      <a:b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 -&gt; 양산 시: 슬러리온도 조절 방식 확인 -&gt; GM1 수직다이와 유사하게 좌우 사이드부위 로딩을 타겟에 맞추기 위함을 확인</a:t>
                      </a:r>
                      <a:b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-. NFF 매니폴드 컨트롤밸브 자동보정 로직 논의  (/w MC자동보정팀)</a:t>
                      </a:r>
                      <a:b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 -&gt; 컨트롤밸브 제어시 효과가 나타나기까지 1분이내로 짧은 것을 확인, </a:t>
                      </a:r>
                      <a:b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 -&gt; 기존 Gap/RPM자동보정과 동시에 작동이 아닌, 상황에 맞춰 둘 중 하나의 자동보정 로직이 작동하는 방식을 확인.</a:t>
                      </a:r>
                      <a:b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-. 슬러리 이송탱크 온수제어를 위한 로직 업데이트</a:t>
                      </a:r>
                      <a:b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 -&gt; 로직설계 : 이송탱크 슬러리 온도는 이송탱크 온수 온도에 지배적인 영향을 받으며 높은 상관 관계를 보이기에, 이러한 슬러리와 온수 온도의 선형 관계에 기반해 (𝜟슬러리온도)/(𝜟온수온도) 비율을 산출하여 보정 하고자 함.</a:t>
                      </a: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F0EFD6B0-D01B-40A7-8400-A24E2E3D8C9B}"/>
              </a:ext>
            </a:extLst>
          </p:cNvPr>
          <p:cNvSpPr txBox="1"/>
          <p:nvPr/>
        </p:nvSpPr>
        <p:spPr>
          <a:xfrm>
            <a:off x="1501433" y="1945071"/>
            <a:ext cx="78098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 계획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C643ABC-098F-4CCF-87DF-A9F14F008D3E}"/>
              </a:ext>
            </a:extLst>
          </p:cNvPr>
          <p:cNvSpPr txBox="1"/>
          <p:nvPr/>
        </p:nvSpPr>
        <p:spPr>
          <a:xfrm>
            <a:off x="1632760" y="2822106"/>
            <a:ext cx="49885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배경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246781C-751C-4157-8757-AC30A9A20E35}"/>
              </a:ext>
            </a:extLst>
          </p:cNvPr>
          <p:cNvSpPr txBox="1"/>
          <p:nvPr/>
        </p:nvSpPr>
        <p:spPr>
          <a:xfrm>
            <a:off x="1523756" y="3338580"/>
            <a:ext cx="74892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진행상황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60528C01-D584-4123-83FB-43C0A95AE421}"/>
              </a:ext>
            </a:extLst>
          </p:cNvPr>
          <p:cNvSpPr txBox="1">
            <a:spLocks/>
          </p:cNvSpPr>
          <p:nvPr/>
        </p:nvSpPr>
        <p:spPr>
          <a:xfrm>
            <a:off x="8333176" y="194691"/>
            <a:ext cx="1572824" cy="307777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000">
                <a:solidFill>
                  <a:srgbClr val="000000"/>
                </a:solidFill>
                <a:latin typeface="Arial Narrow"/>
                <a:ea typeface="LG스마트체 Regular"/>
              </a:rPr>
              <a:t>작성자 </a:t>
            </a:r>
            <a:r>
              <a:rPr lang="en-US" altLang="ko-KR" sz="1000">
                <a:solidFill>
                  <a:srgbClr val="000000"/>
                </a:solidFill>
                <a:latin typeface="Arial Narrow"/>
                <a:ea typeface="LG스마트체 Regular"/>
              </a:rPr>
              <a:t>: </a:t>
            </a:r>
            <a:r>
              <a:rPr lang="ko-KR" altLang="en-US" sz="1000" err="1">
                <a:solidFill>
                  <a:srgbClr val="000000"/>
                </a:solidFill>
                <a:latin typeface="Arial Narrow"/>
                <a:ea typeface="LG스마트체 Regular"/>
              </a:rPr>
              <a:t>박연탁</a:t>
            </a:r>
            <a:r>
              <a:rPr lang="en-US" altLang="ko-KR" sz="1000">
                <a:solidFill>
                  <a:srgbClr val="000000"/>
                </a:solidFill>
                <a:latin typeface="Arial Narrow"/>
                <a:ea typeface="LG스마트체 Regular"/>
              </a:rPr>
              <a:t>P, </a:t>
            </a:r>
            <a:r>
              <a:rPr lang="en-US" altLang="ko-KR" sz="1000" err="1">
                <a:solidFill>
                  <a:srgbClr val="000000"/>
                </a:solidFill>
                <a:latin typeface="Arial Narrow"/>
                <a:ea typeface="LG스마트체 Regular"/>
              </a:rPr>
              <a:t>조동현A</a:t>
            </a:r>
            <a:endParaRPr lang="en-US" altLang="ko-KR" sz="1000">
              <a:solidFill>
                <a:srgbClr val="000000"/>
              </a:solidFill>
              <a:latin typeface="Arial Narrow"/>
              <a:ea typeface="LG스마트체 Regular"/>
            </a:endParaRPr>
          </a:p>
          <a:p>
            <a:pPr algn="l">
              <a:spcBef>
                <a:spcPts val="0"/>
              </a:spcBef>
              <a:defRPr/>
            </a:pPr>
            <a:r>
              <a:rPr lang="ko-KR" altLang="en-US" sz="1000">
                <a:solidFill>
                  <a:srgbClr val="000000"/>
                </a:solidFill>
                <a:latin typeface="Arial Narrow"/>
                <a:ea typeface="LG스마트체 Regular"/>
              </a:rPr>
              <a:t>업데이트 시간 </a:t>
            </a:r>
            <a:r>
              <a:rPr lang="en-US" altLang="ko-KR" sz="1000">
                <a:solidFill>
                  <a:srgbClr val="000000"/>
                </a:solidFill>
                <a:latin typeface="Arial Narrow"/>
                <a:ea typeface="LG스마트체 Regular"/>
              </a:rPr>
              <a:t>: 12/16 11</a:t>
            </a:r>
            <a:r>
              <a:rPr lang="ko-KR" altLang="en-US" sz="1000">
                <a:solidFill>
                  <a:srgbClr val="000000"/>
                </a:solidFill>
                <a:latin typeface="Arial Narrow"/>
                <a:ea typeface="LG스마트체 Regular"/>
              </a:rPr>
              <a:t>시</a:t>
            </a:r>
          </a:p>
        </p:txBody>
      </p:sp>
      <p:sp>
        <p:nvSpPr>
          <p:cNvPr id="4" name="직사각형 18">
            <a:extLst>
              <a:ext uri="{FF2B5EF4-FFF2-40B4-BE49-F238E27FC236}">
                <a16:creationId xmlns:a16="http://schemas.microsoft.com/office/drawing/2014/main" id="{87A51C1C-4F82-D5AF-5FF1-F70EBC24C501}"/>
              </a:ext>
            </a:extLst>
          </p:cNvPr>
          <p:cNvSpPr/>
          <p:nvPr/>
        </p:nvSpPr>
        <p:spPr>
          <a:xfrm>
            <a:off x="5808965" y="272512"/>
            <a:ext cx="2790258" cy="230832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ko-KR" altLang="en-US" sz="900">
                <a:latin typeface="+mn-ea"/>
              </a:rPr>
              <a:t>[ 과제번호 : 자동보정선행개발-#6, 진행 상태 : </a:t>
            </a:r>
            <a:r>
              <a:rPr lang="ko-KR" altLang="en-US" sz="9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900">
                <a:latin typeface="+mn-ea"/>
              </a:rPr>
              <a:t>]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D171E4F-FDB5-C628-71FC-34502035E512}"/>
              </a:ext>
            </a:extLst>
          </p:cNvPr>
          <p:cNvGrpSpPr/>
          <p:nvPr/>
        </p:nvGrpSpPr>
        <p:grpSpPr>
          <a:xfrm>
            <a:off x="2443230" y="1790455"/>
            <a:ext cx="5591628" cy="928765"/>
            <a:chOff x="2572916" y="1759716"/>
            <a:chExt cx="5591628" cy="928765"/>
          </a:xfrm>
        </p:grpSpPr>
        <p:cxnSp>
          <p:nvCxnSpPr>
            <p:cNvPr id="11" name="직선 화살표 연결선 10">
              <a:extLst>
                <a:ext uri="{FF2B5EF4-FFF2-40B4-BE49-F238E27FC236}">
                  <a16:creationId xmlns:a16="http://schemas.microsoft.com/office/drawing/2014/main" id="{2369CE1E-490F-43D3-A476-03091B52D270}"/>
                </a:ext>
              </a:extLst>
            </p:cNvPr>
            <p:cNvCxnSpPr>
              <a:cxnSpLocks/>
            </p:cNvCxnSpPr>
            <p:nvPr/>
          </p:nvCxnSpPr>
          <p:spPr>
            <a:xfrm>
              <a:off x="2917723" y="1971092"/>
              <a:ext cx="5246821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52F9F624-0418-4011-970F-E537B5E8B8F6}"/>
                </a:ext>
              </a:extLst>
            </p:cNvPr>
            <p:cNvCxnSpPr/>
            <p:nvPr/>
          </p:nvCxnSpPr>
          <p:spPr>
            <a:xfrm>
              <a:off x="3297476" y="1890092"/>
              <a:ext cx="0" cy="18000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49">
              <a:extLst>
                <a:ext uri="{FF2B5EF4-FFF2-40B4-BE49-F238E27FC236}">
                  <a16:creationId xmlns:a16="http://schemas.microsoft.com/office/drawing/2014/main" id="{F00FA3AF-63F6-4F5C-98D1-FD1DC38C68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9016" y="1759716"/>
              <a:ext cx="262892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900" b="1">
                  <a:solidFill>
                    <a:srgbClr val="000000"/>
                  </a:solidFill>
                  <a:latin typeface="Arial Narrow"/>
                  <a:ea typeface="LG스마트체 Regular"/>
                </a:rPr>
                <a:t>’25.11</a:t>
              </a:r>
              <a:endParaRPr kumimoji="1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15" name="TextBox 56">
              <a:extLst>
                <a:ext uri="{FF2B5EF4-FFF2-40B4-BE49-F238E27FC236}">
                  <a16:creationId xmlns:a16="http://schemas.microsoft.com/office/drawing/2014/main" id="{AE2C8772-9490-497B-8365-BD1CE88421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72916" y="2111400"/>
              <a:ext cx="1352934" cy="34624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t">
              <a:spAutoFit/>
            </a:bodyPr>
            <a:lstStyle/>
            <a:p>
              <a:pPr algn="ctr">
                <a:lnSpc>
                  <a:spcPts val="9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900">
                  <a:solidFill>
                    <a:srgbClr val="000000"/>
                  </a:solidFill>
                  <a:latin typeface="Arial Narrow"/>
                  <a:ea typeface="LG스마트체 Regular"/>
                </a:rPr>
                <a:t>NFF </a:t>
              </a:r>
              <a:r>
                <a:rPr kumimoji="1" lang="ko-KR" altLang="en-US" sz="900" err="1">
                  <a:solidFill>
                    <a:srgbClr val="000000"/>
                  </a:solidFill>
                  <a:latin typeface="Arial Narrow"/>
                  <a:ea typeface="LG스마트체 Regular"/>
                </a:rPr>
                <a:t>코터</a:t>
              </a:r>
              <a:r>
                <a:rPr kumimoji="1" lang="ko-KR" altLang="en-US" sz="900">
                  <a:solidFill>
                    <a:srgbClr val="000000"/>
                  </a:solidFill>
                  <a:latin typeface="Arial Narrow"/>
                  <a:ea typeface="LG스마트체 Regular"/>
                </a:rPr>
                <a:t> 설비 특성 파악</a:t>
              </a:r>
              <a:br>
                <a:rPr lang="en-US" altLang="ko-KR" sz="900">
                  <a:latin typeface="Arial Narrow" panose="020B0606020202030204" pitchFamily="34" charset="0"/>
                  <a:ea typeface="LG스마트체 Regular" panose="020B0600000101010101" pitchFamily="50" charset="-127"/>
                </a:rPr>
              </a:br>
              <a:r>
                <a:rPr lang="ko-KR" altLang="en-US" sz="900">
                  <a:solidFill>
                    <a:srgbClr val="000000"/>
                  </a:solidFill>
                  <a:latin typeface="Arial Narrow"/>
                  <a:ea typeface="LG스마트체 Regular"/>
                </a:rPr>
                <a:t>샘플 생산 데이터 분석</a:t>
              </a:r>
              <a:br>
                <a:rPr lang="ko-KR" altLang="en-US" sz="900">
                  <a:solidFill>
                    <a:srgbClr val="000000"/>
                  </a:solidFill>
                  <a:latin typeface="Arial Narrow"/>
                  <a:ea typeface="LG스마트체 Regular"/>
                </a:rPr>
              </a:br>
              <a:r>
                <a:rPr lang="ko-KR" altLang="en-US" sz="900">
                  <a:solidFill>
                    <a:srgbClr val="000000"/>
                  </a:solidFill>
                  <a:latin typeface="Arial Narrow"/>
                  <a:ea typeface="LG스마트체 Regular"/>
                </a:rPr>
                <a:t>컨트롤밸브-온도 특성 분석</a:t>
              </a:r>
            </a:p>
          </p:txBody>
        </p:sp>
        <p:sp>
          <p:nvSpPr>
            <p:cNvPr id="16" name="TextBox 49">
              <a:extLst>
                <a:ext uri="{FF2B5EF4-FFF2-40B4-BE49-F238E27FC236}">
                  <a16:creationId xmlns:a16="http://schemas.microsoft.com/office/drawing/2014/main" id="{26FB33FC-D5B8-4B21-80CA-B0133FB84E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7406" y="1759716"/>
              <a:ext cx="262892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900" b="1">
                  <a:solidFill>
                    <a:srgbClr val="000000"/>
                  </a:solidFill>
                  <a:latin typeface="Arial Narrow"/>
                  <a:ea typeface="LG스마트체 Regular"/>
                </a:rPr>
                <a:t>’26.01</a:t>
              </a:r>
              <a:endParaRPr kumimoji="1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5167A21C-F080-401D-BBB9-F4A887F71707}"/>
                </a:ext>
              </a:extLst>
            </p:cNvPr>
            <p:cNvCxnSpPr/>
            <p:nvPr/>
          </p:nvCxnSpPr>
          <p:spPr>
            <a:xfrm>
              <a:off x="4442415" y="1890092"/>
              <a:ext cx="0" cy="18000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Box 49">
              <a:extLst>
                <a:ext uri="{FF2B5EF4-FFF2-40B4-BE49-F238E27FC236}">
                  <a16:creationId xmlns:a16="http://schemas.microsoft.com/office/drawing/2014/main" id="{22D2B3A7-2643-42F9-A114-78E50994C6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3973" y="1759716"/>
              <a:ext cx="262892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900" b="1">
                  <a:solidFill>
                    <a:srgbClr val="000000"/>
                  </a:solidFill>
                  <a:latin typeface="Arial Narrow"/>
                  <a:ea typeface="LG스마트체 Regular"/>
                </a:rPr>
                <a:t>’25.12</a:t>
              </a:r>
              <a:endParaRPr kumimoji="1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22" name="TextBox 56">
              <a:extLst>
                <a:ext uri="{FF2B5EF4-FFF2-40B4-BE49-F238E27FC236}">
                  <a16:creationId xmlns:a16="http://schemas.microsoft.com/office/drawing/2014/main" id="{AC32103F-372C-4F6A-BAF0-A87F2E2F58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1020" y="2111400"/>
              <a:ext cx="974626" cy="5770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t">
              <a:spAutoFit/>
            </a:bodyPr>
            <a:lstStyle/>
            <a:p>
              <a:pPr algn="ctr">
                <a:lnSpc>
                  <a:spcPts val="9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ko-KR" altLang="en-US" sz="900"/>
                <a:t>온도조정이 필요한 </a:t>
              </a:r>
              <a:br>
                <a:rPr lang="ko-KR" altLang="en-US" sz="900"/>
              </a:br>
              <a:r>
                <a:rPr lang="ko-KR" altLang="en-US" sz="900"/>
                <a:t>생산데이터 </a:t>
              </a:r>
              <a:br>
                <a:rPr lang="ko-KR" altLang="en-US" sz="900"/>
              </a:br>
              <a:r>
                <a:rPr lang="ko-KR" altLang="en-US" sz="900"/>
                <a:t>전수조사/추출</a:t>
              </a:r>
              <a:br>
                <a:rPr lang="ko-KR" altLang="en-US" sz="900"/>
              </a:br>
              <a:r>
                <a:rPr lang="ko-KR" altLang="en-US" sz="900"/>
                <a:t>컨트롤밸브 고려한 </a:t>
              </a:r>
              <a:br>
                <a:rPr lang="ko-KR" altLang="en-US" sz="900"/>
              </a:br>
              <a:r>
                <a:rPr lang="ko-KR" altLang="en-US" sz="900"/>
                <a:t>로직 설계</a:t>
              </a:r>
            </a:p>
          </p:txBody>
        </p: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4E1BD6B3-1462-4225-A4BA-36350D7C0B23}"/>
                </a:ext>
              </a:extLst>
            </p:cNvPr>
            <p:cNvCxnSpPr/>
            <p:nvPr/>
          </p:nvCxnSpPr>
          <p:spPr>
            <a:xfrm>
              <a:off x="7541246" y="1890092"/>
              <a:ext cx="0" cy="18000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TextBox 49">
              <a:extLst>
                <a:ext uri="{FF2B5EF4-FFF2-40B4-BE49-F238E27FC236}">
                  <a16:creationId xmlns:a16="http://schemas.microsoft.com/office/drawing/2014/main" id="{1D396EB1-0294-41BB-909B-3910BB294C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10490" y="1759716"/>
              <a:ext cx="262892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900" b="1">
                  <a:solidFill>
                    <a:srgbClr val="000000"/>
                  </a:solidFill>
                  <a:latin typeface="Arial Narrow"/>
                  <a:ea typeface="LG스마트체 Regular"/>
                </a:rPr>
                <a:t>’26.03</a:t>
              </a:r>
              <a:endParaRPr kumimoji="1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28" name="TextBox 56">
              <a:extLst>
                <a:ext uri="{FF2B5EF4-FFF2-40B4-BE49-F238E27FC236}">
                  <a16:creationId xmlns:a16="http://schemas.microsoft.com/office/drawing/2014/main" id="{0D347D2E-84E6-441A-9263-A4A68D10E4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3639" y="2111400"/>
              <a:ext cx="833562" cy="34624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t">
              <a:spAutoFit/>
            </a:bodyPr>
            <a:lstStyle/>
            <a:p>
              <a:pPr algn="ctr">
                <a:lnSpc>
                  <a:spcPts val="9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ko-KR" altLang="en-US" sz="900">
                  <a:latin typeface="Arial Narrow"/>
                  <a:ea typeface="LG스마트체 Regular"/>
                </a:rPr>
                <a:t>로직 고도화</a:t>
              </a:r>
              <a:br>
                <a:rPr lang="ko-KR" altLang="en-US" sz="900">
                  <a:latin typeface="Arial Narrow"/>
                  <a:ea typeface="LG스마트체 Regular"/>
                </a:rPr>
              </a:br>
              <a:r>
                <a:rPr lang="ko-KR" altLang="en-US" sz="900">
                  <a:latin typeface="Arial Narrow"/>
                  <a:ea typeface="LG스마트체 Regular"/>
                </a:rPr>
                <a:t>로직 시뮬레이션</a:t>
              </a:r>
              <a:br>
                <a:rPr lang="ko-KR" altLang="en-US" sz="900">
                  <a:latin typeface="Arial Narrow"/>
                  <a:ea typeface="LG스마트체 Regular"/>
                </a:rPr>
              </a:br>
              <a:r>
                <a:rPr lang="ko-KR" altLang="en-US" sz="900">
                  <a:latin typeface="Arial Narrow"/>
                  <a:ea typeface="LG스마트체 Regular"/>
                </a:rPr>
                <a:t>PLC래더 검토</a:t>
              </a:r>
            </a:p>
          </p:txBody>
        </p:sp>
        <p:sp>
          <p:nvSpPr>
            <p:cNvPr id="29" name="TextBox 56">
              <a:extLst>
                <a:ext uri="{FF2B5EF4-FFF2-40B4-BE49-F238E27FC236}">
                  <a16:creationId xmlns:a16="http://schemas.microsoft.com/office/drawing/2014/main" id="{F777AE4F-29DB-4E89-AFBA-E753C45159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79901" y="2111400"/>
              <a:ext cx="1133324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t">
              <a:spAutoFit/>
            </a:bodyPr>
            <a:lstStyle/>
            <a:p>
              <a:pPr algn="ctr">
                <a:lnSpc>
                  <a:spcPts val="9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ko-KR" altLang="en-US" sz="900"/>
                <a:t>OC2 NFF 생산 적용</a:t>
              </a:r>
              <a:br>
                <a:rPr lang="ko-KR" altLang="en-US" sz="900"/>
              </a:br>
              <a:r>
                <a:rPr lang="ko-KR" altLang="en-US" sz="900"/>
                <a:t>(로직 및 PLC환경 구축)</a:t>
              </a:r>
            </a:p>
          </p:txBody>
        </p:sp>
        <p:sp>
          <p:nvSpPr>
            <p:cNvPr id="2" name="TextBox 56">
              <a:extLst>
                <a:ext uri="{FF2B5EF4-FFF2-40B4-BE49-F238E27FC236}">
                  <a16:creationId xmlns:a16="http://schemas.microsoft.com/office/drawing/2014/main" id="{705FC2A1-EB57-0CEA-B0D9-5784F4F34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9473" y="2111399"/>
              <a:ext cx="487313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t">
              <a:spAutoFit/>
            </a:bodyPr>
            <a:lstStyle/>
            <a:p>
              <a:pPr algn="ctr" fontAlgn="base">
                <a:lnSpc>
                  <a:spcPts val="9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900">
                  <a:solidFill>
                    <a:srgbClr val="000000"/>
                  </a:solidFill>
                  <a:latin typeface="Arial Narrow"/>
                  <a:ea typeface="LG스마트체 Regular"/>
                </a:rPr>
                <a:t>모니터링 </a:t>
              </a:r>
              <a:br>
                <a:rPr lang="en-US" altLang="ko-KR" sz="900">
                  <a:latin typeface="Arial Narrow" panose="020B0606020202030204" pitchFamily="34" charset="0"/>
                  <a:ea typeface="LG스마트체 Regular" panose="020B0600000101010101" pitchFamily="50" charset="-127"/>
                </a:rPr>
              </a:br>
              <a:r>
                <a:rPr lang="ko-KR" altLang="en-US" sz="900">
                  <a:solidFill>
                    <a:srgbClr val="000000"/>
                  </a:solidFill>
                  <a:latin typeface="Arial Narrow"/>
                  <a:ea typeface="LG스마트체 Regular"/>
                </a:rPr>
                <a:t>디버깅</a:t>
              </a:r>
              <a:endParaRPr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</a:endParaRPr>
            </a:p>
          </p:txBody>
        </p:sp>
        <p:sp>
          <p:nvSpPr>
            <p:cNvPr id="6" name="TextBox 49">
              <a:extLst>
                <a:ext uri="{FF2B5EF4-FFF2-40B4-BE49-F238E27FC236}">
                  <a16:creationId xmlns:a16="http://schemas.microsoft.com/office/drawing/2014/main" id="{F412125D-AD04-B0BA-868B-4075968F5B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14081" y="1759716"/>
              <a:ext cx="262892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900" b="1">
                  <a:solidFill>
                    <a:srgbClr val="000000"/>
                  </a:solidFill>
                  <a:latin typeface="Arial Narrow"/>
                  <a:ea typeface="LG스마트체 Regular"/>
                </a:rPr>
                <a:t>’26.02</a:t>
              </a:r>
              <a:endParaRPr kumimoji="1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cxnSp>
          <p:nvCxnSpPr>
            <p:cNvPr id="7" name="직선 연결선 23">
              <a:extLst>
                <a:ext uri="{FF2B5EF4-FFF2-40B4-BE49-F238E27FC236}">
                  <a16:creationId xmlns:a16="http://schemas.microsoft.com/office/drawing/2014/main" id="{2424320B-60BB-7415-F234-F8462DDD2DA2}"/>
                </a:ext>
              </a:extLst>
            </p:cNvPr>
            <p:cNvCxnSpPr>
              <a:cxnSpLocks/>
            </p:cNvCxnSpPr>
            <p:nvPr/>
          </p:nvCxnSpPr>
          <p:spPr>
            <a:xfrm>
              <a:off x="6553873" y="1881091"/>
              <a:ext cx="0" cy="18000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16">
              <a:extLst>
                <a:ext uri="{FF2B5EF4-FFF2-40B4-BE49-F238E27FC236}">
                  <a16:creationId xmlns:a16="http://schemas.microsoft.com/office/drawing/2014/main" id="{6BD6DB17-5932-196D-7075-B0380B400EEA}"/>
                </a:ext>
              </a:extLst>
            </p:cNvPr>
            <p:cNvCxnSpPr>
              <a:cxnSpLocks/>
            </p:cNvCxnSpPr>
            <p:nvPr/>
          </p:nvCxnSpPr>
          <p:spPr>
            <a:xfrm>
              <a:off x="5496441" y="1890091"/>
              <a:ext cx="0" cy="18000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이등변 삼각형 26">
              <a:extLst>
                <a:ext uri="{FF2B5EF4-FFF2-40B4-BE49-F238E27FC236}">
                  <a16:creationId xmlns:a16="http://schemas.microsoft.com/office/drawing/2014/main" id="{7276C125-95AD-491F-8DBC-EA6486253F55}"/>
                </a:ext>
              </a:extLst>
            </p:cNvPr>
            <p:cNvSpPr/>
            <p:nvPr/>
          </p:nvSpPr>
          <p:spPr bwMode="auto">
            <a:xfrm flipV="1">
              <a:off x="4787751" y="1859819"/>
              <a:ext cx="112613" cy="107950"/>
            </a:xfrm>
            <a:prstGeom prst="triangl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pic>
        <p:nvPicPr>
          <p:cNvPr id="10" name="그림 9">
            <a:extLst>
              <a:ext uri="{FF2B5EF4-FFF2-40B4-BE49-F238E27FC236}">
                <a16:creationId xmlns:a16="http://schemas.microsoft.com/office/drawing/2014/main" id="{F16D9A73-AF40-A907-9708-2101DAD749A5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76607" y="3097621"/>
            <a:ext cx="1509275" cy="524596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9F84127C-358B-86B7-AE73-44A18C76C6AA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133101" y="3097621"/>
            <a:ext cx="1426534" cy="524596"/>
          </a:xfrm>
          <a:prstGeom prst="rect">
            <a:avLst/>
          </a:prstGeom>
        </p:spPr>
      </p:pic>
      <p:pic>
        <p:nvPicPr>
          <p:cNvPr id="32" name="Picture 31">
            <a:extLst>
              <a:ext uri="{FF2B5EF4-FFF2-40B4-BE49-F238E27FC236}">
                <a16:creationId xmlns:a16="http://schemas.microsoft.com/office/drawing/2014/main" id="{3E9BAF4E-C671-C1E4-99B6-C31112E133AC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993420" y="5557221"/>
            <a:ext cx="2248900" cy="10595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3533162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426591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자동보정 선행개발팀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B6E73486-2426-4BA3-AEA6-A31A5340DBCF}"/>
              </a:ext>
            </a:extLst>
          </p:cNvPr>
          <p:cNvSpPr/>
          <p:nvPr/>
        </p:nvSpPr>
        <p:spPr>
          <a:xfrm>
            <a:off x="180090" y="1266377"/>
            <a:ext cx="561231" cy="144000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산학 과제</a:t>
            </a:r>
          </a:p>
        </p:txBody>
      </p:sp>
      <p:graphicFrame>
        <p:nvGraphicFramePr>
          <p:cNvPr id="13" name="표 1">
            <a:extLst>
              <a:ext uri="{FF2B5EF4-FFF2-40B4-BE49-F238E27FC236}">
                <a16:creationId xmlns:a16="http://schemas.microsoft.com/office/drawing/2014/main" id="{7FC8BFA7-9C72-4368-BAA5-09BA3B1A2B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7489928"/>
              </p:ext>
            </p:extLst>
          </p:nvPr>
        </p:nvGraphicFramePr>
        <p:xfrm>
          <a:off x="125047" y="866774"/>
          <a:ext cx="9578392" cy="6200801"/>
        </p:xfrm>
        <a:graphic>
          <a:graphicData uri="http://schemas.openxmlformats.org/drawingml/2006/table">
            <a:tbl>
              <a:tblPr/>
              <a:tblGrid>
                <a:gridCol w="8128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66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6151">
                  <a:extLst>
                    <a:ext uri="{9D8B030D-6E8A-4147-A177-3AD203B41FA5}">
                      <a16:colId xmlns:a16="http://schemas.microsoft.com/office/drawing/2014/main" val="1246559620"/>
                    </a:ext>
                  </a:extLst>
                </a:gridCol>
                <a:gridCol w="64770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72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84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794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(W51)</a:t>
                      </a:r>
                      <a:endParaRPr lang="en-US">
                        <a:latin typeface="+mn-ea"/>
                        <a:ea typeface="+mn-ea"/>
                      </a:endParaRPr>
                    </a:p>
                  </a:txBody>
                  <a:tcPr marL="6273" marR="6273" marT="36000" marB="36000" anchor="ctr">
                    <a:lnL w="12700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tabLst/>
                        <a:defRPr/>
                      </a:pP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840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배터리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코터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공정 내 슬라이딩 및 표면 불량 원인 진단 및 예측 모델 개발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GM1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WA​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(W51). 슬라이딩 발생할 가능성이 높은 상위 10% 데이터에 대해, 모든 Gap변화 시점 전후 윈도우를 추출하여, 전후의 Gap값과 슬라이딩값의 상관계수를 확인한 결과 평균 0.63으로 높은 상관성을 보였습니다. 또한 t-test결과 통계적 유의함을 확인하였습니다</a:t>
                      </a:r>
                      <a:endParaRPr lang="ko-KR" altLang="en-US" sz="900" b="0" i="0" u="none" strike="noStrike" baseline="0" noProof="0" err="1">
                        <a:solidFill>
                          <a:srgbClr val="0000FF"/>
                        </a:solidFill>
                        <a:latin typeface="Arial Narrow"/>
                      </a:endParaRPr>
                    </a:p>
                  </a:txBody>
                  <a:tcPr marT="36000" marB="36000" anchor="ctr">
                    <a:lnL w="12700">
                      <a:solidFill>
                        <a:schemeClr val="bg1">
                          <a:lumMod val="50000"/>
                        </a:schemeClr>
                      </a:solidFill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‘25.08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박연탁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김성태P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조동현A</a:t>
                      </a:r>
                      <a:endParaRPr lang="en-US" altLang="ko-KR" sz="900" b="0" i="0" u="none" strike="noStrike" err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79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T="36000" marB="36000" anchor="ctr">
                    <a:lnL w="12700">
                      <a:solidFill>
                        <a:schemeClr val="bg1">
                          <a:lumMod val="50000"/>
                        </a:schemeClr>
                      </a:solidFill>
                    </a:lnL>
                    <a:lnR w="12700">
                      <a:solidFill>
                        <a:schemeClr val="bg1">
                          <a:lumMod val="50000"/>
                        </a:schemeClr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5555967"/>
                  </a:ext>
                </a:extLst>
              </a:tr>
              <a:tr h="496108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1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1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계획</a:t>
                      </a:r>
                      <a:r>
                        <a:rPr lang="en-US" sz="900" b="1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lvl="0" indent="0" algn="l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lvl="0" indent="0" algn="l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1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현황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</a:t>
                      </a:r>
                      <a:endParaRPr lang="ko-KR" altLang="en-US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>
                    <a:lnL w="12700">
                      <a:solidFill>
                        <a:schemeClr val="bg1">
                          <a:lumMod val="50000"/>
                        </a:schemeClr>
                      </a:solidFill>
                    </a:lnL>
                    <a:lnR w="12700">
                      <a:solidFill>
                        <a:schemeClr val="bg1">
                          <a:lumMod val="50000"/>
                        </a:schemeClr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(1)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표면불량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(2) 슬라이딩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표면불량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 - 일부 Lot에서 불량이 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다량 발생하는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 것을 확인했습니다. 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   (불량 발생 상위 2개 슬러리 Batch가 전체 Crater 불량의 9.29% 차지,  불량 발생 상위 25% Lot에서 전체 Crater 불량의 63.07% 발생) 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 - "불량 상위 10개 Lot" - "불량 하위 25% Lot" 간 mutual information이 높은 상위 10개 인자를 분석하였으나,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   분포의 차이가 있을 뿐 불량 상위 Lot과 하위 Lot 간 유의미한 차이를 발견할 수 없었습니다. </a:t>
                      </a:r>
                      <a:endParaRPr lang="en-US" altLang="ko-KR" sz="900" b="0" i="0" u="none" strike="noStrike" baseline="0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 - 믹싱 관련 공정(Binder Solution, CMC, 선분산, 믹싱)의 자주 검사 데이터(점도, 고형분, 온도, 입도)와 Crater 불량과의 분석을 진행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   했습니다. 믹싱 Lot, 코팅 Lot 별 불량 편차가 심하기 때문에, 믹싱 자주 검사 데이터를 통해 간접적으로 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슬러리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물성과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 Crater 불량의 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   관계를 보고자 하였습니다. 하지만, 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Binder Solution, CMC, 선분산, 믹싱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공정의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점도, 고형분, 온도,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입도와 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Crater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불량과의 관계를 </a:t>
                      </a:r>
                      <a:b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   찾을 수 없었습니다. 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 - '25.03~'25.08(6개월) 롤맵 데이터 테이블 5개를 전달하였고, 계속해서 데이터 전처리 및 병합 중에 있습니다. 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  -&gt; 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하나의 노칭 Cell ID에 대해 노칭 Lot ID가 2개씩 존재하고 있어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확인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결과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데이터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Query 시부터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양극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데이터가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중간중간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포함되어 수집되었습니다.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양극데이터를 제거한 후 문제 해결되었습니다.</a:t>
                      </a:r>
                      <a:b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  -&gt; 전달된 parquet형식 데이터 파일(총 2테라, 480여개) 중 손상된 파일이 있어 List up 중입니다. 손상된 파일은 재전달 필요합니다.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Arial Narrow"/>
                        </a:rPr>
                        <a:t>  - 12/22(월)에 서초에서 오프라인 회의 예정입니다. 회의 시 손상된 파일 재전달 예정입니다.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  <a:ea typeface="Malgun Gothic"/>
                        </a:rPr>
                        <a:t>(2) </a:t>
                      </a: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슬라이딩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Arial Narrow"/>
                        <a:ea typeface="Malgun Gothic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  <a:ea typeface="Malgun Gothic"/>
                        </a:rPr>
                        <a:t> - </a:t>
                      </a: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대상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  <a:ea typeface="Malgun Gothic"/>
                        </a:rPr>
                        <a:t> : WA </a:t>
                      </a: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음극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  <a:ea typeface="Malgun Gothic"/>
                        </a:rPr>
                        <a:t>6</a:t>
                      </a: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호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  <a:ea typeface="Malgun Gothic"/>
                        </a:rPr>
                        <a:t> 8개월(24</a:t>
                      </a: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년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  <a:ea typeface="Malgun Gothic"/>
                        </a:rPr>
                        <a:t>7</a:t>
                      </a: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월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  <a:ea typeface="Malgun Gothic"/>
                        </a:rPr>
                        <a:t>~25</a:t>
                      </a: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년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  <a:ea typeface="Malgun Gothic"/>
                        </a:rPr>
                        <a:t>3</a:t>
                      </a: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월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)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  <a:ea typeface="Malgun Gothic"/>
                        </a:rPr>
                        <a:t> H5.5 </a:t>
                      </a: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모델</a:t>
                      </a:r>
                      <a:br>
                        <a:rPr 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- 작업 지시서 상 슬라이딩 발생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시 Left/Right Gap으로 제어하고 있습니다. L/R Gap - 코팅폭(Width)-슬라이딩의 관계 분석 필요합니다.</a:t>
                      </a: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 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/>
                          <a:ea typeface="Malgun Gothic"/>
                        </a:rPr>
                      </a:b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</a:rPr>
                        <a:t> - Domain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</a:rPr>
                        <a:t>지식(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다이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갭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↑ → </a:t>
                      </a: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로딩폭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↓ → 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슬라이딩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↑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)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-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슬라이딩 값 하위 10% 데이터에 대해,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Gap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값이 변화하는 시점만 추출하여 Gap 변화 시 슬라이딩 변화 상관성을 분석​중에 있습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latin typeface="+mn-l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  니다.(</a:t>
                      </a:r>
                      <a:r>
                        <a:rPr lang="ko-KR" altLang="en-US" sz="900" b="0" i="0" u="none" strike="sng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~11/18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~12/2)</a:t>
                      </a:r>
                      <a:b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Arial Narrow"/>
                        </a:rPr>
                        <a:t> -&gt; 슬라이딩 데이터에 대해, Gap변화 시점 전후 윈도우를 추출(약 60~80개 추출)하여, 전후의 Gap값과 슬라이딩값의 상관계수를 확인한 결과 0.63으로 높은 상관성을 보였습니다. 또한 t-test결과 통계적 유의함을 확인하였습니다.(우측 그림)</a:t>
                      </a:r>
                      <a:b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Arial Narrow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Arial Narrow"/>
                        </a:rPr>
                        <a:t> -&gt; 의미: 그동안 슬라이딩 발생을 막기 위한 주 제어변수로 Gap이 사용되었으나, 데이터적으로 상관성을 확인하지 못했었습니다. 주 제어변수와 측정값의 상관성을 데이터에서 최초로 검증한 것에 의미가 있으며, 추후 모델링 및 다른 변수를 찾는데 정당성이 부여될 수 있습니다. 이후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Arial Narrow"/>
                        </a:rPr>
                        <a:t>,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Arial Narrow"/>
                        </a:rPr>
                        <a:t> ①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Arial Narrow"/>
                        </a:rPr>
                        <a:t>Window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Arial Narrow"/>
                        </a:rPr>
                        <a:t> 사이즈를 다양하게 ② 데이터 대상범위를 넓혀서 ③ H5.5외 다른 생산 모델에 대해서도 검증을 확대하겠습니다.</a:t>
                      </a:r>
                      <a:endParaRPr lang="ko-KR" altLang="en-US" sz="900" b="0" i="0" u="none" strike="noStrike" baseline="0" noProof="0">
                        <a:solidFill>
                          <a:srgbClr val="0000FF"/>
                        </a:solidFill>
                      </a:endParaRP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88958794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8D0815C8-FFF7-486D-AFB4-3858349C0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1805292"/>
              </p:ext>
            </p:extLst>
          </p:nvPr>
        </p:nvGraphicFramePr>
        <p:xfrm>
          <a:off x="2471143" y="2002266"/>
          <a:ext cx="6279120" cy="430530"/>
        </p:xfrm>
        <a:graphic>
          <a:graphicData uri="http://schemas.openxmlformats.org/drawingml/2006/table">
            <a:tbl>
              <a:tblPr/>
              <a:tblGrid>
                <a:gridCol w="1046520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046520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046520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1046520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1046520">
                  <a:extLst>
                    <a:ext uri="{9D8B030D-6E8A-4147-A177-3AD203B41FA5}">
                      <a16:colId xmlns:a16="http://schemas.microsoft.com/office/drawing/2014/main" val="1116612827"/>
                    </a:ext>
                  </a:extLst>
                </a:gridCol>
                <a:gridCol w="1046520">
                  <a:extLst>
                    <a:ext uri="{9D8B030D-6E8A-4147-A177-3AD203B41FA5}">
                      <a16:colId xmlns:a16="http://schemas.microsoft.com/office/drawing/2014/main" val="178932273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</a:rPr>
                        <a:t>롤맵 데이터 수집 / 전처리</a:t>
                      </a:r>
                      <a:endParaRPr lang="en-US" altLang="ko-KR" sz="900" b="0" i="0" u="none" strike="noStrike" noProof="0" err="1">
                        <a:solidFill>
                          <a:schemeClr val="tx1"/>
                        </a:solidFill>
                        <a:effectLst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</a:rPr>
                        <a:t>롤맵 데이터 분석 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</a:rPr>
                        <a:t>XAI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effectLst/>
                        </a:rPr>
                        <a:t> 기반 딥러닝 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effectLst/>
                        </a:rPr>
                        <a:t>모델링</a:t>
                      </a: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</a:rPr>
                        <a:t>/검증 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</a:rPr>
                        <a:t>타 불량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</a:rPr>
                        <a:t>유형(PINH)</a:t>
                      </a:r>
                      <a:endParaRPr lang="ko-KR"/>
                    </a:p>
                    <a:p>
                      <a:pPr marL="0" lvl="0" algn="ctr">
                        <a:buNone/>
                      </a:pP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</a:rPr>
                        <a:t>추가 분석 </a:t>
                      </a:r>
                      <a:endParaRPr lang="ko-KR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타 불량 유형</a:t>
                      </a:r>
                    </a:p>
                    <a:p>
                      <a:pPr marL="0" lvl="0" algn="ctr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모델링/검증</a:t>
                      </a: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2차년도</a:t>
                      </a:r>
                      <a:b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</a:b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최종 보고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’24.11.30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’24.01.31</a:t>
                      </a: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Malgun Gothic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‘25.03.31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’25.05.31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'25.07.30</a:t>
                      </a:r>
                      <a:endParaRPr lang="ko-KR" altLang="en-US"/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‘25.08.15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20" name="이등변 삼각형 19">
            <a:extLst>
              <a:ext uri="{FF2B5EF4-FFF2-40B4-BE49-F238E27FC236}">
                <a16:creationId xmlns:a16="http://schemas.microsoft.com/office/drawing/2014/main" id="{56D42748-BD55-4F67-859A-F21A40F84A33}"/>
              </a:ext>
            </a:extLst>
          </p:cNvPr>
          <p:cNvSpPr/>
          <p:nvPr/>
        </p:nvSpPr>
        <p:spPr>
          <a:xfrm rot="10800000">
            <a:off x="3289959" y="1874430"/>
            <a:ext cx="183387" cy="130402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2291323D-F4D3-4819-8C26-63E6E6805A1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910272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/>
            </a:pPr>
            <a:r>
              <a:rPr kumimoji="0" 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■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배터리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코터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 공정 내 슬라이딩 및 표면 불량 원인 진단 및 예측 모델 개발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_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2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차년도</a:t>
            </a:r>
            <a:endParaRPr lang="en-US" altLang="ko-KR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1C183CA-39B3-5020-FA03-E17A5C27DE4B}"/>
              </a:ext>
            </a:extLst>
          </p:cNvPr>
          <p:cNvSpPr txBox="1"/>
          <p:nvPr/>
        </p:nvSpPr>
        <p:spPr>
          <a:xfrm>
            <a:off x="6913914" y="1662801"/>
            <a:ext cx="1294681" cy="110800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>
              <a:lnSpc>
                <a:spcPct val="90000"/>
              </a:lnSpc>
            </a:pPr>
            <a:r>
              <a:rPr lang="en-US" sz="800">
                <a:solidFill>
                  <a:srgbClr val="008000"/>
                </a:solidFill>
                <a:latin typeface="Arial Narrow"/>
                <a:ea typeface="LG스마트체 Regular"/>
              </a:rPr>
              <a:t>※2</a:t>
            </a:r>
            <a:r>
              <a:rPr lang="ko-KR" altLang="en-US" sz="800">
                <a:solidFill>
                  <a:srgbClr val="008000"/>
                </a:solidFill>
                <a:latin typeface="Arial Narrow"/>
                <a:ea typeface="LG스마트체 Regular"/>
              </a:rPr>
              <a:t>차년도</a:t>
            </a:r>
            <a:r>
              <a:rPr lang="en-US" sz="800">
                <a:solidFill>
                  <a:srgbClr val="008000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800">
                <a:solidFill>
                  <a:srgbClr val="008000"/>
                </a:solidFill>
                <a:latin typeface="Arial Narrow"/>
                <a:ea typeface="LG스마트체 Regular"/>
              </a:rPr>
              <a:t>기한:</a:t>
            </a:r>
            <a:r>
              <a:rPr lang="en-US" sz="800">
                <a:solidFill>
                  <a:srgbClr val="008000"/>
                </a:solidFill>
                <a:latin typeface="Arial Narrow"/>
                <a:ea typeface="LG스마트체 Regular"/>
              </a:rPr>
              <a:t> '25.08~'26.08</a:t>
            </a:r>
            <a:endParaRPr lang="en-US" sz="80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" name="직사각형 18">
            <a:extLst>
              <a:ext uri="{FF2B5EF4-FFF2-40B4-BE49-F238E27FC236}">
                <a16:creationId xmlns:a16="http://schemas.microsoft.com/office/drawing/2014/main" id="{9FADDB58-425A-F564-1269-859043BC62CD}"/>
              </a:ext>
            </a:extLst>
          </p:cNvPr>
          <p:cNvSpPr/>
          <p:nvPr/>
        </p:nvSpPr>
        <p:spPr>
          <a:xfrm>
            <a:off x="5822630" y="297064"/>
            <a:ext cx="2790258" cy="230832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ko-KR" altLang="en-US" sz="900">
                <a:latin typeface="+mn-ea"/>
              </a:rPr>
              <a:t>[ 과제번호 : 자동보정선행개발-#7, 진행 상태 : </a:t>
            </a:r>
            <a:r>
              <a:rPr lang="ko-KR" altLang="en-US" sz="9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900">
                <a:latin typeface="+mn-ea"/>
              </a:rPr>
              <a:t>]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D33EF45-A043-472E-B0C7-E818C118347C}"/>
              </a:ext>
            </a:extLst>
          </p:cNvPr>
          <p:cNvSpPr txBox="1"/>
          <p:nvPr/>
        </p:nvSpPr>
        <p:spPr>
          <a:xfrm>
            <a:off x="8309482" y="33479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11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F6479508-421F-4666-8ACA-F2F0E6696C10}"/>
              </a:ext>
            </a:extLst>
          </p:cNvPr>
          <p:cNvSpPr txBox="1">
            <a:spLocks/>
          </p:cNvSpPr>
          <p:nvPr/>
        </p:nvSpPr>
        <p:spPr>
          <a:xfrm>
            <a:off x="8309482" y="165516"/>
            <a:ext cx="1439497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ko-KR" altLang="en-US" sz="1100" err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박연탁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P, 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조동현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A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4E6CA8C5-4A91-71FC-0C11-C2412F4686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2117730"/>
              </p:ext>
            </p:extLst>
          </p:nvPr>
        </p:nvGraphicFramePr>
        <p:xfrm>
          <a:off x="2471376" y="2673622"/>
          <a:ext cx="6279120" cy="430530"/>
        </p:xfrm>
        <a:graphic>
          <a:graphicData uri="http://schemas.openxmlformats.org/drawingml/2006/table">
            <a:tbl>
              <a:tblPr/>
              <a:tblGrid>
                <a:gridCol w="1046520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046520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1046520">
                  <a:extLst>
                    <a:ext uri="{9D8B030D-6E8A-4147-A177-3AD203B41FA5}">
                      <a16:colId xmlns:a16="http://schemas.microsoft.com/office/drawing/2014/main" val="1116612827"/>
                    </a:ext>
                  </a:extLst>
                </a:gridCol>
                <a:gridCol w="1046520">
                  <a:extLst>
                    <a:ext uri="{9D8B030D-6E8A-4147-A177-3AD203B41FA5}">
                      <a16:colId xmlns:a16="http://schemas.microsoft.com/office/drawing/2014/main" val="4075003826"/>
                    </a:ext>
                  </a:extLst>
                </a:gridCol>
                <a:gridCol w="1046520">
                  <a:extLst>
                    <a:ext uri="{9D8B030D-6E8A-4147-A177-3AD203B41FA5}">
                      <a16:colId xmlns:a16="http://schemas.microsoft.com/office/drawing/2014/main" val="2935555219"/>
                    </a:ext>
                  </a:extLst>
                </a:gridCol>
                <a:gridCol w="1046520">
                  <a:extLst>
                    <a:ext uri="{9D8B030D-6E8A-4147-A177-3AD203B41FA5}">
                      <a16:colId xmlns:a16="http://schemas.microsoft.com/office/drawing/2014/main" val="178932273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</a:rPr>
                        <a:t>Gap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effectLst/>
                        </a:rPr>
                        <a:t>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</a:rPr>
                        <a:t>/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</a:rPr>
                        <a:t>Width / SLIDING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effectLst/>
                        </a:rPr>
                        <a:t> 상관관계  분석 </a:t>
                      </a:r>
                      <a:endParaRPr lang="ko-KR" altLang="en-US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</a:rPr>
                        <a:t>IOT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</a:rPr>
                        <a:t> </a:t>
                      </a:r>
                      <a:r>
                        <a:rPr 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</a:rPr>
                        <a:t>데이터 분석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</a:rPr>
                        <a:t>AI 모델링 진행 </a:t>
                      </a:r>
                      <a:endParaRPr lang="ko-KR"/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rgbClr val="000000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</a:rPr>
                        <a:t>주요 인자 추출 및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</a:rPr>
                        <a:t>확장</a:t>
                      </a:r>
                      <a:r>
                        <a:rPr 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</a:rPr>
                        <a:t> 가능성 검토</a:t>
                      </a:r>
                      <a:endParaRPr lang="ko-KR" altLang="en-US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</a:rPr>
                        <a:t>최종 모델링 / 검증</a:t>
                      </a: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2차년도</a:t>
                      </a:r>
                      <a:b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</a:b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최종 보고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4459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‘25.11.30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’26.01.31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'25.04.30</a:t>
                      </a: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’25.05.31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'25.07.30</a:t>
                      </a: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‘25.08.15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pic>
        <p:nvPicPr>
          <p:cNvPr id="4" name="Picture 3">
            <a:extLst>
              <a:ext uri="{FF2B5EF4-FFF2-40B4-BE49-F238E27FC236}">
                <a16:creationId xmlns:a16="http://schemas.microsoft.com/office/drawing/2014/main" id="{00949EAD-96C6-BCAE-560D-A9F3FB14275D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163064" y="335851"/>
            <a:ext cx="3879393" cy="3223641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57462378-C2F8-D802-3699-9AA53A4EF70B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162111" y="3649907"/>
            <a:ext cx="2573305" cy="1579011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CBF09025-9C5F-CEBA-9E49-9433C10101CA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162111" y="5235473"/>
            <a:ext cx="2573305" cy="15899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081465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5836930"/>
              </p:ext>
            </p:extLst>
          </p:nvPr>
        </p:nvGraphicFramePr>
        <p:xfrm>
          <a:off x="140154" y="866775"/>
          <a:ext cx="9638594" cy="5747089"/>
        </p:xfrm>
        <a:graphic>
          <a:graphicData uri="http://schemas.openxmlformats.org/drawingml/2006/table">
            <a:tbl>
              <a:tblPr/>
              <a:tblGrid>
                <a:gridCol w="8176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신규 폼팩터 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 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개발 및 적용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각형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en-US" altLang="ko-KR" baseline="0" noProof="0">
                        <a:solidFill>
                          <a:srgbClr val="000000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EP1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Pilot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(GM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향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오두섭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염지혜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71788" y="612730"/>
            <a:ext cx="3597139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cs typeface="Malgun Gothic Semilight"/>
              </a:rPr>
              <a:t>신규 폼 팩터 자동보정 개발 및 적용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cs typeface="Malgun Gothic Semilight"/>
              </a:rPr>
              <a:t>(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cs typeface="Malgun Gothic Semilight"/>
              </a:rPr>
              <a:t>각형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cs typeface="Malgun Gothic Semilight"/>
              </a:rPr>
              <a:t>)</a:t>
            </a:r>
            <a:endParaRPr lang="en-US" altLang="ko-KR" sz="1400" b="1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41761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자동보정 선행개발팀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BA4557C-646C-4589-AAD3-2CDCBCEA5E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0767877"/>
              </p:ext>
            </p:extLst>
          </p:nvPr>
        </p:nvGraphicFramePr>
        <p:xfrm>
          <a:off x="1613121" y="1084514"/>
          <a:ext cx="7058965" cy="55293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51913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107052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52083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(W51).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 특이사항 없습니다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IM PKG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생산일정이 지연되어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생산일정 맞춰 데이터 취득 후 분석하도록 하겠습니다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(11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월 중순 →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12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15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일 예정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126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64627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endParaRPr lang="en-US" altLang="ko-KR" sz="90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60528C01-D584-4123-83FB-43C0A95AE421}"/>
              </a:ext>
            </a:extLst>
          </p:cNvPr>
          <p:cNvSpPr txBox="1">
            <a:spLocks/>
          </p:cNvSpPr>
          <p:nvPr/>
        </p:nvSpPr>
        <p:spPr>
          <a:xfrm>
            <a:off x="8318565" y="189431"/>
            <a:ext cx="1572824" cy="307777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000">
                <a:solidFill>
                  <a:srgbClr val="000000"/>
                </a:solidFill>
                <a:latin typeface="Arial Narrow"/>
                <a:ea typeface="LG스마트체 Regular"/>
              </a:rPr>
              <a:t>작성자 </a:t>
            </a:r>
            <a:r>
              <a:rPr lang="en-US" altLang="ko-KR" sz="1000">
                <a:solidFill>
                  <a:srgbClr val="000000"/>
                </a:solidFill>
                <a:latin typeface="Arial Narrow"/>
                <a:ea typeface="LG스마트체 Regular"/>
              </a:rPr>
              <a:t>: </a:t>
            </a:r>
            <a:r>
              <a:rPr lang="ko-KR" altLang="en-US" sz="1000">
                <a:solidFill>
                  <a:srgbClr val="000000"/>
                </a:solidFill>
                <a:latin typeface="Arial Narrow"/>
                <a:ea typeface="LG스마트체 Regular"/>
              </a:rPr>
              <a:t>염지혜</a:t>
            </a:r>
            <a:r>
              <a:rPr lang="en-US" altLang="ko-KR" sz="1000">
                <a:solidFill>
                  <a:srgbClr val="000000"/>
                </a:solidFill>
                <a:latin typeface="Arial Narrow"/>
                <a:ea typeface="LG스마트체 Regular"/>
              </a:rPr>
              <a:t>S</a:t>
            </a:r>
            <a:endParaRPr lang="ko-KR" altLang="en-US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l">
              <a:spcBef>
                <a:spcPts val="0"/>
              </a:spcBef>
              <a:defRPr/>
            </a:pPr>
            <a:r>
              <a:rPr lang="ko-KR" altLang="en-US" sz="1000">
                <a:solidFill>
                  <a:srgbClr val="000000"/>
                </a:solidFill>
                <a:latin typeface="Arial Narrow"/>
                <a:ea typeface="LG스마트체 Regular"/>
              </a:rPr>
              <a:t>업데이트 시간 </a:t>
            </a:r>
            <a:r>
              <a:rPr lang="en-US" altLang="ko-KR" sz="1000">
                <a:solidFill>
                  <a:srgbClr val="000000"/>
                </a:solidFill>
                <a:latin typeface="Arial Narrow"/>
                <a:ea typeface="LG스마트체 Regular"/>
              </a:rPr>
              <a:t>: 12/16 09</a:t>
            </a:r>
            <a:r>
              <a:rPr lang="ko-KR" altLang="en-US" sz="1000">
                <a:solidFill>
                  <a:srgbClr val="000000"/>
                </a:solidFill>
                <a:latin typeface="Arial Narrow"/>
                <a:ea typeface="LG스마트체 Regular"/>
              </a:rPr>
              <a:t>시</a:t>
            </a:r>
          </a:p>
        </p:txBody>
      </p:sp>
      <p:sp>
        <p:nvSpPr>
          <p:cNvPr id="6" name="직사각형 18">
            <a:extLst>
              <a:ext uri="{FF2B5EF4-FFF2-40B4-BE49-F238E27FC236}">
                <a16:creationId xmlns:a16="http://schemas.microsoft.com/office/drawing/2014/main" id="{7FA93A6D-AD12-618A-FDF3-86BE46AA79F9}"/>
              </a:ext>
            </a:extLst>
          </p:cNvPr>
          <p:cNvSpPr/>
          <p:nvPr/>
        </p:nvSpPr>
        <p:spPr>
          <a:xfrm>
            <a:off x="5565855" y="597522"/>
            <a:ext cx="2889428" cy="230832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ko-KR" altLang="en-US" sz="900">
                <a:latin typeface="+mn-ea"/>
              </a:rPr>
              <a:t>[ 과제번호 : 자동보정선행개발-#11, 진행 상태 : </a:t>
            </a:r>
            <a:r>
              <a:rPr lang="ko-KR" altLang="en-US" sz="9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900">
                <a:latin typeface="+mn-ea"/>
              </a:rPr>
              <a:t>]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B3B2D7C-335B-44F4-844C-5CD19BBB6E7A}"/>
              </a:ext>
            </a:extLst>
          </p:cNvPr>
          <p:cNvSpPr txBox="1"/>
          <p:nvPr/>
        </p:nvSpPr>
        <p:spPr>
          <a:xfrm>
            <a:off x="1654968" y="1710677"/>
            <a:ext cx="90601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각형 </a:t>
            </a:r>
            <a:r>
              <a:rPr lang="ko-KR" altLang="en-US" sz="1050">
                <a:solidFill>
                  <a:prstClr val="black"/>
                </a:solidFill>
                <a:latin typeface="Arial Narrow"/>
                <a:ea typeface="LG스마트체 Regular"/>
              </a:rPr>
              <a:t>고객사</a:t>
            </a:r>
            <a:r>
              <a:rPr kumimoji="0" lang="en-US" altLang="ko-KR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kumimoji="0" lang="ko-KR" altLang="en-US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" name="Text Box 39">
            <a:extLst>
              <a:ext uri="{FF2B5EF4-FFF2-40B4-BE49-F238E27FC236}">
                <a16:creationId xmlns:a16="http://schemas.microsoft.com/office/drawing/2014/main" id="{F3A9771C-0F30-7437-C8E2-2743272A23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6243" y="2451246"/>
            <a:ext cx="7359757" cy="14931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1440" tIns="45720" rIns="91440" bIns="45720" anchor="t">
            <a:spAutoFit/>
          </a:bodyPr>
          <a:lstStyle/>
          <a:p>
            <a:pPr defTabSz="609600">
              <a:lnSpc>
                <a:spcPct val="12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① GM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LMR 25.8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월 중순부터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Pilot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라인에서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Pre-B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샘플 생산하며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설비 및 비전데이터도 로컬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PC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에 저장됩니다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상위 시스템까지 연동 예정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b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▶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8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오창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Pilot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라인 공정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en-US" altLang="ko-KR" sz="800" u="sng">
                <a:latin typeface="Arial Narrow" panose="020B0606020202030204" pitchFamily="34" charset="0"/>
                <a:ea typeface="LG스마트체 Regular" panose="020B0600000101010101" pitchFamily="50" charset="-127"/>
              </a:rPr>
              <a:t>DNC </a:t>
            </a:r>
            <a:r>
              <a:rPr lang="en-US" altLang="ko-KR" sz="800" u="sng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</a:t>
            </a:r>
            <a:r>
              <a:rPr lang="en-US" altLang="ko-KR" sz="800" u="sng">
                <a:latin typeface="Arial Narrow" panose="020B0606020202030204" pitchFamily="34" charset="0"/>
                <a:ea typeface="LG스마트체 Regular" panose="020B0600000101010101" pitchFamily="50" charset="-127"/>
              </a:rPr>
              <a:t> AZS</a:t>
            </a:r>
            <a:r>
              <a:rPr lang="en-US" altLang="ko-KR" sz="800" u="sng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</a:t>
            </a:r>
            <a:r>
              <a:rPr lang="en-US" altLang="ko-KR" sz="800" u="sng">
                <a:latin typeface="Arial Narrow" panose="020B0606020202030204" pitchFamily="34" charset="0"/>
                <a:ea typeface="LG스마트체 Regular" panose="020B0600000101010101" pitchFamily="50" charset="-127"/>
              </a:rPr>
              <a:t> PKG(TDC-&gt; CDC-&gt;Can-cap</a:t>
            </a:r>
            <a:r>
              <a:rPr lang="ko-KR" altLang="en-US" sz="800" u="sng">
                <a:latin typeface="Arial Narrow" panose="020B0606020202030204" pitchFamily="34" charset="0"/>
                <a:ea typeface="LG스마트체 Regular" panose="020B0600000101010101" pitchFamily="50" charset="-127"/>
              </a:rPr>
              <a:t>용접</a:t>
            </a:r>
            <a:r>
              <a:rPr lang="en-US" altLang="ko-KR" sz="800" u="sng">
                <a:latin typeface="Arial Narrow" panose="020B0606020202030204" pitchFamily="34" charset="0"/>
                <a:ea typeface="LG스마트체 Regular" panose="020B0600000101010101" pitchFamily="50" charset="-127"/>
              </a:rPr>
              <a:t>-&gt; </a:t>
            </a:r>
            <a:r>
              <a:rPr lang="en-US" altLang="ko-KR" sz="800" u="sng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 </a:t>
            </a:r>
            <a:r>
              <a:rPr lang="ko-KR" altLang="en-US" sz="800" u="sng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활성화</a:t>
            </a:r>
            <a:r>
              <a:rPr lang="en-US" altLang="ko-KR" sz="800" u="sng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(</a:t>
            </a:r>
            <a:r>
              <a:rPr lang="en-US" altLang="ko-KR" sz="800" u="sng">
                <a:latin typeface="Arial Narrow" panose="020B0606020202030204" pitchFamily="34" charset="0"/>
                <a:ea typeface="LG스마트체 Regular" panose="020B0600000101010101" pitchFamily="50" charset="-127"/>
              </a:rPr>
              <a:t>HVC-&gt;Seal plate </a:t>
            </a:r>
            <a:r>
              <a:rPr lang="ko-KR" altLang="en-US" sz="800" u="sng">
                <a:latin typeface="Arial Narrow" panose="020B0606020202030204" pitchFamily="34" charset="0"/>
                <a:ea typeface="LG스마트체 Regular" panose="020B0600000101010101" pitchFamily="50" charset="-127"/>
              </a:rPr>
              <a:t>용접</a:t>
            </a:r>
            <a:r>
              <a:rPr lang="en-US" altLang="ko-KR" sz="800" u="sng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800" u="sng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800" u="sng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</a:t>
            </a:r>
            <a:r>
              <a:rPr lang="en-US" altLang="ko-KR" sz="800" u="sng">
                <a:latin typeface="Arial Narrow" panose="020B0606020202030204" pitchFamily="34" charset="0"/>
                <a:ea typeface="LG스마트체 Regular" panose="020B0600000101010101" pitchFamily="50" charset="-127"/>
              </a:rPr>
              <a:t> EOL</a:t>
            </a:r>
          </a:p>
          <a:p>
            <a:pPr defTabSz="609600">
              <a:lnSpc>
                <a:spcPct val="12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② 각형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Top Terminal(T/T) CTQ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 리스트 확보하였습니다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총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86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선정 完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: COT -11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R/P – 7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DNC - 9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AZS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-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11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…) </a:t>
            </a:r>
            <a:b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향후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파일럿 빌드하면서 설계 컨셉 및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CTQ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항목은 변동 될 수 있음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샘플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B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생산 전까지 확정 예정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(~25.12)</a:t>
            </a:r>
          </a:p>
          <a:p>
            <a:pPr defTabSz="609600">
              <a:lnSpc>
                <a:spcPct val="12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③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설비 셋업 현황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:</a:t>
            </a:r>
          </a:p>
          <a:p>
            <a:pPr defTabSz="609600">
              <a:lnSpc>
                <a:spcPct val="12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en-US" altLang="ko-KR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- (DNC / AZS) 1,2</a:t>
            </a:r>
            <a:r>
              <a:rPr lang="ko-KR" altLang="en-US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</a:t>
            </a:r>
            <a:r>
              <a:rPr lang="en-US" altLang="ko-KR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입고 완료</a:t>
            </a:r>
            <a:r>
              <a:rPr lang="en-US" altLang="ko-KR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. / 3,4,5</a:t>
            </a:r>
            <a:r>
              <a:rPr lang="ko-KR" altLang="en-US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</a:t>
            </a:r>
            <a:r>
              <a:rPr lang="en-US" altLang="ko-KR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: 9</a:t>
            </a:r>
            <a:r>
              <a:rPr lang="ko-KR" altLang="en-US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월초 </a:t>
            </a:r>
            <a:r>
              <a:rPr lang="en-US" altLang="ko-KR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/ 6,7</a:t>
            </a:r>
            <a:r>
              <a:rPr lang="ko-KR" altLang="en-US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호기는</a:t>
            </a:r>
            <a:r>
              <a:rPr lang="en-US" altLang="ko-KR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: 10</a:t>
            </a:r>
            <a:r>
              <a:rPr lang="ko-KR" altLang="en-US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월쯤 예상 </a:t>
            </a:r>
            <a:r>
              <a:rPr lang="en-US" altLang="ko-KR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사유 </a:t>
            </a:r>
            <a:r>
              <a:rPr lang="en-US" altLang="ko-KR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: ESS </a:t>
            </a:r>
            <a:r>
              <a:rPr lang="ko-KR" altLang="en-US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물량 연장에 의한 룸 공사 연기</a:t>
            </a:r>
            <a:r>
              <a:rPr lang="en-US" altLang="ko-KR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pPr defTabSz="609600">
              <a:lnSpc>
                <a:spcPct val="12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en-US" altLang="ko-KR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- </a:t>
            </a:r>
            <a:r>
              <a:rPr lang="ko-KR" altLang="en-US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조립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(Assy)</a:t>
            </a:r>
            <a:r>
              <a:rPr lang="en-US" altLang="ko-KR" sz="900" b="0" baseline="0">
                <a:latin typeface="Arial Narrow" panose="020B0606020202030204" pitchFamily="34" charset="0"/>
                <a:ea typeface="LG스마트체 Regular" panose="020B0600000101010101" pitchFamily="50" charset="-127"/>
              </a:rPr>
              <a:t>: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라인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1(Main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용접설비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X-ray, 1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차 </a:t>
            </a:r>
            <a:r>
              <a:rPr lang="ko-KR" altLang="en-US" sz="9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주액기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라인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2(2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차 </a:t>
            </a:r>
            <a:r>
              <a:rPr lang="ko-KR" altLang="en-US" sz="9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주액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설비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EL Welder)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설비 입고 완료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/  (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활성화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) HVC 4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대 설비 입고 완료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(Set-up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진행중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b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④ 각형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GM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조립 공정은 현재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SAT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및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DOE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진행으로 설비 안정화 시점이 올해 말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(25.12)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로 잡혀 있어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그전까지는 설비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 컨셉이 수시로 변동되고 있습니다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</p:txBody>
      </p:sp>
      <p:sp>
        <p:nvSpPr>
          <p:cNvPr id="4" name="Text Box 39">
            <a:extLst>
              <a:ext uri="{FF2B5EF4-FFF2-40B4-BE49-F238E27FC236}">
                <a16:creationId xmlns:a16="http://schemas.microsoft.com/office/drawing/2014/main" id="{ED686740-5C30-BCD0-60AD-06CA1D1B72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6244" y="1687622"/>
            <a:ext cx="6391232" cy="7449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1440" tIns="45720" rIns="91440" bIns="45720" anchor="t">
            <a:spAutoFit/>
          </a:bodyPr>
          <a:lstStyle/>
          <a:p>
            <a:pPr marR="0" lvl="0" algn="l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</a:pP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■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GM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9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양극재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u="sng">
                <a:latin typeface="Arial Narrow" panose="020B0606020202030204" pitchFamily="34" charset="0"/>
                <a:ea typeface="LG스마트체 Regular" panose="020B0600000101010101" pitchFamily="50" charset="-127"/>
              </a:rPr>
              <a:t>“LFP </a:t>
            </a:r>
            <a:r>
              <a:rPr lang="ko-KR" altLang="en-US" sz="900" u="sng"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900" u="sng">
                <a:latin typeface="Arial Narrow" panose="020B0606020202030204" pitchFamily="34" charset="0"/>
                <a:ea typeface="LG스마트체 Regular" panose="020B0600000101010101" pitchFamily="50" charset="-127"/>
              </a:rPr>
              <a:t>LMR”</a:t>
            </a:r>
            <a:r>
              <a:rPr lang="ko-KR" altLang="en-US" sz="900" u="sng">
                <a:latin typeface="Arial Narrow" panose="020B0606020202030204" pitchFamily="34" charset="0"/>
                <a:ea typeface="LG스마트체 Regular" panose="020B0600000101010101" pitchFamily="50" charset="-127"/>
              </a:rPr>
              <a:t>로 개발 변경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되면서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설계 검증을 위해 </a:t>
            </a:r>
            <a:r>
              <a:rPr lang="en-US" altLang="ko-KR" sz="9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CV</a:t>
            </a:r>
            <a:r>
              <a:rPr lang="ko-KR" altLang="en-US" sz="9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를 </a:t>
            </a:r>
            <a:r>
              <a:rPr lang="en-US" altLang="ko-KR" sz="9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’25</a:t>
            </a:r>
            <a:r>
              <a:rPr lang="ko-KR" altLang="en-US" sz="9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년 </a:t>
            </a:r>
            <a:r>
              <a:rPr lang="en-US" altLang="ko-KR" sz="9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12</a:t>
            </a:r>
            <a:r>
              <a:rPr lang="ko-KR" altLang="en-US" sz="9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월로 연기하였습니다</a:t>
            </a:r>
            <a:r>
              <a:rPr lang="en-US" altLang="ko-KR" sz="9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. (B</a:t>
            </a:r>
            <a:r>
              <a:rPr lang="ko-KR" altLang="en-US" sz="9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샘플 일정</a:t>
            </a:r>
            <a:r>
              <a:rPr lang="en-US" altLang="ko-KR" sz="9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: ’26.1</a:t>
            </a:r>
            <a:r>
              <a:rPr lang="ko-KR" altLang="en-US" sz="9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9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en-US" altLang="ko-KR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lvl="0" indent="0" algn="l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■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IM (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테슬라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: LFP ESS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로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25.10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 중 </a:t>
            </a:r>
            <a:r>
              <a:rPr lang="ko-KR" altLang="en-US" sz="9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오창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Pilot 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라인에서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B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샘플 생산 예정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입니다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. (CV: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25.9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월 예정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en-US" altLang="ko-KR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20000"/>
              </a:lnSpc>
            </a:pP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※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GM LMR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과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IM ESS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는 </a:t>
            </a:r>
            <a:r>
              <a:rPr lang="ko-KR" altLang="en-US" sz="9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오창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Pilot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동일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Line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으로 형 교환을 통해 전극 이후 전체 공정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(DNC ~ EOL)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생산을 진행하게 됩니다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endParaRPr lang="en-US" altLang="ko-KR" sz="9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lvl="0" indent="0" algn="l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■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VW (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폭스바겐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: LFP/Mid-Ni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단동 라인에서 샘플 생산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검증 대응 중이며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 25.9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월에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S/T Pilot 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라인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Set up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여부 결정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예정입니다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en-US" altLang="ko-KR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1F42CEBB-C22C-03B2-9FC1-32B9BE5A39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3994361"/>
              </p:ext>
            </p:extLst>
          </p:nvPr>
        </p:nvGraphicFramePr>
        <p:xfrm>
          <a:off x="10320696" y="-36695"/>
          <a:ext cx="5845865" cy="1172690"/>
        </p:xfrm>
        <a:graphic>
          <a:graphicData uri="http://schemas.openxmlformats.org/drawingml/2006/table">
            <a:tbl>
              <a:tblPr/>
              <a:tblGrid>
                <a:gridCol w="599545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271780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987270">
                  <a:extLst>
                    <a:ext uri="{9D8B030D-6E8A-4147-A177-3AD203B41FA5}">
                      <a16:colId xmlns:a16="http://schemas.microsoft.com/office/drawing/2014/main" val="1978639862"/>
                    </a:ext>
                  </a:extLst>
                </a:gridCol>
                <a:gridCol w="1987270">
                  <a:extLst>
                    <a:ext uri="{9D8B030D-6E8A-4147-A177-3AD203B41FA5}">
                      <a16:colId xmlns:a16="http://schemas.microsoft.com/office/drawing/2014/main" val="3109827828"/>
                    </a:ext>
                  </a:extLst>
                </a:gridCol>
              </a:tblGrid>
              <a:tr h="190616"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900" b="0" kern="1200" baseline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900" b="0" kern="1200" baseline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Pilot </a:t>
                      </a:r>
                      <a:r>
                        <a:rPr kumimoji="1" lang="ko-KR" altLang="en-US" sz="900" b="0" kern="1200" baseline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900" b="0" kern="1200" baseline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샘플 생산 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900" b="0" kern="1200" baseline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비고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327358"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800" b="0" kern="1200" baseline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GM LMR</a:t>
                      </a:r>
                      <a:endParaRPr kumimoji="1" lang="ko-KR" altLang="en-US" sz="800" b="0" kern="1200" baseline="0">
                        <a:solidFill>
                          <a:prstClr val="black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오창 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 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Pilot 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 </a:t>
                      </a:r>
                      <a:endParaRPr kumimoji="1" lang="en-US" altLang="ko-KR" sz="800" b="0" kern="1200" baseline="0" noProof="0">
                        <a:solidFill>
                          <a:prstClr val="black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셋업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SAT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진행중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(8/20~)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Pre-B 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샘플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(25.8 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중순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~) 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샘플 생산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(`26.1)</a:t>
                      </a:r>
                      <a:endParaRPr kumimoji="1" lang="ko-KR" altLang="en-US" sz="800" b="0" kern="1200" baseline="0" noProof="0">
                        <a:solidFill>
                          <a:prstClr val="black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설계 컨셉 및 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CTQ 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항목 확정 예정 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(‘25.12)</a:t>
                      </a:r>
                      <a:endParaRPr kumimoji="1" lang="ko-KR" altLang="en-US" sz="800" b="0" kern="1200" baseline="0" noProof="0">
                        <a:solidFill>
                          <a:prstClr val="black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  <a:tr h="327358"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800" b="0" kern="1200" baseline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IM ESS (LFP)</a:t>
                      </a:r>
                      <a:endParaRPr kumimoji="1" lang="ko-KR" altLang="en-US" sz="800" b="0" kern="1200" baseline="0">
                        <a:solidFill>
                          <a:prstClr val="black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오창 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 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Pilot 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 </a:t>
                      </a:r>
                      <a:endParaRPr kumimoji="1" lang="en-US" altLang="ko-KR" sz="800" b="0" kern="1200" baseline="0" noProof="0">
                        <a:solidFill>
                          <a:prstClr val="black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형 교환으로 진행 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 미정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1" lang="ko-KR" altLang="en-US" sz="800" b="0" kern="1200" baseline="0" noProof="0">
                        <a:solidFill>
                          <a:prstClr val="black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샘플 생산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(`25.10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중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1" lang="ko-KR" altLang="en-US" sz="800" b="0" kern="1200" baseline="0" noProof="0">
                        <a:solidFill>
                          <a:prstClr val="black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kern="1200" baseline="0" noProof="0">
                        <a:solidFill>
                          <a:prstClr val="black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861566"/>
                  </a:ext>
                </a:extLst>
              </a:tr>
              <a:tr h="327358"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800" b="0" kern="1200" baseline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VW LFP</a:t>
                      </a:r>
                    </a:p>
                    <a:p>
                      <a:pPr algn="ctr" fontAlgn="ctr"/>
                      <a:r>
                        <a:rPr kumimoji="1" lang="en-US" altLang="ko-KR" sz="800" b="0" kern="1200" baseline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/ Mid-Ni</a:t>
                      </a:r>
                      <a:endParaRPr kumimoji="1" lang="ko-KR" altLang="en-US" sz="800" b="0" kern="1200" baseline="0">
                        <a:solidFill>
                          <a:prstClr val="black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25.9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중 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Setup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여부 결정</a:t>
                      </a:r>
                      <a:endParaRPr kumimoji="1" lang="en-US" altLang="ko-KR" sz="800" b="0" kern="1200" baseline="0" noProof="0">
                        <a:solidFill>
                          <a:prstClr val="black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고객 수주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X)</a:t>
                      </a:r>
                      <a:endParaRPr kumimoji="1" lang="en-US" sz="800" b="0" kern="1200" baseline="0" noProof="0">
                        <a:solidFill>
                          <a:prstClr val="black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샘플 생산 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(`26.3</a:t>
                      </a:r>
                      <a:r>
                        <a:rPr kumimoji="1" lang="ko-KR" altLang="en-US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중</a:t>
                      </a:r>
                      <a:r>
                        <a:rPr kumimoji="1" lang="en-US" altLang="ko-KR" sz="800" b="0" kern="1200" baseline="0" noProof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1" lang="ko-KR" altLang="en-US" sz="800" b="0" kern="1200" baseline="0" noProof="0">
                        <a:solidFill>
                          <a:prstClr val="black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1" lang="ko-KR" altLang="en-US" sz="800" b="0" kern="1200" baseline="0" noProof="0">
                        <a:solidFill>
                          <a:prstClr val="black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21750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F08908BB-B2DA-8D91-09D1-B23B081880E3}"/>
              </a:ext>
            </a:extLst>
          </p:cNvPr>
          <p:cNvSpPr txBox="1"/>
          <p:nvPr/>
        </p:nvSpPr>
        <p:spPr>
          <a:xfrm>
            <a:off x="1611687" y="2470613"/>
            <a:ext cx="99258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50">
                <a:solidFill>
                  <a:prstClr val="black"/>
                </a:solidFill>
                <a:latin typeface="Arial Narrow"/>
                <a:ea typeface="LG스마트체 Regular"/>
              </a:rPr>
              <a:t>[GM </a:t>
            </a:r>
            <a:r>
              <a:rPr kumimoji="0" lang="en-US" altLang="ko-KR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LMR </a:t>
            </a:r>
            <a:r>
              <a:rPr lang="ko-KR" altLang="en-US" sz="1050">
                <a:solidFill>
                  <a:prstClr val="black"/>
                </a:solidFill>
                <a:latin typeface="Arial Narrow"/>
                <a:ea typeface="LG스마트체 Regular"/>
              </a:rPr>
              <a:t>현황</a:t>
            </a:r>
            <a:r>
              <a:rPr kumimoji="0" lang="en-US" altLang="ko-KR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C4B529A-802A-1E05-12B7-E3EFE3D7DEC8}"/>
              </a:ext>
            </a:extLst>
          </p:cNvPr>
          <p:cNvSpPr txBox="1"/>
          <p:nvPr/>
        </p:nvSpPr>
        <p:spPr>
          <a:xfrm>
            <a:off x="1717487" y="4402189"/>
            <a:ext cx="78098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lang="ko-KR" altLang="en-US" sz="1050">
                <a:solidFill>
                  <a:prstClr val="black"/>
                </a:solidFill>
                <a:latin typeface="Arial Narrow"/>
                <a:ea typeface="LG스마트체 Regular"/>
              </a:rPr>
              <a:t>진행</a:t>
            </a:r>
            <a:r>
              <a:rPr lang="en-US" altLang="ko-KR" sz="1050">
                <a:solidFill>
                  <a:prstClr val="black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1050">
                <a:solidFill>
                  <a:prstClr val="black"/>
                </a:solidFill>
                <a:latin typeface="Arial Narrow"/>
                <a:ea typeface="LG스마트체 Regular"/>
              </a:rPr>
              <a:t>내용</a:t>
            </a:r>
            <a:r>
              <a:rPr kumimoji="0" lang="en-US" altLang="ko-KR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747B5294-F60B-AA3F-DA42-4979932DA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4212143"/>
              </p:ext>
            </p:extLst>
          </p:nvPr>
        </p:nvGraphicFramePr>
        <p:xfrm>
          <a:off x="10320696" y="3116966"/>
          <a:ext cx="6430381" cy="2876111"/>
        </p:xfrm>
        <a:graphic>
          <a:graphicData uri="http://schemas.openxmlformats.org/drawingml/2006/table">
            <a:tbl>
              <a:tblPr/>
              <a:tblGrid>
                <a:gridCol w="526381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5904000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</a:tblGrid>
              <a:tr h="146606"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900" b="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900" b="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내용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6592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DNC</a:t>
                      </a:r>
                      <a:endParaRPr kumimoji="1" lang="ko-KR" altLang="en-US" sz="800" b="0" kern="12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defTabSz="609600">
                        <a:lnSpc>
                          <a:spcPct val="120000"/>
                        </a:lnSpc>
                        <a:spcBef>
                          <a:spcPts val="200"/>
                        </a:spcBef>
                        <a:buSzPct val="120000"/>
                        <a:buFont typeface="Arial" panose="020B0604020202020204" pitchFamily="34" charset="0"/>
                        <a:buChar char="•"/>
                        <a:tabLst>
                          <a:tab pos="581025" algn="l"/>
                        </a:tabLst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2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(A-Type, B-Type)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씩 총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 설비 존재함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공정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컨셉은 동일함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171450" indent="-171450" algn="l" defTabSz="609600">
                        <a:lnSpc>
                          <a:spcPct val="120000"/>
                        </a:lnSpc>
                        <a:spcBef>
                          <a:spcPts val="200"/>
                        </a:spcBef>
                        <a:buSzPct val="120000"/>
                        <a:buFont typeface="Arial" panose="020B0604020202020204" pitchFamily="34" charset="0"/>
                        <a:buChar char="•"/>
                        <a:tabLst>
                          <a:tab pos="581025" algn="l"/>
                        </a:tabLst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Dry(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이후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Cooling)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Notching(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금형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x/y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 세부조정 가능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Cutting </a:t>
                      </a:r>
                    </a:p>
                    <a:p>
                      <a:pPr marL="171450" indent="-171450" algn="l" defTabSz="609600">
                        <a:lnSpc>
                          <a:spcPct val="120000"/>
                        </a:lnSpc>
                        <a:spcBef>
                          <a:spcPts val="200"/>
                        </a:spcBef>
                        <a:buSzPct val="120000"/>
                        <a:buFont typeface="Arial" panose="020B0604020202020204" pitchFamily="34" charset="0"/>
                        <a:buChar char="•"/>
                        <a:tabLst>
                          <a:tab pos="581025" algn="l"/>
                        </a:tabLst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모두 셀 추적 레이저 마킹 존재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171450" indent="-171450" algn="l" defTabSz="609600">
                        <a:lnSpc>
                          <a:spcPct val="120000"/>
                        </a:lnSpc>
                        <a:spcBef>
                          <a:spcPts val="200"/>
                        </a:spcBef>
                        <a:buSzPct val="120000"/>
                        <a:buFont typeface="Arial" panose="020B0604020202020204" pitchFamily="34" charset="0"/>
                        <a:buChar char="•"/>
                        <a:tabLst>
                          <a:tab pos="581025" algn="l"/>
                        </a:tabLst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비전 검사 이후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1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NG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 제거 →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OK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셀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Magazine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적재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Align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틀어지면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NG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제거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＊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Magazine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개수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:1,000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장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750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장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  <a:tr h="46222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AZS</a:t>
                      </a:r>
                      <a:endParaRPr kumimoji="1" lang="ko-KR" altLang="en-US" sz="800" b="0" kern="12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defTabSz="609600">
                        <a:lnSpc>
                          <a:spcPct val="120000"/>
                        </a:lnSpc>
                        <a:spcBef>
                          <a:spcPts val="200"/>
                        </a:spcBef>
                        <a:buSzPct val="120000"/>
                        <a:buFont typeface="Arial" panose="020B0604020202020204" pitchFamily="34" charset="0"/>
                        <a:buChar char="•"/>
                        <a:tabLst>
                          <a:tab pos="581025" algn="l"/>
                        </a:tabLst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A-Type(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/…) , B-Type 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/…)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끼리 적재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총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125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Half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X)</a:t>
                      </a:r>
                    </a:p>
                    <a:p>
                      <a:pPr marL="171450" indent="-171450" algn="l" defTabSz="609600">
                        <a:lnSpc>
                          <a:spcPct val="120000"/>
                        </a:lnSpc>
                        <a:spcBef>
                          <a:spcPts val="200"/>
                        </a:spcBef>
                        <a:buSzPct val="120000"/>
                        <a:buFont typeface="Arial" panose="020B0604020202020204" pitchFamily="34" charset="0"/>
                        <a:buChar char="•"/>
                        <a:tabLst>
                          <a:tab pos="581025" algn="l"/>
                        </a:tabLst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Heat Press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작업을 통해 스택 된 셀을 딱딱하게 고정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861566"/>
                  </a:ext>
                </a:extLst>
              </a:tr>
              <a:tr h="13201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(Assy)</a:t>
                      </a:r>
                    </a:p>
                    <a:p>
                      <a:pPr algn="ctr" fontAlgn="ctr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(~1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주액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kumimoji="1" lang="ko-KR" altLang="en-US" sz="800" b="0" kern="12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defTabSz="609600">
                        <a:lnSpc>
                          <a:spcPct val="120000"/>
                        </a:lnSpc>
                        <a:spcBef>
                          <a:spcPts val="200"/>
                        </a:spcBef>
                        <a:buSzPct val="120000"/>
                        <a:buFont typeface="Arial" panose="020B0604020202020204" pitchFamily="34" charset="0"/>
                        <a:buChar char="•"/>
                        <a:tabLst>
                          <a:tab pos="581025" algn="l"/>
                        </a:tabLst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한 개의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Tray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내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32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 스택 된 셀 적재되어 리프트 통해 이송됨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171450" indent="-171450" algn="l" defTabSz="609600">
                        <a:lnSpc>
                          <a:spcPct val="120000"/>
                        </a:lnSpc>
                        <a:spcBef>
                          <a:spcPts val="200"/>
                        </a:spcBef>
                        <a:buSzPct val="120000"/>
                        <a:buFont typeface="Arial" panose="020B0604020202020204" pitchFamily="34" charset="0"/>
                        <a:buChar char="•"/>
                        <a:tabLst>
                          <a:tab pos="581025" algn="l"/>
                        </a:tabLst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AZS 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두께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쇼트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무게 외관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검사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(*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공간 상 문제로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PKG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 전 검사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171450" indent="-171450" algn="l" defTabSz="609600">
                        <a:lnSpc>
                          <a:spcPct val="120000"/>
                        </a:lnSpc>
                        <a:spcBef>
                          <a:spcPts val="200"/>
                        </a:spcBef>
                        <a:buSzPct val="120000"/>
                        <a:buFont typeface="Arial" panose="020B0604020202020204" pitchFamily="34" charset="0"/>
                        <a:buChar char="•"/>
                        <a:tabLst>
                          <a:tab pos="581025" algn="l"/>
                        </a:tabLst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Welding(+/-) : Tab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총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초음파 용접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:A-type, B-type,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A-type, B-type)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이후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Cutting</a:t>
                      </a:r>
                    </a:p>
                    <a:p>
                      <a:pPr marL="171450" indent="-171450" algn="l" defTabSz="609600">
                        <a:lnSpc>
                          <a:spcPct val="120000"/>
                        </a:lnSpc>
                        <a:spcBef>
                          <a:spcPts val="200"/>
                        </a:spcBef>
                        <a:buSzPct val="120000"/>
                        <a:buFont typeface="Arial" panose="020B0604020202020204" pitchFamily="34" charset="0"/>
                        <a:buChar char="•"/>
                        <a:tabLst>
                          <a:tab pos="581025" algn="l"/>
                        </a:tabLst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TDC(+/-) : Tab &amp; Connecting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레이저 용접 →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Taping(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용접 부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CDC(+/-) :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절연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Plate &amp; Cap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레이저 용접  → 절연 필름으로 셀 외관 전체 붙임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171450" indent="-171450" algn="l" defTabSz="609600">
                        <a:lnSpc>
                          <a:spcPct val="120000"/>
                        </a:lnSpc>
                        <a:spcBef>
                          <a:spcPts val="200"/>
                        </a:spcBef>
                        <a:buSzPct val="120000"/>
                        <a:buFont typeface="Arial" panose="020B0604020202020204" pitchFamily="34" charset="0"/>
                        <a:buChar char="•"/>
                        <a:tabLst>
                          <a:tab pos="581025" algn="l"/>
                        </a:tabLst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Stack Cell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을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Can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삽입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문제 발생 시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알람 후 부동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Can/Cap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Welding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→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X-ray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 전수 검사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(* Stack Cell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Can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사이 유격 검사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171450" indent="-171450" algn="l" defTabSz="609600">
                        <a:lnSpc>
                          <a:spcPct val="120000"/>
                        </a:lnSpc>
                        <a:spcBef>
                          <a:spcPts val="200"/>
                        </a:spcBef>
                        <a:buSzPct val="120000"/>
                        <a:buFont typeface="Arial" panose="020B0604020202020204" pitchFamily="34" charset="0"/>
                        <a:buChar char="•"/>
                        <a:tabLst>
                          <a:tab pos="581025" algn="l"/>
                        </a:tabLst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헬륨 주입을 통해 용접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Leak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발생여부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체크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171450" indent="-171450" algn="l" defTabSz="609600">
                        <a:lnSpc>
                          <a:spcPct val="120000"/>
                        </a:lnSpc>
                        <a:spcBef>
                          <a:spcPts val="200"/>
                        </a:spcBef>
                        <a:buSzPct val="120000"/>
                        <a:buFont typeface="Arial" panose="020B0604020202020204" pitchFamily="34" charset="0"/>
                        <a:buChar char="•"/>
                        <a:tabLst>
                          <a:tab pos="581025" algn="l"/>
                        </a:tabLst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 주액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진공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주액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가압 함침 ▶ 양산 시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가압 함침 대신에 상온 보관으로 변경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b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(※ </a:t>
                      </a:r>
                      <a:r>
                        <a:rPr kumimoji="1" lang="ko-KR" altLang="en-US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실험 결과</a:t>
                      </a:r>
                      <a:r>
                        <a:rPr kumimoji="1" lang="en-US" altLang="ko-KR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kumimoji="1" lang="ko-KR" altLang="en-US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함침 효과가 향상되고</a:t>
                      </a:r>
                      <a:r>
                        <a:rPr kumimoji="1" lang="en-US" altLang="ko-KR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kumimoji="1" lang="ko-KR" altLang="en-US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1" lang="en-US" altLang="ko-KR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N2 </a:t>
                      </a:r>
                      <a:r>
                        <a:rPr kumimoji="1" lang="ko-KR" altLang="en-US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가스 가압 설비 공간 차지가 커 비효율적임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217509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98C27DF3-CF92-3AD4-3710-EA59FCF55263}"/>
              </a:ext>
            </a:extLst>
          </p:cNvPr>
          <p:cNvSpPr txBox="1"/>
          <p:nvPr/>
        </p:nvSpPr>
        <p:spPr>
          <a:xfrm>
            <a:off x="13743148" y="3482208"/>
            <a:ext cx="2193533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파우치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Notching 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Dry / * DNC: Dry 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Notching</a:t>
            </a:r>
            <a:endParaRPr lang="ko-KR" altLang="en-US" sz="80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A7CE47B-FFE3-FECA-C4ED-CA2C8AF80A90}"/>
              </a:ext>
            </a:extLst>
          </p:cNvPr>
          <p:cNvSpPr txBox="1"/>
          <p:nvPr/>
        </p:nvSpPr>
        <p:spPr>
          <a:xfrm>
            <a:off x="12641803" y="3650479"/>
            <a:ext cx="2193533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파우치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음극만 존재</a:t>
            </a: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DA5AB32D-540A-9F5F-4A0D-157BAE255E2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320696" y="1175886"/>
            <a:ext cx="8716591" cy="1733792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C0F456B-A14E-F0D1-A272-1B6E35821556}"/>
              </a:ext>
            </a:extLst>
          </p:cNvPr>
          <p:cNvSpPr txBox="1"/>
          <p:nvPr/>
        </p:nvSpPr>
        <p:spPr>
          <a:xfrm>
            <a:off x="14358352" y="5444375"/>
            <a:ext cx="2916534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가압 함침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전해액이 분리막과 전극 내부로 스며들게 하는 과정</a:t>
            </a:r>
          </a:p>
        </p:txBody>
      </p:sp>
      <p:sp>
        <p:nvSpPr>
          <p:cNvPr id="15" name="Text Box 39">
            <a:extLst>
              <a:ext uri="{FF2B5EF4-FFF2-40B4-BE49-F238E27FC236}">
                <a16:creationId xmlns:a16="http://schemas.microsoft.com/office/drawing/2014/main" id="{4E60D5EA-6B53-CD81-2028-0EFAC58B9C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6243" y="4340480"/>
            <a:ext cx="6125843" cy="2318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1440" tIns="45720" rIns="91440" bIns="45720" anchor="t">
            <a:spAutoFit/>
          </a:bodyPr>
          <a:lstStyle/>
          <a:p>
            <a:pPr defTabSz="609600">
              <a:lnSpc>
                <a:spcPct val="12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①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용접 공정 자동보정 검토</a:t>
            </a:r>
            <a:endParaRPr lang="en-US" altLang="ko-KR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defTabSz="609600">
              <a:lnSpc>
                <a:spcPct val="12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각형 공정에서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PKG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공정은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단계에 걸친 용접 진행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(Tab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Welding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→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TDC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CDC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Can Pre-Welding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Can/Cap Welding)</a:t>
            </a:r>
            <a:endParaRPr lang="en-US" altLang="ko-KR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defTabSz="609600">
              <a:lnSpc>
                <a:spcPct val="12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 - B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샘플 일정 변동 및 지연으로 인한 데이터 취득 및 검토 일정이 미정입니다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pPr defTabSz="609600">
              <a:lnSpc>
                <a:spcPct val="12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. IM </a:t>
            </a:r>
            <a:r>
              <a:rPr lang="ko-KR" altLang="en-US" sz="8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형교환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및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B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샘플 일정이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10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월 중순 계획되어 있으나 일정변동 및 검증 과정으로 인해 검토 가능한 생산 데이터 취득은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11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월경 가능합니다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pPr defTabSz="609600">
              <a:lnSpc>
                <a:spcPct val="12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② 파우치형 기준 용접 데이터 사전 검토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(Tab Welding)</a:t>
            </a:r>
          </a:p>
          <a:p>
            <a:pPr defTabSz="609600">
              <a:lnSpc>
                <a:spcPct val="12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 -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용접 자동보정 부재 원인 파악 및 현황 확인 중에 있습니다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pPr defTabSz="609600">
              <a:lnSpc>
                <a:spcPct val="12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 -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용접 품질 관련 인자들을 파악하기 위하여 타팀에서 기존에 진행했던 용접관련 검토과제들을 파악 중에 있습니다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pPr defTabSz="609600">
              <a:lnSpc>
                <a:spcPct val="12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. (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구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가상계측팀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(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구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9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빅데이터터팀에서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용접과제 진행 이력이 있습니다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pPr defTabSz="609600">
              <a:lnSpc>
                <a:spcPct val="12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&gt;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각 팀별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파우치형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/NFF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공정에 대한 용접 불량 검출에 목적을 둔 과제를 진행한 이력이 있으나 가상계측 관련으로 자동보정과는 상이합니다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pPr defTabSz="609600">
              <a:lnSpc>
                <a:spcPct val="12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용접 검사 방법에 대한 확인 중에 있습니다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pPr defTabSz="609600">
              <a:lnSpc>
                <a:spcPct val="12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파우치형 탭 용접의 경우 메인 용접의 차이가 있어 데이터 검토 필요성이 없습니다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. (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파우치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관통용접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각형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:</a:t>
            </a:r>
            <a:r>
              <a:rPr lang="ko-KR" altLang="en-US" sz="9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비관통용접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pPr defTabSz="609600">
              <a:lnSpc>
                <a:spcPct val="12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.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각형의 </a:t>
            </a:r>
            <a:r>
              <a:rPr lang="ko-KR" altLang="en-US" sz="9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메인은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캔 용접으로 모듈 용접 유사하여 비교 중에 있습니다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endParaRPr lang="en-US" altLang="ko-KR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6" name="Text Box 39">
            <a:extLst>
              <a:ext uri="{FF2B5EF4-FFF2-40B4-BE49-F238E27FC236}">
                <a16:creationId xmlns:a16="http://schemas.microsoft.com/office/drawing/2014/main" id="{D27C86DB-C752-981D-4DED-14BA52DB05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4016" y="3929711"/>
            <a:ext cx="7359757" cy="4117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1440" tIns="45720" rIns="91440" bIns="45720" anchor="t">
            <a:spAutoFit/>
          </a:bodyPr>
          <a:lstStyle/>
          <a:p>
            <a:pPr defTabSz="609600">
              <a:lnSpc>
                <a:spcPct val="12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▶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GM LMR :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샘플 생산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(800 Cell)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완료되었고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추가로 내년 하반기 생산 예정입니다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b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▶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IM ESS :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12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월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15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일쯤 조립 진행 할 예정입니다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00531D7-C20A-F867-0637-8B79A95C6380}"/>
              </a:ext>
            </a:extLst>
          </p:cNvPr>
          <p:cNvSpPr txBox="1"/>
          <p:nvPr/>
        </p:nvSpPr>
        <p:spPr>
          <a:xfrm>
            <a:off x="1744737" y="3954555"/>
            <a:ext cx="726481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50">
                <a:solidFill>
                  <a:prstClr val="black"/>
                </a:solidFill>
                <a:latin typeface="Arial Narrow"/>
                <a:ea typeface="LG스마트체 Regular"/>
              </a:rPr>
              <a:t>[</a:t>
            </a:r>
            <a:r>
              <a:rPr lang="ko-KR" altLang="en-US" sz="1050">
                <a:solidFill>
                  <a:prstClr val="black"/>
                </a:solidFill>
                <a:latin typeface="Arial Narrow"/>
                <a:ea typeface="LG스마트체 Regular"/>
              </a:rPr>
              <a:t>생산일정</a:t>
            </a:r>
            <a:r>
              <a:rPr kumimoji="0" lang="en-US" altLang="ko-KR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315941492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6235342"/>
              </p:ext>
            </p:extLst>
          </p:nvPr>
        </p:nvGraphicFramePr>
        <p:xfrm>
          <a:off x="140154" y="877049"/>
          <a:ext cx="9638594" cy="5747089"/>
        </p:xfrm>
        <a:graphic>
          <a:graphicData uri="http://schemas.openxmlformats.org/drawingml/2006/table">
            <a:tbl>
              <a:tblPr/>
              <a:tblGrid>
                <a:gridCol w="8176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신규 </a:t>
                      </a:r>
                      <a:r>
                        <a:rPr lang="ko-KR" altLang="en-US" sz="900" b="0" i="0" u="none" strike="noStrike" baseline="0" noProof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폼팩터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 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개발 및 적용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각형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en-US" altLang="ko-KR" baseline="0" noProof="0">
                        <a:solidFill>
                          <a:srgbClr val="000000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오두섭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염지혜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71788" y="612730"/>
            <a:ext cx="3597139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cs typeface="Malgun Gothic Semilight"/>
              </a:rPr>
              <a:t>신규 폼 팩터 자동보정 개발 및 적용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cs typeface="Malgun Gothic Semilight"/>
              </a:rPr>
              <a:t>(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cs typeface="Malgun Gothic Semilight"/>
              </a:rPr>
              <a:t>각형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cs typeface="Malgun Gothic Semilight"/>
              </a:rPr>
              <a:t>)</a:t>
            </a:r>
            <a:endParaRPr lang="en-US" altLang="ko-KR" sz="1400" b="1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41761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자동보정 선행개발팀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BA4557C-646C-4589-AAD3-2CDCBCEA5E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7393364"/>
              </p:ext>
            </p:extLst>
          </p:nvPr>
        </p:nvGraphicFramePr>
        <p:xfrm>
          <a:off x="1641402" y="1084514"/>
          <a:ext cx="7058965" cy="55396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58965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</a:tblGrid>
              <a:tr h="343804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(W51).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 특이사항 없습니다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기존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PKG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생산일정이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12/15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이었으나 지연되어 일정 재확인 중에 있습니다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347938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84788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endParaRPr lang="en-US" altLang="ko-KR" sz="90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6" name="직사각형 18">
            <a:extLst>
              <a:ext uri="{FF2B5EF4-FFF2-40B4-BE49-F238E27FC236}">
                <a16:creationId xmlns:a16="http://schemas.microsoft.com/office/drawing/2014/main" id="{7FA93A6D-AD12-618A-FDF3-86BE46AA79F9}"/>
              </a:ext>
            </a:extLst>
          </p:cNvPr>
          <p:cNvSpPr/>
          <p:nvPr/>
        </p:nvSpPr>
        <p:spPr>
          <a:xfrm>
            <a:off x="5565855" y="597522"/>
            <a:ext cx="2889428" cy="230832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ko-KR" altLang="en-US" sz="900">
                <a:latin typeface="+mn-ea"/>
              </a:rPr>
              <a:t>[ 과제번호 : 자동보정선행개발-#11, 진행 상태 : </a:t>
            </a:r>
            <a:r>
              <a:rPr lang="ko-KR" altLang="en-US" sz="9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900">
                <a:latin typeface="+mn-ea"/>
              </a:rPr>
              <a:t>]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34CB6463-8A98-B6C5-3C68-3A468C7B589C}"/>
              </a:ext>
            </a:extLst>
          </p:cNvPr>
          <p:cNvGrpSpPr/>
          <p:nvPr/>
        </p:nvGrpSpPr>
        <p:grpSpPr>
          <a:xfrm>
            <a:off x="976803" y="1512699"/>
            <a:ext cx="8873462" cy="5083458"/>
            <a:chOff x="976803" y="1512699"/>
            <a:chExt cx="8873462" cy="5083458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9EEB7137-373A-220F-24AF-B64AA31453BA}"/>
                </a:ext>
              </a:extLst>
            </p:cNvPr>
            <p:cNvSpPr txBox="1"/>
            <p:nvPr/>
          </p:nvSpPr>
          <p:spPr>
            <a:xfrm>
              <a:off x="4023429" y="2347485"/>
              <a:ext cx="378495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defTabSz="914400" latinLnBrk="1"/>
              <a:r>
                <a:rPr lang="ko-KR" altLang="en-US" sz="700" err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오창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LV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라인 </a:t>
              </a:r>
              <a:endPara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 defTabSz="914400" latinLnBrk="1"/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구축</a:t>
              </a:r>
            </a:p>
          </p:txBody>
        </p: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0FCAEE3F-62B6-1A60-0C25-00CFA564628B}"/>
                </a:ext>
              </a:extLst>
            </p:cNvPr>
            <p:cNvCxnSpPr>
              <a:cxnSpLocks/>
              <a:stCxn id="17" idx="2"/>
              <a:endCxn id="46" idx="6"/>
            </p:cNvCxnSpPr>
            <p:nvPr/>
          </p:nvCxnSpPr>
          <p:spPr>
            <a:xfrm>
              <a:off x="1817227" y="2205444"/>
              <a:ext cx="7067251" cy="0"/>
            </a:xfrm>
            <a:prstGeom prst="line">
              <a:avLst/>
            </a:prstGeom>
            <a:ln w="2857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Oval 113">
              <a:extLst>
                <a:ext uri="{FF2B5EF4-FFF2-40B4-BE49-F238E27FC236}">
                  <a16:creationId xmlns:a16="http://schemas.microsoft.com/office/drawing/2014/main" id="{1ECFB0DA-8675-6F78-9E26-EA93BB1C4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227" y="2069238"/>
              <a:ext cx="233673" cy="272411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~25.7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2DCE1DFF-3EC8-AB0A-DBFE-73263A493650}"/>
                </a:ext>
              </a:extLst>
            </p:cNvPr>
            <p:cNvSpPr txBox="1"/>
            <p:nvPr/>
          </p:nvSpPr>
          <p:spPr>
            <a:xfrm>
              <a:off x="1724946" y="2337211"/>
              <a:ext cx="440017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defTabSz="914400" latinLnBrk="1"/>
              <a:r>
                <a:rPr lang="ko-KR" altLang="en-US" sz="700" err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오창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Pilot 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라인 </a:t>
              </a:r>
              <a:endPara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 defTabSz="914400" latinLnBrk="1"/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구축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0B521B7-2704-012F-0D30-30F9D835F1F6}"/>
                </a:ext>
              </a:extLst>
            </p:cNvPr>
            <p:cNvSpPr txBox="1"/>
            <p:nvPr/>
          </p:nvSpPr>
          <p:spPr>
            <a:xfrm>
              <a:off x="3526532" y="1842621"/>
              <a:ext cx="417281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 B 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샘플 생산</a:t>
              </a:r>
              <a:endPara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 defTabSz="914400" latinLnBrk="1"/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CTQ 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정합화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02D7116-5D0C-6254-FBE6-1383378B11ED}"/>
                </a:ext>
              </a:extLst>
            </p:cNvPr>
            <p:cNvSpPr txBox="1"/>
            <p:nvPr/>
          </p:nvSpPr>
          <p:spPr>
            <a:xfrm>
              <a:off x="4580229" y="2347485"/>
              <a:ext cx="736929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DV (Design Verification)</a:t>
              </a:r>
            </a:p>
            <a:p>
              <a:pPr algn="ctr" defTabSz="914400" latinLnBrk="1"/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▶설계 검증 및 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CTQ 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확정</a:t>
              </a:r>
              <a:endPara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C660853-1F23-916F-987E-C19CCE416DE8}"/>
                </a:ext>
              </a:extLst>
            </p:cNvPr>
            <p:cNvSpPr txBox="1"/>
            <p:nvPr/>
          </p:nvSpPr>
          <p:spPr>
            <a:xfrm>
              <a:off x="2121174" y="1827530"/>
              <a:ext cx="73692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Pre-B 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샘플 생산</a:t>
              </a:r>
              <a:endPara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 defTabSz="914400" latinLnBrk="1"/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▶기능 및 성능 평가</a:t>
              </a:r>
              <a:endPara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9F650366-973A-0779-07FB-EE76CEAA5305}"/>
                </a:ext>
              </a:extLst>
            </p:cNvPr>
            <p:cNvSpPr txBox="1"/>
            <p:nvPr/>
          </p:nvSpPr>
          <p:spPr>
            <a:xfrm>
              <a:off x="5116436" y="1846403"/>
              <a:ext cx="572423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C 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샘플 생산</a:t>
              </a:r>
              <a:endPara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 defTabSz="914400" latinLnBrk="1"/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▶양산 적합성 확인</a:t>
              </a:r>
              <a:endPara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71425C1-C57F-2764-1B39-4B789416EE97}"/>
                </a:ext>
              </a:extLst>
            </p:cNvPr>
            <p:cNvSpPr txBox="1"/>
            <p:nvPr/>
          </p:nvSpPr>
          <p:spPr>
            <a:xfrm>
              <a:off x="7203272" y="1845829"/>
              <a:ext cx="505551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D 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샘플 생산</a:t>
              </a:r>
              <a:endPara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 defTabSz="914400" latinLnBrk="1"/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▶품질 최종 점검</a:t>
              </a:r>
            </a:p>
          </p:txBody>
        </p:sp>
        <p:sp>
          <p:nvSpPr>
            <p:cNvPr id="34" name="Oval 113">
              <a:extLst>
                <a:ext uri="{FF2B5EF4-FFF2-40B4-BE49-F238E27FC236}">
                  <a16:creationId xmlns:a16="http://schemas.microsoft.com/office/drawing/2014/main" id="{4CEE07E9-5822-AB03-1538-6EE9356FF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0871" y="2069238"/>
              <a:ext cx="233673" cy="272411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5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25.8</a:t>
              </a:r>
            </a:p>
            <a:p>
              <a:pPr marL="0" marR="0" lvl="0" indent="0" algn="ctr" defTabSz="1022350" rtl="0" eaLnBrk="1" fontAlgn="base" latinLnBrk="0" hangingPunct="1">
                <a:lnSpc>
                  <a:spcPct val="5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kern="0">
                  <a:solidFill>
                    <a:prstClr val="black"/>
                  </a:solidFill>
                  <a:latin typeface="+mj-lt"/>
                  <a:cs typeface="Arial" pitchFamily="34" charset="0"/>
                </a:rPr>
                <a:t>중순</a:t>
              </a:r>
              <a:r>
                <a:rPr kumimoji="1" lang="en-US" altLang="ko-KR" sz="700" b="1" kern="0">
                  <a:solidFill>
                    <a:prstClr val="black"/>
                  </a:solidFill>
                  <a:latin typeface="+mj-lt"/>
                  <a:cs typeface="Arial" pitchFamily="34" charset="0"/>
                </a:rPr>
                <a:t>~</a:t>
              </a:r>
              <a:endPara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cs typeface="Arial" pitchFamily="34" charset="0"/>
              </a:endParaRPr>
            </a:p>
          </p:txBody>
        </p:sp>
        <p:sp>
          <p:nvSpPr>
            <p:cNvPr id="37" name="Oval 113">
              <a:extLst>
                <a:ext uri="{FF2B5EF4-FFF2-40B4-BE49-F238E27FC236}">
                  <a16:creationId xmlns:a16="http://schemas.microsoft.com/office/drawing/2014/main" id="{13CDC2E6-A486-0E7C-FBB3-9C58893A6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455" y="2069238"/>
              <a:ext cx="233673" cy="272411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26.1</a:t>
              </a:r>
            </a:p>
          </p:txBody>
        </p:sp>
        <p:sp>
          <p:nvSpPr>
            <p:cNvPr id="38" name="Oval 113">
              <a:extLst>
                <a:ext uri="{FF2B5EF4-FFF2-40B4-BE49-F238E27FC236}">
                  <a16:creationId xmlns:a16="http://schemas.microsoft.com/office/drawing/2014/main" id="{6BD1DF5E-0E0E-4D98-8E29-588E49533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2607" y="2069238"/>
              <a:ext cx="233673" cy="272411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26.8</a:t>
              </a:r>
            </a:p>
          </p:txBody>
        </p:sp>
        <p:sp>
          <p:nvSpPr>
            <p:cNvPr id="39" name="Oval 113">
              <a:extLst>
                <a:ext uri="{FF2B5EF4-FFF2-40B4-BE49-F238E27FC236}">
                  <a16:creationId xmlns:a16="http://schemas.microsoft.com/office/drawing/2014/main" id="{05E42413-F454-3F94-30BE-570E45133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1347" y="2069238"/>
              <a:ext cx="233673" cy="272411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~26.4</a:t>
              </a:r>
            </a:p>
          </p:txBody>
        </p:sp>
        <p:sp>
          <p:nvSpPr>
            <p:cNvPr id="40" name="Oval 113">
              <a:extLst>
                <a:ext uri="{FF2B5EF4-FFF2-40B4-BE49-F238E27FC236}">
                  <a16:creationId xmlns:a16="http://schemas.microsoft.com/office/drawing/2014/main" id="{C0CF69B9-39A7-67CC-76E2-2351DB681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2366" y="2069238"/>
              <a:ext cx="233673" cy="272411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26.9</a:t>
              </a:r>
            </a:p>
          </p:txBody>
        </p:sp>
        <p:sp>
          <p:nvSpPr>
            <p:cNvPr id="41" name="Oval 113">
              <a:extLst>
                <a:ext uri="{FF2B5EF4-FFF2-40B4-BE49-F238E27FC236}">
                  <a16:creationId xmlns:a16="http://schemas.microsoft.com/office/drawing/2014/main" id="{5F2B38E4-8D9A-5F01-E54A-3AD573D08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6075" y="2069238"/>
              <a:ext cx="233673" cy="272411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27.5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21070B-29AC-5539-819B-8F88570DF6EB}"/>
                </a:ext>
              </a:extLst>
            </p:cNvPr>
            <p:cNvSpPr txBox="1"/>
            <p:nvPr/>
          </p:nvSpPr>
          <p:spPr>
            <a:xfrm>
              <a:off x="6641525" y="2347485"/>
              <a:ext cx="706168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PD (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개발 과정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</a:t>
              </a:r>
            </a:p>
            <a:p>
              <a:pPr algn="ctr" defTabSz="914400" latinLnBrk="1"/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▶고객사 요구사항 검증</a:t>
              </a:r>
            </a:p>
          </p:txBody>
        </p:sp>
        <p:sp>
          <p:nvSpPr>
            <p:cNvPr id="43" name="Oval 113">
              <a:extLst>
                <a:ext uri="{FF2B5EF4-FFF2-40B4-BE49-F238E27FC236}">
                  <a16:creationId xmlns:a16="http://schemas.microsoft.com/office/drawing/2014/main" id="{AF9EA4C8-D4DB-7AB1-FF95-EF28F3E55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4120" y="2069238"/>
              <a:ext cx="233673" cy="272411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27.6</a:t>
              </a:r>
            </a:p>
          </p:txBody>
        </p:sp>
        <p:sp>
          <p:nvSpPr>
            <p:cNvPr id="45" name="Oval 113">
              <a:extLst>
                <a:ext uri="{FF2B5EF4-FFF2-40B4-BE49-F238E27FC236}">
                  <a16:creationId xmlns:a16="http://schemas.microsoft.com/office/drawing/2014/main" id="{5F0841A9-0CCE-75B3-7FC6-E585792DB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4354" y="2069238"/>
              <a:ext cx="233673" cy="272411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27.8</a:t>
              </a:r>
            </a:p>
          </p:txBody>
        </p:sp>
        <p:sp>
          <p:nvSpPr>
            <p:cNvPr id="46" name="Oval 113">
              <a:extLst>
                <a:ext uri="{FF2B5EF4-FFF2-40B4-BE49-F238E27FC236}">
                  <a16:creationId xmlns:a16="http://schemas.microsoft.com/office/drawing/2014/main" id="{A9648A0C-93D1-26F7-279C-A8D076C21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0805" y="2069238"/>
              <a:ext cx="233673" cy="272411"/>
            </a:xfrm>
            <a:prstGeom prst="ellipse">
              <a:avLst/>
            </a:prstGeom>
            <a:solidFill>
              <a:schemeClr val="tx2">
                <a:lumMod val="40000"/>
                <a:lumOff val="6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28.2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C89F7D87-5DB5-112B-56AB-8EF489343203}"/>
                </a:ext>
              </a:extLst>
            </p:cNvPr>
            <p:cNvSpPr txBox="1"/>
            <p:nvPr/>
          </p:nvSpPr>
          <p:spPr>
            <a:xfrm>
              <a:off x="7770169" y="2347485"/>
              <a:ext cx="723554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PV (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양산 검증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</a:t>
              </a:r>
            </a:p>
            <a:p>
              <a:pPr algn="ctr" defTabSz="914400" latinLnBrk="1"/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▶양산 유효성 최종 검증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6D82DD0B-2DC7-AC11-91E5-88051D69A99A}"/>
                </a:ext>
              </a:extLst>
            </p:cNvPr>
            <p:cNvSpPr txBox="1"/>
            <p:nvPr/>
          </p:nvSpPr>
          <p:spPr>
            <a:xfrm>
              <a:off x="8700759" y="1854328"/>
              <a:ext cx="219612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SOP</a:t>
              </a:r>
            </a:p>
            <a:p>
              <a:pPr algn="ctr" defTabSz="914400" latinLnBrk="1"/>
              <a:r>
                <a:rPr lang="en-US" altLang="ko-KR" sz="700" b="1">
                  <a:solidFill>
                    <a:srgbClr val="0000FF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@UC2</a:t>
              </a:r>
              <a:endParaRPr lang="ko-KR" altLang="en-US" sz="700" b="1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8D38A7DA-13E1-0C36-2545-DD0F8172B0E2}"/>
                </a:ext>
              </a:extLst>
            </p:cNvPr>
            <p:cNvSpPr txBox="1"/>
            <p:nvPr/>
          </p:nvSpPr>
          <p:spPr>
            <a:xfrm>
              <a:off x="2788741" y="2347486"/>
              <a:ext cx="8790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CV (Concept Verification)</a:t>
              </a:r>
            </a:p>
            <a:p>
              <a:pPr algn="ctr"/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▶제품 설계 타당성 검토</a:t>
              </a:r>
            </a:p>
          </p:txBody>
        </p:sp>
        <p:sp>
          <p:nvSpPr>
            <p:cNvPr id="16" name="사각형: 둥근 모서리 15">
              <a:extLst>
                <a:ext uri="{FF2B5EF4-FFF2-40B4-BE49-F238E27FC236}">
                  <a16:creationId xmlns:a16="http://schemas.microsoft.com/office/drawing/2014/main" id="{569CC66A-E369-354F-872B-A37657646BF4}"/>
                </a:ext>
              </a:extLst>
            </p:cNvPr>
            <p:cNvSpPr/>
            <p:nvPr/>
          </p:nvSpPr>
          <p:spPr>
            <a:xfrm>
              <a:off x="976803" y="1860302"/>
              <a:ext cx="593082" cy="377026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75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GM</a:t>
              </a:r>
              <a:r>
                <a:rPr lang="ko-KR" altLang="en-US" sz="975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975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LMR</a:t>
              </a:r>
            </a:p>
            <a:p>
              <a:pPr algn="ctr"/>
              <a:r>
                <a:rPr lang="en-US" altLang="ko-KR" sz="975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(T/T)</a:t>
              </a:r>
              <a:endParaRPr lang="ko-KR" altLang="en-US" sz="975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3" name="사각형: 둥근 모서리 22">
              <a:extLst>
                <a:ext uri="{FF2B5EF4-FFF2-40B4-BE49-F238E27FC236}">
                  <a16:creationId xmlns:a16="http://schemas.microsoft.com/office/drawing/2014/main" id="{65348CE8-4CB2-147F-4A1F-3A404E30F00A}"/>
                </a:ext>
              </a:extLst>
            </p:cNvPr>
            <p:cNvSpPr/>
            <p:nvPr/>
          </p:nvSpPr>
          <p:spPr>
            <a:xfrm>
              <a:off x="976803" y="2890423"/>
              <a:ext cx="593082" cy="377026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75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IM</a:t>
              </a:r>
              <a:r>
                <a:rPr lang="ko-KR" altLang="en-US" sz="975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975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ESS</a:t>
              </a:r>
            </a:p>
            <a:p>
              <a:pPr algn="ctr"/>
              <a:r>
                <a:rPr lang="en-US" altLang="ko-KR" sz="975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(T/T)</a:t>
              </a:r>
              <a:endParaRPr lang="ko-KR" altLang="en-US" sz="975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600E7662-138E-912C-4895-7C857B890EE5}"/>
                </a:ext>
              </a:extLst>
            </p:cNvPr>
            <p:cNvCxnSpPr>
              <a:cxnSpLocks/>
              <a:endCxn id="60" idx="6"/>
            </p:cNvCxnSpPr>
            <p:nvPr/>
          </p:nvCxnSpPr>
          <p:spPr>
            <a:xfrm>
              <a:off x="1817227" y="3132846"/>
              <a:ext cx="6320255" cy="0"/>
            </a:xfrm>
            <a:prstGeom prst="line">
              <a:avLst/>
            </a:prstGeom>
            <a:ln w="2857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A43188D0-AF5E-A061-52CB-5F9FAFB02BC0}"/>
                </a:ext>
              </a:extLst>
            </p:cNvPr>
            <p:cNvSpPr txBox="1"/>
            <p:nvPr/>
          </p:nvSpPr>
          <p:spPr>
            <a:xfrm>
              <a:off x="2642223" y="3285161"/>
              <a:ext cx="417281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 B 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샘플 생산</a:t>
              </a:r>
              <a:endPara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 defTabSz="914400" latinLnBrk="1"/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CTQ 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정합화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88F40D69-8DCF-9E02-BC6B-B516E8C41B13}"/>
                </a:ext>
              </a:extLst>
            </p:cNvPr>
            <p:cNvSpPr txBox="1"/>
            <p:nvPr/>
          </p:nvSpPr>
          <p:spPr>
            <a:xfrm>
              <a:off x="5240426" y="3285161"/>
              <a:ext cx="736929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DV (Design Verification)</a:t>
              </a:r>
            </a:p>
            <a:p>
              <a:pPr algn="ctr" defTabSz="914400" latinLnBrk="1"/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▶설계 검증 및 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CTQ 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확정</a:t>
              </a:r>
              <a:endPara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ACC0215F-2637-D380-DF7A-B09E96883D77}"/>
                </a:ext>
              </a:extLst>
            </p:cNvPr>
            <p:cNvSpPr txBox="1"/>
            <p:nvPr/>
          </p:nvSpPr>
          <p:spPr>
            <a:xfrm>
              <a:off x="1726325" y="2833597"/>
              <a:ext cx="73692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A2 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샘플 생산</a:t>
              </a:r>
              <a:endPara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8CD8226F-E136-3110-1134-BDEDBBD3781C}"/>
                </a:ext>
              </a:extLst>
            </p:cNvPr>
            <p:cNvSpPr txBox="1"/>
            <p:nvPr/>
          </p:nvSpPr>
          <p:spPr>
            <a:xfrm>
              <a:off x="5848332" y="2758411"/>
              <a:ext cx="572423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C 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샘플 생산</a:t>
              </a:r>
              <a:endPara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 defTabSz="914400" latinLnBrk="1"/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▶양산 적합성 확인</a:t>
              </a:r>
              <a:endPara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512A4CBD-4A12-B5B4-D14D-D46388C7F96B}"/>
                </a:ext>
              </a:extLst>
            </p:cNvPr>
            <p:cNvSpPr txBox="1"/>
            <p:nvPr/>
          </p:nvSpPr>
          <p:spPr>
            <a:xfrm>
              <a:off x="6757147" y="2765065"/>
              <a:ext cx="505551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D 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샘플 생산</a:t>
              </a:r>
              <a:endPara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 defTabSz="914400" latinLnBrk="1"/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▶품질 최종 점검</a:t>
              </a:r>
            </a:p>
          </p:txBody>
        </p:sp>
        <p:sp>
          <p:nvSpPr>
            <p:cNvPr id="50" name="Oval 113">
              <a:extLst>
                <a:ext uri="{FF2B5EF4-FFF2-40B4-BE49-F238E27FC236}">
                  <a16:creationId xmlns:a16="http://schemas.microsoft.com/office/drawing/2014/main" id="{1100DCAD-AEFA-274C-A4CE-02F58CB6C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724" y="2996640"/>
              <a:ext cx="233673" cy="272411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5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25.7</a:t>
              </a:r>
            </a:p>
          </p:txBody>
        </p:sp>
        <p:sp>
          <p:nvSpPr>
            <p:cNvPr id="51" name="Oval 113">
              <a:extLst>
                <a:ext uri="{FF2B5EF4-FFF2-40B4-BE49-F238E27FC236}">
                  <a16:creationId xmlns:a16="http://schemas.microsoft.com/office/drawing/2014/main" id="{FB0BA584-7B62-1530-0568-E41773C1A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025" y="2996640"/>
              <a:ext cx="233673" cy="272411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25.10</a:t>
              </a:r>
            </a:p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kern="0">
                  <a:solidFill>
                    <a:srgbClr val="0000FF"/>
                  </a:solidFill>
                  <a:latin typeface="+mj-lt"/>
                  <a:cs typeface="Arial" pitchFamily="34" charset="0"/>
                </a:rPr>
                <a:t>중순</a:t>
              </a:r>
              <a:r>
                <a:rPr kumimoji="1" lang="en-US" altLang="ko-KR" sz="700" b="1" kern="0">
                  <a:solidFill>
                    <a:srgbClr val="0000FF"/>
                  </a:solidFill>
                  <a:latin typeface="+mj-lt"/>
                  <a:cs typeface="Arial" pitchFamily="34" charset="0"/>
                </a:rPr>
                <a:t>~</a:t>
              </a:r>
              <a:endPara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j-lt"/>
                <a:cs typeface="Arial" pitchFamily="34" charset="0"/>
              </a:endParaRPr>
            </a:p>
          </p:txBody>
        </p:sp>
        <p:sp>
          <p:nvSpPr>
            <p:cNvPr id="52" name="Oval 113">
              <a:extLst>
                <a:ext uri="{FF2B5EF4-FFF2-40B4-BE49-F238E27FC236}">
                  <a16:creationId xmlns:a16="http://schemas.microsoft.com/office/drawing/2014/main" id="{C8445A47-B314-92B3-DAB1-617D38B7D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5544" y="2996640"/>
              <a:ext cx="233673" cy="272411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26.11</a:t>
              </a:r>
            </a:p>
          </p:txBody>
        </p:sp>
        <p:sp>
          <p:nvSpPr>
            <p:cNvPr id="54" name="Oval 113">
              <a:extLst>
                <a:ext uri="{FF2B5EF4-FFF2-40B4-BE49-F238E27FC236}">
                  <a16:creationId xmlns:a16="http://schemas.microsoft.com/office/drawing/2014/main" id="{30321252-77C0-A710-D5DD-6F87417AF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703" y="2996640"/>
              <a:ext cx="233673" cy="272411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26.12</a:t>
              </a:r>
            </a:p>
          </p:txBody>
        </p:sp>
        <p:sp>
          <p:nvSpPr>
            <p:cNvPr id="55" name="Oval 113">
              <a:extLst>
                <a:ext uri="{FF2B5EF4-FFF2-40B4-BE49-F238E27FC236}">
                  <a16:creationId xmlns:a16="http://schemas.microsoft.com/office/drawing/2014/main" id="{979EB9A9-1BF0-1D1C-2599-200888940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90" y="2996640"/>
              <a:ext cx="233673" cy="272411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27.3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C3D80E6-7F15-C33A-34CA-220D1A5A1A1F}"/>
                </a:ext>
              </a:extLst>
            </p:cNvPr>
            <p:cNvSpPr txBox="1"/>
            <p:nvPr/>
          </p:nvSpPr>
          <p:spPr>
            <a:xfrm>
              <a:off x="6197202" y="3285161"/>
              <a:ext cx="706168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PD (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개발 과정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</a:t>
              </a:r>
            </a:p>
            <a:p>
              <a:pPr algn="ctr" defTabSz="914400" latinLnBrk="1"/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▶고객사 요구사항 검증</a:t>
              </a:r>
            </a:p>
          </p:txBody>
        </p:sp>
        <p:sp>
          <p:nvSpPr>
            <p:cNvPr id="57" name="Oval 113">
              <a:extLst>
                <a:ext uri="{FF2B5EF4-FFF2-40B4-BE49-F238E27FC236}">
                  <a16:creationId xmlns:a16="http://schemas.microsoft.com/office/drawing/2014/main" id="{19FF52D4-8232-D481-CFB3-8EF92BD44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8835" y="2996640"/>
              <a:ext cx="233673" cy="272411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27.4</a:t>
              </a:r>
            </a:p>
          </p:txBody>
        </p:sp>
        <p:sp>
          <p:nvSpPr>
            <p:cNvPr id="58" name="Oval 113">
              <a:extLst>
                <a:ext uri="{FF2B5EF4-FFF2-40B4-BE49-F238E27FC236}">
                  <a16:creationId xmlns:a16="http://schemas.microsoft.com/office/drawing/2014/main" id="{D050926F-5A26-F7BB-D1EE-25B6F4532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3177" y="2996640"/>
              <a:ext cx="233673" cy="272411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27.7</a:t>
              </a:r>
            </a:p>
          </p:txBody>
        </p:sp>
        <p:sp>
          <p:nvSpPr>
            <p:cNvPr id="60" name="Oval 113">
              <a:extLst>
                <a:ext uri="{FF2B5EF4-FFF2-40B4-BE49-F238E27FC236}">
                  <a16:creationId xmlns:a16="http://schemas.microsoft.com/office/drawing/2014/main" id="{EEAE0D4C-7220-906E-F952-74F23FEBC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03809" y="2996640"/>
              <a:ext cx="233673" cy="272411"/>
            </a:xfrm>
            <a:prstGeom prst="ellipse">
              <a:avLst/>
            </a:prstGeom>
            <a:solidFill>
              <a:schemeClr val="tx2">
                <a:lumMod val="40000"/>
                <a:lumOff val="6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27.</a:t>
              </a:r>
              <a:r>
                <a:rPr kumimoji="1" lang="en-US" altLang="ko-KR" sz="700" b="1" kern="0">
                  <a:solidFill>
                    <a:prstClr val="black"/>
                  </a:solidFill>
                  <a:latin typeface="+mj-lt"/>
                  <a:cs typeface="Arial" pitchFamily="34" charset="0"/>
                </a:rPr>
                <a:t>8</a:t>
              </a:r>
              <a:endPara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cs typeface="Arial" pitchFamily="34" charset="0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9BE85304-AAD4-2459-8889-4151B5DD6B6C}"/>
                </a:ext>
              </a:extLst>
            </p:cNvPr>
            <p:cNvSpPr txBox="1"/>
            <p:nvPr/>
          </p:nvSpPr>
          <p:spPr>
            <a:xfrm>
              <a:off x="7359860" y="2766219"/>
              <a:ext cx="723554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PV (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양산 검증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</a:t>
              </a:r>
            </a:p>
            <a:p>
              <a:pPr algn="ctr" defTabSz="914400" latinLnBrk="1"/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▶양산 유효성 최종 검증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628A5C59-7361-6527-60C0-DE89E8722465}"/>
                </a:ext>
              </a:extLst>
            </p:cNvPr>
            <p:cNvSpPr txBox="1"/>
            <p:nvPr/>
          </p:nvSpPr>
          <p:spPr>
            <a:xfrm>
              <a:off x="7756556" y="3274887"/>
              <a:ext cx="477696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SOP</a:t>
              </a:r>
            </a:p>
            <a:p>
              <a:pPr algn="ctr" defTabSz="914400" latinLnBrk="1"/>
              <a:r>
                <a:rPr lang="en-US" altLang="ko-KR" sz="700" b="1">
                  <a:solidFill>
                    <a:srgbClr val="0000FF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&amp;</a:t>
              </a:r>
              <a:r>
                <a:rPr lang="ko-KR" altLang="en-US" sz="700" b="1" err="1">
                  <a:solidFill>
                    <a:srgbClr val="0000FF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렌싱</a:t>
              </a:r>
              <a:r>
                <a:rPr lang="ko-KR" altLang="en-US" sz="700" b="1">
                  <a:solidFill>
                    <a:srgbClr val="0000FF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700" b="1">
                  <a:solidFill>
                    <a:srgbClr val="0000FF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(1</a:t>
              </a:r>
              <a:r>
                <a:rPr lang="ko-KR" altLang="en-US" sz="700" b="1">
                  <a:solidFill>
                    <a:srgbClr val="0000FF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공장</a:t>
              </a:r>
              <a:r>
                <a:rPr lang="en-US" altLang="ko-KR" sz="7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</a:t>
              </a:r>
              <a:endParaRPr lang="ko-KR" altLang="en-US" sz="700" b="1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B8D2DEA-DA16-0B7F-1624-4BCF786A8F54}"/>
                </a:ext>
              </a:extLst>
            </p:cNvPr>
            <p:cNvSpPr txBox="1"/>
            <p:nvPr/>
          </p:nvSpPr>
          <p:spPr>
            <a:xfrm>
              <a:off x="2410069" y="2741577"/>
              <a:ext cx="8790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CV (Concept Verification)</a:t>
              </a:r>
            </a:p>
            <a:p>
              <a:pPr algn="ctr"/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▶제품 설계 타당성 검토</a:t>
              </a:r>
            </a:p>
          </p:txBody>
        </p:sp>
        <p:sp>
          <p:nvSpPr>
            <p:cNvPr id="68" name="사각형: 둥근 모서리 67">
              <a:extLst>
                <a:ext uri="{FF2B5EF4-FFF2-40B4-BE49-F238E27FC236}">
                  <a16:creationId xmlns:a16="http://schemas.microsoft.com/office/drawing/2014/main" id="{9F7AC5A6-E933-9D01-E089-2223CF54704C}"/>
                </a:ext>
              </a:extLst>
            </p:cNvPr>
            <p:cNvSpPr/>
            <p:nvPr/>
          </p:nvSpPr>
          <p:spPr>
            <a:xfrm>
              <a:off x="976803" y="3878083"/>
              <a:ext cx="593082" cy="377026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75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VW</a:t>
              </a:r>
              <a:r>
                <a:rPr lang="ko-KR" altLang="en-US" sz="975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975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LFP</a:t>
              </a:r>
            </a:p>
            <a:p>
              <a:pPr algn="ctr"/>
              <a:r>
                <a:rPr lang="en-US" altLang="ko-KR" sz="975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(S/T)</a:t>
              </a:r>
              <a:endParaRPr lang="ko-KR" altLang="en-US" sz="975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95" name="Oval 113">
              <a:extLst>
                <a:ext uri="{FF2B5EF4-FFF2-40B4-BE49-F238E27FC236}">
                  <a16:creationId xmlns:a16="http://schemas.microsoft.com/office/drawing/2014/main" id="{30864D75-2ACA-8A4C-B489-3A3D6C134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135" y="2069238"/>
              <a:ext cx="233673" cy="272411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25.12</a:t>
              </a:r>
            </a:p>
          </p:txBody>
        </p:sp>
        <p:sp>
          <p:nvSpPr>
            <p:cNvPr id="96" name="Oval 113">
              <a:extLst>
                <a:ext uri="{FF2B5EF4-FFF2-40B4-BE49-F238E27FC236}">
                  <a16:creationId xmlns:a16="http://schemas.microsoft.com/office/drawing/2014/main" id="{6550F924-A493-F18E-EB24-59F55045E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2979" y="2996640"/>
              <a:ext cx="233673" cy="272411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25.9</a:t>
              </a:r>
            </a:p>
          </p:txBody>
        </p:sp>
        <p:sp>
          <p:nvSpPr>
            <p:cNvPr id="130" name="사각형: 둥근 모서리 129">
              <a:extLst>
                <a:ext uri="{FF2B5EF4-FFF2-40B4-BE49-F238E27FC236}">
                  <a16:creationId xmlns:a16="http://schemas.microsoft.com/office/drawing/2014/main" id="{B4429A9A-626B-0122-39DD-A6C46BDD0D31}"/>
                </a:ext>
              </a:extLst>
            </p:cNvPr>
            <p:cNvSpPr/>
            <p:nvPr/>
          </p:nvSpPr>
          <p:spPr>
            <a:xfrm>
              <a:off x="976803" y="5326274"/>
              <a:ext cx="593082" cy="377026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75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VW</a:t>
              </a:r>
              <a:r>
                <a:rPr lang="ko-KR" altLang="en-US" sz="975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975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Mid-Ni</a:t>
              </a:r>
            </a:p>
            <a:p>
              <a:pPr algn="ctr"/>
              <a:r>
                <a:rPr lang="en-US" altLang="ko-KR" sz="975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(S/T)</a:t>
              </a:r>
              <a:endParaRPr lang="ko-KR" altLang="en-US" sz="975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118B2308-4FBB-D12A-CBCE-247F4D634871}"/>
                </a:ext>
              </a:extLst>
            </p:cNvPr>
            <p:cNvSpPr txBox="1"/>
            <p:nvPr/>
          </p:nvSpPr>
          <p:spPr>
            <a:xfrm>
              <a:off x="1486440" y="4332992"/>
              <a:ext cx="73692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defTabSz="914400" latinLnBrk="1"/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A2 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샘플 생산</a:t>
              </a:r>
              <a:endPara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55" name="모서리가 둥근 직사각형 135">
              <a:extLst>
                <a:ext uri="{FF2B5EF4-FFF2-40B4-BE49-F238E27FC236}">
                  <a16:creationId xmlns:a16="http://schemas.microsoft.com/office/drawing/2014/main" id="{1438733D-09AD-1462-0643-AFA51D5117FD}"/>
                </a:ext>
              </a:extLst>
            </p:cNvPr>
            <p:cNvSpPr/>
            <p:nvPr/>
          </p:nvSpPr>
          <p:spPr>
            <a:xfrm>
              <a:off x="1667794" y="3671462"/>
              <a:ext cx="8182471" cy="2924694"/>
            </a:xfrm>
            <a:prstGeom prst="round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5875">
              <a:solidFill>
                <a:schemeClr val="tx2">
                  <a:lumMod val="20000"/>
                  <a:lumOff val="80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r>
                <a:rPr lang="en-US" altLang="ko-KR" sz="1000" b="1">
                  <a:solidFill>
                    <a:srgbClr val="0000FF"/>
                  </a:solidFill>
                  <a:highlight>
                    <a:srgbClr val="FFFF00"/>
                  </a:highlight>
                  <a:latin typeface="+mn-ea"/>
                </a:rPr>
                <a:t>(VW) LFP / Mid-Ni Pilot </a:t>
              </a:r>
              <a:r>
                <a:rPr lang="ko-KR" altLang="en-US" sz="1000" b="1">
                  <a:solidFill>
                    <a:srgbClr val="0000FF"/>
                  </a:solidFill>
                  <a:highlight>
                    <a:srgbClr val="FFFF00"/>
                  </a:highlight>
                  <a:latin typeface="+mn-ea"/>
                </a:rPr>
                <a:t>라인 </a:t>
              </a:r>
              <a:r>
                <a:rPr lang="en-US" altLang="ko-KR" sz="1000" b="1">
                  <a:solidFill>
                    <a:srgbClr val="0000FF"/>
                  </a:solidFill>
                  <a:highlight>
                    <a:srgbClr val="FFFF00"/>
                  </a:highlight>
                  <a:latin typeface="+mn-ea"/>
                </a:rPr>
                <a:t>Setup </a:t>
              </a:r>
              <a:r>
                <a:rPr lang="ko-KR" altLang="en-US" sz="1000" b="1">
                  <a:solidFill>
                    <a:srgbClr val="0000FF"/>
                  </a:solidFill>
                  <a:highlight>
                    <a:srgbClr val="FFFF00"/>
                  </a:highlight>
                  <a:latin typeface="+mn-ea"/>
                </a:rPr>
                <a:t>여부 미정</a:t>
              </a:r>
              <a:endParaRPr lang="en-US" altLang="ko-KR" sz="1000" b="1">
                <a:solidFill>
                  <a:srgbClr val="0000FF"/>
                </a:solidFill>
                <a:highlight>
                  <a:srgbClr val="FFFF00"/>
                </a:highlight>
                <a:latin typeface="+mn-ea"/>
              </a:endParaRPr>
            </a:p>
            <a:p>
              <a:pPr algn="ctr"/>
              <a:r>
                <a:rPr lang="en-US" altLang="ko-KR" sz="1000" b="1">
                  <a:solidFill>
                    <a:srgbClr val="0000FF"/>
                  </a:solidFill>
                  <a:highlight>
                    <a:srgbClr val="FFFF00"/>
                  </a:highlight>
                  <a:latin typeface="+mn-ea"/>
                </a:rPr>
                <a:t>(</a:t>
              </a:r>
              <a:r>
                <a:rPr lang="ko-KR" altLang="en-US" sz="1000" b="1">
                  <a:solidFill>
                    <a:srgbClr val="0000FF"/>
                  </a:solidFill>
                  <a:highlight>
                    <a:srgbClr val="FFFF00"/>
                  </a:highlight>
                  <a:latin typeface="+mn-ea"/>
                </a:rPr>
                <a:t>고객사 수주</a:t>
              </a:r>
              <a:r>
                <a:rPr lang="en-US" altLang="ko-KR" sz="1000" b="1">
                  <a:solidFill>
                    <a:srgbClr val="0000FF"/>
                  </a:solidFill>
                  <a:highlight>
                    <a:srgbClr val="FFFF00"/>
                  </a:highlight>
                  <a:latin typeface="+mn-ea"/>
                </a:rPr>
                <a:t>X)</a:t>
              </a:r>
            </a:p>
          </p:txBody>
        </p:sp>
        <p:grpSp>
          <p:nvGrpSpPr>
            <p:cNvPr id="117" name="그룹 116">
              <a:extLst>
                <a:ext uri="{FF2B5EF4-FFF2-40B4-BE49-F238E27FC236}">
                  <a16:creationId xmlns:a16="http://schemas.microsoft.com/office/drawing/2014/main" id="{C1133206-1ADD-C8D1-5FC9-7CB72E1A4973}"/>
                </a:ext>
              </a:extLst>
            </p:cNvPr>
            <p:cNvGrpSpPr/>
            <p:nvPr/>
          </p:nvGrpSpPr>
          <p:grpSpPr>
            <a:xfrm>
              <a:off x="1744733" y="3899661"/>
              <a:ext cx="6749620" cy="507846"/>
              <a:chOff x="1744733" y="4003358"/>
              <a:chExt cx="6749620" cy="507846"/>
            </a:xfrm>
          </p:grpSpPr>
          <p:cxnSp>
            <p:nvCxnSpPr>
              <p:cNvPr id="75" name="직선 연결선 74">
                <a:extLst>
                  <a:ext uri="{FF2B5EF4-FFF2-40B4-BE49-F238E27FC236}">
                    <a16:creationId xmlns:a16="http://schemas.microsoft.com/office/drawing/2014/main" id="{C55D8D08-428E-DB3D-0543-066F626BBDCA}"/>
                  </a:ext>
                </a:extLst>
              </p:cNvPr>
              <p:cNvCxnSpPr>
                <a:cxnSpLocks/>
                <a:stCxn id="132" idx="2"/>
                <a:endCxn id="104" idx="6"/>
              </p:cNvCxnSpPr>
              <p:nvPr/>
            </p:nvCxnSpPr>
            <p:spPr>
              <a:xfrm>
                <a:off x="1744733" y="4147599"/>
                <a:ext cx="6749620" cy="0"/>
              </a:xfrm>
              <a:prstGeom prst="line">
                <a:avLst/>
              </a:prstGeom>
              <a:ln w="2857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D6A1BBD0-FF0F-ADAE-DAB0-7BB0775F7527}"/>
                  </a:ext>
                </a:extLst>
              </p:cNvPr>
              <p:cNvSpPr txBox="1"/>
              <p:nvPr/>
            </p:nvSpPr>
            <p:spPr>
              <a:xfrm>
                <a:off x="3437893" y="4291879"/>
                <a:ext cx="417281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 defTabSz="914400" latinLnBrk="1"/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 B </a:t>
                </a:r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샘플 생산</a:t>
                </a:r>
                <a:endPara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  <a:p>
                <a:pPr algn="ctr" defTabSz="914400" latinLnBrk="1"/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▶</a:t>
                </a:r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CTQ </a:t>
                </a:r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정합화</a:t>
                </a:r>
              </a:p>
            </p:txBody>
          </p:sp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AE4945BB-5467-FCE0-FBA9-B518CD20BE35}"/>
                  </a:ext>
                </a:extLst>
              </p:cNvPr>
              <p:cNvSpPr txBox="1"/>
              <p:nvPr/>
            </p:nvSpPr>
            <p:spPr>
              <a:xfrm>
                <a:off x="2524129" y="4291878"/>
                <a:ext cx="736928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 defTabSz="914400" latinLnBrk="1"/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Pre-B </a:t>
                </a:r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샘플 생산</a:t>
                </a:r>
                <a:endPara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  <a:p>
                <a:pPr algn="ctr" defTabSz="914400" latinLnBrk="1"/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▶기능 및 성능 평가</a:t>
                </a:r>
                <a:endPara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ED1E0FB8-3E21-170E-0281-7A5E91277C76}"/>
                  </a:ext>
                </a:extLst>
              </p:cNvPr>
              <p:cNvSpPr txBox="1"/>
              <p:nvPr/>
            </p:nvSpPr>
            <p:spPr>
              <a:xfrm>
                <a:off x="4320927" y="4289106"/>
                <a:ext cx="686085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 defTabSz="914400" latinLnBrk="1"/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C1 </a:t>
                </a:r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샘플 생산</a:t>
                </a:r>
                <a:endPara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  <a:p>
                <a:pPr algn="ctr" defTabSz="914400" latinLnBrk="1"/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▶양산 적합성 확인</a:t>
                </a:r>
                <a:endPara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A91DA5FE-E37F-9B87-0427-25CD0BF34417}"/>
                  </a:ext>
                </a:extLst>
              </p:cNvPr>
              <p:cNvSpPr txBox="1"/>
              <p:nvPr/>
            </p:nvSpPr>
            <p:spPr>
              <a:xfrm>
                <a:off x="6615510" y="4295760"/>
                <a:ext cx="686086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 defTabSz="914400" latinLnBrk="1"/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C2 </a:t>
                </a:r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샘플 생산</a:t>
                </a:r>
                <a:endPara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  <a:p>
                <a:pPr algn="ctr" defTabSz="914400" latinLnBrk="1"/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▶양산 적합성 확인</a:t>
                </a:r>
                <a:endPara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82" name="Oval 113">
                <a:extLst>
                  <a:ext uri="{FF2B5EF4-FFF2-40B4-BE49-F238E27FC236}">
                    <a16:creationId xmlns:a16="http://schemas.microsoft.com/office/drawing/2014/main" id="{F37D9E57-D5DB-7726-CCA2-7633E7751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695" y="4003358"/>
                <a:ext cx="233673" cy="272411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 w="9525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 wrap="none" lIns="0" tIns="0" rIns="0" bIns="0" anchor="ctr"/>
              <a:lstStyle/>
              <a:p>
                <a:pPr marL="0" marR="0" lvl="0" indent="0" algn="ctr" defTabSz="102235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j-lt"/>
                    <a:cs typeface="Arial" pitchFamily="34" charset="0"/>
                  </a:rPr>
                  <a:t>2</a:t>
                </a:r>
                <a:r>
                  <a:rPr kumimoji="1" lang="en-US" altLang="ko-KR" sz="700" b="1" kern="0">
                    <a:solidFill>
                      <a:prstClr val="black"/>
                    </a:solidFill>
                    <a:latin typeface="+mj-lt"/>
                    <a:cs typeface="Arial" pitchFamily="34" charset="0"/>
                  </a:rPr>
                  <a:t>6</a:t>
                </a:r>
                <a:r>
                  <a:rPr kumimoji="1" lang="en-US" altLang="ko-KR" sz="7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j-lt"/>
                    <a:cs typeface="Arial" pitchFamily="34" charset="0"/>
                  </a:rPr>
                  <a:t>.1</a:t>
                </a:r>
              </a:p>
            </p:txBody>
          </p:sp>
          <p:sp>
            <p:nvSpPr>
              <p:cNvPr id="84" name="Oval 113">
                <a:extLst>
                  <a:ext uri="{FF2B5EF4-FFF2-40B4-BE49-F238E27FC236}">
                    <a16:creationId xmlns:a16="http://schemas.microsoft.com/office/drawing/2014/main" id="{ABB87437-95D0-5FCC-AB5D-5703FB5A0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7499" y="4003358"/>
                <a:ext cx="233673" cy="272411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 w="9525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 wrap="none" lIns="0" tIns="0" rIns="0" bIns="0" anchor="ctr"/>
              <a:lstStyle/>
              <a:p>
                <a:pPr marL="0" marR="0" lvl="0" indent="0" algn="ctr" defTabSz="102235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j-lt"/>
                    <a:cs typeface="Arial" pitchFamily="34" charset="0"/>
                  </a:rPr>
                  <a:t>26.</a:t>
                </a:r>
                <a:r>
                  <a:rPr kumimoji="1" lang="en-US" altLang="ko-KR" sz="700" b="1" kern="0">
                    <a:solidFill>
                      <a:prstClr val="black"/>
                    </a:solidFill>
                    <a:latin typeface="+mj-lt"/>
                    <a:cs typeface="Arial" pitchFamily="34" charset="0"/>
                  </a:rPr>
                  <a:t>6</a:t>
                </a:r>
                <a:endPara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endParaRPr>
              </a:p>
            </p:txBody>
          </p:sp>
          <p:sp>
            <p:nvSpPr>
              <p:cNvPr id="87" name="Oval 113">
                <a:extLst>
                  <a:ext uri="{FF2B5EF4-FFF2-40B4-BE49-F238E27FC236}">
                    <a16:creationId xmlns:a16="http://schemas.microsoft.com/office/drawing/2014/main" id="{C8650AA8-6AF6-63E4-F481-A0FA821E8B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48835" y="4003358"/>
                <a:ext cx="233673" cy="272411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 w="9525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 wrap="none" lIns="0" tIns="0" rIns="0" bIns="0" anchor="ctr"/>
              <a:lstStyle/>
              <a:p>
                <a:pPr marL="0" marR="0" lvl="0" indent="0" algn="ctr" defTabSz="102235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j-lt"/>
                    <a:cs typeface="Arial" pitchFamily="34" charset="0"/>
                  </a:rPr>
                  <a:t>27.4</a:t>
                </a:r>
              </a:p>
            </p:txBody>
          </p:sp>
          <p:sp>
            <p:nvSpPr>
              <p:cNvPr id="97" name="Oval 113">
                <a:extLst>
                  <a:ext uri="{FF2B5EF4-FFF2-40B4-BE49-F238E27FC236}">
                    <a16:creationId xmlns:a16="http://schemas.microsoft.com/office/drawing/2014/main" id="{D43DD5F0-F792-1A8F-637D-FC0524C2D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504" y="4003358"/>
                <a:ext cx="233673" cy="272411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 w="9525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 wrap="none" lIns="0" tIns="0" rIns="0" bIns="0" anchor="ctr"/>
              <a:lstStyle/>
              <a:p>
                <a:pPr marL="0" marR="0" lvl="0" indent="0" algn="ctr" defTabSz="102235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j-lt"/>
                    <a:cs typeface="Arial" pitchFamily="34" charset="0"/>
                  </a:rPr>
                  <a:t>25.</a:t>
                </a:r>
                <a:r>
                  <a:rPr kumimoji="1" lang="en-US" altLang="ko-KR" sz="700" b="1" kern="0">
                    <a:solidFill>
                      <a:prstClr val="black"/>
                    </a:solidFill>
                    <a:latin typeface="+mj-lt"/>
                    <a:cs typeface="Arial" pitchFamily="34" charset="0"/>
                  </a:rPr>
                  <a:t>10</a:t>
                </a:r>
                <a:endPara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endParaRPr>
              </a:p>
            </p:txBody>
          </p:sp>
          <p:sp>
            <p:nvSpPr>
              <p:cNvPr id="104" name="Oval 113">
                <a:extLst>
                  <a:ext uri="{FF2B5EF4-FFF2-40B4-BE49-F238E27FC236}">
                    <a16:creationId xmlns:a16="http://schemas.microsoft.com/office/drawing/2014/main" id="{6E6C6B52-435E-AAC6-4299-F61A24690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0680" y="4011393"/>
                <a:ext cx="233673" cy="272411"/>
              </a:xfrm>
              <a:prstGeom prst="ellipse">
                <a:avLst/>
              </a:prstGeom>
              <a:solidFill>
                <a:schemeClr val="tx2">
                  <a:lumMod val="40000"/>
                  <a:lumOff val="60000"/>
                </a:schemeClr>
              </a:solidFill>
              <a:ln w="9525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 wrap="none" lIns="0" tIns="0" rIns="0" bIns="0" anchor="ctr"/>
              <a:lstStyle/>
              <a:p>
                <a:pPr marL="0" marR="0" lvl="0" indent="0" algn="ctr" defTabSz="102235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j-lt"/>
                    <a:cs typeface="Arial" pitchFamily="34" charset="0"/>
                  </a:rPr>
                  <a:t>27.12</a:t>
                </a:r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A23B0191-8666-2D63-4CCF-D70CA8F029AC}"/>
                  </a:ext>
                </a:extLst>
              </p:cNvPr>
              <p:cNvSpPr txBox="1"/>
              <p:nvPr/>
            </p:nvSpPr>
            <p:spPr>
              <a:xfrm>
                <a:off x="8214197" y="4289640"/>
                <a:ext cx="193964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 defTabSz="914400" latinLnBrk="1"/>
                <a:r>
                  <a:rPr lang="en-US" altLang="ko-KR" sz="700" b="1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SOP</a:t>
                </a:r>
              </a:p>
              <a:p>
                <a:pPr algn="ctr" defTabSz="914400" latinLnBrk="1"/>
                <a:r>
                  <a:rPr lang="en-US" altLang="ko-KR" sz="700" b="1">
                    <a:solidFill>
                      <a:srgbClr val="0000FF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@WA</a:t>
                </a:r>
                <a:endParaRPr lang="ko-KR" altLang="en-US" sz="700" b="1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</p:grpSp>
        <p:grpSp>
          <p:nvGrpSpPr>
            <p:cNvPr id="154" name="그룹 153">
              <a:extLst>
                <a:ext uri="{FF2B5EF4-FFF2-40B4-BE49-F238E27FC236}">
                  <a16:creationId xmlns:a16="http://schemas.microsoft.com/office/drawing/2014/main" id="{14D2028D-434A-CD4E-599A-FF31D04C72FF}"/>
                </a:ext>
              </a:extLst>
            </p:cNvPr>
            <p:cNvGrpSpPr/>
            <p:nvPr/>
          </p:nvGrpSpPr>
          <p:grpSpPr>
            <a:xfrm>
              <a:off x="7570310" y="4370327"/>
              <a:ext cx="1855995" cy="504595"/>
              <a:chOff x="7570310" y="4370327"/>
              <a:chExt cx="1855995" cy="504595"/>
            </a:xfrm>
          </p:grpSpPr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FD55608B-C63D-F4DC-D288-6D999B106E9A}"/>
                  </a:ext>
                </a:extLst>
              </p:cNvPr>
              <p:cNvSpPr txBox="1"/>
              <p:nvPr/>
            </p:nvSpPr>
            <p:spPr>
              <a:xfrm>
                <a:off x="8991891" y="4656609"/>
                <a:ext cx="434414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 defTabSz="914400" latinLnBrk="1"/>
                <a:r>
                  <a:rPr lang="en-US" altLang="ko-KR" sz="700" b="1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SOP</a:t>
                </a:r>
              </a:p>
              <a:p>
                <a:pPr algn="ctr" defTabSz="914400" latinLnBrk="1"/>
                <a:r>
                  <a:rPr lang="en-US" altLang="ko-KR" sz="700" b="1">
                    <a:solidFill>
                      <a:srgbClr val="0000FF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@</a:t>
                </a:r>
                <a:r>
                  <a:rPr lang="ko-KR" altLang="en-US" sz="700" b="1">
                    <a:solidFill>
                      <a:srgbClr val="0000FF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북미</a:t>
                </a:r>
                <a:r>
                  <a:rPr lang="en-US" altLang="ko-KR" sz="700" b="1">
                    <a:solidFill>
                      <a:srgbClr val="0000FF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(</a:t>
                </a:r>
                <a:r>
                  <a:rPr lang="ko-KR" altLang="en-US" sz="700" b="1">
                    <a:solidFill>
                      <a:srgbClr val="0000FF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미정</a:t>
                </a:r>
                <a:r>
                  <a:rPr lang="en-US" altLang="ko-KR" sz="700" b="1">
                    <a:solidFill>
                      <a:srgbClr val="0000FF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)</a:t>
                </a:r>
                <a:endParaRPr lang="ko-KR" altLang="en-US" sz="700" b="1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00ABF7EA-7472-7599-B2FA-6E6C1E63482E}"/>
                  </a:ext>
                </a:extLst>
              </p:cNvPr>
              <p:cNvCxnSpPr>
                <a:cxnSpLocks/>
                <a:endCxn id="108" idx="6"/>
              </p:cNvCxnSpPr>
              <p:nvPr/>
            </p:nvCxnSpPr>
            <p:spPr>
              <a:xfrm flipV="1">
                <a:off x="7903809" y="4514568"/>
                <a:ext cx="1437092" cy="8034"/>
              </a:xfrm>
              <a:prstGeom prst="line">
                <a:avLst/>
              </a:prstGeom>
              <a:ln w="2857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5C09D092-277F-5FCC-336C-F362862B8C62}"/>
                  </a:ext>
                </a:extLst>
              </p:cNvPr>
              <p:cNvSpPr txBox="1"/>
              <p:nvPr/>
            </p:nvSpPr>
            <p:spPr>
              <a:xfrm>
                <a:off x="7570310" y="4659478"/>
                <a:ext cx="686086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 defTabSz="914400" latinLnBrk="1"/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C</a:t>
                </a:r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샘플 생산</a:t>
                </a:r>
                <a:endPara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  <a:p>
                <a:pPr algn="ctr" defTabSz="914400" latinLnBrk="1"/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▶양산 적합성 확인</a:t>
                </a:r>
                <a:endPara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07" name="Oval 113">
                <a:extLst>
                  <a:ext uri="{FF2B5EF4-FFF2-40B4-BE49-F238E27FC236}">
                    <a16:creationId xmlns:a16="http://schemas.microsoft.com/office/drawing/2014/main" id="{93538CA9-9DB4-EED7-AAA2-3BF55C904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13353" y="4370327"/>
                <a:ext cx="233673" cy="272411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 w="9525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 wrap="none" lIns="0" tIns="0" rIns="0" bIns="0" anchor="ctr"/>
              <a:lstStyle/>
              <a:p>
                <a:pPr marL="0" marR="0" lvl="0" indent="0" algn="ctr" defTabSz="102235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j-lt"/>
                    <a:cs typeface="Arial" pitchFamily="34" charset="0"/>
                  </a:rPr>
                  <a:t>27.</a:t>
                </a:r>
                <a:r>
                  <a:rPr kumimoji="1" lang="en-US" altLang="ko-KR" sz="700" b="1" kern="0">
                    <a:solidFill>
                      <a:prstClr val="black"/>
                    </a:solidFill>
                    <a:latin typeface="+mj-lt"/>
                    <a:cs typeface="Arial" pitchFamily="34" charset="0"/>
                  </a:rPr>
                  <a:t>8</a:t>
                </a:r>
                <a:endPara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endParaRPr>
              </a:p>
            </p:txBody>
          </p:sp>
          <p:sp>
            <p:nvSpPr>
              <p:cNvPr id="108" name="Oval 113">
                <a:extLst>
                  <a:ext uri="{FF2B5EF4-FFF2-40B4-BE49-F238E27FC236}">
                    <a16:creationId xmlns:a16="http://schemas.microsoft.com/office/drawing/2014/main" id="{61ADEDE2-0209-7048-04FF-0D7B83EB4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7228" y="4378362"/>
                <a:ext cx="233673" cy="272411"/>
              </a:xfrm>
              <a:prstGeom prst="ellipse">
                <a:avLst/>
              </a:prstGeom>
              <a:solidFill>
                <a:schemeClr val="tx2">
                  <a:lumMod val="40000"/>
                  <a:lumOff val="60000"/>
                </a:schemeClr>
              </a:solidFill>
              <a:ln w="9525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 wrap="none" lIns="0" tIns="0" rIns="0" bIns="0" anchor="ctr"/>
              <a:lstStyle/>
              <a:p>
                <a:pPr marL="0" marR="0" lvl="0" indent="0" algn="ctr" defTabSz="102235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j-lt"/>
                    <a:cs typeface="Arial" pitchFamily="34" charset="0"/>
                  </a:rPr>
                  <a:t>2</a:t>
                </a:r>
                <a:r>
                  <a:rPr kumimoji="1" lang="en-US" altLang="ko-KR" sz="700" b="1" kern="0">
                    <a:solidFill>
                      <a:prstClr val="black"/>
                    </a:solidFill>
                    <a:latin typeface="+mj-lt"/>
                    <a:cs typeface="Arial" pitchFamily="34" charset="0"/>
                  </a:rPr>
                  <a:t>8</a:t>
                </a:r>
                <a:r>
                  <a:rPr kumimoji="1" lang="en-US" altLang="ko-KR" sz="7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j-lt"/>
                    <a:cs typeface="Arial" pitchFamily="34" charset="0"/>
                  </a:rPr>
                  <a:t>.4</a:t>
                </a:r>
              </a:p>
            </p:txBody>
          </p:sp>
        </p:grpSp>
        <p:grpSp>
          <p:nvGrpSpPr>
            <p:cNvPr id="118" name="그룹 117">
              <a:extLst>
                <a:ext uri="{FF2B5EF4-FFF2-40B4-BE49-F238E27FC236}">
                  <a16:creationId xmlns:a16="http://schemas.microsoft.com/office/drawing/2014/main" id="{FBD870D2-F01F-11DD-23E1-3D7D843FCE3F}"/>
                </a:ext>
              </a:extLst>
            </p:cNvPr>
            <p:cNvGrpSpPr/>
            <p:nvPr/>
          </p:nvGrpSpPr>
          <p:grpSpPr>
            <a:xfrm>
              <a:off x="1517493" y="5125173"/>
              <a:ext cx="7539969" cy="742194"/>
              <a:chOff x="1517493" y="3765129"/>
              <a:chExt cx="7539969" cy="742194"/>
            </a:xfrm>
          </p:grpSpPr>
          <p:cxnSp>
            <p:nvCxnSpPr>
              <p:cNvPr id="119" name="직선 연결선 118">
                <a:extLst>
                  <a:ext uri="{FF2B5EF4-FFF2-40B4-BE49-F238E27FC236}">
                    <a16:creationId xmlns:a16="http://schemas.microsoft.com/office/drawing/2014/main" id="{02C4FA69-B11B-D78B-AB63-858DEF73E30C}"/>
                  </a:ext>
                </a:extLst>
              </p:cNvPr>
              <p:cNvCxnSpPr>
                <a:cxnSpLocks/>
                <a:stCxn id="140" idx="2"/>
                <a:endCxn id="128" idx="6"/>
              </p:cNvCxnSpPr>
              <p:nvPr/>
            </p:nvCxnSpPr>
            <p:spPr>
              <a:xfrm>
                <a:off x="1703046" y="4139564"/>
                <a:ext cx="7354416" cy="8035"/>
              </a:xfrm>
              <a:prstGeom prst="line">
                <a:avLst/>
              </a:prstGeom>
              <a:ln w="2857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D4CE42F6-4B15-3774-97EA-101E2D02BF7E}"/>
                  </a:ext>
                </a:extLst>
              </p:cNvPr>
              <p:cNvSpPr txBox="1"/>
              <p:nvPr/>
            </p:nvSpPr>
            <p:spPr>
              <a:xfrm>
                <a:off x="3776605" y="4291879"/>
                <a:ext cx="500138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 defTabSz="914400" latinLnBrk="1"/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 B</a:t>
                </a:r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샘플 생산</a:t>
                </a:r>
                <a:endPara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  <a:p>
                <a:pPr algn="ctr" defTabSz="914400" latinLnBrk="1"/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▶</a:t>
                </a:r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CTQ </a:t>
                </a:r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정합화</a:t>
                </a:r>
              </a:p>
            </p:txBody>
          </p:sp>
          <p:sp>
            <p:nvSpPr>
              <p:cNvPr id="122" name="TextBox 121">
                <a:extLst>
                  <a:ext uri="{FF2B5EF4-FFF2-40B4-BE49-F238E27FC236}">
                    <a16:creationId xmlns:a16="http://schemas.microsoft.com/office/drawing/2014/main" id="{FD9F70CE-C0BB-3142-71AF-158597852E20}"/>
                  </a:ext>
                </a:extLst>
              </p:cNvPr>
              <p:cNvSpPr txBox="1"/>
              <p:nvPr/>
            </p:nvSpPr>
            <p:spPr>
              <a:xfrm>
                <a:off x="7464820" y="3765129"/>
                <a:ext cx="686085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 defTabSz="914400" latinLnBrk="1"/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C</a:t>
                </a:r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샘플 생산</a:t>
                </a:r>
                <a:endPara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  <a:p>
                <a:pPr algn="ctr" defTabSz="914400" latinLnBrk="1"/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▶양산 적합성 확인</a:t>
                </a:r>
                <a:endPara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24" name="Oval 113">
                <a:extLst>
                  <a:ext uri="{FF2B5EF4-FFF2-40B4-BE49-F238E27FC236}">
                    <a16:creationId xmlns:a16="http://schemas.microsoft.com/office/drawing/2014/main" id="{7DAA1D17-0117-93E2-D722-681ED3159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9835" y="4003358"/>
                <a:ext cx="233673" cy="272411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 w="9525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 wrap="none" lIns="0" tIns="0" rIns="0" bIns="0" anchor="ctr"/>
              <a:lstStyle/>
              <a:p>
                <a:pPr marL="0" marR="0" lvl="0" indent="0" algn="ctr" defTabSz="102235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j-lt"/>
                    <a:cs typeface="Arial" pitchFamily="34" charset="0"/>
                  </a:rPr>
                  <a:t>2</a:t>
                </a:r>
                <a:r>
                  <a:rPr kumimoji="1" lang="en-US" altLang="ko-KR" sz="700" b="1" kern="0">
                    <a:solidFill>
                      <a:prstClr val="black"/>
                    </a:solidFill>
                    <a:latin typeface="+mj-lt"/>
                    <a:cs typeface="Arial" pitchFamily="34" charset="0"/>
                  </a:rPr>
                  <a:t>6</a:t>
                </a:r>
                <a:r>
                  <a:rPr kumimoji="1" lang="en-US" altLang="ko-KR" sz="7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j-lt"/>
                    <a:cs typeface="Arial" pitchFamily="34" charset="0"/>
                  </a:rPr>
                  <a:t>.</a:t>
                </a:r>
                <a:r>
                  <a:rPr kumimoji="1" lang="en-US" altLang="ko-KR" sz="700" b="1" kern="0">
                    <a:solidFill>
                      <a:prstClr val="black"/>
                    </a:solidFill>
                    <a:latin typeface="+mj-lt"/>
                    <a:cs typeface="Arial" pitchFamily="34" charset="0"/>
                  </a:rPr>
                  <a:t>3</a:t>
                </a:r>
                <a:endPara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endParaRPr>
              </a:p>
            </p:txBody>
          </p:sp>
          <p:sp>
            <p:nvSpPr>
              <p:cNvPr id="125" name="Oval 113">
                <a:extLst>
                  <a:ext uri="{FF2B5EF4-FFF2-40B4-BE49-F238E27FC236}">
                    <a16:creationId xmlns:a16="http://schemas.microsoft.com/office/drawing/2014/main" id="{87FAB563-AEAD-C3ED-0D2D-05CCEDA00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71118" y="4003358"/>
                <a:ext cx="233673" cy="272411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 w="9525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 wrap="none" lIns="0" tIns="0" rIns="0" bIns="0" anchor="ctr"/>
              <a:lstStyle/>
              <a:p>
                <a:pPr marL="0" marR="0" lvl="0" indent="0" algn="ctr" defTabSz="102235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j-lt"/>
                    <a:cs typeface="Arial" pitchFamily="34" charset="0"/>
                  </a:rPr>
                  <a:t>27.7</a:t>
                </a:r>
              </a:p>
            </p:txBody>
          </p:sp>
          <p:sp>
            <p:nvSpPr>
              <p:cNvPr id="128" name="Oval 113">
                <a:extLst>
                  <a:ext uri="{FF2B5EF4-FFF2-40B4-BE49-F238E27FC236}">
                    <a16:creationId xmlns:a16="http://schemas.microsoft.com/office/drawing/2014/main" id="{71A98D1D-EBD7-4B4A-2872-10014A9D9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23789" y="4011393"/>
                <a:ext cx="233673" cy="272411"/>
              </a:xfrm>
              <a:prstGeom prst="ellipse">
                <a:avLst/>
              </a:prstGeom>
              <a:solidFill>
                <a:schemeClr val="tx2">
                  <a:lumMod val="40000"/>
                  <a:lumOff val="60000"/>
                </a:schemeClr>
              </a:solidFill>
              <a:ln w="9525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 wrap="none" lIns="0" tIns="0" rIns="0" bIns="0" anchor="ctr"/>
              <a:lstStyle/>
              <a:p>
                <a:pPr marL="0" marR="0" lvl="0" indent="0" algn="ctr" defTabSz="102235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j-lt"/>
                    <a:cs typeface="Arial" pitchFamily="34" charset="0"/>
                  </a:rPr>
                  <a:t>2</a:t>
                </a:r>
                <a:r>
                  <a:rPr kumimoji="1" lang="en-US" altLang="ko-KR" sz="700" b="1" kern="0">
                    <a:solidFill>
                      <a:prstClr val="black"/>
                    </a:solidFill>
                    <a:latin typeface="+mj-lt"/>
                    <a:cs typeface="Arial" pitchFamily="34" charset="0"/>
                  </a:rPr>
                  <a:t>8</a:t>
                </a:r>
                <a:r>
                  <a:rPr kumimoji="1" lang="en-US" altLang="ko-KR" sz="7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j-lt"/>
                    <a:cs typeface="Arial" pitchFamily="34" charset="0"/>
                  </a:rPr>
                  <a:t>.3</a:t>
                </a: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E424BD29-1938-115B-FA5F-CF1F839D7331}"/>
                  </a:ext>
                </a:extLst>
              </p:cNvPr>
              <p:cNvSpPr txBox="1"/>
              <p:nvPr/>
            </p:nvSpPr>
            <p:spPr>
              <a:xfrm>
                <a:off x="8777306" y="4289640"/>
                <a:ext cx="193964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 defTabSz="914400" latinLnBrk="1"/>
                <a:r>
                  <a:rPr lang="en-US" altLang="ko-KR" sz="700" b="1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SOP</a:t>
                </a:r>
              </a:p>
              <a:p>
                <a:pPr algn="ctr" defTabSz="914400" latinLnBrk="1"/>
                <a:r>
                  <a:rPr lang="en-US" altLang="ko-KR" sz="700" b="1">
                    <a:solidFill>
                      <a:srgbClr val="0000FF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@WA</a:t>
                </a:r>
                <a:endParaRPr lang="ko-KR" altLang="en-US" sz="700" b="1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7E46810A-6A97-31BC-BFDE-F2096A412762}"/>
                  </a:ext>
                </a:extLst>
              </p:cNvPr>
              <p:cNvSpPr txBox="1"/>
              <p:nvPr/>
            </p:nvSpPr>
            <p:spPr>
              <a:xfrm>
                <a:off x="1517493" y="4291878"/>
                <a:ext cx="73692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 defTabSz="914400" latinLnBrk="1"/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A1 </a:t>
                </a:r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샘플 생산</a:t>
                </a:r>
                <a:endPara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40" name="Oval 113">
                <a:extLst>
                  <a:ext uri="{FF2B5EF4-FFF2-40B4-BE49-F238E27FC236}">
                    <a16:creationId xmlns:a16="http://schemas.microsoft.com/office/drawing/2014/main" id="{EF27B72F-3E9C-C4B8-E877-4B430BC63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046" y="4003358"/>
                <a:ext cx="233673" cy="272411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 w="9525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 wrap="none" lIns="0" tIns="0" rIns="0" bIns="0" anchor="ctr"/>
              <a:lstStyle/>
              <a:p>
                <a:pPr marL="0" marR="0" lvl="0" indent="0" algn="ctr" defTabSz="102235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j-lt"/>
                    <a:cs typeface="Arial" pitchFamily="34" charset="0"/>
                  </a:rPr>
                  <a:t>25.3</a:t>
                </a:r>
              </a:p>
            </p:txBody>
          </p:sp>
        </p:grpSp>
        <p:sp>
          <p:nvSpPr>
            <p:cNvPr id="132" name="Oval 113">
              <a:extLst>
                <a:ext uri="{FF2B5EF4-FFF2-40B4-BE49-F238E27FC236}">
                  <a16:creationId xmlns:a16="http://schemas.microsoft.com/office/drawing/2014/main" id="{B405EF93-DB89-401C-6E2C-D17194326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4733" y="3907696"/>
              <a:ext cx="233673" cy="272411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25.4</a:t>
              </a:r>
            </a:p>
          </p:txBody>
        </p:sp>
        <p:grpSp>
          <p:nvGrpSpPr>
            <p:cNvPr id="153" name="그룹 152">
              <a:extLst>
                <a:ext uri="{FF2B5EF4-FFF2-40B4-BE49-F238E27FC236}">
                  <a16:creationId xmlns:a16="http://schemas.microsoft.com/office/drawing/2014/main" id="{8EFB3404-7450-0DCB-C5E3-5EA3E31D4BA7}"/>
                </a:ext>
              </a:extLst>
            </p:cNvPr>
            <p:cNvGrpSpPr/>
            <p:nvPr/>
          </p:nvGrpSpPr>
          <p:grpSpPr>
            <a:xfrm>
              <a:off x="7995836" y="5776635"/>
              <a:ext cx="1833389" cy="729935"/>
              <a:chOff x="7995836" y="5720073"/>
              <a:chExt cx="1833389" cy="729935"/>
            </a:xfrm>
          </p:grpSpPr>
          <p:cxnSp>
            <p:nvCxnSpPr>
              <p:cNvPr id="143" name="직선 연결선 142">
                <a:extLst>
                  <a:ext uri="{FF2B5EF4-FFF2-40B4-BE49-F238E27FC236}">
                    <a16:creationId xmlns:a16="http://schemas.microsoft.com/office/drawing/2014/main" id="{8E7D396D-24BD-038C-D5F0-CFA4078B3CAD}"/>
                  </a:ext>
                </a:extLst>
              </p:cNvPr>
              <p:cNvCxnSpPr>
                <a:cxnSpLocks/>
                <a:stCxn id="147" idx="2"/>
                <a:endCxn id="151" idx="6"/>
              </p:cNvCxnSpPr>
              <p:nvPr/>
            </p:nvCxnSpPr>
            <p:spPr>
              <a:xfrm flipV="1">
                <a:off x="8102134" y="6092523"/>
                <a:ext cx="1641687" cy="1985"/>
              </a:xfrm>
              <a:prstGeom prst="line">
                <a:avLst/>
              </a:prstGeom>
              <a:ln w="2857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13EC2181-1421-8DE6-7598-8C77A53785BA}"/>
                  </a:ext>
                </a:extLst>
              </p:cNvPr>
              <p:cNvSpPr txBox="1"/>
              <p:nvPr/>
            </p:nvSpPr>
            <p:spPr>
              <a:xfrm>
                <a:off x="7995836" y="5720073"/>
                <a:ext cx="686085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 defTabSz="914400" latinLnBrk="1"/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C</a:t>
                </a:r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샘플 생산</a:t>
                </a:r>
                <a:endPara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  <a:p>
                <a:pPr algn="ctr" defTabSz="914400" latinLnBrk="1"/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▶양산 적합성 확인</a:t>
                </a:r>
                <a:endPara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47" name="Oval 113">
                <a:extLst>
                  <a:ext uri="{FF2B5EF4-FFF2-40B4-BE49-F238E27FC236}">
                    <a16:creationId xmlns:a16="http://schemas.microsoft.com/office/drawing/2014/main" id="{94851D5F-D1DA-B57E-F23F-36C1A5572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02134" y="5958302"/>
                <a:ext cx="233673" cy="272411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 w="9525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 wrap="none" lIns="0" tIns="0" rIns="0" bIns="0" anchor="ctr"/>
              <a:lstStyle/>
              <a:p>
                <a:pPr marL="0" marR="0" lvl="0" indent="0" algn="ctr" defTabSz="102235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j-lt"/>
                    <a:cs typeface="Arial" pitchFamily="34" charset="0"/>
                  </a:rPr>
                  <a:t>27.</a:t>
                </a:r>
                <a:r>
                  <a:rPr kumimoji="1" lang="en-US" altLang="ko-KR" sz="700" b="1" kern="0">
                    <a:solidFill>
                      <a:prstClr val="black"/>
                    </a:solidFill>
                    <a:latin typeface="+mj-lt"/>
                    <a:cs typeface="Arial" pitchFamily="34" charset="0"/>
                  </a:rPr>
                  <a:t>11</a:t>
                </a:r>
                <a:endPara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endParaRP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E4B6FC6A-71F4-4637-B3F5-BA6341A0BBE8}"/>
                  </a:ext>
                </a:extLst>
              </p:cNvPr>
              <p:cNvSpPr txBox="1"/>
              <p:nvPr/>
            </p:nvSpPr>
            <p:spPr>
              <a:xfrm>
                <a:off x="9394811" y="6234564"/>
                <a:ext cx="434414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 defTabSz="914400" latinLnBrk="1"/>
                <a:r>
                  <a:rPr lang="en-US" altLang="ko-KR" sz="700" b="1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SOP</a:t>
                </a:r>
              </a:p>
              <a:p>
                <a:pPr algn="ctr" defTabSz="914400" latinLnBrk="1"/>
                <a:r>
                  <a:rPr lang="en-US" altLang="ko-KR" sz="700" b="1">
                    <a:solidFill>
                      <a:srgbClr val="0000FF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@</a:t>
                </a:r>
                <a:r>
                  <a:rPr lang="ko-KR" altLang="en-US" sz="700" b="1">
                    <a:solidFill>
                      <a:srgbClr val="0000FF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북미</a:t>
                </a:r>
                <a:r>
                  <a:rPr lang="en-US" altLang="ko-KR" sz="700" b="1">
                    <a:solidFill>
                      <a:srgbClr val="0000FF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(</a:t>
                </a:r>
                <a:r>
                  <a:rPr lang="ko-KR" altLang="en-US" sz="700" b="1">
                    <a:solidFill>
                      <a:srgbClr val="0000FF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미정</a:t>
                </a:r>
                <a:r>
                  <a:rPr lang="en-US" altLang="ko-KR" sz="700" b="1">
                    <a:solidFill>
                      <a:srgbClr val="0000FF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)</a:t>
                </a:r>
                <a:endParaRPr lang="ko-KR" altLang="en-US" sz="700" b="1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51" name="Oval 113">
                <a:extLst>
                  <a:ext uri="{FF2B5EF4-FFF2-40B4-BE49-F238E27FC236}">
                    <a16:creationId xmlns:a16="http://schemas.microsoft.com/office/drawing/2014/main" id="{093FDCCC-36EB-51C1-8373-F5E0AD518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10148" y="5956317"/>
                <a:ext cx="233673" cy="272411"/>
              </a:xfrm>
              <a:prstGeom prst="ellipse">
                <a:avLst/>
              </a:prstGeom>
              <a:solidFill>
                <a:schemeClr val="tx2">
                  <a:lumMod val="40000"/>
                  <a:lumOff val="60000"/>
                </a:schemeClr>
              </a:solidFill>
              <a:ln w="9525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 wrap="none" lIns="0" tIns="0" rIns="0" bIns="0" anchor="ctr"/>
              <a:lstStyle/>
              <a:p>
                <a:pPr marL="0" marR="0" lvl="0" indent="0" algn="ctr" defTabSz="102235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j-lt"/>
                    <a:cs typeface="Arial" pitchFamily="34" charset="0"/>
                  </a:rPr>
                  <a:t>2</a:t>
                </a:r>
                <a:r>
                  <a:rPr kumimoji="1" lang="en-US" altLang="ko-KR" sz="700" b="1" kern="0">
                    <a:solidFill>
                      <a:prstClr val="black"/>
                    </a:solidFill>
                    <a:latin typeface="+mj-lt"/>
                    <a:cs typeface="Arial" pitchFamily="34" charset="0"/>
                  </a:rPr>
                  <a:t>8</a:t>
                </a:r>
                <a:r>
                  <a:rPr kumimoji="1" lang="en-US" altLang="ko-KR" sz="7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j-lt"/>
                    <a:cs typeface="Arial" pitchFamily="34" charset="0"/>
                  </a:rPr>
                  <a:t>.6</a:t>
                </a:r>
              </a:p>
            </p:txBody>
          </p:sp>
        </p:grpSp>
        <p:grpSp>
          <p:nvGrpSpPr>
            <p:cNvPr id="73" name="그룹 72">
              <a:extLst>
                <a:ext uri="{FF2B5EF4-FFF2-40B4-BE49-F238E27FC236}">
                  <a16:creationId xmlns:a16="http://schemas.microsoft.com/office/drawing/2014/main" id="{4CFE8076-12F4-D04E-B9CE-A5CEF33B8475}"/>
                </a:ext>
              </a:extLst>
            </p:cNvPr>
            <p:cNvGrpSpPr/>
            <p:nvPr/>
          </p:nvGrpSpPr>
          <p:grpSpPr>
            <a:xfrm>
              <a:off x="3400357" y="1834724"/>
              <a:ext cx="14516" cy="4761433"/>
              <a:chOff x="4415800" y="1928994"/>
              <a:chExt cx="14516" cy="4761433"/>
            </a:xfrm>
          </p:grpSpPr>
          <p:cxnSp>
            <p:nvCxnSpPr>
              <p:cNvPr id="70" name="직선 연결선 69">
                <a:extLst>
                  <a:ext uri="{FF2B5EF4-FFF2-40B4-BE49-F238E27FC236}">
                    <a16:creationId xmlns:a16="http://schemas.microsoft.com/office/drawing/2014/main" id="{B647E0E6-43EE-2D3B-A798-62978AAD18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15800" y="2035758"/>
                <a:ext cx="0" cy="4654669"/>
              </a:xfrm>
              <a:prstGeom prst="line">
                <a:avLst/>
              </a:prstGeom>
              <a:ln w="28575">
                <a:solidFill>
                  <a:srgbClr val="FF0000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TextBox 354">
                <a:extLst>
                  <a:ext uri="{FF2B5EF4-FFF2-40B4-BE49-F238E27FC236}">
                    <a16:creationId xmlns:a16="http://schemas.microsoft.com/office/drawing/2014/main" id="{72249EC5-9D26-DFB0-DDE0-EA30533F6866}"/>
                  </a:ext>
                </a:extLst>
              </p:cNvPr>
              <p:cNvSpPr txBox="1"/>
              <p:nvPr/>
            </p:nvSpPr>
            <p:spPr>
              <a:xfrm rot="10800000" flipV="1">
                <a:off x="4418256" y="1928994"/>
                <a:ext cx="12060" cy="25578"/>
              </a:xfrm>
              <a:prstGeom prst="rect">
                <a:avLst/>
              </a:prstGeom>
              <a:noFill/>
              <a:ln w="9525" cmpd="sng">
                <a:noFill/>
              </a:ln>
              <a:effectLst/>
            </p:spPr>
            <p:txBody>
              <a:bodyPr wrap="square" lIns="36000" tIns="36000" rIns="36000" bIns="36000" rtlCol="0" anchor="ctr"/>
              <a:lstStyle>
                <a:lvl1pPr marL="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▼</a:t>
                </a:r>
                <a:endPara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157" name="Oval 113">
              <a:extLst>
                <a:ext uri="{FF2B5EF4-FFF2-40B4-BE49-F238E27FC236}">
                  <a16:creationId xmlns:a16="http://schemas.microsoft.com/office/drawing/2014/main" id="{328074DB-A141-C8E2-75CA-E5FD684F8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227" y="3003998"/>
              <a:ext cx="233673" cy="272411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cs typeface="Arial" pitchFamily="34" charset="0"/>
                </a:rPr>
                <a:t>미정</a:t>
              </a:r>
              <a:endPara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cs typeface="Arial" pitchFamily="34" charset="0"/>
              </a:endParaRP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A7DB442-39BC-5538-0BF7-19C9F40FAC71}"/>
                </a:ext>
              </a:extLst>
            </p:cNvPr>
            <p:cNvSpPr txBox="1"/>
            <p:nvPr/>
          </p:nvSpPr>
          <p:spPr>
            <a:xfrm>
              <a:off x="1681261" y="3271971"/>
              <a:ext cx="527388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defTabSz="914400" latinLnBrk="1"/>
              <a:r>
                <a:rPr lang="ko-KR" altLang="en-US" sz="700" err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오창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Pilot 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라인 </a:t>
              </a:r>
              <a:endPara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 defTabSz="914400" latinLnBrk="1"/>
              <a:r>
                <a:rPr lang="en-US" altLang="ko-KR" sz="700">
                  <a:solidFill>
                    <a:srgbClr val="0000FF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</a:t>
              </a:r>
              <a:r>
                <a:rPr lang="ko-KR" altLang="en-US" sz="700">
                  <a:solidFill>
                    <a:srgbClr val="0000FF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형 교환</a:t>
              </a:r>
              <a:r>
                <a:rPr lang="en-US" altLang="ko-KR" sz="700">
                  <a:solidFill>
                    <a:srgbClr val="0000FF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</a:t>
              </a:r>
              <a:endParaRPr lang="ko-KR" altLang="en-US" sz="7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56ADD90-A24D-29FD-89E4-A0E1A4A9C14A}"/>
                </a:ext>
              </a:extLst>
            </p:cNvPr>
            <p:cNvSpPr txBox="1"/>
            <p:nvPr/>
          </p:nvSpPr>
          <p:spPr>
            <a:xfrm>
              <a:off x="978503" y="1512699"/>
              <a:ext cx="689291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defTabSz="914400" latinLnBrk="1"/>
              <a:r>
                <a:rPr lang="en-US" altLang="ko-KR" sz="700" b="1">
                  <a:solidFill>
                    <a:srgbClr val="0000FF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T/T : Top</a:t>
              </a:r>
              <a:r>
                <a:rPr lang="ko-KR" altLang="en-US" sz="700" b="1">
                  <a:solidFill>
                    <a:srgbClr val="0000FF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700" b="1">
                  <a:solidFill>
                    <a:srgbClr val="0000FF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Terminal</a:t>
              </a:r>
            </a:p>
            <a:p>
              <a:pPr defTabSz="914400" latinLnBrk="1"/>
              <a:r>
                <a:rPr lang="en-US" altLang="ko-KR" sz="700" b="1">
                  <a:solidFill>
                    <a:srgbClr val="0000FF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S/T : Side Terminal </a:t>
              </a:r>
              <a:endParaRPr lang="ko-KR" altLang="en-US" sz="700" b="1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2" name="내용 개체 틀 20">
            <a:extLst>
              <a:ext uri="{FF2B5EF4-FFF2-40B4-BE49-F238E27FC236}">
                <a16:creationId xmlns:a16="http://schemas.microsoft.com/office/drawing/2014/main" id="{C63ED2EF-B7C6-FCC0-EB31-59AE6051BC74}"/>
              </a:ext>
            </a:extLst>
          </p:cNvPr>
          <p:cNvSpPr txBox="1">
            <a:spLocks/>
          </p:cNvSpPr>
          <p:nvPr/>
        </p:nvSpPr>
        <p:spPr>
          <a:xfrm>
            <a:off x="8318565" y="189431"/>
            <a:ext cx="1572824" cy="307777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000">
                <a:solidFill>
                  <a:srgbClr val="000000"/>
                </a:solidFill>
                <a:latin typeface="Arial Narrow"/>
                <a:ea typeface="LG스마트체 Regular"/>
              </a:rPr>
              <a:t>작성자 </a:t>
            </a:r>
            <a:r>
              <a:rPr lang="en-US" altLang="ko-KR" sz="1000">
                <a:solidFill>
                  <a:srgbClr val="000000"/>
                </a:solidFill>
                <a:latin typeface="Arial Narrow"/>
                <a:ea typeface="LG스마트체 Regular"/>
              </a:rPr>
              <a:t>: </a:t>
            </a:r>
            <a:r>
              <a:rPr lang="ko-KR" altLang="en-US" sz="1000">
                <a:solidFill>
                  <a:srgbClr val="000000"/>
                </a:solidFill>
                <a:latin typeface="Arial Narrow"/>
                <a:ea typeface="LG스마트체 Regular"/>
              </a:rPr>
              <a:t>염지혜</a:t>
            </a:r>
            <a:r>
              <a:rPr lang="en-US" altLang="ko-KR" sz="1000">
                <a:solidFill>
                  <a:srgbClr val="000000"/>
                </a:solidFill>
                <a:latin typeface="Arial Narrow"/>
                <a:ea typeface="LG스마트체 Regular"/>
              </a:rPr>
              <a:t>S</a:t>
            </a:r>
            <a:endParaRPr lang="ko-KR" altLang="en-US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l">
              <a:spcBef>
                <a:spcPts val="0"/>
              </a:spcBef>
              <a:defRPr/>
            </a:pPr>
            <a:r>
              <a:rPr lang="ko-KR" altLang="en-US" sz="1000">
                <a:solidFill>
                  <a:srgbClr val="000000"/>
                </a:solidFill>
                <a:latin typeface="Arial Narrow"/>
                <a:ea typeface="LG스마트체 Regular"/>
              </a:rPr>
              <a:t>업데이트 시간 </a:t>
            </a:r>
            <a:r>
              <a:rPr lang="en-US" altLang="ko-KR" sz="1000">
                <a:solidFill>
                  <a:srgbClr val="000000"/>
                </a:solidFill>
                <a:latin typeface="Arial Narrow"/>
                <a:ea typeface="LG스마트체 Regular"/>
              </a:rPr>
              <a:t>: 12/16 09</a:t>
            </a:r>
            <a:r>
              <a:rPr lang="ko-KR" altLang="en-US" sz="1000">
                <a:solidFill>
                  <a:srgbClr val="000000"/>
                </a:solidFill>
                <a:latin typeface="Arial Narrow"/>
                <a:ea typeface="LG스마트체 Regular"/>
              </a:rPr>
              <a:t>시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F3D08995-BFAC-C684-34D1-EA850041A0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1501625"/>
              </p:ext>
            </p:extLst>
          </p:nvPr>
        </p:nvGraphicFramePr>
        <p:xfrm>
          <a:off x="10334266" y="2552655"/>
          <a:ext cx="5935617" cy="3082574"/>
        </p:xfrm>
        <a:graphic>
          <a:graphicData uri="http://schemas.openxmlformats.org/drawingml/2006/table">
            <a:tbl>
              <a:tblPr/>
              <a:tblGrid>
                <a:gridCol w="533260">
                  <a:extLst>
                    <a:ext uri="{9D8B030D-6E8A-4147-A177-3AD203B41FA5}">
                      <a16:colId xmlns:a16="http://schemas.microsoft.com/office/drawing/2014/main" val="2287808742"/>
                    </a:ext>
                  </a:extLst>
                </a:gridCol>
                <a:gridCol w="950810">
                  <a:extLst>
                    <a:ext uri="{9D8B030D-6E8A-4147-A177-3AD203B41FA5}">
                      <a16:colId xmlns:a16="http://schemas.microsoft.com/office/drawing/2014/main" val="3330306938"/>
                    </a:ext>
                  </a:extLst>
                </a:gridCol>
                <a:gridCol w="1354963">
                  <a:extLst>
                    <a:ext uri="{9D8B030D-6E8A-4147-A177-3AD203B41FA5}">
                      <a16:colId xmlns:a16="http://schemas.microsoft.com/office/drawing/2014/main" val="693827465"/>
                    </a:ext>
                  </a:extLst>
                </a:gridCol>
                <a:gridCol w="1692072">
                  <a:extLst>
                    <a:ext uri="{9D8B030D-6E8A-4147-A177-3AD203B41FA5}">
                      <a16:colId xmlns:a16="http://schemas.microsoft.com/office/drawing/2014/main" val="1984179426"/>
                    </a:ext>
                  </a:extLst>
                </a:gridCol>
                <a:gridCol w="1404512">
                  <a:extLst>
                    <a:ext uri="{9D8B030D-6E8A-4147-A177-3AD203B41FA5}">
                      <a16:colId xmlns:a16="http://schemas.microsoft.com/office/drawing/2014/main" val="2484044554"/>
                    </a:ext>
                  </a:extLst>
                </a:gridCol>
              </a:tblGrid>
              <a:tr h="224311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구분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명칭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 b="1"/>
                        <a:t>정의</a:t>
                      </a:r>
                      <a:endParaRPr lang="ko-KR" altLang="en-US" sz="660"/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 b="1"/>
                        <a:t>목적</a:t>
                      </a:r>
                      <a:endParaRPr lang="ko-KR" altLang="en-US" sz="660"/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샘플 및 생산 라인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6468565"/>
                  </a:ext>
                </a:extLst>
              </a:tr>
              <a:tr h="381819">
                <a:tc rowSpan="4"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개발 단계</a:t>
                      </a:r>
                      <a:endParaRPr lang="en-US" sz="660"/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60" b="1"/>
                        <a:t>CV GATE</a:t>
                      </a:r>
                      <a:r>
                        <a:rPr lang="en-US" sz="660"/>
                        <a:t> </a:t>
                      </a:r>
                    </a:p>
                    <a:p>
                      <a:pPr algn="ctr"/>
                      <a:r>
                        <a:rPr lang="en-US" sz="660"/>
                        <a:t>(Concept Validation)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제품 컨셉의 타당성을 검증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컨셉의 기술적</a:t>
                      </a:r>
                      <a:r>
                        <a:rPr lang="en-US" altLang="ko-KR" sz="660"/>
                        <a:t>, </a:t>
                      </a:r>
                      <a:r>
                        <a:rPr lang="ko-KR" altLang="en-US" sz="660"/>
                        <a:t>시장적 가능성 평가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60" b="1"/>
                        <a:t>A Sample</a:t>
                      </a:r>
                      <a:r>
                        <a:rPr lang="ko-KR" altLang="en-US" sz="660" b="1"/>
                        <a:t> </a:t>
                      </a:r>
                      <a:r>
                        <a:rPr lang="ko-KR" altLang="en-US" sz="660"/>
                        <a:t>생산 및 활용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0062768"/>
                  </a:ext>
                </a:extLst>
              </a:tr>
              <a:tr h="381819">
                <a:tc vMerge="1">
                  <a:txBody>
                    <a:bodyPr/>
                    <a:lstStyle/>
                    <a:p>
                      <a:pPr algn="ctr"/>
                      <a:endParaRPr lang="en-US" sz="600"/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60" b="1"/>
                        <a:t>DV GATE</a:t>
                      </a:r>
                      <a:r>
                        <a:rPr lang="en-US" sz="660"/>
                        <a:t> </a:t>
                      </a:r>
                    </a:p>
                    <a:p>
                      <a:pPr algn="ctr"/>
                      <a:r>
                        <a:rPr lang="en-US" sz="660"/>
                        <a:t>(Design Validation)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설계의 기능성과 성능을 검증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설계 요구사항</a:t>
                      </a:r>
                      <a:r>
                        <a:rPr lang="en-US" altLang="ko-KR" sz="660"/>
                        <a:t>(</a:t>
                      </a:r>
                      <a:r>
                        <a:rPr lang="ko-KR" altLang="en-US" sz="660"/>
                        <a:t>성능</a:t>
                      </a:r>
                      <a:r>
                        <a:rPr lang="en-US" altLang="ko-KR" sz="660"/>
                        <a:t>, </a:t>
                      </a:r>
                      <a:r>
                        <a:rPr lang="ko-KR" altLang="en-US" sz="660"/>
                        <a:t>안전 등</a:t>
                      </a:r>
                      <a:r>
                        <a:rPr lang="en-US" altLang="ko-KR" sz="660"/>
                        <a:t>)</a:t>
                      </a:r>
                      <a:r>
                        <a:rPr lang="ko-KR" altLang="en-US" sz="660"/>
                        <a:t>을 충족하는지 확인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60" b="1"/>
                        <a:t>Pre-B, B Sample</a:t>
                      </a:r>
                      <a:r>
                        <a:rPr lang="ko-KR" altLang="en-US" sz="660" b="1"/>
                        <a:t> </a:t>
                      </a:r>
                      <a:r>
                        <a:rPr lang="ko-KR" altLang="en-US" sz="660"/>
                        <a:t>생산 및 활용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3186206"/>
                  </a:ext>
                </a:extLst>
              </a:tr>
              <a:tr h="381819">
                <a:tc vMerge="1">
                  <a:txBody>
                    <a:bodyPr/>
                    <a:lstStyle/>
                    <a:p>
                      <a:pPr algn="ctr"/>
                      <a:endParaRPr lang="en-US" sz="600"/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60" b="1"/>
                        <a:t>PD GATE</a:t>
                      </a:r>
                      <a:r>
                        <a:rPr lang="en-US" sz="660"/>
                        <a:t> </a:t>
                      </a:r>
                    </a:p>
                    <a:p>
                      <a:pPr algn="ctr"/>
                      <a:r>
                        <a:rPr lang="en-US" sz="660"/>
                        <a:t>(Product Development)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제품 개발 완료 및 양산 준비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설계 최적화</a:t>
                      </a:r>
                      <a:r>
                        <a:rPr lang="en-US" altLang="ko-KR" sz="660"/>
                        <a:t>, </a:t>
                      </a:r>
                      <a:r>
                        <a:rPr lang="ko-KR" altLang="en-US" sz="660"/>
                        <a:t>생산 공정 개발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60" b="1"/>
                        <a:t>C Sample </a:t>
                      </a:r>
                      <a:r>
                        <a:rPr lang="ko-KR" altLang="en-US" sz="660"/>
                        <a:t>생산 및 활용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8453321"/>
                  </a:ext>
                </a:extLst>
              </a:tr>
              <a:tr h="381819">
                <a:tc vMerge="1">
                  <a:txBody>
                    <a:bodyPr/>
                    <a:lstStyle/>
                    <a:p>
                      <a:pPr algn="ctr"/>
                      <a:endParaRPr lang="en-US" sz="600"/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60" b="1"/>
                        <a:t>PV GATE</a:t>
                      </a:r>
                      <a:r>
                        <a:rPr lang="en-US" sz="660"/>
                        <a:t> </a:t>
                      </a:r>
                    </a:p>
                    <a:p>
                      <a:pPr algn="ctr"/>
                      <a:r>
                        <a:rPr lang="en-US" sz="660"/>
                        <a:t>(Production Validation)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양산 공정의 유효성을 검증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양산 공정의 안정성과 품질 확인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60" b="1"/>
                        <a:t>D Sample </a:t>
                      </a:r>
                      <a:r>
                        <a:rPr lang="ko-KR" altLang="en-US" sz="660"/>
                        <a:t>생산 및 활용</a:t>
                      </a:r>
                    </a:p>
                  </a:txBody>
                  <a:tcPr marL="42660" marR="42660" marT="21330" marB="2133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978392"/>
                  </a:ext>
                </a:extLst>
              </a:tr>
              <a:tr h="244865">
                <a:tc rowSpan="5"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샘플</a:t>
                      </a:r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60" b="1"/>
                        <a:t>A </a:t>
                      </a:r>
                      <a:r>
                        <a:rPr lang="ko-KR" altLang="en-US" sz="660" b="1"/>
                        <a:t>샘플</a:t>
                      </a:r>
                      <a:endParaRPr lang="ko-KR" altLang="en-US" sz="660"/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초기 제품 개념</a:t>
                      </a:r>
                      <a:r>
                        <a:rPr lang="en-US" altLang="ko-KR" sz="660"/>
                        <a:t>/</a:t>
                      </a:r>
                      <a:r>
                        <a:rPr lang="ko-KR" altLang="en-US" sz="660"/>
                        <a:t>성능 검증</a:t>
                      </a:r>
                      <a:r>
                        <a:rPr lang="en-US" altLang="ko-KR" sz="660"/>
                        <a:t>(</a:t>
                      </a:r>
                      <a:r>
                        <a:rPr lang="ko-KR" altLang="en-US" sz="660"/>
                        <a:t>실험수준</a:t>
                      </a:r>
                      <a:r>
                        <a:rPr lang="en-US" altLang="ko-KR" sz="660"/>
                        <a:t>)</a:t>
                      </a:r>
                      <a:endParaRPr lang="ko-KR" altLang="en-US" sz="660"/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기본 컨셉 및 핵심 기능 검증</a:t>
                      </a:r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단동 라인</a:t>
                      </a:r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2012988"/>
                  </a:ext>
                </a:extLst>
              </a:tr>
              <a:tr h="339438">
                <a:tc vMerge="1">
                  <a:txBody>
                    <a:bodyPr/>
                    <a:lstStyle/>
                    <a:p>
                      <a:pPr algn="ctr"/>
                      <a:endParaRPr lang="ko-KR" altLang="en-US" sz="600"/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60" b="1"/>
                        <a:t>Pre-B </a:t>
                      </a:r>
                      <a:r>
                        <a:rPr lang="ko-KR" altLang="en-US" sz="660" b="1"/>
                        <a:t>샘플</a:t>
                      </a:r>
                      <a:endParaRPr lang="ko-KR" altLang="en-US" sz="660"/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660"/>
                        <a:t>B </a:t>
                      </a:r>
                      <a:r>
                        <a:rPr lang="ko-KR" altLang="en-US" sz="660"/>
                        <a:t>샘플 전 단계의 개선된 프로토타입</a:t>
                      </a:r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시장 피드백 수집</a:t>
                      </a:r>
                      <a:r>
                        <a:rPr lang="en-US" altLang="ko-KR" sz="660"/>
                        <a:t>, </a:t>
                      </a:r>
                      <a:r>
                        <a:rPr lang="ko-KR" altLang="en-US" sz="660"/>
                        <a:t>투자 유치</a:t>
                      </a:r>
                      <a:r>
                        <a:rPr lang="en-US" altLang="ko-KR" sz="660"/>
                        <a:t>, </a:t>
                      </a:r>
                      <a:r>
                        <a:rPr lang="ko-KR" altLang="en-US" sz="660"/>
                        <a:t>초기 공정 검토</a:t>
                      </a:r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ko-KR" altLang="en-US" sz="660" err="1"/>
                        <a:t>오창</a:t>
                      </a:r>
                      <a:r>
                        <a:rPr lang="ko-KR" altLang="en-US" sz="660"/>
                        <a:t> </a:t>
                      </a:r>
                      <a:r>
                        <a:rPr lang="en-US" altLang="ko-KR" sz="660"/>
                        <a:t>Pilot </a:t>
                      </a:r>
                      <a:r>
                        <a:rPr lang="ko-KR" altLang="en-US" sz="660"/>
                        <a:t>라인 </a:t>
                      </a:r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8529678"/>
                  </a:ext>
                </a:extLst>
              </a:tr>
              <a:tr h="244865">
                <a:tc vMerge="1">
                  <a:txBody>
                    <a:bodyPr/>
                    <a:lstStyle/>
                    <a:p>
                      <a:pPr algn="ctr"/>
                      <a:endParaRPr lang="ko-KR" altLang="en-US" sz="600"/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60" b="1"/>
                        <a:t>B </a:t>
                      </a:r>
                      <a:r>
                        <a:rPr lang="ko-KR" altLang="en-US" sz="660" b="1"/>
                        <a:t>샘플</a:t>
                      </a:r>
                      <a:endParaRPr lang="ko-KR" altLang="en-US" sz="660"/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설계 검증용 샘플</a:t>
                      </a:r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설계 완성도 및 성능 검증</a:t>
                      </a:r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R" altLang="en-US" sz="660"/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5641972"/>
                  </a:ext>
                </a:extLst>
              </a:tr>
              <a:tr h="244865">
                <a:tc vMerge="1">
                  <a:txBody>
                    <a:bodyPr/>
                    <a:lstStyle/>
                    <a:p>
                      <a:pPr algn="ctr"/>
                      <a:endParaRPr lang="ko-KR" altLang="en-US" sz="600"/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60" b="1"/>
                        <a:t>C </a:t>
                      </a:r>
                      <a:r>
                        <a:rPr lang="ko-KR" altLang="en-US" sz="660" b="1"/>
                        <a:t>샘플</a:t>
                      </a:r>
                      <a:endParaRPr lang="ko-KR" altLang="en-US" sz="660"/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양산 직전 단계 샘플</a:t>
                      </a:r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최종 설계 및 생산 공정 검증</a:t>
                      </a:r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ko-KR" altLang="en-US" sz="660" err="1"/>
                        <a:t>오창</a:t>
                      </a:r>
                      <a:r>
                        <a:rPr lang="ko-KR" altLang="en-US" sz="660"/>
                        <a:t> </a:t>
                      </a:r>
                      <a:r>
                        <a:rPr lang="en-US" altLang="ko-KR" sz="660"/>
                        <a:t>LV </a:t>
                      </a:r>
                      <a:r>
                        <a:rPr lang="ko-KR" altLang="en-US" sz="660"/>
                        <a:t>라인 </a:t>
                      </a:r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3155877"/>
                  </a:ext>
                </a:extLst>
              </a:tr>
              <a:tr h="244865">
                <a:tc vMerge="1">
                  <a:txBody>
                    <a:bodyPr/>
                    <a:lstStyle/>
                    <a:p>
                      <a:pPr algn="ctr"/>
                      <a:endParaRPr lang="ko-KR" altLang="en-US" sz="600"/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60" b="1"/>
                        <a:t>D </a:t>
                      </a:r>
                      <a:r>
                        <a:rPr lang="ko-KR" altLang="en-US" sz="660" b="1"/>
                        <a:t>샘플</a:t>
                      </a:r>
                      <a:endParaRPr lang="ko-KR" altLang="en-US" sz="660"/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양산 준비 완료 샘플</a:t>
                      </a:r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660"/>
                        <a:t>양산 공정 및 품질 최종 확인</a:t>
                      </a:r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ko-KR" altLang="en-US" sz="660"/>
                    </a:p>
                  </a:txBody>
                  <a:tcPr marL="55786" marR="55786" marT="27893" marB="278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6901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501007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8509A2-E9E9-2415-377A-1CB4905455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1B538319-E744-914C-0D08-26296EEC9C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0686293"/>
              </p:ext>
            </p:extLst>
          </p:nvPr>
        </p:nvGraphicFramePr>
        <p:xfrm>
          <a:off x="114887" y="1054399"/>
          <a:ext cx="9644176" cy="5595102"/>
        </p:xfrm>
        <a:graphic>
          <a:graphicData uri="http://schemas.openxmlformats.org/drawingml/2006/table">
            <a:tbl>
              <a:tblPr/>
              <a:tblGrid>
                <a:gridCol w="933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65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36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5147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+mn-ea"/>
                          <a:ea typeface="+mn-ea"/>
                        </a:rPr>
                        <a:t>AX </a:t>
                      </a:r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기반 자동보정 파라미터 실시간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900" baseline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최적화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MI2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WA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’26.03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최문석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P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염지혜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김태욱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9" name="제목 1">
            <a:extLst>
              <a:ext uri="{FF2B5EF4-FFF2-40B4-BE49-F238E27FC236}">
                <a16:creationId xmlns:a16="http://schemas.microsoft.com/office/drawing/2014/main" id="{89989D29-8124-4DD9-B97C-047D2B2D1D5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1761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자동보정 선행개발팀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9D90BC5B-E744-4888-B716-ADA6A9A8C18D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84669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AX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기반 자동보정 파라미터 실시간 최적화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(1/2)</a:t>
            </a: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C75B2E3A-6367-47F5-9C2E-36D1B1E1DC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1022307"/>
              </p:ext>
            </p:extLst>
          </p:nvPr>
        </p:nvGraphicFramePr>
        <p:xfrm>
          <a:off x="1647307" y="1338395"/>
          <a:ext cx="6997278" cy="5428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3594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53684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235722">
                <a:tc gridSpan="2"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(W51). LAMI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가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/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감속구간 파라최적화 검증을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Normal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호기에 이어서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MEB 13-3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호기에서 검증 진행 하도록 하겠습니다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(~12/18)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NND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X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축 자동보정 파라최적화 확대 개발 이후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MI2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또는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WA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에 적용하도록 하겠습니다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(~1/23)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</a:txBody>
                  <a:tcPr marL="90535" marR="90535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724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L="90535" marR="90535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90535" marR="90535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706950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0535" marR="90535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자동보정 파라는 설비의 상황에 따라 최적 값이 다를 수 있음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.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현재 자동보정담당은 수율 개선 업무를 하기 위해 경험과 노하우에</a:t>
                      </a:r>
                      <a:br>
                        <a:rPr lang="en-US" altLang="ko-KR" sz="900" b="0">
                          <a:solidFill>
                            <a:srgbClr val="000000"/>
                          </a:solidFill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의존하여 자동보정 파라를 수정을 하고 있음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.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이를 자동화 함은 물론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,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데이터 및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AX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기술 기반 한 파라 최적화를 진행 하겠습니다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.</a:t>
                      </a:r>
                      <a:br>
                        <a:rPr lang="en-US" altLang="ko-KR" sz="900" b="0">
                          <a:solidFill>
                            <a:srgbClr val="000000"/>
                          </a:solidFill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</a:t>
                      </a:r>
                      <a:endParaRPr lang="en-US" altLang="ko-KR" sz="900" b="0">
                        <a:solidFill>
                          <a:srgbClr val="0000FF"/>
                        </a:solidFill>
                        <a:latin typeface="LG Smart_H Regular" panose="020B0600000101010101" pitchFamily="50" charset="-127"/>
                        <a:ea typeface="LG Smart_H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>
                        <a:solidFill>
                          <a:srgbClr val="0000FF"/>
                        </a:solidFill>
                        <a:latin typeface="LG Smart_H Regular" panose="020B0600000101010101" pitchFamily="50" charset="-127"/>
                        <a:ea typeface="LG Smart_H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>
                        <a:solidFill>
                          <a:srgbClr val="0000FF"/>
                        </a:solidFill>
                        <a:latin typeface="LG Smart_H Regular" panose="020B0600000101010101" pitchFamily="50" charset="-127"/>
                        <a:ea typeface="LG Smart_H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>
                        <a:solidFill>
                          <a:srgbClr val="0000FF"/>
                        </a:solidFill>
                        <a:latin typeface="LG Smart_H Regular" panose="020B0600000101010101" pitchFamily="50" charset="-127"/>
                        <a:ea typeface="LG Smart_H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>
                        <a:solidFill>
                          <a:srgbClr val="0000FF"/>
                        </a:solidFill>
                        <a:latin typeface="LG Smart_H Regular" panose="020B0600000101010101" pitchFamily="50" charset="-127"/>
                        <a:ea typeface="LG Smart_H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>
                        <a:solidFill>
                          <a:srgbClr val="0000FF"/>
                        </a:solidFill>
                        <a:latin typeface="LG Smart_H Regular" panose="020B0600000101010101" pitchFamily="50" charset="-127"/>
                        <a:ea typeface="LG Smart_H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LG Smart_H Regular" panose="020B0600000101010101" pitchFamily="50" charset="-127"/>
                        <a:ea typeface="LG Smart_H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b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①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LAMI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▷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X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축 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감속 구간 자동보정 파라최적화 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- Gain,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보정 값 평균 인자 최적화 시뮬레이션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완료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, 11/10)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* NND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에 적용된 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Pareto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기법 활용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→ 기 적용된 파라미터 기준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(gain 50%)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대비 정지후 가동시 불량률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0.02%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추가저감 기대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-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예측모델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프로그램 기반 최적화 로직 개발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완료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, 11/17)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- Normal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대표 호기 파라 실시간 최적화 프로그램 적용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완료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, 11/20)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→ 적용 호기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: #8-2, #17-2,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#17-3,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#17-4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호기</a:t>
                      </a:r>
                      <a:br>
                        <a:rPr lang="en-US" altLang="ko-KR" sz="900" b="0" i="1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1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- Normal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대표 호기 적용 결과 단기 효과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(11/27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이후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Normal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호기 생산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X)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br>
                        <a:rPr lang="en-US" altLang="ko-KR" sz="900" b="0" i="1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1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</a:t>
                      </a:r>
                      <a:br>
                        <a:rPr lang="en-US" altLang="ko-KR" sz="900" b="0" i="1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1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   </a:t>
                      </a:r>
                      <a:b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- MEB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적용 및 검증을 위해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#10-1, #13-3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프로그램 업데이트 후 정상 작동 여부 검증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(~12/18)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  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→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WA MEB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라인 생산 중단으로 검증 지연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</a:t>
                      </a:r>
                      <a:b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  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→ 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#13-3 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생산 재가동으로 검증 재개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(~12/18).</a:t>
                      </a:r>
                      <a:b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- 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프로그램 고도화 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(~12/18)</a:t>
                      </a:r>
                      <a:b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  . EWA 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기능 추가</a:t>
                      </a:r>
                      <a:b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  . 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셀거리 자동탐색 개선</a:t>
                      </a:r>
                      <a:b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▷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Y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축 재료교체 구간 자동보정 파라최적화 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-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진행 전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▷ 등속구간 자동보정 파라최적화 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-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진행 전 </a:t>
                      </a:r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LG Smart_H Regular" panose="020B0600000101010101" pitchFamily="50" charset="-127"/>
                        <a:ea typeface="LG Smart_H Regular"/>
                        <a:cs typeface="Malgun Gothic Semilight"/>
                      </a:endParaRPr>
                    </a:p>
                  </a:txBody>
                  <a:tcPr marL="90535" marR="90535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30" name="직사각형 18">
            <a:extLst>
              <a:ext uri="{FF2B5EF4-FFF2-40B4-BE49-F238E27FC236}">
                <a16:creationId xmlns:a16="http://schemas.microsoft.com/office/drawing/2014/main" id="{85E1C0EE-27B5-4405-8E55-E078ACF70344}"/>
              </a:ext>
            </a:extLst>
          </p:cNvPr>
          <p:cNvSpPr/>
          <p:nvPr/>
        </p:nvSpPr>
        <p:spPr>
          <a:xfrm>
            <a:off x="5382355" y="505303"/>
            <a:ext cx="2814545" cy="246221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[ 과제번호 : 자동보정선행개발-#1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2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, 진행 상태 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●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]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0A11B91-87FE-14C8-FD54-96226DFB564D}"/>
              </a:ext>
            </a:extLst>
          </p:cNvPr>
          <p:cNvSpPr txBox="1"/>
          <p:nvPr/>
        </p:nvSpPr>
        <p:spPr>
          <a:xfrm>
            <a:off x="1903883" y="1876335"/>
            <a:ext cx="44114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배경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6F83912-3085-AB41-04B8-C5E34F62266F}"/>
              </a:ext>
            </a:extLst>
          </p:cNvPr>
          <p:cNvSpPr txBox="1"/>
          <p:nvPr/>
        </p:nvSpPr>
        <p:spPr>
          <a:xfrm>
            <a:off x="1777713" y="3503154"/>
            <a:ext cx="671979" cy="230832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 상황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</a:endParaRPr>
          </a:p>
        </p:txBody>
      </p:sp>
      <p:cxnSp>
        <p:nvCxnSpPr>
          <p:cNvPr id="9" name="직선 화살표 연결선 8">
            <a:extLst>
              <a:ext uri="{FF2B5EF4-FFF2-40B4-BE49-F238E27FC236}">
                <a16:creationId xmlns:a16="http://schemas.microsoft.com/office/drawing/2014/main" id="{D81838C5-FC61-7AFE-9C21-D2B6CB410F1D}"/>
              </a:ext>
            </a:extLst>
          </p:cNvPr>
          <p:cNvCxnSpPr>
            <a:cxnSpLocks/>
          </p:cNvCxnSpPr>
          <p:nvPr/>
        </p:nvCxnSpPr>
        <p:spPr>
          <a:xfrm>
            <a:off x="2764076" y="2490143"/>
            <a:ext cx="5638879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B41437AD-8D9D-7CAE-69D9-59346AEE53B2}"/>
              </a:ext>
            </a:extLst>
          </p:cNvPr>
          <p:cNvCxnSpPr/>
          <p:nvPr/>
        </p:nvCxnSpPr>
        <p:spPr>
          <a:xfrm>
            <a:off x="2885996" y="2409143"/>
            <a:ext cx="0" cy="180000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49">
            <a:extLst>
              <a:ext uri="{FF2B5EF4-FFF2-40B4-BE49-F238E27FC236}">
                <a16:creationId xmlns:a16="http://schemas.microsoft.com/office/drawing/2014/main" id="{EE7132A9-712E-2BB2-5DFD-695AEF07A3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7536" y="2278767"/>
            <a:ext cx="370294" cy="1384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’25.9~12</a:t>
            </a:r>
          </a:p>
        </p:txBody>
      </p:sp>
      <p:sp>
        <p:nvSpPr>
          <p:cNvPr id="13" name="TextBox 49">
            <a:extLst>
              <a:ext uri="{FF2B5EF4-FFF2-40B4-BE49-F238E27FC236}">
                <a16:creationId xmlns:a16="http://schemas.microsoft.com/office/drawing/2014/main" id="{2121AC30-2BFB-8D8E-029A-81C4228C0B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1646" y="2278767"/>
            <a:ext cx="262892" cy="1384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’26.01</a:t>
            </a:r>
          </a:p>
        </p:txBody>
      </p:sp>
      <p:sp>
        <p:nvSpPr>
          <p:cNvPr id="16" name="TextBox 56">
            <a:extLst>
              <a:ext uri="{FF2B5EF4-FFF2-40B4-BE49-F238E27FC236}">
                <a16:creationId xmlns:a16="http://schemas.microsoft.com/office/drawing/2014/main" id="{7789B420-908B-CD70-CD50-A1E929EB67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6035" y="2630451"/>
            <a:ext cx="65" cy="1154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t">
            <a:spAutoFit/>
          </a:bodyPr>
          <a:lstStyle/>
          <a:p>
            <a:pPr algn="ctr" fontAlgn="base">
              <a:lnSpc>
                <a:spcPts val="900"/>
              </a:lnSpc>
              <a:spcBef>
                <a:spcPct val="0"/>
              </a:spcBef>
              <a:spcAft>
                <a:spcPct val="0"/>
              </a:spcAft>
              <a:defRPr/>
            </a:pPr>
            <a:endParaRPr lang="en-US" altLang="ko-KR" sz="9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26" name="직선 연결선 16">
            <a:extLst>
              <a:ext uri="{FF2B5EF4-FFF2-40B4-BE49-F238E27FC236}">
                <a16:creationId xmlns:a16="http://schemas.microsoft.com/office/drawing/2014/main" id="{E4F27D9E-0508-E442-B48D-417CC0534DF4}"/>
              </a:ext>
            </a:extLst>
          </p:cNvPr>
          <p:cNvCxnSpPr>
            <a:cxnSpLocks/>
          </p:cNvCxnSpPr>
          <p:nvPr/>
        </p:nvCxnSpPr>
        <p:spPr>
          <a:xfrm>
            <a:off x="4930681" y="2409142"/>
            <a:ext cx="0" cy="180000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이등변 삼각형 26">
            <a:extLst>
              <a:ext uri="{FF2B5EF4-FFF2-40B4-BE49-F238E27FC236}">
                <a16:creationId xmlns:a16="http://schemas.microsoft.com/office/drawing/2014/main" id="{71599904-7567-AA47-CC5D-AFAA6029806E}"/>
              </a:ext>
            </a:extLst>
          </p:cNvPr>
          <p:cNvSpPr/>
          <p:nvPr/>
        </p:nvSpPr>
        <p:spPr bwMode="auto">
          <a:xfrm flipV="1">
            <a:off x="4665620" y="2375763"/>
            <a:ext cx="112613" cy="107950"/>
          </a:xfrm>
          <a:prstGeom prst="triangl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088CF335-7124-F019-E5D6-84CF8A398AE5}"/>
              </a:ext>
            </a:extLst>
          </p:cNvPr>
          <p:cNvSpPr txBox="1"/>
          <p:nvPr/>
        </p:nvSpPr>
        <p:spPr>
          <a:xfrm>
            <a:off x="1777713" y="2229947"/>
            <a:ext cx="671979" cy="230832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 </a:t>
            </a:r>
            <a:r>
              <a:rPr lang="ko-KR" altLang="en-US" sz="900">
                <a:solidFill>
                  <a:prstClr val="black"/>
                </a:solidFill>
                <a:latin typeface="Arial Narrow"/>
                <a:ea typeface="LG스마트체 Regular"/>
              </a:rPr>
              <a:t>계획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</a:endParaRPr>
          </a:p>
        </p:txBody>
      </p:sp>
      <p:sp>
        <p:nvSpPr>
          <p:cNvPr id="31" name="TextBox 56">
            <a:extLst>
              <a:ext uri="{FF2B5EF4-FFF2-40B4-BE49-F238E27FC236}">
                <a16:creationId xmlns:a16="http://schemas.microsoft.com/office/drawing/2014/main" id="{B9C8B502-41E5-4303-9FDF-FAA5242A8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5401" y="2603449"/>
            <a:ext cx="2187534" cy="8617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 anchor="t">
            <a:spAutoFit/>
          </a:bodyPr>
          <a:lstStyle/>
          <a:p>
            <a:pPr algn="l"/>
            <a:r>
              <a:rPr lang="ko-KR" altLang="en-US" sz="700" b="0" i="0">
                <a:solidFill>
                  <a:srgbClr val="000000"/>
                </a:solidFill>
                <a:effectLst/>
              </a:rPr>
              <a:t>  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1. NND Y</a:t>
            </a:r>
            <a:r>
              <a:rPr lang="ko-KR" altLang="en-US" sz="700" b="0" i="0">
                <a:solidFill>
                  <a:srgbClr val="000000"/>
                </a:solidFill>
                <a:effectLst/>
              </a:rPr>
              <a:t>축 데이터 분석 및 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SW </a:t>
            </a:r>
            <a:r>
              <a:rPr lang="ko-KR" altLang="en-US" sz="700" b="0" i="0">
                <a:solidFill>
                  <a:srgbClr val="000000"/>
                </a:solidFill>
                <a:effectLst/>
              </a:rPr>
              <a:t>개발 진행 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(</a:t>
            </a:r>
            <a:r>
              <a:rPr lang="ko-KR" altLang="en-US" sz="700" b="0" i="0">
                <a:solidFill>
                  <a:srgbClr val="000000"/>
                </a:solidFill>
                <a:effectLst/>
              </a:rPr>
              <a:t>전체 구간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)</a:t>
            </a:r>
            <a:br>
              <a:rPr lang="ko-KR" altLang="en-US" sz="700" b="0" i="0">
                <a:solidFill>
                  <a:srgbClr val="000000"/>
                </a:solidFill>
                <a:effectLst/>
              </a:rPr>
            </a:br>
            <a:r>
              <a:rPr lang="ko-KR" altLang="en-US" sz="700" b="0" i="0">
                <a:solidFill>
                  <a:srgbClr val="000000"/>
                </a:solidFill>
                <a:effectLst/>
              </a:rPr>
              <a:t>  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2. LAM X</a:t>
            </a:r>
            <a:r>
              <a:rPr lang="ko-KR" altLang="en-US" sz="700">
                <a:solidFill>
                  <a:srgbClr val="000000"/>
                </a:solidFill>
              </a:rPr>
              <a:t>축 </a:t>
            </a:r>
            <a:r>
              <a:rPr lang="ko-KR" altLang="en-US" sz="700" b="0" i="0">
                <a:solidFill>
                  <a:srgbClr val="000000"/>
                </a:solidFill>
                <a:effectLst/>
              </a:rPr>
              <a:t>데이터 분석 및 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SW </a:t>
            </a:r>
            <a:r>
              <a:rPr lang="ko-KR" altLang="en-US" sz="700" b="0" i="0">
                <a:solidFill>
                  <a:srgbClr val="000000"/>
                </a:solidFill>
                <a:effectLst/>
              </a:rPr>
              <a:t>개발 진행 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(</a:t>
            </a:r>
            <a:r>
              <a:rPr lang="ko-KR" altLang="en-US" sz="700" b="0" i="0">
                <a:solidFill>
                  <a:srgbClr val="000000"/>
                </a:solidFill>
                <a:effectLst/>
              </a:rPr>
              <a:t>가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/</a:t>
            </a:r>
            <a:r>
              <a:rPr lang="ko-KR" altLang="en-US" sz="700" b="0" i="0">
                <a:solidFill>
                  <a:srgbClr val="000000"/>
                </a:solidFill>
                <a:effectLst/>
              </a:rPr>
              <a:t>감속 구간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)</a:t>
            </a:r>
            <a:br>
              <a:rPr lang="ko-KR" altLang="en-US" sz="700" b="0" i="0">
                <a:solidFill>
                  <a:srgbClr val="000000"/>
                </a:solidFill>
                <a:effectLst/>
              </a:rPr>
            </a:br>
            <a:r>
              <a:rPr lang="ko-KR" altLang="en-US" sz="700" b="0" i="0">
                <a:solidFill>
                  <a:srgbClr val="000000"/>
                </a:solidFill>
                <a:effectLst/>
              </a:rPr>
              <a:t>  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3. NND </a:t>
            </a:r>
            <a:r>
              <a:rPr lang="ko-KR" altLang="en-US" sz="700" b="0" i="0">
                <a:solidFill>
                  <a:srgbClr val="000000"/>
                </a:solidFill>
                <a:effectLst/>
              </a:rPr>
              <a:t>공정 고도화 진행</a:t>
            </a:r>
          </a:p>
          <a:p>
            <a:pPr algn="l"/>
            <a:r>
              <a:rPr lang="ko-KR" altLang="en-US" sz="700" b="0" i="0">
                <a:solidFill>
                  <a:srgbClr val="000000"/>
                </a:solidFill>
                <a:effectLst/>
              </a:rPr>
              <a:t>    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- EWA </a:t>
            </a:r>
            <a:r>
              <a:rPr lang="ko-KR" altLang="en-US" sz="700" b="0" i="0">
                <a:solidFill>
                  <a:srgbClr val="000000"/>
                </a:solidFill>
                <a:effectLst/>
              </a:rPr>
              <a:t>기능 추가</a:t>
            </a:r>
            <a:br>
              <a:rPr lang="ko-KR" altLang="en-US" sz="700" b="0" i="0">
                <a:solidFill>
                  <a:srgbClr val="000000"/>
                </a:solidFill>
                <a:effectLst/>
              </a:rPr>
            </a:br>
            <a:r>
              <a:rPr lang="ko-KR" altLang="en-US" sz="700" b="0" i="0">
                <a:solidFill>
                  <a:srgbClr val="000000"/>
                </a:solidFill>
                <a:effectLst/>
              </a:rPr>
              <a:t>    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- </a:t>
            </a:r>
            <a:r>
              <a:rPr lang="ko-KR" altLang="en-US" sz="700" b="0" i="0">
                <a:solidFill>
                  <a:srgbClr val="000000"/>
                </a:solidFill>
                <a:effectLst/>
              </a:rPr>
              <a:t>이상치 제거 고도화 </a:t>
            </a:r>
            <a:br>
              <a:rPr lang="ko-KR" altLang="en-US" sz="700" b="0" i="0">
                <a:solidFill>
                  <a:srgbClr val="000000"/>
                </a:solidFill>
                <a:effectLst/>
              </a:rPr>
            </a:br>
            <a:r>
              <a:rPr lang="ko-KR" altLang="en-US" sz="700" b="0" i="0">
                <a:solidFill>
                  <a:srgbClr val="000000"/>
                </a:solidFill>
                <a:effectLst/>
              </a:rPr>
              <a:t>    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- </a:t>
            </a:r>
            <a:r>
              <a:rPr lang="ko-KR" altLang="en-US" sz="700" b="0" i="0">
                <a:solidFill>
                  <a:srgbClr val="000000"/>
                </a:solidFill>
                <a:effectLst/>
              </a:rPr>
              <a:t>최적화 모델 변경 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(</a:t>
            </a:r>
            <a:r>
              <a:rPr lang="ko-KR" altLang="en-US" sz="700" b="0" i="0">
                <a:solidFill>
                  <a:srgbClr val="000000"/>
                </a:solidFill>
                <a:effectLst/>
              </a:rPr>
              <a:t>베이지안 → 파레토 최적화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)</a:t>
            </a:r>
            <a:br>
              <a:rPr lang="en-US" altLang="ko-KR" sz="700" b="0" i="0">
                <a:solidFill>
                  <a:srgbClr val="000000"/>
                </a:solidFill>
                <a:effectLst/>
              </a:rPr>
            </a:br>
            <a:r>
              <a:rPr lang="ko-KR" altLang="en-US" sz="700" b="0" i="0">
                <a:solidFill>
                  <a:srgbClr val="000000"/>
                </a:solidFill>
                <a:effectLst/>
              </a:rPr>
              <a:t>  </a:t>
            </a:r>
            <a:r>
              <a:rPr lang="en-US" altLang="ko-KR" sz="700">
                <a:solidFill>
                  <a:srgbClr val="000000"/>
                </a:solidFill>
              </a:rPr>
              <a:t>4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. </a:t>
            </a:r>
            <a:r>
              <a:rPr lang="ko-KR" altLang="en-US" sz="700" b="0" i="0">
                <a:solidFill>
                  <a:srgbClr val="000000"/>
                </a:solidFill>
                <a:effectLst/>
              </a:rPr>
              <a:t>파라미터 최적화 대표호기 적용 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(NND)</a:t>
            </a:r>
          </a:p>
          <a:p>
            <a:pPr algn="l"/>
            <a:r>
              <a:rPr lang="en-US" altLang="ko-KR" sz="700" b="0" i="0">
                <a:solidFill>
                  <a:srgbClr val="000000"/>
                </a:solidFill>
                <a:effectLst/>
              </a:rPr>
              <a:t>  5. </a:t>
            </a:r>
            <a:r>
              <a:rPr lang="ko-KR" altLang="en-US" sz="700" b="0" i="0">
                <a:solidFill>
                  <a:srgbClr val="000000"/>
                </a:solidFill>
                <a:effectLst/>
              </a:rPr>
              <a:t>파라미터 최적화 대표호기 적용 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(LAMI)</a:t>
            </a:r>
            <a:endParaRPr lang="ko-KR" altLang="en-US" sz="700" b="0" i="0">
              <a:solidFill>
                <a:srgbClr val="000000"/>
              </a:solidFill>
              <a:effectLst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170A9D1-32D2-94C8-DCCB-CB207FA1D2A0}"/>
              </a:ext>
            </a:extLst>
          </p:cNvPr>
          <p:cNvSpPr txBox="1"/>
          <p:nvPr/>
        </p:nvSpPr>
        <p:spPr>
          <a:xfrm>
            <a:off x="8069130" y="6165518"/>
            <a:ext cx="533594" cy="16619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계속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..)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7ABA8972-4FCF-ED76-9B2A-1055402F99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5974633"/>
              </p:ext>
            </p:extLst>
          </p:nvPr>
        </p:nvGraphicFramePr>
        <p:xfrm>
          <a:off x="3010508" y="4712951"/>
          <a:ext cx="3910084" cy="35963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98239">
                  <a:extLst>
                    <a:ext uri="{9D8B030D-6E8A-4147-A177-3AD203B41FA5}">
                      <a16:colId xmlns:a16="http://schemas.microsoft.com/office/drawing/2014/main" val="1942894962"/>
                    </a:ext>
                  </a:extLst>
                </a:gridCol>
                <a:gridCol w="805123">
                  <a:extLst>
                    <a:ext uri="{9D8B030D-6E8A-4147-A177-3AD203B41FA5}">
                      <a16:colId xmlns:a16="http://schemas.microsoft.com/office/drawing/2014/main" val="3288714096"/>
                    </a:ext>
                  </a:extLst>
                </a:gridCol>
                <a:gridCol w="1303361">
                  <a:extLst>
                    <a:ext uri="{9D8B030D-6E8A-4147-A177-3AD203B41FA5}">
                      <a16:colId xmlns:a16="http://schemas.microsoft.com/office/drawing/2014/main" val="1667962108"/>
                    </a:ext>
                  </a:extLst>
                </a:gridCol>
                <a:gridCol w="1303361">
                  <a:extLst>
                    <a:ext uri="{9D8B030D-6E8A-4147-A177-3AD203B41FA5}">
                      <a16:colId xmlns:a16="http://schemas.microsoft.com/office/drawing/2014/main" val="38043687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Site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51615" marR="51615" marT="21328" marB="2132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호기</a:t>
                      </a:r>
                    </a:p>
                  </a:txBody>
                  <a:tcPr marL="51615" marR="51615" marT="21328" marB="2132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As-was : 11/11~11/17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51615" marR="51615" marT="21328" marB="2132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As-is : 11/21~11/27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51615" marR="51615" marT="21328" marB="2132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355792"/>
                  </a:ext>
                </a:extLst>
              </a:tr>
              <a:tr h="7933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/>
                        <a:t>WA</a:t>
                      </a:r>
                      <a:endParaRPr lang="ko-KR" altLang="en-US" sz="900" b="1"/>
                    </a:p>
                  </a:txBody>
                  <a:tcPr marL="51615" marR="51615" marT="21328" marB="2132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>
                          <a:solidFill>
                            <a:schemeClr val="tx1"/>
                          </a:solidFill>
                        </a:rPr>
                        <a:t>8-2, 17-,2,3,4</a:t>
                      </a:r>
                      <a:endParaRPr lang="ko-KR" altLang="en-US" sz="900" b="1">
                        <a:solidFill>
                          <a:schemeClr val="tx1"/>
                        </a:solidFill>
                      </a:endParaRPr>
                    </a:p>
                  </a:txBody>
                  <a:tcPr marL="51615" marR="51615" marT="21328" marB="2132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>
                          <a:solidFill>
                            <a:schemeClr val="tx1"/>
                          </a:solidFill>
                        </a:rPr>
                        <a:t>0.12%</a:t>
                      </a:r>
                      <a:endParaRPr lang="ko-KR" altLang="en-US" sz="900" b="1">
                        <a:solidFill>
                          <a:schemeClr val="tx1"/>
                        </a:solidFill>
                      </a:endParaRPr>
                    </a:p>
                  </a:txBody>
                  <a:tcPr marL="51615" marR="51615" marT="21328" marB="2132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>
                          <a:solidFill>
                            <a:schemeClr val="tx1"/>
                          </a:solidFill>
                        </a:rPr>
                        <a:t>0.07%[ 0.05%p</a:t>
                      </a:r>
                      <a:r>
                        <a:rPr lang="ko-KR" altLang="en-US" sz="900" b="1">
                          <a:solidFill>
                            <a:schemeClr val="tx1"/>
                          </a:solidFill>
                        </a:rPr>
                        <a:t>↓</a:t>
                      </a:r>
                      <a:r>
                        <a:rPr lang="en-US" altLang="ko-KR" sz="900" b="1">
                          <a:solidFill>
                            <a:schemeClr val="tx1"/>
                          </a:solidFill>
                        </a:rPr>
                        <a:t>]</a:t>
                      </a:r>
                      <a:endParaRPr lang="ko-KR" altLang="en-US" sz="900" b="1">
                        <a:solidFill>
                          <a:schemeClr val="tx1"/>
                        </a:solidFill>
                      </a:endParaRPr>
                    </a:p>
                  </a:txBody>
                  <a:tcPr marL="51615" marR="51615" marT="21328" marB="2132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012071"/>
                  </a:ext>
                </a:extLst>
              </a:tr>
            </a:tbl>
          </a:graphicData>
        </a:graphic>
      </p:graphicFrame>
      <p:grpSp>
        <p:nvGrpSpPr>
          <p:cNvPr id="22" name="그룹 21">
            <a:extLst>
              <a:ext uri="{FF2B5EF4-FFF2-40B4-BE49-F238E27FC236}">
                <a16:creationId xmlns:a16="http://schemas.microsoft.com/office/drawing/2014/main" id="{9549A65D-A13B-B161-627C-AD7654DB970E}"/>
              </a:ext>
            </a:extLst>
          </p:cNvPr>
          <p:cNvGrpSpPr/>
          <p:nvPr/>
        </p:nvGrpSpPr>
        <p:grpSpPr>
          <a:xfrm>
            <a:off x="8196900" y="164766"/>
            <a:ext cx="1452321" cy="338554"/>
            <a:chOff x="9987397" y="174322"/>
            <a:chExt cx="1452321" cy="338554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702908A2-D49F-80F3-D6EF-7D36F78CC9AD}"/>
                </a:ext>
              </a:extLst>
            </p:cNvPr>
            <p:cNvSpPr txBox="1"/>
            <p:nvPr/>
          </p:nvSpPr>
          <p:spPr>
            <a:xfrm>
              <a:off x="9987397" y="343599"/>
              <a:ext cx="1452321" cy="169277"/>
            </a:xfrm>
            <a:prstGeom prst="rect">
              <a:avLst/>
            </a:prstGeom>
          </p:spPr>
          <p:txBody>
            <a:bodyPr wrap="none" lIns="0" tIns="0" rIns="0" bIns="0" anchor="t">
              <a:spAutoFit/>
            </a:bodyPr>
            <a:lstStyle>
              <a:defPPr>
                <a:defRPr lang="ko-KR"/>
              </a:defPPr>
              <a:lvl1pPr lvl="0" indent="0" algn="r">
                <a:spcBef>
                  <a:spcPts val="0"/>
                </a:spcBef>
                <a:buFontTx/>
                <a:buNone/>
                <a:defRPr sz="1100" baseline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Malgun Gothic Semilight" panose="020B0502040204020203" pitchFamily="50" charset="-127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/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/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/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/>
              </a:lvl5pPr>
              <a:lvl6pPr marL="25146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6pPr>
              <a:lvl7pPr marL="29718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7pPr>
              <a:lvl8pPr marL="3429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8pPr>
              <a:lvl9pPr marL="38862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9pPr>
            </a:lstStyle>
            <a:p>
              <a:pPr algn="l">
                <a:defRPr/>
              </a:pPr>
              <a:r>
                <a:rPr lang="ko-KR" altLang="en-US">
                  <a:latin typeface="Arial Narrow"/>
                  <a:ea typeface="LG스마트체 Regular"/>
                  <a:cs typeface="Malgun Gothic Semilight"/>
                </a:rPr>
                <a:t>업데이트 시간 </a:t>
              </a:r>
              <a:r>
                <a:rPr lang="en-US" altLang="ko-KR">
                  <a:latin typeface="Arial Narrow"/>
                  <a:ea typeface="LG스마트체 Regular"/>
                  <a:cs typeface="Malgun Gothic Semilight"/>
                </a:rPr>
                <a:t>: 12/16 10</a:t>
              </a:r>
              <a:r>
                <a:rPr lang="ko-KR" altLang="en-US">
                  <a:latin typeface="Arial Narrow"/>
                  <a:ea typeface="LG스마트체 Regular"/>
                  <a:cs typeface="Malgun Gothic Semilight"/>
                </a:rPr>
                <a:t>시</a:t>
              </a:r>
            </a:p>
          </p:txBody>
        </p:sp>
        <p:sp>
          <p:nvSpPr>
            <p:cNvPr id="24" name="내용 개체 틀 20">
              <a:extLst>
                <a:ext uri="{FF2B5EF4-FFF2-40B4-BE49-F238E27FC236}">
                  <a16:creationId xmlns:a16="http://schemas.microsoft.com/office/drawing/2014/main" id="{2E7F21D6-B856-42A0-F43F-0160669AC1F1}"/>
                </a:ext>
              </a:extLst>
            </p:cNvPr>
            <p:cNvSpPr txBox="1">
              <a:spLocks/>
            </p:cNvSpPr>
            <p:nvPr/>
          </p:nvSpPr>
          <p:spPr>
            <a:xfrm>
              <a:off x="10553257" y="174322"/>
              <a:ext cx="886461" cy="161583"/>
            </a:xfrm>
            <a:prstGeom prst="rect">
              <a:avLst/>
            </a:prstGeom>
          </p:spPr>
          <p:txBody>
            <a:bodyPr wrap="none" lIns="0" tIns="0" rIns="0" bIns="0" anchor="t">
              <a:spAutoFit/>
            </a:bodyPr>
            <a:lstStyle>
              <a:lvl1pPr marL="0" indent="0" algn="r" defTabSz="914400" rtl="0" eaLnBrk="1" latinLnBrk="1" hangingPunct="1">
                <a:spcBef>
                  <a:spcPct val="20000"/>
                </a:spcBef>
                <a:buFontTx/>
                <a:buNone/>
                <a:defRPr sz="1200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spcBef>
                  <a:spcPts val="0"/>
                </a:spcBef>
                <a:defRPr/>
              </a:pPr>
              <a:r>
                <a:rPr kumimoji="0" lang="ko-KR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작성자 </a:t>
              </a:r>
              <a:r>
                <a:rPr kumimoji="0" lang="en-US" altLang="ko-KR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: </a:t>
              </a:r>
              <a:r>
                <a:rPr kumimoji="0" lang="ko-KR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최문석</a:t>
              </a:r>
              <a:r>
                <a:rPr kumimoji="0" lang="en-US" altLang="ko-KR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P</a:t>
              </a:r>
              <a:endParaRPr lang="en-US" altLang="ko-KR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endParaRPr>
            </a:p>
          </p:txBody>
        </p:sp>
      </p:grpSp>
      <p:sp>
        <p:nvSpPr>
          <p:cNvPr id="34" name="TextBox 56">
            <a:extLst>
              <a:ext uri="{FF2B5EF4-FFF2-40B4-BE49-F238E27FC236}">
                <a16:creationId xmlns:a16="http://schemas.microsoft.com/office/drawing/2014/main" id="{7969F686-5709-CF31-AFB3-66462EE194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6386" y="2603449"/>
            <a:ext cx="1285331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 anchor="t">
            <a:spAutoFit/>
          </a:bodyPr>
          <a:lstStyle/>
          <a:p>
            <a:pPr algn="l"/>
            <a:r>
              <a:rPr lang="en-US" altLang="ko-KR" sz="700" b="0" i="0">
                <a:solidFill>
                  <a:srgbClr val="000000"/>
                </a:solidFill>
                <a:effectLst/>
              </a:rPr>
              <a:t>1. NND X</a:t>
            </a:r>
            <a:r>
              <a:rPr lang="ko-KR" altLang="en-US" sz="700" b="0" i="0">
                <a:solidFill>
                  <a:srgbClr val="000000"/>
                </a:solidFill>
                <a:effectLst/>
              </a:rPr>
              <a:t>축 </a:t>
            </a:r>
            <a:r>
              <a:rPr lang="en-US" altLang="ko-KR" sz="700">
                <a:solidFill>
                  <a:srgbClr val="000000"/>
                </a:solidFill>
              </a:rPr>
              <a:t>SW</a:t>
            </a:r>
            <a:r>
              <a:rPr lang="ko-KR" altLang="en-US" sz="700" b="0" i="0">
                <a:solidFill>
                  <a:srgbClr val="000000"/>
                </a:solidFill>
                <a:effectLst/>
              </a:rPr>
              <a:t>개발 </a:t>
            </a:r>
            <a:br>
              <a:rPr lang="en-US" altLang="ko-KR" sz="700" b="0" i="0">
                <a:solidFill>
                  <a:srgbClr val="000000"/>
                </a:solidFill>
                <a:effectLst/>
              </a:rPr>
            </a:br>
            <a:r>
              <a:rPr lang="en-US" altLang="ko-KR" sz="700" b="0" i="0">
                <a:solidFill>
                  <a:srgbClr val="000000"/>
                </a:solidFill>
                <a:effectLst/>
              </a:rPr>
              <a:t>   - Laser (1/9)</a:t>
            </a:r>
            <a:br>
              <a:rPr lang="en-US" altLang="ko-KR" sz="700" b="0" i="0">
                <a:solidFill>
                  <a:srgbClr val="000000"/>
                </a:solidFill>
                <a:effectLst/>
              </a:rPr>
            </a:br>
            <a:r>
              <a:rPr lang="en-US" altLang="ko-KR" sz="700" b="0" i="0">
                <a:solidFill>
                  <a:srgbClr val="000000"/>
                </a:solidFill>
                <a:effectLst/>
              </a:rPr>
              <a:t>   - </a:t>
            </a:r>
            <a:r>
              <a:rPr lang="ko-KR" altLang="en-US" sz="700" b="0" i="0">
                <a:solidFill>
                  <a:srgbClr val="000000"/>
                </a:solidFill>
                <a:effectLst/>
              </a:rPr>
              <a:t>금형 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(1/23) </a:t>
            </a:r>
            <a:br>
              <a:rPr lang="en-US" altLang="ko-KR" sz="700" b="0" i="0">
                <a:solidFill>
                  <a:srgbClr val="000000"/>
                </a:solidFill>
                <a:effectLst/>
              </a:rPr>
            </a:br>
            <a:r>
              <a:rPr lang="en-US" altLang="ko-KR" sz="700" b="0" i="0">
                <a:solidFill>
                  <a:srgbClr val="000000"/>
                </a:solidFill>
                <a:effectLst/>
              </a:rPr>
              <a:t>2. </a:t>
            </a:r>
            <a:r>
              <a:rPr lang="en-US" altLang="ko-KR" sz="700">
                <a:solidFill>
                  <a:srgbClr val="000000"/>
                </a:solidFill>
              </a:rPr>
              <a:t>NND</a:t>
            </a:r>
            <a:r>
              <a:rPr lang="ko-KR" altLang="en-US" sz="700">
                <a:solidFill>
                  <a:srgbClr val="000000"/>
                </a:solidFill>
              </a:rPr>
              <a:t> 전체 마무리</a:t>
            </a:r>
            <a:br>
              <a:rPr lang="en-US" altLang="ko-KR" sz="700">
                <a:solidFill>
                  <a:srgbClr val="000000"/>
                </a:solidFill>
              </a:rPr>
            </a:br>
            <a:r>
              <a:rPr lang="en-US" altLang="ko-KR" sz="700">
                <a:solidFill>
                  <a:srgbClr val="000000"/>
                </a:solidFill>
              </a:rPr>
              <a:t>    </a:t>
            </a:r>
            <a:r>
              <a:rPr lang="ko-KR" altLang="en-US" sz="700">
                <a:solidFill>
                  <a:srgbClr val="000000"/>
                </a:solidFill>
              </a:rPr>
              <a:t>→ 적용 </a:t>
            </a:r>
            <a:r>
              <a:rPr lang="en-US" altLang="ko-KR" sz="700">
                <a:solidFill>
                  <a:srgbClr val="000000"/>
                </a:solidFill>
              </a:rPr>
              <a:t>Site </a:t>
            </a:r>
            <a:r>
              <a:rPr lang="ko-KR" altLang="en-US" sz="700">
                <a:solidFill>
                  <a:srgbClr val="000000"/>
                </a:solidFill>
              </a:rPr>
              <a:t>검토</a:t>
            </a:r>
            <a:br>
              <a:rPr lang="en-US" altLang="ko-KR" sz="700" b="0" i="0">
                <a:solidFill>
                  <a:srgbClr val="000000"/>
                </a:solidFill>
                <a:effectLst/>
              </a:rPr>
            </a:br>
            <a:endParaRPr lang="ko-KR" altLang="en-US" sz="700" b="0" i="0">
              <a:solidFill>
                <a:srgbClr val="000000"/>
              </a:solidFill>
              <a:effectLst/>
            </a:endParaRPr>
          </a:p>
        </p:txBody>
      </p:sp>
      <p:sp>
        <p:nvSpPr>
          <p:cNvPr id="35" name="TextBox 49">
            <a:extLst>
              <a:ext uri="{FF2B5EF4-FFF2-40B4-BE49-F238E27FC236}">
                <a16:creationId xmlns:a16="http://schemas.microsoft.com/office/drawing/2014/main" id="{0E3EBE6C-A721-982B-AE6A-3E25EE85FD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0612" y="2278767"/>
            <a:ext cx="262892" cy="1384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’26.02</a:t>
            </a:r>
          </a:p>
        </p:txBody>
      </p:sp>
      <p:sp>
        <p:nvSpPr>
          <p:cNvPr id="36" name="TextBox 56">
            <a:extLst>
              <a:ext uri="{FF2B5EF4-FFF2-40B4-BE49-F238E27FC236}">
                <a16:creationId xmlns:a16="http://schemas.microsoft.com/office/drawing/2014/main" id="{4C81F74E-D22E-66F9-E09F-677D6ED49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5001" y="2630451"/>
            <a:ext cx="65" cy="1154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t">
            <a:spAutoFit/>
          </a:bodyPr>
          <a:lstStyle/>
          <a:p>
            <a:pPr algn="ctr" fontAlgn="base">
              <a:lnSpc>
                <a:spcPts val="900"/>
              </a:lnSpc>
              <a:spcBef>
                <a:spcPct val="0"/>
              </a:spcBef>
              <a:spcAft>
                <a:spcPct val="0"/>
              </a:spcAft>
              <a:defRPr/>
            </a:pPr>
            <a:endParaRPr lang="en-US" altLang="ko-KR" sz="9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37" name="직선 연결선 16">
            <a:extLst>
              <a:ext uri="{FF2B5EF4-FFF2-40B4-BE49-F238E27FC236}">
                <a16:creationId xmlns:a16="http://schemas.microsoft.com/office/drawing/2014/main" id="{36D48408-65B1-7894-C551-BE0AE4CAD465}"/>
              </a:ext>
            </a:extLst>
          </p:cNvPr>
          <p:cNvCxnSpPr>
            <a:cxnSpLocks/>
          </p:cNvCxnSpPr>
          <p:nvPr/>
        </p:nvCxnSpPr>
        <p:spPr>
          <a:xfrm>
            <a:off x="5749647" y="2409142"/>
            <a:ext cx="0" cy="180000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56">
            <a:extLst>
              <a:ext uri="{FF2B5EF4-FFF2-40B4-BE49-F238E27FC236}">
                <a16:creationId xmlns:a16="http://schemas.microsoft.com/office/drawing/2014/main" id="{3E41831F-1E4A-CB09-6867-2E2E9EF2A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5352" y="2603449"/>
            <a:ext cx="1616538" cy="11849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 anchor="t">
            <a:spAutoFit/>
          </a:bodyPr>
          <a:lstStyle/>
          <a:p>
            <a:pPr algn="l"/>
            <a:r>
              <a:rPr lang="en-US" altLang="ko-KR" sz="700">
                <a:solidFill>
                  <a:srgbClr val="000000"/>
                </a:solidFill>
              </a:rPr>
              <a:t>1. LAM Y</a:t>
            </a:r>
            <a:r>
              <a:rPr lang="ko-KR" altLang="en-US" sz="700">
                <a:solidFill>
                  <a:srgbClr val="000000"/>
                </a:solidFill>
              </a:rPr>
              <a:t>축 재료교체 구간 </a:t>
            </a:r>
            <a:r>
              <a:rPr lang="en-US" altLang="ko-KR" sz="700">
                <a:solidFill>
                  <a:srgbClr val="000000"/>
                </a:solidFill>
              </a:rPr>
              <a:t>SW</a:t>
            </a:r>
            <a:r>
              <a:rPr lang="ko-KR" altLang="en-US" sz="700">
                <a:solidFill>
                  <a:srgbClr val="000000"/>
                </a:solidFill>
              </a:rPr>
              <a:t>개발 </a:t>
            </a:r>
            <a:r>
              <a:rPr lang="en-US" altLang="ko-KR" sz="700">
                <a:solidFill>
                  <a:srgbClr val="000000"/>
                </a:solidFill>
              </a:rPr>
              <a:t>(~2/27)</a:t>
            </a:r>
            <a:br>
              <a:rPr lang="en-US" altLang="ko-KR" sz="700">
                <a:solidFill>
                  <a:srgbClr val="000000"/>
                </a:solidFill>
              </a:rPr>
            </a:br>
            <a:r>
              <a:rPr lang="en-US" altLang="ko-KR" sz="700">
                <a:solidFill>
                  <a:srgbClr val="000000"/>
                </a:solidFill>
              </a:rPr>
              <a:t>2. LAM </a:t>
            </a:r>
            <a:r>
              <a:rPr lang="ko-KR" altLang="en-US" sz="700">
                <a:solidFill>
                  <a:srgbClr val="000000"/>
                </a:solidFill>
              </a:rPr>
              <a:t>등속구간 </a:t>
            </a:r>
            <a:r>
              <a:rPr lang="en-US" altLang="ko-KR" sz="700">
                <a:solidFill>
                  <a:srgbClr val="000000"/>
                </a:solidFill>
              </a:rPr>
              <a:t>SW</a:t>
            </a:r>
            <a:r>
              <a:rPr lang="ko-KR" altLang="en-US" sz="700">
                <a:solidFill>
                  <a:srgbClr val="000000"/>
                </a:solidFill>
              </a:rPr>
              <a:t>개발 </a:t>
            </a:r>
            <a:r>
              <a:rPr lang="en-US" altLang="ko-KR" sz="700">
                <a:solidFill>
                  <a:srgbClr val="000000"/>
                </a:solidFill>
              </a:rPr>
              <a:t>(~2/27)</a:t>
            </a:r>
            <a:br>
              <a:rPr lang="en-US" altLang="ko-KR" sz="700">
                <a:solidFill>
                  <a:srgbClr val="000000"/>
                </a:solidFill>
              </a:rPr>
            </a:br>
            <a:r>
              <a:rPr lang="ko-KR" altLang="en-US" sz="700">
                <a:effectLst/>
              </a:rPr>
              <a:t>    </a:t>
            </a:r>
            <a:r>
              <a:rPr lang="en-US" altLang="ko-KR" sz="700">
                <a:effectLst/>
              </a:rPr>
              <a:t>- X</a:t>
            </a:r>
            <a:r>
              <a:rPr lang="ko-KR" altLang="en-US" sz="700">
                <a:effectLst/>
              </a:rPr>
              <a:t>축 </a:t>
            </a:r>
            <a:br>
              <a:rPr lang="ko-KR" altLang="en-US" sz="700"/>
            </a:br>
            <a:r>
              <a:rPr lang="ko-KR" altLang="en-US" sz="700">
                <a:effectLst/>
              </a:rPr>
              <a:t>    </a:t>
            </a:r>
            <a:r>
              <a:rPr lang="en-US" altLang="ko-KR" sz="700">
                <a:effectLst/>
              </a:rPr>
              <a:t>- Y</a:t>
            </a:r>
            <a:r>
              <a:rPr lang="ko-KR" altLang="en-US" sz="700">
                <a:effectLst/>
              </a:rPr>
              <a:t>축 </a:t>
            </a:r>
            <a:br>
              <a:rPr lang="ko-KR" altLang="en-US" sz="700"/>
            </a:br>
            <a:r>
              <a:rPr lang="ko-KR" altLang="en-US" sz="700">
                <a:effectLst/>
              </a:rPr>
              <a:t>    </a:t>
            </a:r>
            <a:r>
              <a:rPr lang="en-US" altLang="ko-KR" sz="700">
                <a:effectLst/>
              </a:rPr>
              <a:t>- </a:t>
            </a:r>
            <a:r>
              <a:rPr lang="ko-KR" altLang="en-US" sz="700" err="1">
                <a:effectLst/>
              </a:rPr>
              <a:t>장변실링</a:t>
            </a:r>
            <a:r>
              <a:rPr lang="ko-KR" altLang="en-US" sz="700">
                <a:effectLst/>
              </a:rPr>
              <a:t>  </a:t>
            </a:r>
            <a:br>
              <a:rPr lang="ko-KR" altLang="en-US" sz="700"/>
            </a:br>
            <a:r>
              <a:rPr lang="ko-KR" altLang="en-US" sz="700">
                <a:effectLst/>
              </a:rPr>
              <a:t>    </a:t>
            </a:r>
            <a:r>
              <a:rPr lang="en-US" altLang="ko-KR" sz="700">
                <a:effectLst/>
              </a:rPr>
              <a:t>- </a:t>
            </a:r>
            <a:r>
              <a:rPr lang="ko-KR" altLang="en-US" sz="700" err="1">
                <a:effectLst/>
              </a:rPr>
              <a:t>파이널컷팅</a:t>
            </a:r>
            <a:r>
              <a:rPr lang="ko-KR" altLang="en-US" sz="700">
                <a:effectLst/>
              </a:rPr>
              <a:t>  </a:t>
            </a:r>
            <a:br>
              <a:rPr lang="ko-KR" altLang="en-US" sz="700"/>
            </a:br>
            <a:r>
              <a:rPr lang="ko-KR" altLang="en-US" sz="700">
                <a:effectLst/>
              </a:rPr>
              <a:t>    </a:t>
            </a:r>
            <a:r>
              <a:rPr lang="en-US" altLang="ko-KR" sz="700">
                <a:effectLst/>
              </a:rPr>
              <a:t>- </a:t>
            </a:r>
            <a:r>
              <a:rPr lang="ko-KR" altLang="en-US" sz="700" err="1">
                <a:effectLst/>
              </a:rPr>
              <a:t>전극컷팅</a:t>
            </a:r>
            <a:r>
              <a:rPr lang="ko-KR" altLang="en-US" sz="700">
                <a:effectLst/>
              </a:rPr>
              <a:t> </a:t>
            </a:r>
            <a:br>
              <a:rPr lang="ko-KR" altLang="en-US" sz="700"/>
            </a:br>
            <a:r>
              <a:rPr lang="ko-KR" altLang="en-US" sz="700">
                <a:effectLst/>
              </a:rPr>
              <a:t>    </a:t>
            </a:r>
            <a:r>
              <a:rPr lang="en-US" altLang="ko-KR" sz="700">
                <a:effectLst/>
              </a:rPr>
              <a:t>- Rotation</a:t>
            </a:r>
            <a:br>
              <a:rPr lang="en-US" altLang="ko-KR" sz="700">
                <a:effectLst/>
              </a:rPr>
            </a:br>
            <a:r>
              <a:rPr lang="en-US" altLang="ko-KR" sz="700">
                <a:solidFill>
                  <a:srgbClr val="000000"/>
                </a:solidFill>
              </a:rPr>
              <a:t>3</a:t>
            </a:r>
            <a:r>
              <a:rPr lang="en-US" altLang="ko-KR" sz="700" b="0" i="0">
                <a:solidFill>
                  <a:srgbClr val="000000"/>
                </a:solidFill>
                <a:effectLst/>
              </a:rPr>
              <a:t>. LAM</a:t>
            </a:r>
            <a:r>
              <a:rPr lang="ko-KR" altLang="en-US" sz="700">
                <a:solidFill>
                  <a:srgbClr val="000000"/>
                </a:solidFill>
              </a:rPr>
              <a:t> 전체 마무리</a:t>
            </a:r>
            <a:br>
              <a:rPr lang="en-US" altLang="ko-KR" sz="700">
                <a:solidFill>
                  <a:srgbClr val="000000"/>
                </a:solidFill>
              </a:rPr>
            </a:br>
            <a:r>
              <a:rPr lang="en-US" altLang="ko-KR" sz="700">
                <a:solidFill>
                  <a:srgbClr val="000000"/>
                </a:solidFill>
              </a:rPr>
              <a:t>    </a:t>
            </a:r>
            <a:r>
              <a:rPr lang="ko-KR" altLang="en-US" sz="700">
                <a:solidFill>
                  <a:srgbClr val="000000"/>
                </a:solidFill>
              </a:rPr>
              <a:t>→ 적용 </a:t>
            </a:r>
            <a:r>
              <a:rPr lang="en-US" altLang="ko-KR" sz="700">
                <a:solidFill>
                  <a:srgbClr val="000000"/>
                </a:solidFill>
              </a:rPr>
              <a:t>Site </a:t>
            </a:r>
            <a:r>
              <a:rPr lang="ko-KR" altLang="en-US" sz="700">
                <a:solidFill>
                  <a:srgbClr val="000000"/>
                </a:solidFill>
              </a:rPr>
              <a:t>검토</a:t>
            </a:r>
            <a:br>
              <a:rPr lang="en-US" altLang="ko-KR" sz="700" b="0" i="0">
                <a:solidFill>
                  <a:srgbClr val="000000"/>
                </a:solidFill>
                <a:effectLst/>
              </a:rPr>
            </a:br>
            <a:endParaRPr lang="ko-KR" altLang="en-US" sz="700" b="0" i="0">
              <a:solidFill>
                <a:srgbClr val="000000"/>
              </a:solidFill>
              <a:effectLst/>
            </a:endParaRPr>
          </a:p>
        </p:txBody>
      </p:sp>
      <p:sp>
        <p:nvSpPr>
          <p:cNvPr id="40" name="TextBox 49">
            <a:extLst>
              <a:ext uri="{FF2B5EF4-FFF2-40B4-BE49-F238E27FC236}">
                <a16:creationId xmlns:a16="http://schemas.microsoft.com/office/drawing/2014/main" id="{AC7F4B98-A5AB-14A8-B289-68A4E79136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8535" y="2278767"/>
            <a:ext cx="262892" cy="1384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’26.03</a:t>
            </a:r>
          </a:p>
        </p:txBody>
      </p:sp>
      <p:cxnSp>
        <p:nvCxnSpPr>
          <p:cNvPr id="41" name="직선 연결선 16">
            <a:extLst>
              <a:ext uri="{FF2B5EF4-FFF2-40B4-BE49-F238E27FC236}">
                <a16:creationId xmlns:a16="http://schemas.microsoft.com/office/drawing/2014/main" id="{6F51585C-0E35-FCF3-A684-1952BF076043}"/>
              </a:ext>
            </a:extLst>
          </p:cNvPr>
          <p:cNvCxnSpPr>
            <a:cxnSpLocks/>
          </p:cNvCxnSpPr>
          <p:nvPr/>
        </p:nvCxnSpPr>
        <p:spPr>
          <a:xfrm>
            <a:off x="7247570" y="2409142"/>
            <a:ext cx="0" cy="180000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56">
            <a:extLst>
              <a:ext uri="{FF2B5EF4-FFF2-40B4-BE49-F238E27FC236}">
                <a16:creationId xmlns:a16="http://schemas.microsoft.com/office/drawing/2014/main" id="{4C62FC85-16D6-E30C-7CBE-2D3EB04270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4496" y="2603449"/>
            <a:ext cx="1285331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 anchor="t">
            <a:spAutoFit/>
          </a:bodyPr>
          <a:lstStyle/>
          <a:p>
            <a:pPr algn="l"/>
            <a:r>
              <a:rPr lang="en-US" altLang="ko-KR" sz="700" b="0" i="0">
                <a:solidFill>
                  <a:srgbClr val="000000"/>
                </a:solidFill>
                <a:effectLst/>
              </a:rPr>
              <a:t>1. </a:t>
            </a:r>
            <a:r>
              <a:rPr lang="en-US" altLang="ko-KR" sz="700">
                <a:solidFill>
                  <a:srgbClr val="000000"/>
                </a:solidFill>
              </a:rPr>
              <a:t>LAM, NND </a:t>
            </a:r>
            <a:r>
              <a:rPr lang="ko-KR" altLang="en-US" sz="700">
                <a:solidFill>
                  <a:srgbClr val="000000"/>
                </a:solidFill>
              </a:rPr>
              <a:t>적용 </a:t>
            </a:r>
            <a:r>
              <a:rPr lang="en-US" altLang="ko-KR" sz="700">
                <a:solidFill>
                  <a:srgbClr val="000000"/>
                </a:solidFill>
              </a:rPr>
              <a:t>Site </a:t>
            </a:r>
            <a:r>
              <a:rPr lang="ko-KR" altLang="en-US" sz="700">
                <a:solidFill>
                  <a:srgbClr val="000000"/>
                </a:solidFill>
              </a:rPr>
              <a:t>수평전개</a:t>
            </a:r>
            <a:br>
              <a:rPr lang="en-US" altLang="ko-KR" sz="700">
                <a:solidFill>
                  <a:srgbClr val="000000"/>
                </a:solidFill>
              </a:rPr>
            </a:br>
            <a:r>
              <a:rPr lang="en-US" altLang="ko-KR" sz="700">
                <a:solidFill>
                  <a:srgbClr val="000000"/>
                </a:solidFill>
              </a:rPr>
              <a:t>2. LAM, NND </a:t>
            </a:r>
            <a:r>
              <a:rPr lang="ko-KR" altLang="en-US" sz="700">
                <a:solidFill>
                  <a:srgbClr val="000000"/>
                </a:solidFill>
              </a:rPr>
              <a:t>효과 산출</a:t>
            </a:r>
            <a:br>
              <a:rPr lang="en-US" altLang="ko-KR" sz="700" b="0" i="0">
                <a:solidFill>
                  <a:srgbClr val="000000"/>
                </a:solidFill>
                <a:effectLst/>
              </a:rPr>
            </a:br>
            <a:r>
              <a:rPr lang="en-US" altLang="ko-KR" sz="700" b="0" i="0">
                <a:solidFill>
                  <a:srgbClr val="000000"/>
                </a:solidFill>
                <a:effectLst/>
              </a:rPr>
              <a:t>3. STK </a:t>
            </a:r>
            <a:r>
              <a:rPr lang="ko-KR" altLang="en-US" sz="700" b="0" i="0">
                <a:solidFill>
                  <a:srgbClr val="000000"/>
                </a:solidFill>
                <a:effectLst/>
              </a:rPr>
              <a:t>공정 확대 검토</a:t>
            </a:r>
            <a:br>
              <a:rPr lang="en-US" altLang="ko-KR" sz="700" b="0" i="0">
                <a:solidFill>
                  <a:srgbClr val="000000"/>
                </a:solidFill>
                <a:effectLst/>
              </a:rPr>
            </a:br>
            <a:endParaRPr lang="ko-KR" altLang="en-US" sz="700" b="0" i="0">
              <a:solidFill>
                <a:srgbClr val="000000"/>
              </a:solidFill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324494136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8509A2-E9E9-2415-377A-1CB4905455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1B538319-E744-914C-0D08-26296EEC9C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1015376"/>
              </p:ext>
            </p:extLst>
          </p:nvPr>
        </p:nvGraphicFramePr>
        <p:xfrm>
          <a:off x="114887" y="1054399"/>
          <a:ext cx="9644176" cy="5595102"/>
        </p:xfrm>
        <a:graphic>
          <a:graphicData uri="http://schemas.openxmlformats.org/drawingml/2006/table">
            <a:tbl>
              <a:tblPr/>
              <a:tblGrid>
                <a:gridCol w="933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65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36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5147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+mn-ea"/>
                          <a:ea typeface="+mn-ea"/>
                        </a:rPr>
                        <a:t>AX </a:t>
                      </a:r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기반 자동보정 파라미터 실시간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900" baseline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최적화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MI2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WA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’26.03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최문석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P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염지혜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김태욱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9" name="제목 1">
            <a:extLst>
              <a:ext uri="{FF2B5EF4-FFF2-40B4-BE49-F238E27FC236}">
                <a16:creationId xmlns:a16="http://schemas.microsoft.com/office/drawing/2014/main" id="{89989D29-8124-4DD9-B97C-047D2B2D1D5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1761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자동보정 선행개발팀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9D90BC5B-E744-4888-B716-ADA6A9A8C18D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84669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AX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기반 자동보정 파라미터 실시간 최적화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(2/2)</a:t>
            </a: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C75B2E3A-6367-47F5-9C2E-36D1B1E1DC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7929204"/>
              </p:ext>
            </p:extLst>
          </p:nvPr>
        </p:nvGraphicFramePr>
        <p:xfrm>
          <a:off x="1650029" y="1346396"/>
          <a:ext cx="6972241" cy="51470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0218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32023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235722">
                <a:tc gridSpan="2"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(W51). LAMI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가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/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감속구간 파라최적화 검증을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Normal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호기에 이어서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MEB 13-3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호기에서 검증 진행 하도록 하겠습니다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(~12/18)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NND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X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축 자동보정 파라최적화 확대 개발 이후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MI2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또는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WA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에 적용하도록 하겠습니다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(~1/23)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724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591565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②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NND  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▷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Y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축 재료교체 구간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등속구간 자동보정 파라최적화 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-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구간 별 예측보정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최적화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제어주기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/Gain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시뮬레이션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완료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, 9/12)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→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MI2 NND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#4-1C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기준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NG-Marking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불량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</a:rPr>
                        <a:t>0.3%</a:t>
                      </a:r>
                      <a:r>
                        <a:rPr lang="ko-KR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</a:rPr>
                        <a:t> →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</a:rPr>
                        <a:t>0.2%</a:t>
                      </a:r>
                      <a:r>
                        <a:rPr lang="ko-KR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0.1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%p 개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선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최적화 목적함수 고도화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단순 평균 →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EWA / Pareto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기법으로 최적화 개선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) 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완료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, 10/21)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- 이상치 탐지 기반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학습에 부적절한 lot 데이터 필터링 개선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(완료, 10/22)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  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: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</a:rPr>
                        <a:t>EWA(Exponentially Weighted Average) : 최근 데이터에 더 높은 가중치를 부여하여 최신 데이터 트렌드 반영 목적</a:t>
                      </a:r>
                      <a:b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</a:rPr>
                        <a:t>            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</a:rPr>
                        <a:t>→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EWA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최적화 효과 검증 테스트 완료 → 시뮬레이션 상 불량률 0.04% 추가 개선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완료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, 11/18)</a:t>
                      </a:r>
                      <a:endParaRPr lang="en-US" altLang="ko-KR" sz="900" b="0" i="0" u="none" strike="noStrike" noProof="0">
                        <a:solidFill>
                          <a:schemeClr val="tx1"/>
                        </a:solidFill>
                        <a:effectLst/>
                        <a:latin typeface="LG Smart_H Regular" panose="020B0600000101010101" pitchFamily="50" charset="-127"/>
                        <a:ea typeface="LG Smart_H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effectLst/>
                          <a:ea typeface="LG Smart_H Regular"/>
                        </a:rPr>
                        <a:t>            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: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effectLst/>
                          <a:ea typeface="LG Smart_H Regular"/>
                        </a:rPr>
                        <a:t>파레토 최적화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Light"/>
                          <a:ea typeface="LG Smart_H Regular"/>
                        </a:rPr>
                        <a:t> : </a:t>
                      </a: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Light"/>
                          <a:ea typeface="LG Smart_H Regular"/>
                        </a:rPr>
                        <a:t>개선 항목이 단일항목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Light"/>
                          <a:ea typeface="LG Smart_H Regular"/>
                        </a:rPr>
                        <a:t>이상일경우</a:t>
                      </a: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Light"/>
                          <a:ea typeface="LG Smart_H Regular"/>
                        </a:rPr>
                        <a:t> 다중 항목을 전역적으로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Light"/>
                          <a:ea typeface="LG Smart_H Regular"/>
                        </a:rPr>
                        <a:t> </a:t>
                      </a: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Light"/>
                          <a:ea typeface="LG Smart_H Regular"/>
                        </a:rPr>
                        <a:t>최적화 하여 로직의 범용성 개선</a:t>
                      </a:r>
                      <a:endParaRPr lang="en-US" sz="900">
                        <a:solidFill>
                          <a:schemeClr val="tx1"/>
                        </a:solidFill>
                        <a:latin typeface="LG Smart_H Light"/>
                        <a:ea typeface="LG Smart_H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-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대표 호기 적용 결과 단기 효과 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- 파레토 최적해집합 중 RMSE </a:t>
                      </a: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</a:rPr>
                        <a:t>↔ 불량률의 가중치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</a:rPr>
                        <a:t>(</a:t>
                      </a: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</a:rPr>
                        <a:t>상대적 중요도) 조정하여 최종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</a:rPr>
                        <a:t> </a:t>
                      </a: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</a:rPr>
                        <a:t>해 선별 기능 추가 (완료,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</a:rPr>
                        <a:t>12/2)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 Smart_H Regular" panose="020B0600000101010101" pitchFamily="50" charset="-127"/>
                        <a:ea typeface="LG Smart_H Regular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</a:rPr>
                        <a:t>    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</a:rPr>
                        <a:t>   - 파단 발생 시 선보정 무력화 기능 구현 (완료, 12/9)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▷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X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축 자동보정 파라최적화 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       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- X축(Tab Pitch,Width,Side) 자동보정 파라미터 최적화 CTP 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확대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개발 (레이저 노칭~1/9, 금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형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  <a:t> 노칭 ~1/23)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LG Smart_H Regular" panose="020B0600000101010101" pitchFamily="50" charset="-127"/>
                        <a:ea typeface="LG Smart_H Regular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900" b="1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b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b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 Smart_H Regular" panose="020B0600000101010101" pitchFamily="50" charset="-127"/>
                          <a:ea typeface="LG Smart_H Regular"/>
                          <a:cs typeface="Malgun Gothic Semilight"/>
                        </a:rPr>
                      </a:br>
                      <a:endParaRPr lang="en-US" altLang="ko-KR" sz="900" b="0" i="0" u="none" strike="noStrike">
                        <a:solidFill>
                          <a:srgbClr val="1414FE"/>
                        </a:solidFill>
                        <a:effectLst/>
                        <a:latin typeface="LG Smart_H Regular" panose="020B0600000101010101" pitchFamily="50" charset="-127"/>
                        <a:ea typeface="LG Smart_H Regular"/>
                        <a:cs typeface="Malgun Gothic Semilight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30" name="직사각형 18">
            <a:extLst>
              <a:ext uri="{FF2B5EF4-FFF2-40B4-BE49-F238E27FC236}">
                <a16:creationId xmlns:a16="http://schemas.microsoft.com/office/drawing/2014/main" id="{85E1C0EE-27B5-4405-8E55-E078ACF70344}"/>
              </a:ext>
            </a:extLst>
          </p:cNvPr>
          <p:cNvSpPr/>
          <p:nvPr/>
        </p:nvSpPr>
        <p:spPr>
          <a:xfrm>
            <a:off x="5382355" y="505303"/>
            <a:ext cx="2814545" cy="246221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[ 과제번호 : 자동보정선행개발-#1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2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, 진행 상태 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●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]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6F83912-3085-AB41-04B8-C5E34F62266F}"/>
              </a:ext>
            </a:extLst>
          </p:cNvPr>
          <p:cNvSpPr txBox="1"/>
          <p:nvPr/>
        </p:nvSpPr>
        <p:spPr>
          <a:xfrm>
            <a:off x="1777713" y="1885411"/>
            <a:ext cx="671979" cy="230832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 상황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5975886-77A9-B11D-20EE-905A72DD7326}"/>
              </a:ext>
            </a:extLst>
          </p:cNvPr>
          <p:cNvGrpSpPr/>
          <p:nvPr/>
        </p:nvGrpSpPr>
        <p:grpSpPr>
          <a:xfrm>
            <a:off x="8196900" y="164766"/>
            <a:ext cx="1452321" cy="338554"/>
            <a:chOff x="9987397" y="174322"/>
            <a:chExt cx="1452321" cy="338554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72C9FC7E-1E30-618B-D326-AB8A91398924}"/>
                </a:ext>
              </a:extLst>
            </p:cNvPr>
            <p:cNvSpPr txBox="1"/>
            <p:nvPr/>
          </p:nvSpPr>
          <p:spPr>
            <a:xfrm>
              <a:off x="9987397" y="343599"/>
              <a:ext cx="1452321" cy="169277"/>
            </a:xfrm>
            <a:prstGeom prst="rect">
              <a:avLst/>
            </a:prstGeom>
          </p:spPr>
          <p:txBody>
            <a:bodyPr wrap="none" lIns="0" tIns="0" rIns="0" bIns="0" anchor="t">
              <a:spAutoFit/>
            </a:bodyPr>
            <a:lstStyle>
              <a:defPPr>
                <a:defRPr lang="ko-KR"/>
              </a:defPPr>
              <a:lvl1pPr lvl="0" indent="0" algn="r">
                <a:spcBef>
                  <a:spcPts val="0"/>
                </a:spcBef>
                <a:buFontTx/>
                <a:buNone/>
                <a:defRPr sz="1100" baseline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Malgun Gothic Semilight" panose="020B0502040204020203" pitchFamily="50" charset="-127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/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/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/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/>
              </a:lvl5pPr>
              <a:lvl6pPr marL="25146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6pPr>
              <a:lvl7pPr marL="29718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7pPr>
              <a:lvl8pPr marL="3429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8pPr>
              <a:lvl9pPr marL="38862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9pPr>
            </a:lstStyle>
            <a:p>
              <a:pPr algn="l">
                <a:defRPr/>
              </a:pPr>
              <a:r>
                <a:rPr lang="ko-KR" altLang="en-US">
                  <a:latin typeface="Arial Narrow"/>
                  <a:ea typeface="LG스마트체 Regular"/>
                  <a:cs typeface="Malgun Gothic Semilight"/>
                </a:rPr>
                <a:t>업데이트 시간 </a:t>
              </a:r>
              <a:r>
                <a:rPr lang="en-US" altLang="ko-KR">
                  <a:latin typeface="Arial Narrow"/>
                  <a:ea typeface="LG스마트체 Regular"/>
                  <a:cs typeface="Malgun Gothic Semilight"/>
                </a:rPr>
                <a:t>: 12/16 10</a:t>
              </a:r>
              <a:r>
                <a:rPr lang="ko-KR" altLang="en-US">
                  <a:latin typeface="Arial Narrow"/>
                  <a:ea typeface="LG스마트체 Regular"/>
                  <a:cs typeface="Malgun Gothic Semilight"/>
                </a:rPr>
                <a:t>시</a:t>
              </a:r>
            </a:p>
          </p:txBody>
        </p:sp>
        <p:sp>
          <p:nvSpPr>
            <p:cNvPr id="8" name="내용 개체 틀 20">
              <a:extLst>
                <a:ext uri="{FF2B5EF4-FFF2-40B4-BE49-F238E27FC236}">
                  <a16:creationId xmlns:a16="http://schemas.microsoft.com/office/drawing/2014/main" id="{E7A3B650-5F14-2617-014C-7314AC334100}"/>
                </a:ext>
              </a:extLst>
            </p:cNvPr>
            <p:cNvSpPr txBox="1">
              <a:spLocks/>
            </p:cNvSpPr>
            <p:nvPr/>
          </p:nvSpPr>
          <p:spPr>
            <a:xfrm>
              <a:off x="10553257" y="174322"/>
              <a:ext cx="886461" cy="161583"/>
            </a:xfrm>
            <a:prstGeom prst="rect">
              <a:avLst/>
            </a:prstGeom>
          </p:spPr>
          <p:txBody>
            <a:bodyPr wrap="none" lIns="0" tIns="0" rIns="0" bIns="0" anchor="t">
              <a:spAutoFit/>
            </a:bodyPr>
            <a:lstStyle>
              <a:lvl1pPr marL="0" indent="0" algn="r" defTabSz="914400" rtl="0" eaLnBrk="1" latinLnBrk="1" hangingPunct="1">
                <a:spcBef>
                  <a:spcPct val="20000"/>
                </a:spcBef>
                <a:buFontTx/>
                <a:buNone/>
                <a:defRPr sz="1200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spcBef>
                  <a:spcPts val="0"/>
                </a:spcBef>
                <a:defRPr/>
              </a:pPr>
              <a:r>
                <a:rPr kumimoji="0" lang="ko-KR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작성자 </a:t>
              </a:r>
              <a:r>
                <a:rPr kumimoji="0" lang="en-US" altLang="ko-KR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: </a:t>
              </a:r>
              <a:r>
                <a:rPr kumimoji="0" lang="ko-KR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최문석</a:t>
              </a:r>
              <a:r>
                <a:rPr kumimoji="0" lang="en-US" altLang="ko-KR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P</a:t>
              </a:r>
              <a:endParaRPr lang="en-US" altLang="ko-KR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endParaRPr>
            </a:p>
          </p:txBody>
        </p:sp>
      </p:grpSp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231B8268-F0B4-D6B6-E3C5-573D0E5E9A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5961502"/>
              </p:ext>
            </p:extLst>
          </p:nvPr>
        </p:nvGraphicFramePr>
        <p:xfrm>
          <a:off x="2997958" y="3331099"/>
          <a:ext cx="3910084" cy="35963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94692">
                  <a:extLst>
                    <a:ext uri="{9D8B030D-6E8A-4147-A177-3AD203B41FA5}">
                      <a16:colId xmlns:a16="http://schemas.microsoft.com/office/drawing/2014/main" val="1942894962"/>
                    </a:ext>
                  </a:extLst>
                </a:gridCol>
                <a:gridCol w="808670">
                  <a:extLst>
                    <a:ext uri="{9D8B030D-6E8A-4147-A177-3AD203B41FA5}">
                      <a16:colId xmlns:a16="http://schemas.microsoft.com/office/drawing/2014/main" val="407814085"/>
                    </a:ext>
                  </a:extLst>
                </a:gridCol>
                <a:gridCol w="1303361">
                  <a:extLst>
                    <a:ext uri="{9D8B030D-6E8A-4147-A177-3AD203B41FA5}">
                      <a16:colId xmlns:a16="http://schemas.microsoft.com/office/drawing/2014/main" val="1667962108"/>
                    </a:ext>
                  </a:extLst>
                </a:gridCol>
                <a:gridCol w="1303361">
                  <a:extLst>
                    <a:ext uri="{9D8B030D-6E8A-4147-A177-3AD203B41FA5}">
                      <a16:colId xmlns:a16="http://schemas.microsoft.com/office/drawing/2014/main" val="3804368743"/>
                    </a:ext>
                  </a:extLst>
                </a:gridCol>
              </a:tblGrid>
              <a:tr h="173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/>
                        <a:t>Site</a:t>
                      </a:r>
                      <a:endParaRPr lang="ko-KR" altLang="en-US" sz="900"/>
                    </a:p>
                  </a:txBody>
                  <a:tcPr marL="51615" marR="51615" marT="21328" marB="2132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/>
                        <a:t>호기</a:t>
                      </a:r>
                    </a:p>
                  </a:txBody>
                  <a:tcPr marL="51615" marR="51615" marT="21328" marB="2132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/>
                        <a:t>As-was : 11/11~11/19</a:t>
                      </a:r>
                      <a:endParaRPr lang="ko-KR" altLang="en-US" sz="900"/>
                    </a:p>
                  </a:txBody>
                  <a:tcPr marL="51615" marR="51615" marT="21328" marB="2132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/>
                        <a:t>As-is : 11/20~11/27</a:t>
                      </a:r>
                      <a:endParaRPr lang="ko-KR" altLang="en-US" sz="900"/>
                    </a:p>
                  </a:txBody>
                  <a:tcPr marL="51615" marR="51615" marT="21328" marB="2132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355792"/>
                  </a:ext>
                </a:extLst>
              </a:tr>
              <a:tr h="173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/>
                        <a:t>MI2</a:t>
                      </a:r>
                      <a:endParaRPr lang="ko-KR" altLang="en-US" sz="900"/>
                    </a:p>
                  </a:txBody>
                  <a:tcPr marL="51615" marR="51615" marT="21328" marB="2132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/>
                        <a:t>3-1C</a:t>
                      </a:r>
                      <a:endParaRPr lang="ko-KR" altLang="en-US" sz="900"/>
                    </a:p>
                  </a:txBody>
                  <a:tcPr marL="51615" marR="51615" marT="21328" marB="2132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/>
                        <a:t>0.21%</a:t>
                      </a:r>
                      <a:endParaRPr lang="ko-KR" altLang="en-US" sz="900"/>
                    </a:p>
                  </a:txBody>
                  <a:tcPr marL="51615" marR="51615" marT="21328" marB="2132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/>
                        <a:t>0.15% [</a:t>
                      </a:r>
                      <a:r>
                        <a:rPr lang="en-US" altLang="ko-KR" sz="900" b="1">
                          <a:solidFill>
                            <a:srgbClr val="0000FF"/>
                          </a:solidFill>
                        </a:rPr>
                        <a:t>0.06%p</a:t>
                      </a:r>
                      <a:r>
                        <a:rPr lang="ko-KR" altLang="en-US" sz="900" b="1">
                          <a:solidFill>
                            <a:srgbClr val="0000FF"/>
                          </a:solidFill>
                        </a:rPr>
                        <a:t>↓</a:t>
                      </a:r>
                      <a:r>
                        <a:rPr lang="en-US" altLang="ko-KR" sz="900"/>
                        <a:t>]</a:t>
                      </a:r>
                      <a:endParaRPr lang="ko-KR" altLang="en-US" sz="900"/>
                    </a:p>
                  </a:txBody>
                  <a:tcPr marL="51615" marR="51615" marT="21328" marB="2132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24965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4673451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8509A2-E9E9-2415-377A-1CB4905455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1B538319-E744-914C-0D08-26296EEC9C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8952375"/>
              </p:ext>
            </p:extLst>
          </p:nvPr>
        </p:nvGraphicFramePr>
        <p:xfrm>
          <a:off x="114887" y="1054399"/>
          <a:ext cx="9644176" cy="5595102"/>
        </p:xfrm>
        <a:graphic>
          <a:graphicData uri="http://schemas.openxmlformats.org/drawingml/2006/table">
            <a:tbl>
              <a:tblPr/>
              <a:tblGrid>
                <a:gridCol w="933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65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36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5147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+mn-ea"/>
                          <a:ea typeface="+mn-ea"/>
                        </a:rPr>
                        <a:t>AI-Agent </a:t>
                      </a:r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기반 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자동보정 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업무 효율화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WA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’26.03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김성태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신재우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오두섭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9" name="제목 1">
            <a:extLst>
              <a:ext uri="{FF2B5EF4-FFF2-40B4-BE49-F238E27FC236}">
                <a16:creationId xmlns:a16="http://schemas.microsoft.com/office/drawing/2014/main" id="{89989D29-8124-4DD9-B97C-047D2B2D1D5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1761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자동보정 선행개발팀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9D90BC5B-E744-4888-B716-ADA6A9A8C18D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97145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AI-Agent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기반 자동보정 업무 효율화</a:t>
            </a:r>
            <a:endParaRPr kumimoji="0" lang="en-US" altLang="ko-KR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맑은 고딕"/>
              <a:cs typeface="Malgun Gothic Semilight"/>
            </a:endParaRPr>
          </a:p>
        </p:txBody>
      </p:sp>
      <p:sp>
        <p:nvSpPr>
          <p:cNvPr id="30" name="직사각형 18">
            <a:extLst>
              <a:ext uri="{FF2B5EF4-FFF2-40B4-BE49-F238E27FC236}">
                <a16:creationId xmlns:a16="http://schemas.microsoft.com/office/drawing/2014/main" id="{85E1C0EE-27B5-4405-8E55-E078ACF70344}"/>
              </a:ext>
            </a:extLst>
          </p:cNvPr>
          <p:cNvSpPr/>
          <p:nvPr/>
        </p:nvSpPr>
        <p:spPr>
          <a:xfrm>
            <a:off x="5382355" y="505303"/>
            <a:ext cx="2887720" cy="400110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[ 과제번호 : 자동보정선행개발-#1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3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, 진행 상태 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●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]</a:t>
            </a: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C75B2E3A-6367-47F5-9C2E-36D1B1E1DC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7137822"/>
              </p:ext>
            </p:extLst>
          </p:nvPr>
        </p:nvGraphicFramePr>
        <p:xfrm>
          <a:off x="1650029" y="1319348"/>
          <a:ext cx="6972241" cy="54814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0218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32023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459651">
                <a:tc gridSpan="2">
                  <a:txBody>
                    <a:bodyPr/>
                    <a:lstStyle/>
                    <a:p>
                      <a:pPr algn="l"/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(W51).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다빈치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AIR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시스템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테스트 진행하여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UI/UX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요구사항 작성 중입니다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과제 진행을 위한 데이터 수집 완료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단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라미 외관 데이터는 수집을 위한 기능 개발 중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하였습니다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Phase1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의 소과제 중 활용률 분석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Agent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개발부터 진행하기로 합의하였습니다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683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812652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9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algn="l"/>
                      <a:endParaRPr lang="en-US" altLang="ko-KR" sz="9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algn="l"/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900" b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  </a:t>
                      </a:r>
                      <a:endParaRPr lang="en-US" altLang="ko-KR" sz="900" b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>
                        <a:solidFill>
                          <a:srgbClr val="1414FE"/>
                        </a:solidFill>
                        <a:effectLst/>
                        <a:latin typeface="Arial Narrow"/>
                        <a:ea typeface="LG Smart_H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>
                        <a:solidFill>
                          <a:srgbClr val="1414FE"/>
                        </a:solidFill>
                        <a:effectLst/>
                        <a:latin typeface="Arial Narrow"/>
                        <a:ea typeface="LG Smart_H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1.</a:t>
                      </a:r>
                      <a:r>
                        <a:rPr lang="ko-KR" altLang="en-US" sz="1000" b="1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 </a:t>
                      </a:r>
                      <a:r>
                        <a:rPr lang="en-US" altLang="ko-KR" sz="10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AI-Agent</a:t>
                      </a:r>
                      <a:r>
                        <a:rPr lang="ko-KR" altLang="en-US" sz="10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를 통한 자동보정 업무 효율화  </a:t>
                      </a:r>
                      <a:endParaRPr lang="en-US" altLang="ko-KR" sz="1000" b="1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 Smart_H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▷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 Phase1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Target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: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 데이터 조회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분석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요약 업무 효율화 과제 선정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      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①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Algorithm/Config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변경 이력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② 자동보정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Log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분석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③ 자동보정 현황 조회 및 시각화 ④ 자동보정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OFF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사유분석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①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APC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내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자동보정 알고리즘 및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Config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변경 이력 데이터를 다빈치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DB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로 적재 논의 필요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. (w.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공정제어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DX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이대원 팀장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② 자동보정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Log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분석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 Smart_H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       →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LOG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데이터 수집기능 개발 진행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방화벽 신청을 위한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IP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식별 중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 Smart_H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③ 자동보정 현황 조회 및 시각화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 Smart_H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       → 해당 소과제부터 진행하기로 협의하였고 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AI-Agent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workflow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 개발 시작하였습니다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④ 자동보정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OFF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구간 사유분석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       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→ 라미 자동보정 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OFF 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구간 전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후 데이터 전처리를 진행하여 연계 데이터를 생성 후 정합성 검증중에 있습니다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.</a:t>
                      </a:r>
                      <a:b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       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→ 자동보정 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OFF 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구간에 대해 연계 데이터 정보를 보여주기 위한 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Report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를 개발중에 있습니다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.</a:t>
                      </a:r>
                      <a:b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</a:br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n-lt"/>
                        <a:ea typeface="LG Smart_H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▷ 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Phase1 Target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하여 전체 개발 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WBS 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작성 중입니다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▷ 차주 화요일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(2025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년 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12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월 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23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일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송무강 담당님께 과제 현황 보고 예정입니다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 Smart_H Regular"/>
                          <a:cs typeface="Malgun Gothic Semilight"/>
                        </a:rPr>
                        <a:t>. </a:t>
                      </a: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grpSp>
        <p:nvGrpSpPr>
          <p:cNvPr id="2" name="그룹 1">
            <a:extLst>
              <a:ext uri="{FF2B5EF4-FFF2-40B4-BE49-F238E27FC236}">
                <a16:creationId xmlns:a16="http://schemas.microsoft.com/office/drawing/2014/main" id="{4EB6DF2D-6056-463A-B9B4-F757BB3C5120}"/>
              </a:ext>
            </a:extLst>
          </p:cNvPr>
          <p:cNvGrpSpPr/>
          <p:nvPr/>
        </p:nvGrpSpPr>
        <p:grpSpPr>
          <a:xfrm>
            <a:off x="8196900" y="164766"/>
            <a:ext cx="1452321" cy="338554"/>
            <a:chOff x="9987397" y="174322"/>
            <a:chExt cx="1452321" cy="338554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28953EDA-490C-414A-829A-5166309284BE}"/>
                </a:ext>
              </a:extLst>
            </p:cNvPr>
            <p:cNvSpPr txBox="1"/>
            <p:nvPr/>
          </p:nvSpPr>
          <p:spPr>
            <a:xfrm>
              <a:off x="9987397" y="343599"/>
              <a:ext cx="1452321" cy="169277"/>
            </a:xfrm>
            <a:prstGeom prst="rect">
              <a:avLst/>
            </a:prstGeom>
          </p:spPr>
          <p:txBody>
            <a:bodyPr wrap="none" lIns="0" tIns="0" rIns="0" bIns="0" anchor="t">
              <a:spAutoFit/>
            </a:bodyPr>
            <a:lstStyle>
              <a:defPPr>
                <a:defRPr lang="ko-KR"/>
              </a:defPPr>
              <a:lvl1pPr lvl="0" indent="0" algn="r">
                <a:spcBef>
                  <a:spcPts val="0"/>
                </a:spcBef>
                <a:buFontTx/>
                <a:buNone/>
                <a:defRPr sz="1100" baseline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Malgun Gothic Semilight" panose="020B0502040204020203" pitchFamily="50" charset="-127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/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/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/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/>
              </a:lvl5pPr>
              <a:lvl6pPr marL="25146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6pPr>
              <a:lvl7pPr marL="29718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7pPr>
              <a:lvl8pPr marL="3429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8pPr>
              <a:lvl9pPr marL="38862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9pPr>
            </a:lstStyle>
            <a:p>
              <a:pPr algn="l">
                <a:defRPr/>
              </a:pPr>
              <a:r>
                <a:rPr lang="ko-KR" altLang="en-US">
                  <a:latin typeface="Arial Narrow"/>
                  <a:ea typeface="LG스마트체 Regular"/>
                  <a:cs typeface="Malgun Gothic Semilight"/>
                </a:rPr>
                <a:t>업데이트 시간 </a:t>
              </a:r>
              <a:r>
                <a:rPr lang="en-US" altLang="ko-KR">
                  <a:latin typeface="Arial Narrow"/>
                  <a:ea typeface="LG스마트체 Regular"/>
                  <a:cs typeface="Malgun Gothic Semilight"/>
                </a:rPr>
                <a:t>: 12/16 16</a:t>
              </a:r>
              <a:r>
                <a:rPr lang="ko-KR" altLang="en-US">
                  <a:latin typeface="Arial Narrow"/>
                  <a:ea typeface="LG스마트체 Regular"/>
                  <a:cs typeface="Malgun Gothic Semilight"/>
                </a:rPr>
                <a:t>시</a:t>
              </a:r>
            </a:p>
          </p:txBody>
        </p:sp>
        <p:sp>
          <p:nvSpPr>
            <p:cNvPr id="35" name="내용 개체 틀 20">
              <a:extLst>
                <a:ext uri="{FF2B5EF4-FFF2-40B4-BE49-F238E27FC236}">
                  <a16:creationId xmlns:a16="http://schemas.microsoft.com/office/drawing/2014/main" id="{85A40AE8-D869-44B5-B670-AE953A8BC47C}"/>
                </a:ext>
              </a:extLst>
            </p:cNvPr>
            <p:cNvSpPr txBox="1">
              <a:spLocks/>
            </p:cNvSpPr>
            <p:nvPr/>
          </p:nvSpPr>
          <p:spPr>
            <a:xfrm>
              <a:off x="10499126" y="174322"/>
              <a:ext cx="910506" cy="169277"/>
            </a:xfrm>
            <a:prstGeom prst="rect">
              <a:avLst/>
            </a:prstGeom>
          </p:spPr>
          <p:txBody>
            <a:bodyPr wrap="none" lIns="0" tIns="0" rIns="0" bIns="0" anchor="t">
              <a:spAutoFit/>
            </a:bodyPr>
            <a:lstStyle>
              <a:lvl1pPr marL="0" indent="0" algn="r" defTabSz="914400" rtl="0" eaLnBrk="1" latinLnBrk="1" hangingPunct="1">
                <a:spcBef>
                  <a:spcPct val="20000"/>
                </a:spcBef>
                <a:buFontTx/>
                <a:buNone/>
                <a:defRPr sz="1200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spcBef>
                  <a:spcPts val="0"/>
                </a:spcBef>
                <a:defRPr/>
              </a:pPr>
              <a:r>
                <a:rPr kumimoji="0" lang="ko-KR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작성자 </a:t>
              </a:r>
              <a:r>
                <a:rPr kumimoji="0" lang="en-US" altLang="ko-KR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: </a:t>
              </a:r>
              <a:r>
                <a:rPr kumimoji="0" lang="ko-KR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김성태</a:t>
              </a:r>
              <a:r>
                <a:rPr lang="en-US" altLang="ko-KR" sz="1100">
                  <a:solidFill>
                    <a:prstClr val="black"/>
                  </a:solidFill>
                  <a:latin typeface="Arial Narrow"/>
                  <a:ea typeface="LG스마트체 Regular"/>
                  <a:cs typeface="Malgun Gothic Semilight"/>
                </a:rPr>
                <a:t>p</a:t>
              </a:r>
              <a:endParaRPr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endParaRPr>
            </a:p>
          </p:txBody>
        </p: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088CF335-7124-F019-E5D6-84CF8A398AE5}"/>
              </a:ext>
            </a:extLst>
          </p:cNvPr>
          <p:cNvSpPr txBox="1"/>
          <p:nvPr/>
        </p:nvSpPr>
        <p:spPr>
          <a:xfrm>
            <a:off x="1788469" y="2337794"/>
            <a:ext cx="671979" cy="230832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lang="ko-KR" altLang="en-US" sz="900">
                <a:solidFill>
                  <a:prstClr val="black"/>
                </a:solidFill>
                <a:latin typeface="Arial Narrow"/>
                <a:ea typeface="LG스마트체 Regular"/>
              </a:rPr>
              <a:t>추진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계획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</a:endParaRPr>
          </a:p>
        </p:txBody>
      </p:sp>
      <p:sp>
        <p:nvSpPr>
          <p:cNvPr id="2054" name="TextBox 2053">
            <a:extLst>
              <a:ext uri="{FF2B5EF4-FFF2-40B4-BE49-F238E27FC236}">
                <a16:creationId xmlns:a16="http://schemas.microsoft.com/office/drawing/2014/main" id="{A7F424C6-E482-8660-9138-3CB02052551F}"/>
              </a:ext>
            </a:extLst>
          </p:cNvPr>
          <p:cNvSpPr txBox="1"/>
          <p:nvPr/>
        </p:nvSpPr>
        <p:spPr>
          <a:xfrm>
            <a:off x="1807826" y="3920043"/>
            <a:ext cx="646331" cy="369332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>
                <a:solidFill>
                  <a:prstClr val="black"/>
                </a:solidFill>
                <a:latin typeface="Arial Narrow"/>
                <a:ea typeface="LG스마트체 Regular"/>
              </a:rPr>
              <a:t>[</a:t>
            </a:r>
            <a:r>
              <a:rPr lang="ko-KR" altLang="en-US" sz="900">
                <a:solidFill>
                  <a:prstClr val="black"/>
                </a:solidFill>
                <a:latin typeface="Arial Narrow"/>
                <a:ea typeface="LG스마트체 Regular"/>
              </a:rPr>
              <a:t>업무</a:t>
            </a:r>
            <a:endParaRPr lang="en-US" altLang="ko-KR" sz="900">
              <a:solidFill>
                <a:prstClr val="black"/>
              </a:solidFill>
              <a:latin typeface="Arial Narrow"/>
              <a:ea typeface="LG스마트체 Regular"/>
            </a:endParaRP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Arial Narrow"/>
                <a:ea typeface="LG스마트체 Regular"/>
              </a:rPr>
              <a:t>진행 현황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</a:endParaRPr>
          </a:p>
        </p:txBody>
      </p:sp>
      <p:sp>
        <p:nvSpPr>
          <p:cNvPr id="4" name="Text Box 39">
            <a:extLst>
              <a:ext uri="{FF2B5EF4-FFF2-40B4-BE49-F238E27FC236}">
                <a16:creationId xmlns:a16="http://schemas.microsoft.com/office/drawing/2014/main" id="{0E0A24CB-741B-7116-587A-09C8723786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809" y="1945538"/>
            <a:ext cx="2320243" cy="2359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1440" tIns="45720" rIns="91440" bIns="45720" anchor="t">
            <a:spAutoFit/>
          </a:bodyPr>
          <a:lstStyle/>
          <a:p>
            <a:pPr defTabSz="609600">
              <a:lnSpc>
                <a:spcPct val="110000"/>
              </a:lnSpc>
              <a:spcBef>
                <a:spcPts val="200"/>
              </a:spcBef>
              <a:buSzPct val="120000"/>
              <a:tabLst>
                <a:tab pos="581025" algn="l"/>
              </a:tabLst>
              <a:defRPr/>
            </a:pPr>
            <a:r>
              <a:rPr lang="en-US" altLang="ko-KR" sz="9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/>
              </a:rPr>
              <a:t>[</a:t>
            </a:r>
            <a:r>
              <a:rPr lang="ko-KR" altLang="en-US" sz="9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/>
              </a:rPr>
              <a:t>과제 추진 계획</a:t>
            </a:r>
            <a:r>
              <a:rPr lang="en-US" altLang="ko-KR" sz="9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/>
              </a:rPr>
              <a:t>]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3293720F-909F-A808-F607-2ABCC0080718}"/>
              </a:ext>
            </a:extLst>
          </p:cNvPr>
          <p:cNvGrpSpPr/>
          <p:nvPr/>
        </p:nvGrpSpPr>
        <p:grpSpPr>
          <a:xfrm>
            <a:off x="2829525" y="2085189"/>
            <a:ext cx="5426441" cy="685358"/>
            <a:chOff x="2823766" y="3440650"/>
            <a:chExt cx="4259738" cy="685358"/>
          </a:xfrm>
        </p:grpSpPr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F58B20E0-A819-E2E1-4585-6A8178B26F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842202" y="3728940"/>
              <a:ext cx="3990931" cy="0"/>
            </a:xfrm>
            <a:prstGeom prst="line">
              <a:avLst/>
            </a:prstGeom>
            <a:ln w="38100">
              <a:solidFill>
                <a:schemeClr val="bg1">
                  <a:lumMod val="65000"/>
                </a:schemeClr>
              </a:solidFill>
              <a:prstDash val="solid"/>
              <a:tailEnd type="none" w="lg" len="med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5391C5FA-3553-6390-9C2A-152D897B279B}"/>
                </a:ext>
              </a:extLst>
            </p:cNvPr>
            <p:cNvSpPr/>
            <p:nvPr/>
          </p:nvSpPr>
          <p:spPr>
            <a:xfrm>
              <a:off x="4699958" y="3440650"/>
              <a:ext cx="416766" cy="261610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ea typeface="LG스마트체 Regular" panose="020B0600000101010101" pitchFamily="50" charset="-127"/>
                  <a:cs typeface="Arial" panose="020B0604020202020204" pitchFamily="34" charset="0"/>
                </a:rPr>
                <a:t>’26.1</a:t>
              </a:r>
              <a:r>
                <a:rPr lang="en-US" altLang="ko-KR" sz="1100">
                  <a:solidFill>
                    <a:prstClr val="black"/>
                  </a:solidFill>
                  <a:latin typeface="+mj-lt"/>
                  <a:ea typeface="LG스마트체 Regular" panose="020B0600000101010101" pitchFamily="50" charset="-127"/>
                  <a:cs typeface="Arial" panose="020B0604020202020204" pitchFamily="34" charset="0"/>
                </a:rPr>
                <a:t>2</a:t>
              </a:r>
              <a:r>
                <a:rPr kumimoji="0" lang="en-US" altLang="ko-KR" sz="11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ea typeface="LG스마트체 Regular" panose="020B0600000101010101" pitchFamily="50" charset="-127"/>
                  <a:cs typeface="Arial" panose="020B0604020202020204" pitchFamily="34" charset="0"/>
                </a:rPr>
                <a:t> </a:t>
              </a:r>
              <a:endParaRPr kumimoji="0" lang="ko-KR" altLang="en-US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endParaRPr>
            </a:p>
          </p:txBody>
        </p:sp>
        <p:sp>
          <p:nvSpPr>
            <p:cNvPr id="8" name="타원 7">
              <a:extLst>
                <a:ext uri="{FF2B5EF4-FFF2-40B4-BE49-F238E27FC236}">
                  <a16:creationId xmlns:a16="http://schemas.microsoft.com/office/drawing/2014/main" id="{9D93DD95-4D74-3515-49CC-7D103AC7F13F}"/>
                </a:ext>
              </a:extLst>
            </p:cNvPr>
            <p:cNvSpPr/>
            <p:nvPr/>
          </p:nvSpPr>
          <p:spPr>
            <a:xfrm>
              <a:off x="4853664" y="3674940"/>
              <a:ext cx="108000" cy="108000"/>
            </a:xfrm>
            <a:prstGeom prst="ellipse">
              <a:avLst/>
            </a:prstGeom>
            <a:solidFill>
              <a:srgbClr val="C00000"/>
            </a:solidFill>
            <a:ln w="6350">
              <a:solidFill>
                <a:srgbClr val="C00000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endParaRPr lang="ko-KR" altLang="en-US" sz="900" b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LG스마트체 Regular" panose="020B0600000101010101" pitchFamily="50" charset="-127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7B3A2A57-56A5-88B8-EFFB-8F6DC4106210}"/>
                </a:ext>
              </a:extLst>
            </p:cNvPr>
            <p:cNvSpPr/>
            <p:nvPr/>
          </p:nvSpPr>
          <p:spPr>
            <a:xfrm>
              <a:off x="3575992" y="3440650"/>
              <a:ext cx="503664" cy="261610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ea typeface="LG스마트체 Regular" panose="020B0600000101010101" pitchFamily="50" charset="-127"/>
                  <a:cs typeface="Arial" panose="020B0604020202020204" pitchFamily="34" charset="0"/>
                </a:rPr>
                <a:t>’26.3 </a:t>
              </a:r>
              <a:endParaRPr kumimoji="0" lang="ko-KR" altLang="en-US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endParaRPr>
            </a:p>
          </p:txBody>
        </p:sp>
        <p:sp>
          <p:nvSpPr>
            <p:cNvPr id="10" name="타원 9">
              <a:extLst>
                <a:ext uri="{FF2B5EF4-FFF2-40B4-BE49-F238E27FC236}">
                  <a16:creationId xmlns:a16="http://schemas.microsoft.com/office/drawing/2014/main" id="{701BA9E3-DFD0-9435-5073-4E21F4E1DC10}"/>
                </a:ext>
              </a:extLst>
            </p:cNvPr>
            <p:cNvSpPr/>
            <p:nvPr/>
          </p:nvSpPr>
          <p:spPr>
            <a:xfrm>
              <a:off x="3755389" y="3674940"/>
              <a:ext cx="108000" cy="108000"/>
            </a:xfrm>
            <a:prstGeom prst="ellipse">
              <a:avLst/>
            </a:prstGeom>
            <a:solidFill>
              <a:srgbClr val="C00000"/>
            </a:solidFill>
            <a:ln w="6350">
              <a:solidFill>
                <a:srgbClr val="C00000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endParaRPr lang="ko-KR" altLang="en-US" sz="900" b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LG스마트체 Regular" panose="020B0600000101010101" pitchFamily="50" charset="-127"/>
              </a:endParaRP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70308FE7-98C4-998F-7637-5460173BEF0C}"/>
                </a:ext>
              </a:extLst>
            </p:cNvPr>
            <p:cNvSpPr/>
            <p:nvPr/>
          </p:nvSpPr>
          <p:spPr>
            <a:xfrm>
              <a:off x="6507705" y="3440650"/>
              <a:ext cx="575799" cy="261610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ea typeface="LG스마트체 Regular" panose="020B0600000101010101" pitchFamily="50" charset="-127"/>
                  <a:cs typeface="Arial" panose="020B0604020202020204" pitchFamily="34" charset="0"/>
                </a:rPr>
                <a:t>’2</a:t>
              </a:r>
              <a:r>
                <a:rPr lang="en-US" altLang="ko-KR" sz="1100">
                  <a:solidFill>
                    <a:prstClr val="black"/>
                  </a:solidFill>
                  <a:latin typeface="+mj-lt"/>
                  <a:ea typeface="LG스마트체 Regular" panose="020B0600000101010101" pitchFamily="50" charset="-127"/>
                  <a:cs typeface="Arial" panose="020B0604020202020204" pitchFamily="34" charset="0"/>
                </a:rPr>
                <a:t>7</a:t>
              </a:r>
              <a:r>
                <a:rPr kumimoji="0" lang="en-US" altLang="ko-KR" sz="11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ea typeface="LG스마트체 Regular" panose="020B0600000101010101" pitchFamily="50" charset="-127"/>
                  <a:cs typeface="Arial" panose="020B0604020202020204" pitchFamily="34" charset="0"/>
                </a:rPr>
                <a:t>.1</a:t>
              </a:r>
              <a:r>
                <a:rPr lang="en-US" altLang="ko-KR" sz="1100">
                  <a:solidFill>
                    <a:prstClr val="black"/>
                  </a:solidFill>
                  <a:latin typeface="+mj-lt"/>
                  <a:ea typeface="LG스마트체 Regular" panose="020B0600000101010101" pitchFamily="50" charset="-127"/>
                  <a:cs typeface="Arial" panose="020B0604020202020204" pitchFamily="34" charset="0"/>
                </a:rPr>
                <a:t>2</a:t>
              </a:r>
              <a:r>
                <a:rPr kumimoji="0" lang="en-US" altLang="ko-KR" sz="11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  <a:ea typeface="LG스마트체 Regular" panose="020B0600000101010101" pitchFamily="50" charset="-127"/>
                  <a:cs typeface="Arial" panose="020B0604020202020204" pitchFamily="34" charset="0"/>
                </a:rPr>
                <a:t> </a:t>
              </a:r>
              <a:endParaRPr kumimoji="0" lang="ko-KR" altLang="en-US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endParaRPr>
            </a:p>
          </p:txBody>
        </p:sp>
        <p:sp>
          <p:nvSpPr>
            <p:cNvPr id="12" name="타원 11">
              <a:extLst>
                <a:ext uri="{FF2B5EF4-FFF2-40B4-BE49-F238E27FC236}">
                  <a16:creationId xmlns:a16="http://schemas.microsoft.com/office/drawing/2014/main" id="{2A5D57ED-1611-BA44-EBE9-B95123D93558}"/>
                </a:ext>
              </a:extLst>
            </p:cNvPr>
            <p:cNvSpPr/>
            <p:nvPr/>
          </p:nvSpPr>
          <p:spPr>
            <a:xfrm>
              <a:off x="6719162" y="3674940"/>
              <a:ext cx="108000" cy="108000"/>
            </a:xfrm>
            <a:prstGeom prst="ellipse">
              <a:avLst/>
            </a:prstGeom>
            <a:solidFill>
              <a:srgbClr val="C00000"/>
            </a:solidFill>
            <a:ln w="6350">
              <a:solidFill>
                <a:srgbClr val="C00000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endParaRPr lang="ko-KR" altLang="en-US" sz="900" b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LG스마트체 Regular" panose="020B0600000101010101" pitchFamily="50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A64369AD-F578-8A4C-A935-F130BF97E53E}"/>
                </a:ext>
              </a:extLst>
            </p:cNvPr>
            <p:cNvSpPr txBox="1"/>
            <p:nvPr/>
          </p:nvSpPr>
          <p:spPr>
            <a:xfrm>
              <a:off x="2973645" y="3514624"/>
              <a:ext cx="559913" cy="138499"/>
            </a:xfrm>
            <a:prstGeom prst="rect">
              <a:avLst/>
            </a:prstGeom>
            <a:solidFill>
              <a:schemeClr val="bg1"/>
            </a:solidFill>
            <a:effectLst/>
          </p:spPr>
          <p:txBody>
            <a:bodyPr wrap="square" lIns="0" tIns="0" rIns="0" bIns="0" rtlCol="0" anchor="ctr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lang="ko-KR"/>
              </a:defPPr>
              <a:lvl1pPr>
                <a:buSzPct val="100000"/>
                <a:defRPr sz="1000" b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rgbClr val="C00000"/>
                  </a:solidFill>
                  <a:effectLst/>
                  <a:latin typeface="Arial Narrow" panose="020B0606020202030204" pitchFamily="34" charset="0"/>
                  <a:ea typeface="LG스마트체 Regular" panose="020B0600000101010101" charset="-127"/>
                </a:defRPr>
              </a:lvl1pPr>
            </a:lstStyle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Pct val="100000"/>
                <a:buFontTx/>
                <a:buNone/>
                <a:tabLst/>
                <a:defRPr/>
              </a:pPr>
              <a:r>
                <a:rPr kumimoji="0" lang="en-US" altLang="ko-KR" sz="900" b="1" u="none" strike="noStrike" kern="1200" cap="none" spc="0" normalizeH="0" baseline="0" noProof="0">
                  <a:ln>
                    <a:solidFill>
                      <a:prstClr val="white">
                        <a:alpha val="0"/>
                      </a:prstClr>
                    </a:solidFill>
                  </a:ln>
                  <a:solidFill>
                    <a:schemeClr val="tx1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Phase1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E5CD727A-8543-02CE-DB6D-EE20F3E579A3}"/>
                </a:ext>
              </a:extLst>
            </p:cNvPr>
            <p:cNvSpPr txBox="1"/>
            <p:nvPr/>
          </p:nvSpPr>
          <p:spPr>
            <a:xfrm>
              <a:off x="4145481" y="3514624"/>
              <a:ext cx="509011" cy="138499"/>
            </a:xfrm>
            <a:prstGeom prst="rect">
              <a:avLst/>
            </a:prstGeom>
            <a:solidFill>
              <a:schemeClr val="bg1"/>
            </a:solidFill>
            <a:effectLst/>
          </p:spPr>
          <p:txBody>
            <a:bodyPr wrap="square" lIns="0" tIns="0" rIns="0" bIns="0" rtlCol="0" anchor="ctr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lang="ko-KR"/>
              </a:defPPr>
              <a:lvl1pPr>
                <a:buSzPct val="100000"/>
                <a:defRPr sz="1000" b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rgbClr val="C00000"/>
                  </a:solidFill>
                  <a:effectLst/>
                  <a:latin typeface="Arial Narrow" panose="020B0606020202030204" pitchFamily="34" charset="0"/>
                  <a:ea typeface="LG스마트체 Regular" panose="020B0600000101010101" charset="-127"/>
                </a:defRPr>
              </a:lvl1pPr>
            </a:lstStyle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Pct val="100000"/>
                <a:buFontTx/>
                <a:buNone/>
                <a:tabLst/>
                <a:defRPr/>
              </a:pPr>
              <a:r>
                <a:rPr kumimoji="0" lang="en-US" altLang="ko-KR" sz="900" b="1" u="none" strike="noStrike" kern="1200" cap="none" spc="0" normalizeH="0" baseline="0" noProof="0">
                  <a:ln>
                    <a:solidFill>
                      <a:prstClr val="white">
                        <a:alpha val="0"/>
                      </a:prstClr>
                    </a:solidFill>
                  </a:ln>
                  <a:solidFill>
                    <a:schemeClr val="tx1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Phase2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7E4BDDF4-5681-8913-CA5D-B2E65E8A76DB}"/>
                </a:ext>
              </a:extLst>
            </p:cNvPr>
            <p:cNvSpPr txBox="1"/>
            <p:nvPr/>
          </p:nvSpPr>
          <p:spPr>
            <a:xfrm>
              <a:off x="5464199" y="3514624"/>
              <a:ext cx="901745" cy="138499"/>
            </a:xfrm>
            <a:prstGeom prst="rect">
              <a:avLst/>
            </a:prstGeom>
            <a:solidFill>
              <a:schemeClr val="bg1"/>
            </a:solidFill>
            <a:effectLst/>
          </p:spPr>
          <p:txBody>
            <a:bodyPr wrap="square" lIns="0" tIns="0" rIns="0" bIns="0" rtlCol="0" anchor="ctr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lang="ko-KR"/>
              </a:defPPr>
              <a:lvl1pPr>
                <a:buSzPct val="100000"/>
                <a:defRPr sz="1000" b="0">
                  <a:ln>
                    <a:solidFill>
                      <a:schemeClr val="bg1">
                        <a:alpha val="0"/>
                      </a:schemeClr>
                    </a:solidFill>
                  </a:ln>
                  <a:solidFill>
                    <a:srgbClr val="C00000"/>
                  </a:solidFill>
                  <a:effectLst/>
                  <a:latin typeface="Arial Narrow" panose="020B0606020202030204" pitchFamily="34" charset="0"/>
                  <a:ea typeface="LG스마트체 Regular" panose="020B0600000101010101" charset="-127"/>
                </a:defRPr>
              </a:lvl1pPr>
            </a:lstStyle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Pct val="100000"/>
                <a:buFontTx/>
                <a:buNone/>
                <a:tabLst/>
                <a:defRPr/>
              </a:pPr>
              <a:r>
                <a:rPr kumimoji="0" lang="en-US" altLang="ko-KR" sz="900" b="1" u="none" strike="noStrike" kern="1200" cap="none" spc="0" normalizeH="0" baseline="0" noProof="0">
                  <a:ln>
                    <a:solidFill>
                      <a:prstClr val="white">
                        <a:alpha val="0"/>
                      </a:prstClr>
                    </a:solidFill>
                  </a:ln>
                  <a:solidFill>
                    <a:schemeClr val="tx1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Phase3</a:t>
              </a:r>
            </a:p>
          </p:txBody>
        </p:sp>
        <p:sp>
          <p:nvSpPr>
            <p:cNvPr id="16" name="화살표: 오각형 15">
              <a:extLst>
                <a:ext uri="{FF2B5EF4-FFF2-40B4-BE49-F238E27FC236}">
                  <a16:creationId xmlns:a16="http://schemas.microsoft.com/office/drawing/2014/main" id="{97270285-5FF0-4723-C99B-691B127FE190}"/>
                </a:ext>
              </a:extLst>
            </p:cNvPr>
            <p:cNvSpPr/>
            <p:nvPr/>
          </p:nvSpPr>
          <p:spPr>
            <a:xfrm>
              <a:off x="2823766" y="3803278"/>
              <a:ext cx="931623" cy="322729"/>
            </a:xfrm>
            <a:prstGeom prst="homePlat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000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ESWA LAM </a:t>
              </a:r>
              <a:r>
                <a:rPr lang="ko-KR" altLang="en-US" sz="1000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공정 </a:t>
              </a:r>
              <a:r>
                <a:rPr lang="en-US" altLang="ko-KR" sz="1000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Target</a:t>
              </a:r>
              <a:endPara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8" name="화살표: 오각형 17">
              <a:extLst>
                <a:ext uri="{FF2B5EF4-FFF2-40B4-BE49-F238E27FC236}">
                  <a16:creationId xmlns:a16="http://schemas.microsoft.com/office/drawing/2014/main" id="{E6B89A41-48E5-2337-164B-71E5011BA8FC}"/>
                </a:ext>
              </a:extLst>
            </p:cNvPr>
            <p:cNvSpPr/>
            <p:nvPr/>
          </p:nvSpPr>
          <p:spPr>
            <a:xfrm>
              <a:off x="4919213" y="3802109"/>
              <a:ext cx="1907949" cy="323899"/>
            </a:xfrm>
            <a:prstGeom prst="homePlate">
              <a:avLst/>
            </a:prstGeom>
            <a:solidFill>
              <a:schemeClr val="accent2">
                <a:lumMod val="60000"/>
                <a:lumOff val="4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000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APC </a:t>
              </a:r>
              <a:r>
                <a:rPr lang="ko-KR" altLang="en-US" sz="1000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적용 대상 전 법인 확대 </a:t>
              </a:r>
            </a:p>
          </p:txBody>
        </p:sp>
        <p:sp>
          <p:nvSpPr>
            <p:cNvPr id="20" name="화살표: 오각형 19">
              <a:extLst>
                <a:ext uri="{FF2B5EF4-FFF2-40B4-BE49-F238E27FC236}">
                  <a16:creationId xmlns:a16="http://schemas.microsoft.com/office/drawing/2014/main" id="{112A4777-B8A3-2078-B769-69B1931B1D41}"/>
                </a:ext>
              </a:extLst>
            </p:cNvPr>
            <p:cNvSpPr/>
            <p:nvPr/>
          </p:nvSpPr>
          <p:spPr>
            <a:xfrm>
              <a:off x="3917155" y="3803278"/>
              <a:ext cx="936509" cy="322729"/>
            </a:xfrm>
            <a:prstGeom prst="homePlat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000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ESWA </a:t>
              </a:r>
              <a:r>
                <a:rPr lang="ko-KR" altLang="en-US" sz="1000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전체 공정 </a:t>
              </a:r>
              <a:r>
                <a:rPr lang="en-US" altLang="ko-KR" sz="1000" b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Target</a:t>
              </a:r>
              <a:endPara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F50B34A1-BFF0-4AB5-9FEA-EF1677DED3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4289326"/>
              </p:ext>
            </p:extLst>
          </p:nvPr>
        </p:nvGraphicFramePr>
        <p:xfrm>
          <a:off x="2703822" y="2884143"/>
          <a:ext cx="5734330" cy="792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0258">
                  <a:extLst>
                    <a:ext uri="{9D8B030D-6E8A-4147-A177-3AD203B41FA5}">
                      <a16:colId xmlns:a16="http://schemas.microsoft.com/office/drawing/2014/main" val="1371117633"/>
                    </a:ext>
                  </a:extLst>
                </a:gridCol>
                <a:gridCol w="1668024">
                  <a:extLst>
                    <a:ext uri="{9D8B030D-6E8A-4147-A177-3AD203B41FA5}">
                      <a16:colId xmlns:a16="http://schemas.microsoft.com/office/drawing/2014/main" val="3190557493"/>
                    </a:ext>
                  </a:extLst>
                </a:gridCol>
                <a:gridCol w="1668024">
                  <a:extLst>
                    <a:ext uri="{9D8B030D-6E8A-4147-A177-3AD203B41FA5}">
                      <a16:colId xmlns:a16="http://schemas.microsoft.com/office/drawing/2014/main" val="356836254"/>
                    </a:ext>
                  </a:extLst>
                </a:gridCol>
                <a:gridCol w="1668024">
                  <a:extLst>
                    <a:ext uri="{9D8B030D-6E8A-4147-A177-3AD203B41FA5}">
                      <a16:colId xmlns:a16="http://schemas.microsoft.com/office/drawing/2014/main" val="1368569302"/>
                    </a:ext>
                  </a:extLst>
                </a:gridCol>
              </a:tblGrid>
              <a:tr h="10278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Phase1 (~‘26.3)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Phase2 (~ ‘26.12)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Phase3 (~’27.12)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2275927"/>
                  </a:ext>
                </a:extLst>
              </a:tr>
              <a:tr h="10278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타겟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ESWA LAM 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ESWA 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공정 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~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패키지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APC 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적용 대상 전법인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2419947"/>
                  </a:ext>
                </a:extLst>
              </a:tr>
              <a:tr h="907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AI-Agent</a:t>
                      </a: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활용 목표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조회 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분석 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요약 자동화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상황 인지 및 반복 업무 효율화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AI 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기반 자동 조치 및 개선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9690376"/>
                  </a:ext>
                </a:extLst>
              </a:tr>
              <a:tr h="9075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주요 업무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알고리즘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운영관리 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유지보수</a:t>
                      </a:r>
                      <a:endParaRPr lang="en-US" altLang="ko-KR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 활용 현황 파악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기준정보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Config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작성 및 검증</a:t>
                      </a:r>
                      <a:endParaRPr lang="en-US" altLang="ko-KR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정합성 검증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알고리즘 검증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시뮬레이션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algn="ctr" latinLnBrk="1"/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신규 기술 개발 및 고도화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5492772"/>
                  </a:ext>
                </a:extLst>
              </a:tr>
            </a:tbl>
          </a:graphicData>
        </a:graphic>
      </p:graphicFrame>
      <p:sp>
        <p:nvSpPr>
          <p:cNvPr id="27" name="이등변 삼각형 26">
            <a:extLst>
              <a:ext uri="{FF2B5EF4-FFF2-40B4-BE49-F238E27FC236}">
                <a16:creationId xmlns:a16="http://schemas.microsoft.com/office/drawing/2014/main" id="{01779FFB-2909-B9D5-CFDE-33B7022D8EB7}"/>
              </a:ext>
            </a:extLst>
          </p:cNvPr>
          <p:cNvSpPr/>
          <p:nvPr/>
        </p:nvSpPr>
        <p:spPr>
          <a:xfrm rot="10800000">
            <a:off x="3011916" y="2421673"/>
            <a:ext cx="72000" cy="720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015EAA83-9A65-A0ED-1025-D9D8B4332ADB}"/>
              </a:ext>
            </a:extLst>
          </p:cNvPr>
          <p:cNvSpPr/>
          <p:nvPr/>
        </p:nvSpPr>
        <p:spPr>
          <a:xfrm>
            <a:off x="2813889" y="2114570"/>
            <a:ext cx="441146" cy="24622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NOW</a:t>
            </a: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+mj-lt"/>
              <a:ea typeface="LG스마트체 Regular" panose="020B0600000101010101" pitchFamily="50" charset="-127"/>
            </a:endParaRPr>
          </a:p>
        </p:txBody>
      </p:sp>
      <p:pic>
        <p:nvPicPr>
          <p:cNvPr id="36" name="그림 35">
            <a:extLst>
              <a:ext uri="{FF2B5EF4-FFF2-40B4-BE49-F238E27FC236}">
                <a16:creationId xmlns:a16="http://schemas.microsoft.com/office/drawing/2014/main" id="{ED46D1B1-C288-7F5E-2AE0-6B39E726D7C8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600095" y="3988329"/>
            <a:ext cx="1305905" cy="750103"/>
          </a:xfrm>
          <a:prstGeom prst="rect">
            <a:avLst/>
          </a:prstGeom>
        </p:spPr>
      </p:pic>
      <p:pic>
        <p:nvPicPr>
          <p:cNvPr id="39" name="그림 38">
            <a:extLst>
              <a:ext uri="{FF2B5EF4-FFF2-40B4-BE49-F238E27FC236}">
                <a16:creationId xmlns:a16="http://schemas.microsoft.com/office/drawing/2014/main" id="{74FB4CA6-50AF-6122-3849-B2D303CDCA7A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618741" y="2159163"/>
            <a:ext cx="1305906" cy="779470"/>
          </a:xfrm>
          <a:prstGeom prst="rect">
            <a:avLst/>
          </a:prstGeom>
        </p:spPr>
      </p:pic>
      <p:pic>
        <p:nvPicPr>
          <p:cNvPr id="1026" name="Picture 2">
            <a:extLst>
              <a:ext uri="{FF2B5EF4-FFF2-40B4-BE49-F238E27FC236}">
                <a16:creationId xmlns:a16="http://schemas.microsoft.com/office/drawing/2014/main" id="{006E8A19-B2A3-AB34-DD6B-D4E5EF2B1E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889213" y="5228564"/>
            <a:ext cx="1758565" cy="1396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8604893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8509A2-E9E9-2415-377A-1CB4905455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1B538319-E744-914C-0D08-26296EEC9C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6603216"/>
              </p:ext>
            </p:extLst>
          </p:nvPr>
        </p:nvGraphicFramePr>
        <p:xfrm>
          <a:off x="114887" y="1054399"/>
          <a:ext cx="9644176" cy="5595102"/>
        </p:xfrm>
        <a:graphic>
          <a:graphicData uri="http://schemas.openxmlformats.org/drawingml/2006/table">
            <a:tbl>
              <a:tblPr/>
              <a:tblGrid>
                <a:gridCol w="933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65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36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5147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수동보정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현황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모니터링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APC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적용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법인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오두섭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9" name="제목 1">
            <a:extLst>
              <a:ext uri="{FF2B5EF4-FFF2-40B4-BE49-F238E27FC236}">
                <a16:creationId xmlns:a16="http://schemas.microsoft.com/office/drawing/2014/main" id="{89989D29-8124-4DD9-B97C-047D2B2D1D5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1761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자동보정 선행개발팀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9D90BC5B-E744-4888-B716-ADA6A9A8C18D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09993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수동보정 현황 모니터링</a:t>
            </a:r>
            <a:endParaRPr kumimoji="0" lang="en-US" altLang="ko-KR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맑은 고딕"/>
              <a:cs typeface="Malgun Gothic Semilight"/>
            </a:endParaRPr>
          </a:p>
        </p:txBody>
      </p:sp>
      <p:sp>
        <p:nvSpPr>
          <p:cNvPr id="30" name="직사각형 18">
            <a:extLst>
              <a:ext uri="{FF2B5EF4-FFF2-40B4-BE49-F238E27FC236}">
                <a16:creationId xmlns:a16="http://schemas.microsoft.com/office/drawing/2014/main" id="{85E1C0EE-27B5-4405-8E55-E078ACF70344}"/>
              </a:ext>
            </a:extLst>
          </p:cNvPr>
          <p:cNvSpPr/>
          <p:nvPr/>
        </p:nvSpPr>
        <p:spPr>
          <a:xfrm>
            <a:off x="5382355" y="505303"/>
            <a:ext cx="2814545" cy="246221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[ 과제번호 : 자동보정선행개발-#1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4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, 진행 상태 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●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]</a:t>
            </a: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C75B2E3A-6367-47F5-9C2E-36D1B1E1DC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374288"/>
              </p:ext>
            </p:extLst>
          </p:nvPr>
        </p:nvGraphicFramePr>
        <p:xfrm>
          <a:off x="1650029" y="1319345"/>
          <a:ext cx="6972241" cy="53559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0218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32023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32128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(W51).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공정별로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ST,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HD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법인 수동보정 모니터링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Report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개발 진행중에 있습니다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MI2 ESS 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라미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공정 수집 우선순위를 높여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FDC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시스템 내 데이터 수집이 진행될 수 있도록 진행중에 있습니다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(w.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생산공정운영팀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공정제어 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DX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팀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altLang="ko-KR" sz="9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1228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660197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 기술 고도화에 따른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CTP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항목의 수동보정 횟수 변화 모니터링을 위해 시각화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Report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를 개발하고자 합니다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</a:p>
                    <a:p>
                      <a:pPr marL="171450" indent="-171450" algn="l">
                        <a:buFont typeface="Wingdings" panose="05000000000000000000" pitchFamily="2" charset="2"/>
                        <a:buChar char="ü"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APC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 적용된 법인 우선 수동보정 모니터링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Report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개발을 진행하고자 합니다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법인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ESWA, ESMI2, ESHD, ESST,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ESMI_Lansing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ESHG)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ESST,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ESHD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법인 우선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~25.12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까지 수평전개 완료하도록 하겠습니다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b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▷ </a:t>
                      </a:r>
                      <a:r>
                        <a:rPr lang="ko-KR" altLang="en-US" sz="900" err="1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절연코터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동시절연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적용하였지만 검사기 정합성 이슈로 자동보정 활용 안하고 있어 수동보정 모니터링이 의미가 없는 상황입니다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▷ 롤프레스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ESMI2, ESST, ESHD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 완료</a:t>
                      </a:r>
                      <a:b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▷ </a:t>
                      </a:r>
                      <a:r>
                        <a:rPr lang="ko-KR" altLang="en-US" sz="900" err="1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수동보정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PLC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영역이 상위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FDC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시스템으로 적재가 안되어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수집 요청 예정 </a:t>
                      </a:r>
                      <a:endParaRPr lang="en-US" altLang="ko-KR" sz="90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※ 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참고 사항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MI2,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MI_LS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는 조립 공정의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FDC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시스템 증설이 필요하여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~26.3,4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월정도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예정으로 전달 받았습니다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공식적인 일정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X)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        HD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S/R (Stress Run) 26.02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예정에 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MI2 ESS </a:t>
                      </a:r>
                      <a:r>
                        <a:rPr lang="ko-KR" altLang="en-US" sz="900" err="1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공정 설비의 자동보정 파라미터 수집 우선 순위를 높여 수집이 진행되도록 요청하여 작업 진행중에 있습니다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b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(w.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생산공정운영팀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공정제어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DX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팀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b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9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br>
                        <a:rPr lang="en-US" altLang="ko-KR" sz="9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br>
                        <a:rPr lang="en-US" altLang="ko-KR" sz="9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br>
                        <a:rPr lang="en-US" altLang="ko-KR" sz="9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endParaRPr lang="ko-KR" altLang="en-US" sz="900" kern="12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grpSp>
        <p:nvGrpSpPr>
          <p:cNvPr id="2" name="그룹 1">
            <a:extLst>
              <a:ext uri="{FF2B5EF4-FFF2-40B4-BE49-F238E27FC236}">
                <a16:creationId xmlns:a16="http://schemas.microsoft.com/office/drawing/2014/main" id="{4EB6DF2D-6056-463A-B9B4-F757BB3C5120}"/>
              </a:ext>
            </a:extLst>
          </p:cNvPr>
          <p:cNvGrpSpPr/>
          <p:nvPr/>
        </p:nvGrpSpPr>
        <p:grpSpPr>
          <a:xfrm>
            <a:off x="8196900" y="164766"/>
            <a:ext cx="1452321" cy="338554"/>
            <a:chOff x="9987397" y="174322"/>
            <a:chExt cx="1452321" cy="338554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28953EDA-490C-414A-829A-5166309284BE}"/>
                </a:ext>
              </a:extLst>
            </p:cNvPr>
            <p:cNvSpPr txBox="1"/>
            <p:nvPr/>
          </p:nvSpPr>
          <p:spPr>
            <a:xfrm>
              <a:off x="9987397" y="343599"/>
              <a:ext cx="1452321" cy="169277"/>
            </a:xfrm>
            <a:prstGeom prst="rect">
              <a:avLst/>
            </a:prstGeom>
          </p:spPr>
          <p:txBody>
            <a:bodyPr wrap="none" lIns="0" tIns="0" rIns="0" bIns="0" anchor="t">
              <a:spAutoFit/>
            </a:bodyPr>
            <a:lstStyle>
              <a:defPPr>
                <a:defRPr lang="ko-KR"/>
              </a:defPPr>
              <a:lvl1pPr lvl="0" indent="0" algn="r">
                <a:spcBef>
                  <a:spcPts val="0"/>
                </a:spcBef>
                <a:buFontTx/>
                <a:buNone/>
                <a:defRPr sz="1100" baseline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Malgun Gothic Semilight" panose="020B0502040204020203" pitchFamily="50" charset="-127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/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/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/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/>
              </a:lvl5pPr>
              <a:lvl6pPr marL="25146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6pPr>
              <a:lvl7pPr marL="29718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7pPr>
              <a:lvl8pPr marL="3429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8pPr>
              <a:lvl9pPr marL="38862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9pPr>
            </a:lstStyle>
            <a:p>
              <a:pPr algn="l">
                <a:defRPr/>
              </a:pPr>
              <a:r>
                <a:rPr lang="ko-KR" altLang="en-US">
                  <a:latin typeface="Arial Narrow"/>
                  <a:ea typeface="LG스마트체 Regular"/>
                  <a:cs typeface="Malgun Gothic Semilight"/>
                </a:rPr>
                <a:t>업데이트 시간 </a:t>
              </a:r>
              <a:r>
                <a:rPr lang="en-US" altLang="ko-KR">
                  <a:latin typeface="Arial Narrow"/>
                  <a:ea typeface="LG스마트체 Regular"/>
                  <a:cs typeface="Malgun Gothic Semilight"/>
                </a:rPr>
                <a:t>: 12/16 11</a:t>
              </a:r>
              <a:r>
                <a:rPr lang="ko-KR" altLang="en-US">
                  <a:latin typeface="Arial Narrow"/>
                  <a:ea typeface="LG스마트체 Regular"/>
                  <a:cs typeface="Malgun Gothic Semilight"/>
                </a:rPr>
                <a:t>시</a:t>
              </a:r>
            </a:p>
          </p:txBody>
        </p:sp>
        <p:sp>
          <p:nvSpPr>
            <p:cNvPr id="35" name="내용 개체 틀 20">
              <a:extLst>
                <a:ext uri="{FF2B5EF4-FFF2-40B4-BE49-F238E27FC236}">
                  <a16:creationId xmlns:a16="http://schemas.microsoft.com/office/drawing/2014/main" id="{85A40AE8-D869-44B5-B670-AE953A8BC47C}"/>
                </a:ext>
              </a:extLst>
            </p:cNvPr>
            <p:cNvSpPr txBox="1">
              <a:spLocks/>
            </p:cNvSpPr>
            <p:nvPr/>
          </p:nvSpPr>
          <p:spPr>
            <a:xfrm>
              <a:off x="10499126" y="174322"/>
              <a:ext cx="923330" cy="169277"/>
            </a:xfrm>
            <a:prstGeom prst="rect">
              <a:avLst/>
            </a:prstGeom>
          </p:spPr>
          <p:txBody>
            <a:bodyPr wrap="none" lIns="0" tIns="0" rIns="0" bIns="0" anchor="t">
              <a:spAutoFit/>
            </a:bodyPr>
            <a:lstStyle>
              <a:lvl1pPr marL="0" indent="0" algn="r" defTabSz="914400" rtl="0" eaLnBrk="1" latinLnBrk="1" hangingPunct="1">
                <a:spcBef>
                  <a:spcPct val="20000"/>
                </a:spcBef>
                <a:buFontTx/>
                <a:buNone/>
                <a:defRPr sz="1200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spcBef>
                  <a:spcPts val="0"/>
                </a:spcBef>
                <a:defRPr/>
              </a:pPr>
              <a:r>
                <a:rPr kumimoji="0" lang="ko-KR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작성자 </a:t>
              </a:r>
              <a:r>
                <a:rPr kumimoji="0" lang="en-US" altLang="ko-KR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: </a:t>
              </a:r>
              <a:r>
                <a:rPr kumimoji="0" lang="ko-KR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오두섭</a:t>
              </a:r>
              <a:r>
                <a:rPr kumimoji="0" lang="en-US" altLang="ko-KR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S</a:t>
              </a:r>
              <a:endParaRPr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20A11B91-87FE-14C8-FD54-96226DFB564D}"/>
              </a:ext>
            </a:extLst>
          </p:cNvPr>
          <p:cNvSpPr txBox="1"/>
          <p:nvPr/>
        </p:nvSpPr>
        <p:spPr>
          <a:xfrm>
            <a:off x="1788468" y="1870166"/>
            <a:ext cx="67197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lang="ko-KR" altLang="en-US" sz="900">
                <a:solidFill>
                  <a:prstClr val="black"/>
                </a:solidFill>
                <a:latin typeface="Arial Narrow"/>
                <a:ea typeface="LG스마트체 Regular"/>
              </a:rPr>
              <a:t>과제 개요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088CF335-7124-F019-E5D6-84CF8A398AE5}"/>
              </a:ext>
            </a:extLst>
          </p:cNvPr>
          <p:cNvSpPr txBox="1"/>
          <p:nvPr/>
        </p:nvSpPr>
        <p:spPr>
          <a:xfrm>
            <a:off x="1788470" y="2135112"/>
            <a:ext cx="671979" cy="230832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수평 전개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</a:endParaRP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AE2C6DEF-4B9E-6E0C-4D5C-178391EF3E50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0150" y="3156253"/>
            <a:ext cx="2771949" cy="1391394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7D85EA66-3AE3-DE5A-8C17-FADCB4FBCBDE}"/>
              </a:ext>
            </a:extLst>
          </p:cNvPr>
          <p:cNvSpPr txBox="1"/>
          <p:nvPr/>
        </p:nvSpPr>
        <p:spPr>
          <a:xfrm>
            <a:off x="10325100" y="4613128"/>
            <a:ext cx="3548998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700" u="sng" kern="0">
                <a:solidFill>
                  <a:srgbClr val="0000FF"/>
                </a:solidFill>
                <a:effectLst/>
                <a:latin typeface="굴림" panose="020B0600000101010101" pitchFamily="50" charset="-127"/>
                <a:cs typeface="굴림" panose="020B0600000101010101" pitchFamily="50" charset="-127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Click the link to open the library</a:t>
            </a:r>
            <a:endParaRPr lang="ko-KR" altLang="en-US" sz="700">
              <a:solidFill>
                <a:srgbClr val="0000FF"/>
              </a:solidFill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68BCEDFC-1C5F-1A9D-5BD2-A272F162C5BB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43809" y="3694640"/>
            <a:ext cx="7262191" cy="26580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647057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8509A2-E9E9-2415-377A-1CB4905455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1B538319-E744-914C-0D08-26296EEC9C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083207"/>
              </p:ext>
            </p:extLst>
          </p:nvPr>
        </p:nvGraphicFramePr>
        <p:xfrm>
          <a:off x="114887" y="1054399"/>
          <a:ext cx="9644176" cy="5595102"/>
        </p:xfrm>
        <a:graphic>
          <a:graphicData uri="http://schemas.openxmlformats.org/drawingml/2006/table">
            <a:tbl>
              <a:tblPr/>
              <a:tblGrid>
                <a:gridCol w="933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65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36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5147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+mn-ea"/>
                          <a:ea typeface="+mn-ea"/>
                        </a:rPr>
                        <a:t>Global </a:t>
                      </a:r>
                    </a:p>
                    <a:p>
                      <a:pPr algn="ctr" latinLnBrk="1"/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900" baseline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법인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자동보정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활용률 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900" baseline="0" err="1">
                          <a:latin typeface="+mn-ea"/>
                          <a:ea typeface="+mn-ea"/>
                        </a:rPr>
                        <a:t>Rerpot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관리 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ST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HD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HG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MI_LS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오두섭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9" name="제목 1">
            <a:extLst>
              <a:ext uri="{FF2B5EF4-FFF2-40B4-BE49-F238E27FC236}">
                <a16:creationId xmlns:a16="http://schemas.microsoft.com/office/drawing/2014/main" id="{89989D29-8124-4DD9-B97C-047D2B2D1D5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1761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자동보정 선행개발팀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9D90BC5B-E744-4888-B716-ADA6A9A8C18D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738203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Global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신규 법인 자동보정 활용률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Report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관리</a:t>
            </a:r>
            <a:endParaRPr kumimoji="0" lang="en-US" altLang="ko-KR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맑은 고딕"/>
              <a:cs typeface="Malgun Gothic Semilight"/>
            </a:endParaRPr>
          </a:p>
        </p:txBody>
      </p:sp>
      <p:sp>
        <p:nvSpPr>
          <p:cNvPr id="30" name="직사각형 18">
            <a:extLst>
              <a:ext uri="{FF2B5EF4-FFF2-40B4-BE49-F238E27FC236}">
                <a16:creationId xmlns:a16="http://schemas.microsoft.com/office/drawing/2014/main" id="{85E1C0EE-27B5-4405-8E55-E078ACF70344}"/>
              </a:ext>
            </a:extLst>
          </p:cNvPr>
          <p:cNvSpPr/>
          <p:nvPr/>
        </p:nvSpPr>
        <p:spPr>
          <a:xfrm>
            <a:off x="5382355" y="505303"/>
            <a:ext cx="2814545" cy="246221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[ 과제번호 : 자동보정선행개발-#1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5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, 진행 상태 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●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]</a:t>
            </a: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C75B2E3A-6367-47F5-9C2E-36D1B1E1DC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9948986"/>
              </p:ext>
            </p:extLst>
          </p:nvPr>
        </p:nvGraphicFramePr>
        <p:xfrm>
          <a:off x="1650029" y="1319345"/>
          <a:ext cx="6972241" cy="57055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0218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32023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32128">
                <a:tc gridSpan="2">
                  <a:txBody>
                    <a:bodyPr/>
                    <a:lstStyle/>
                    <a:p>
                      <a:pPr algn="l"/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(W51).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MI_L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신규 법인의 자동보정 활용률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Report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개발 진행중에 있습니다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(~25.12)</a:t>
                      </a:r>
                      <a:b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COT :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완료 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/ ISO :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개발 진행 중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/ RP :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완료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/ NND :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데이터 확인 중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/ LAM :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데이터 확인 중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/ STK :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완료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/ PKG :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데이터 확인 중</a:t>
                      </a: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  <a:cs typeface="Malgun Gothic Semilight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1228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660197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Wingdings" panose="05000000000000000000" pitchFamily="2" charset="2"/>
                        <a:buChar char="ü"/>
                      </a:pP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`25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년 다수의 신규 법인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(ST,HD,HG,MI_L)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증설에 따라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“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자동보정 활용률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Report”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추가 개발을 진행하고자 합니다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pPr marL="171450" indent="-171450" algn="l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각 팀내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공정별 담당자분들께서 공정별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Report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를 담당하고 있으며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전 공정을 통합하여 한 눈에 현황 파악할 수 있도록 </a:t>
                      </a:r>
                      <a:br>
                        <a:rPr lang="en-US" altLang="ko-KR" sz="900" b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“Summary Report”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를 함께 제공하고 있습니다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pPr marL="0" indent="0" algn="l">
                        <a:buFont typeface="Wingdings" panose="05000000000000000000" pitchFamily="2" charset="2"/>
                        <a:buNone/>
                      </a:pP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공정별 진행 현황 및 일정은 아래 표와 같습니다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(*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향후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지속적으로 업데이트 하겠습니다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          COT :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완료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 / ISO :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개발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진행 중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/ RP :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 완료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/ NND :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데이터 확인 중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/ LAM :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데이터 확인 중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/ STK :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 완료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/ PKG :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데이터 확인 중</a:t>
                      </a:r>
                      <a:b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다반치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장애 이슈로 인해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공정별 활용률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Report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재개발을 진행중에 있습니다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(w.</a:t>
                      </a:r>
                      <a:r>
                        <a:rPr lang="ko-KR" altLang="en-US" sz="9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삼익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THK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업체 활용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b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전극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절연 </a:t>
                      </a:r>
                      <a:r>
                        <a:rPr lang="ko-KR" altLang="en-US" sz="9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코터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롤프레스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 완료</a:t>
                      </a:r>
                      <a:b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9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9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스태킹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FDC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시스템 내 데이터 조회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X </a:t>
                      </a:r>
                      <a:b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* DB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서버용량 부족으로 증설을 해야 하는데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미국 비자 이슈 이후로 일정이 미정인 상황입니다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(26.4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예상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b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*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데이터가 필요한 경우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생산공정 운영팀과 논의해서 수집 항목 조율 논의가 필요합니다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(w.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공정제어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DX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팀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장주은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b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br>
                        <a:rPr lang="en-US" altLang="ko-KR" sz="900" b="0" i="0" u="none" strike="noStrike" kern="120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※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MI2 ESS </a:t>
                      </a:r>
                      <a:r>
                        <a:rPr lang="ko-KR" altLang="en-US" sz="900" err="1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공정 설비의 자동보정 파라미터 수집 우선 순위를 높여 수집이 진행되도록 요청하여 작업 진행중에 있습니다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b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(w.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생산공정운영팀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공정제어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DX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팀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kern="1200">
                          <a:solidFill>
                            <a:srgbClr val="1414FE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lang="en-US" altLang="ko-KR" sz="900" b="0" i="0" u="none" strike="noStrike" kern="120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grpSp>
        <p:nvGrpSpPr>
          <p:cNvPr id="2" name="그룹 1">
            <a:extLst>
              <a:ext uri="{FF2B5EF4-FFF2-40B4-BE49-F238E27FC236}">
                <a16:creationId xmlns:a16="http://schemas.microsoft.com/office/drawing/2014/main" id="{4EB6DF2D-6056-463A-B9B4-F757BB3C5120}"/>
              </a:ext>
            </a:extLst>
          </p:cNvPr>
          <p:cNvGrpSpPr/>
          <p:nvPr/>
        </p:nvGrpSpPr>
        <p:grpSpPr>
          <a:xfrm>
            <a:off x="8196900" y="164766"/>
            <a:ext cx="1452321" cy="338554"/>
            <a:chOff x="9987397" y="174322"/>
            <a:chExt cx="1452321" cy="338554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28953EDA-490C-414A-829A-5166309284BE}"/>
                </a:ext>
              </a:extLst>
            </p:cNvPr>
            <p:cNvSpPr txBox="1"/>
            <p:nvPr/>
          </p:nvSpPr>
          <p:spPr>
            <a:xfrm>
              <a:off x="9987397" y="343599"/>
              <a:ext cx="1452321" cy="169277"/>
            </a:xfrm>
            <a:prstGeom prst="rect">
              <a:avLst/>
            </a:prstGeom>
          </p:spPr>
          <p:txBody>
            <a:bodyPr wrap="none" lIns="0" tIns="0" rIns="0" bIns="0" anchor="t">
              <a:spAutoFit/>
            </a:bodyPr>
            <a:lstStyle>
              <a:defPPr>
                <a:defRPr lang="ko-KR"/>
              </a:defPPr>
              <a:lvl1pPr lvl="0" indent="0" algn="r">
                <a:spcBef>
                  <a:spcPts val="0"/>
                </a:spcBef>
                <a:buFontTx/>
                <a:buNone/>
                <a:defRPr sz="1100" baseline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Malgun Gothic Semilight" panose="020B0502040204020203" pitchFamily="50" charset="-127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/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/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/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/>
              </a:lvl5pPr>
              <a:lvl6pPr marL="25146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6pPr>
              <a:lvl7pPr marL="29718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7pPr>
              <a:lvl8pPr marL="3429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8pPr>
              <a:lvl9pPr marL="38862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/>
              </a:lvl9pPr>
            </a:lstStyle>
            <a:p>
              <a:pPr algn="l">
                <a:defRPr/>
              </a:pPr>
              <a:r>
                <a:rPr lang="ko-KR" altLang="en-US">
                  <a:latin typeface="Arial Narrow"/>
                  <a:ea typeface="LG스마트체 Regular"/>
                  <a:cs typeface="Malgun Gothic Semilight"/>
                </a:rPr>
                <a:t>업데이트 시간 </a:t>
              </a:r>
              <a:r>
                <a:rPr lang="en-US" altLang="ko-KR">
                  <a:latin typeface="Arial Narrow"/>
                  <a:ea typeface="LG스마트체 Regular"/>
                  <a:cs typeface="Malgun Gothic Semilight"/>
                </a:rPr>
                <a:t>: 12/16 11</a:t>
              </a:r>
              <a:r>
                <a:rPr lang="ko-KR" altLang="en-US">
                  <a:latin typeface="Arial Narrow"/>
                  <a:ea typeface="LG스마트체 Regular"/>
                  <a:cs typeface="Malgun Gothic Semilight"/>
                </a:rPr>
                <a:t>시</a:t>
              </a:r>
            </a:p>
          </p:txBody>
        </p:sp>
        <p:sp>
          <p:nvSpPr>
            <p:cNvPr id="35" name="내용 개체 틀 20">
              <a:extLst>
                <a:ext uri="{FF2B5EF4-FFF2-40B4-BE49-F238E27FC236}">
                  <a16:creationId xmlns:a16="http://schemas.microsoft.com/office/drawing/2014/main" id="{85A40AE8-D869-44B5-B670-AE953A8BC47C}"/>
                </a:ext>
              </a:extLst>
            </p:cNvPr>
            <p:cNvSpPr txBox="1">
              <a:spLocks/>
            </p:cNvSpPr>
            <p:nvPr/>
          </p:nvSpPr>
          <p:spPr>
            <a:xfrm>
              <a:off x="10499126" y="174322"/>
              <a:ext cx="923330" cy="169277"/>
            </a:xfrm>
            <a:prstGeom prst="rect">
              <a:avLst/>
            </a:prstGeom>
          </p:spPr>
          <p:txBody>
            <a:bodyPr wrap="none" lIns="0" tIns="0" rIns="0" bIns="0" anchor="t">
              <a:spAutoFit/>
            </a:bodyPr>
            <a:lstStyle>
              <a:lvl1pPr marL="0" indent="0" algn="r" defTabSz="914400" rtl="0" eaLnBrk="1" latinLnBrk="1" hangingPunct="1">
                <a:spcBef>
                  <a:spcPct val="20000"/>
                </a:spcBef>
                <a:buFontTx/>
                <a:buNone/>
                <a:defRPr sz="1200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spcBef>
                  <a:spcPts val="0"/>
                </a:spcBef>
                <a:defRPr/>
              </a:pPr>
              <a:r>
                <a:rPr kumimoji="0" lang="ko-KR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작성자 </a:t>
              </a:r>
              <a:r>
                <a:rPr kumimoji="0" lang="en-US" altLang="ko-KR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: </a:t>
              </a:r>
              <a:r>
                <a:rPr kumimoji="0" lang="ko-KR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오두섭</a:t>
              </a:r>
              <a:r>
                <a:rPr kumimoji="0" lang="en-US" altLang="ko-KR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Malgun Gothic Semilight"/>
                </a:rPr>
                <a:t>S</a:t>
              </a:r>
              <a:endParaRPr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20A11B91-87FE-14C8-FD54-96226DFB564D}"/>
              </a:ext>
            </a:extLst>
          </p:cNvPr>
          <p:cNvSpPr txBox="1"/>
          <p:nvPr/>
        </p:nvSpPr>
        <p:spPr>
          <a:xfrm>
            <a:off x="1788468" y="1870166"/>
            <a:ext cx="67197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lang="ko-KR" altLang="en-US" sz="900">
                <a:solidFill>
                  <a:prstClr val="black"/>
                </a:solidFill>
                <a:latin typeface="Arial Narrow"/>
                <a:ea typeface="LG스마트체 Regular"/>
              </a:rPr>
              <a:t>과제 개요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088CF335-7124-F019-E5D6-84CF8A398AE5}"/>
              </a:ext>
            </a:extLst>
          </p:cNvPr>
          <p:cNvSpPr txBox="1"/>
          <p:nvPr/>
        </p:nvSpPr>
        <p:spPr>
          <a:xfrm>
            <a:off x="1781514" y="2489096"/>
            <a:ext cx="646331" cy="369332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lang="en-US" altLang="ko-KR" sz="900">
                <a:solidFill>
                  <a:prstClr val="black"/>
                </a:solidFill>
                <a:latin typeface="Arial Narrow"/>
                <a:ea typeface="LG스마트체 Regular"/>
              </a:rPr>
              <a:t>ESMI_L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 현황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DB05C90-1874-6778-E34D-9C50D097B6A3}"/>
              </a:ext>
            </a:extLst>
          </p:cNvPr>
          <p:cNvSpPr txBox="1"/>
          <p:nvPr/>
        </p:nvSpPr>
        <p:spPr>
          <a:xfrm>
            <a:off x="1781514" y="3123374"/>
            <a:ext cx="646331" cy="369332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lang="en-US" altLang="ko-KR" sz="900">
                <a:solidFill>
                  <a:prstClr val="black"/>
                </a:solidFill>
                <a:latin typeface="Arial Narrow"/>
                <a:ea typeface="LG스마트체 Regular"/>
              </a:rPr>
              <a:t>ESMI2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 현황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</a:endParaRP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0F519A7E-ABCD-901A-9994-835123D3AF00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59718" y="3993519"/>
            <a:ext cx="6972241" cy="24310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265938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CB0B3E35-76C1-4ED7-A859-2CC8E85EA27D}"/>
              </a:ext>
            </a:extLst>
          </p:cNvPr>
          <p:cNvSpPr txBox="1"/>
          <p:nvPr/>
        </p:nvSpPr>
        <p:spPr>
          <a:xfrm>
            <a:off x="122722" y="549221"/>
            <a:ext cx="9649351" cy="59093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130810" lvl="1">
              <a:defRPr/>
            </a:pPr>
            <a:r>
              <a:rPr kumimoji="1" lang="en-US" altLang="ko-KR" sz="1050" kern="0">
                <a:cs typeface="Malgun Gothic Semilight"/>
              </a:rPr>
              <a:t>1. </a:t>
            </a:r>
            <a:r>
              <a:rPr kumimoji="1" lang="ko-KR" altLang="en-US" sz="1050" kern="0">
                <a:cs typeface="Malgun Gothic Semilight"/>
              </a:rPr>
              <a:t>공정 공통 과제</a:t>
            </a:r>
            <a:endParaRPr lang="en-US" altLang="ko-KR" sz="1050" kern="0">
              <a:cs typeface="Malgun Gothic Semilight"/>
            </a:endParaRPr>
          </a:p>
          <a:p>
            <a:pPr marL="544195" lvl="2" indent="-193675">
              <a:buFont typeface="+mj-ea"/>
              <a:buAutoNum type="circleNumDbPlain"/>
              <a:defRPr/>
            </a:pPr>
            <a:r>
              <a:rPr kumimoji="1" lang="ko-KR" altLang="en-US" sz="1050" kern="0">
                <a:cs typeface="Malgun Gothic Semilight"/>
              </a:rPr>
              <a:t>코드 표준화는 패키지 </a:t>
            </a:r>
            <a:r>
              <a:rPr kumimoji="1" lang="en-US" altLang="ko-KR" sz="1050" kern="0">
                <a:cs typeface="Malgun Gothic Semilight"/>
              </a:rPr>
              <a:t>Tab-Welder </a:t>
            </a:r>
            <a:r>
              <a:rPr kumimoji="1" lang="ko-KR" altLang="en-US" sz="1050" kern="0">
                <a:cs typeface="Malgun Gothic Semilight"/>
              </a:rPr>
              <a:t>공정 및 패키지 </a:t>
            </a:r>
            <a:r>
              <a:rPr kumimoji="1" lang="en-US" altLang="ko-KR" sz="1050" kern="0" err="1">
                <a:cs typeface="Malgun Gothic Semilight"/>
              </a:rPr>
              <a:t>EL_Filling</a:t>
            </a:r>
            <a:r>
              <a:rPr kumimoji="1" lang="en-US" altLang="ko-KR" sz="1050" kern="0">
                <a:cs typeface="Malgun Gothic Semilight"/>
              </a:rPr>
              <a:t> </a:t>
            </a:r>
            <a:r>
              <a:rPr kumimoji="1" lang="ko-KR" altLang="en-US" sz="1050" kern="0">
                <a:cs typeface="Malgun Gothic Semilight"/>
              </a:rPr>
              <a:t>공정에 우선 적용하였고</a:t>
            </a:r>
            <a:r>
              <a:rPr kumimoji="1" lang="en-US" altLang="ko-KR" sz="1050" kern="0">
                <a:cs typeface="Malgun Gothic Semilight"/>
              </a:rPr>
              <a:t>, </a:t>
            </a:r>
            <a:r>
              <a:rPr kumimoji="1" lang="ko-KR" altLang="en-US" sz="1050" kern="0">
                <a:cs typeface="Malgun Gothic Semilight"/>
              </a:rPr>
              <a:t>적용 중 보완이 필요한 부분 수정 중에 있습니다</a:t>
            </a:r>
            <a:r>
              <a:rPr kumimoji="1" lang="en-US" altLang="ko-KR" sz="1050" kern="0">
                <a:cs typeface="Malgun Gothic Semilight"/>
              </a:rPr>
              <a:t>. </a:t>
            </a:r>
            <a:br>
              <a:rPr kumimoji="1" lang="en-US" altLang="ko-KR" sz="1050" kern="0">
                <a:cs typeface="Malgun Gothic Semilight"/>
              </a:rPr>
            </a:br>
            <a:r>
              <a:rPr kumimoji="1" lang="ko-KR" altLang="en-US" sz="1050" kern="0" err="1">
                <a:cs typeface="Malgun Gothic Semilight"/>
              </a:rPr>
              <a:t>라미</a:t>
            </a:r>
            <a:r>
              <a:rPr kumimoji="1" lang="en-US" altLang="ko-KR" sz="1050" kern="0">
                <a:cs typeface="Malgun Gothic Semilight"/>
              </a:rPr>
              <a:t>/</a:t>
            </a:r>
            <a:r>
              <a:rPr kumimoji="1" lang="ko-KR" altLang="en-US" sz="1050" kern="0">
                <a:cs typeface="Malgun Gothic Semilight"/>
              </a:rPr>
              <a:t>스택 코드 표준화 진행</a:t>
            </a:r>
            <a:r>
              <a:rPr kumimoji="1" lang="en-US" altLang="ko-KR" sz="1050" kern="0">
                <a:cs typeface="Malgun Gothic Semilight"/>
              </a:rPr>
              <a:t>(~12/31)</a:t>
            </a:r>
            <a:r>
              <a:rPr kumimoji="1" lang="ko-KR" altLang="en-US" sz="1050" kern="0">
                <a:cs typeface="Malgun Gothic Semilight"/>
              </a:rPr>
              <a:t>중에</a:t>
            </a:r>
            <a:r>
              <a:rPr kumimoji="1" lang="en-US" altLang="ko-KR" sz="1050" kern="0">
                <a:cs typeface="Malgun Gothic Semilight"/>
              </a:rPr>
              <a:t> </a:t>
            </a:r>
            <a:r>
              <a:rPr kumimoji="1" lang="ko-KR" altLang="en-US" sz="1050" kern="0">
                <a:cs typeface="Malgun Gothic Semilight"/>
              </a:rPr>
              <a:t>있습니다</a:t>
            </a:r>
            <a:r>
              <a:rPr kumimoji="1" lang="en-US" altLang="ko-KR" sz="1050" kern="0">
                <a:cs typeface="Malgun Gothic Semilight"/>
              </a:rPr>
              <a:t>. </a:t>
            </a:r>
            <a:r>
              <a:rPr kumimoji="1" lang="ko-KR" altLang="en-US" sz="1050" kern="0">
                <a:cs typeface="Malgun Gothic Semilight"/>
              </a:rPr>
              <a:t>순서는 </a:t>
            </a:r>
            <a:r>
              <a:rPr kumimoji="1" lang="en-US" altLang="ko-KR" sz="1050" kern="0">
                <a:cs typeface="Malgun Gothic Semilight"/>
              </a:rPr>
              <a:t>Config </a:t>
            </a:r>
            <a:r>
              <a:rPr kumimoji="1" lang="ko-KR" altLang="en-US" sz="1050" kern="0">
                <a:cs typeface="Malgun Gothic Semilight"/>
              </a:rPr>
              <a:t>정리 및 코드개발</a:t>
            </a:r>
            <a:r>
              <a:rPr kumimoji="1" lang="en-US" altLang="ko-KR" sz="1050" kern="0">
                <a:cs typeface="Malgun Gothic Semilight"/>
              </a:rPr>
              <a:t>(~11/07 </a:t>
            </a:r>
            <a:r>
              <a:rPr kumimoji="1" lang="ko-KR" altLang="en-US" sz="1050" kern="0">
                <a:cs typeface="Malgun Gothic Semilight"/>
              </a:rPr>
              <a:t>완료</a:t>
            </a:r>
            <a:r>
              <a:rPr kumimoji="1" lang="en-US" altLang="ko-KR" sz="1050" kern="0">
                <a:cs typeface="Malgun Gothic Semilight"/>
              </a:rPr>
              <a:t>), </a:t>
            </a:r>
            <a:r>
              <a:rPr kumimoji="1" lang="ko-KR" altLang="en-US" sz="1050" kern="0">
                <a:cs typeface="Malgun Gothic Semilight"/>
              </a:rPr>
              <a:t>데이터 파이프 라인 설계 및 코드개발</a:t>
            </a:r>
            <a:r>
              <a:rPr kumimoji="1" lang="en-US" altLang="ko-KR" sz="1050" kern="0">
                <a:cs typeface="Malgun Gothic Semilight"/>
              </a:rPr>
              <a:t>(~11/19 </a:t>
            </a:r>
            <a:r>
              <a:rPr kumimoji="1" lang="ko-KR" altLang="en-US" sz="1050" kern="0">
                <a:cs typeface="Malgun Gothic Semilight"/>
              </a:rPr>
              <a:t>진행 중</a:t>
            </a:r>
            <a:r>
              <a:rPr kumimoji="1" lang="en-US" altLang="ko-KR" sz="1050" kern="0">
                <a:cs typeface="Malgun Gothic Semilight"/>
              </a:rPr>
              <a:t>), </a:t>
            </a:r>
            <a:r>
              <a:rPr kumimoji="1" lang="ko-KR" altLang="en-US" sz="1050" kern="0">
                <a:cs typeface="Malgun Gothic Semilight"/>
              </a:rPr>
              <a:t>데이터 수집 검증</a:t>
            </a:r>
            <a:r>
              <a:rPr kumimoji="1" lang="en-US" altLang="ko-KR" sz="1050" kern="0">
                <a:cs typeface="Malgun Gothic Semilight"/>
              </a:rPr>
              <a:t>(~11/21), </a:t>
            </a:r>
            <a:r>
              <a:rPr kumimoji="1" lang="ko-KR" altLang="en-US" sz="1050" kern="0">
                <a:cs typeface="Malgun Gothic Semilight"/>
              </a:rPr>
              <a:t>로직 정리 및 코드 개발</a:t>
            </a:r>
            <a:r>
              <a:rPr kumimoji="1" lang="en-US" altLang="ko-KR" sz="1050" kern="0">
                <a:cs typeface="Malgun Gothic Semilight"/>
              </a:rPr>
              <a:t>(~12/17), APC </a:t>
            </a:r>
            <a:r>
              <a:rPr kumimoji="1" lang="ko-KR" altLang="en-US" sz="1050" kern="0">
                <a:cs typeface="Malgun Gothic Semilight"/>
              </a:rPr>
              <a:t>검증 서버를 통해 로직 검증</a:t>
            </a:r>
            <a:r>
              <a:rPr kumimoji="1" lang="en-US" altLang="ko-KR" sz="1050" kern="0">
                <a:cs typeface="Malgun Gothic Semilight"/>
              </a:rPr>
              <a:t>(~12/31)</a:t>
            </a:r>
            <a:r>
              <a:rPr kumimoji="1" lang="ko-KR" altLang="en-US" sz="1050" kern="0">
                <a:cs typeface="Malgun Gothic Semilight"/>
              </a:rPr>
              <a:t>순으로 진행 계획입니다</a:t>
            </a:r>
            <a:r>
              <a:rPr kumimoji="1" lang="en-US" altLang="ko-KR" sz="1050" kern="0">
                <a:cs typeface="Malgun Gothic Semilight"/>
              </a:rPr>
              <a:t>. </a:t>
            </a:r>
            <a:br>
              <a:rPr kumimoji="1" lang="en-US" altLang="ko-KR" sz="1050" kern="0">
                <a:cs typeface="Malgun Gothic Semilight"/>
              </a:rPr>
            </a:br>
            <a:r>
              <a:rPr kumimoji="1" lang="ko-KR" altLang="en-US" sz="1050" kern="0">
                <a:cs typeface="Malgun Gothic Semilight"/>
              </a:rPr>
              <a:t>스택 공정의 경우 </a:t>
            </a:r>
            <a:r>
              <a:rPr kumimoji="1" lang="en-US" altLang="ko-KR" sz="1050" kern="0">
                <a:cs typeface="Malgun Gothic Semilight"/>
              </a:rPr>
              <a:t>G-STK, M-STK, D-STK</a:t>
            </a:r>
            <a:r>
              <a:rPr kumimoji="1" lang="ko-KR" altLang="en-US" sz="1050" kern="0">
                <a:cs typeface="Malgun Gothic Semilight"/>
              </a:rPr>
              <a:t>으로 분류 되어있고</a:t>
            </a:r>
            <a:r>
              <a:rPr kumimoji="1" lang="en-US" altLang="ko-KR" sz="1050" kern="0">
                <a:cs typeface="Malgun Gothic Semilight"/>
              </a:rPr>
              <a:t>, </a:t>
            </a:r>
            <a:r>
              <a:rPr kumimoji="1" lang="ko-KR" altLang="en-US" sz="1050" kern="0">
                <a:cs typeface="Malgun Gothic Semilight"/>
              </a:rPr>
              <a:t>데이터 </a:t>
            </a:r>
            <a:r>
              <a:rPr kumimoji="1" lang="ko-KR" altLang="en-US" sz="1050" kern="0" err="1">
                <a:cs typeface="Malgun Gothic Semilight"/>
              </a:rPr>
              <a:t>전처리</a:t>
            </a:r>
            <a:r>
              <a:rPr kumimoji="1" lang="ko-KR" altLang="en-US" sz="1050" kern="0">
                <a:cs typeface="Malgun Gothic Semilight"/>
              </a:rPr>
              <a:t> 기능이 각각 분류 되어 있는데 보정 로직을 표준화하기 위해서 공통으로 처리 할 수 있는 </a:t>
            </a:r>
            <a:r>
              <a:rPr lang="ko-KR" altLang="en-US" sz="1050" err="1"/>
              <a:t>전처리</a:t>
            </a:r>
            <a:r>
              <a:rPr lang="ko-KR" altLang="en-US" sz="1050"/>
              <a:t> 기능</a:t>
            </a:r>
            <a:r>
              <a:rPr lang="en-US" altLang="ko-KR" sz="1050"/>
              <a:t>(</a:t>
            </a:r>
            <a:r>
              <a:rPr lang="ko-KR" altLang="en-US" sz="1050"/>
              <a:t>검사 데이터 파일에서 필요한 정보를 변수에 적용하는 함수</a:t>
            </a:r>
            <a:r>
              <a:rPr lang="en-US" altLang="ko-KR" sz="1050"/>
              <a:t>)</a:t>
            </a:r>
            <a:r>
              <a:rPr lang="ko-KR" altLang="en-US" sz="1050"/>
              <a:t>을 개발하고 시뮬레이션을 통해 검증</a:t>
            </a:r>
            <a:r>
              <a:rPr lang="en-US" altLang="ko-KR" sz="1050"/>
              <a:t>(-11/19)</a:t>
            </a:r>
            <a:r>
              <a:rPr lang="ko-KR" altLang="en-US" sz="1050"/>
              <a:t>을 완료했습니다</a:t>
            </a:r>
            <a:r>
              <a:rPr lang="en-US" altLang="ko-KR" sz="1050"/>
              <a:t>. </a:t>
            </a:r>
            <a:r>
              <a:rPr lang="ko-KR" altLang="en-US" sz="1050"/>
              <a:t>자동보정 로직 전환 작업</a:t>
            </a:r>
            <a:r>
              <a:rPr lang="en-US" altLang="ko-KR" sz="1050"/>
              <a:t> (~12/17)</a:t>
            </a:r>
            <a:r>
              <a:rPr lang="ko-KR" altLang="en-US" sz="1050"/>
              <a:t> 진행 중입니다</a:t>
            </a:r>
            <a:r>
              <a:rPr lang="en-US" altLang="ko-KR" sz="1050"/>
              <a:t>. </a:t>
            </a:r>
            <a:r>
              <a:rPr lang="ko-KR" altLang="en-US" sz="1050" err="1">
                <a:solidFill>
                  <a:srgbClr val="0000FF"/>
                </a:solidFill>
              </a:rPr>
              <a:t>라미공정은</a:t>
            </a:r>
            <a:r>
              <a:rPr lang="ko-KR" altLang="en-US" sz="1050">
                <a:solidFill>
                  <a:srgbClr val="0000FF"/>
                </a:solidFill>
              </a:rPr>
              <a:t> 파이널 커터 </a:t>
            </a:r>
            <a:r>
              <a:rPr lang="en-US" altLang="ko-KR" sz="1050">
                <a:solidFill>
                  <a:srgbClr val="0000FF"/>
                </a:solidFill>
              </a:rPr>
              <a:t>2</a:t>
            </a:r>
            <a:r>
              <a:rPr lang="ko-KR" altLang="en-US" sz="1050">
                <a:solidFill>
                  <a:srgbClr val="0000FF"/>
                </a:solidFill>
              </a:rPr>
              <a:t>항목 중 </a:t>
            </a:r>
            <a:r>
              <a:rPr lang="en-US" altLang="ko-KR" sz="1050">
                <a:solidFill>
                  <a:srgbClr val="0000FF"/>
                </a:solidFill>
              </a:rPr>
              <a:t>CS Gap </a:t>
            </a:r>
            <a:r>
              <a:rPr lang="ko-KR" altLang="en-US" sz="1050">
                <a:solidFill>
                  <a:srgbClr val="0000FF"/>
                </a:solidFill>
              </a:rPr>
              <a:t>검증을 완료했으며</a:t>
            </a:r>
            <a:r>
              <a:rPr lang="en-US" altLang="ko-KR" sz="1050">
                <a:solidFill>
                  <a:srgbClr val="0000FF"/>
                </a:solidFill>
              </a:rPr>
              <a:t>(APC Write </a:t>
            </a:r>
            <a:r>
              <a:rPr lang="ko-KR" altLang="en-US" sz="1050">
                <a:solidFill>
                  <a:srgbClr val="0000FF"/>
                </a:solidFill>
              </a:rPr>
              <a:t>출력 비교 완료</a:t>
            </a:r>
            <a:r>
              <a:rPr lang="en-US" altLang="ko-KR" sz="1050">
                <a:solidFill>
                  <a:srgbClr val="0000FF"/>
                </a:solidFill>
              </a:rPr>
              <a:t>), Theta </a:t>
            </a:r>
            <a:r>
              <a:rPr lang="ko-KR" altLang="en-US" sz="1050">
                <a:solidFill>
                  <a:srgbClr val="0000FF"/>
                </a:solidFill>
              </a:rPr>
              <a:t>로직 전환 후 검증을 진행 중입니다</a:t>
            </a:r>
            <a:r>
              <a:rPr lang="en-US" altLang="ko-KR" sz="1050">
                <a:solidFill>
                  <a:srgbClr val="0000FF"/>
                </a:solidFill>
              </a:rPr>
              <a:t>(-12/19). </a:t>
            </a:r>
            <a:r>
              <a:rPr lang="ko-KR" altLang="en-US" sz="1050">
                <a:solidFill>
                  <a:srgbClr val="0000FF"/>
                </a:solidFill>
              </a:rPr>
              <a:t>스택은 </a:t>
            </a:r>
            <a:r>
              <a:rPr lang="en-US" altLang="ko-KR" sz="1050">
                <a:solidFill>
                  <a:srgbClr val="0000FF"/>
                </a:solidFill>
              </a:rPr>
              <a:t>Cell Num </a:t>
            </a:r>
            <a:r>
              <a:rPr lang="ko-KR" altLang="en-US" sz="1050">
                <a:solidFill>
                  <a:srgbClr val="0000FF"/>
                </a:solidFill>
              </a:rPr>
              <a:t>로직 전환 후 검증을 완료</a:t>
            </a:r>
            <a:r>
              <a:rPr lang="en-US" altLang="ko-KR" sz="1050">
                <a:solidFill>
                  <a:srgbClr val="0000FF"/>
                </a:solidFill>
              </a:rPr>
              <a:t>(APC Write </a:t>
            </a:r>
            <a:r>
              <a:rPr lang="ko-KR" altLang="en-US" sz="1050">
                <a:solidFill>
                  <a:srgbClr val="0000FF"/>
                </a:solidFill>
              </a:rPr>
              <a:t>출력 비교 완료</a:t>
            </a:r>
            <a:r>
              <a:rPr lang="en-US" altLang="ko-KR" sz="1050">
                <a:solidFill>
                  <a:srgbClr val="0000FF"/>
                </a:solidFill>
              </a:rPr>
              <a:t>)</a:t>
            </a:r>
            <a:r>
              <a:rPr lang="ko-KR" altLang="en-US" sz="1050">
                <a:solidFill>
                  <a:srgbClr val="0000FF"/>
                </a:solidFill>
              </a:rPr>
              <a:t>했습니다</a:t>
            </a:r>
            <a:r>
              <a:rPr lang="en-US" altLang="ko-KR" sz="1050">
                <a:solidFill>
                  <a:srgbClr val="0000FF"/>
                </a:solidFill>
              </a:rPr>
              <a:t>.  </a:t>
            </a:r>
            <a:r>
              <a:rPr kumimoji="1" lang="en-US" altLang="ko-KR" sz="1050" kern="0">
                <a:solidFill>
                  <a:srgbClr val="0000FF"/>
                </a:solidFill>
                <a:cs typeface="Malgun Gothic Semilight"/>
              </a:rPr>
              <a:t> </a:t>
            </a:r>
            <a:endParaRPr lang="en-US" altLang="ko-KR" sz="1050" kern="0">
              <a:solidFill>
                <a:srgbClr val="0000FF"/>
              </a:solidFill>
              <a:cs typeface="Malgun Gothic Semilight"/>
            </a:endParaRPr>
          </a:p>
          <a:p>
            <a:pPr marL="544195" lvl="2" indent="-193675">
              <a:buFont typeface="+mj-ea"/>
              <a:buAutoNum type="circleNumDbPlain"/>
              <a:defRPr/>
            </a:pPr>
            <a:r>
              <a:rPr kumimoji="1" lang="en-US" altLang="ko-KR" sz="1050" kern="0">
                <a:cs typeface="Malgun Gothic Semilight"/>
              </a:rPr>
              <a:t>ESMI, ESMI_LS, ESHD ESST APC </a:t>
            </a:r>
            <a:r>
              <a:rPr kumimoji="1" lang="ko-KR" altLang="en-US" sz="1050" kern="0">
                <a:cs typeface="Malgun Gothic Semilight"/>
              </a:rPr>
              <a:t>기반 자동보정 셋업 완료되었습니다</a:t>
            </a:r>
            <a:r>
              <a:rPr kumimoji="1" lang="en-US" altLang="ko-KR" sz="1050" kern="0">
                <a:cs typeface="Malgun Gothic Semilight"/>
              </a:rPr>
              <a:t>. </a:t>
            </a:r>
            <a:br>
              <a:rPr kumimoji="1" lang="en-US" altLang="ko-KR" sz="1050" kern="0">
                <a:cs typeface="Malgun Gothic Semilight"/>
              </a:rPr>
            </a:br>
            <a:r>
              <a:rPr kumimoji="1" lang="en-US" altLang="ko-KR" sz="1050" kern="0">
                <a:cs typeface="Malgun Gothic Semilight"/>
              </a:rPr>
              <a:t>ESHG</a:t>
            </a:r>
            <a:r>
              <a:rPr kumimoji="1" lang="ko-KR" altLang="en-US" sz="1050" kern="0">
                <a:cs typeface="Malgun Gothic Semilight"/>
              </a:rPr>
              <a:t>는 </a:t>
            </a:r>
            <a:r>
              <a:rPr kumimoji="1" lang="en-US" altLang="ko-KR" sz="1050" kern="0">
                <a:cs typeface="Malgun Gothic Semilight"/>
              </a:rPr>
              <a:t>10/24</a:t>
            </a:r>
            <a:r>
              <a:rPr kumimoji="1" lang="ko-KR" altLang="en-US" sz="1050" kern="0">
                <a:cs typeface="Malgun Gothic Semilight"/>
              </a:rPr>
              <a:t>부터 생산 재개 시작</a:t>
            </a:r>
            <a:r>
              <a:rPr kumimoji="1" lang="en-US" altLang="ko-KR" sz="1050" kern="0">
                <a:cs typeface="Malgun Gothic Semilight"/>
              </a:rPr>
              <a:t>(DNC : 10/24~, AZS : 10/28~, PKG : 10/31~)</a:t>
            </a:r>
            <a:r>
              <a:rPr kumimoji="1" lang="ko-KR" altLang="en-US" sz="1050" kern="0">
                <a:cs typeface="Malgun Gothic Semilight"/>
              </a:rPr>
              <a:t>하여 </a:t>
            </a:r>
            <a:r>
              <a:rPr kumimoji="1" lang="en-US" altLang="ko-KR" sz="1050" kern="0">
                <a:cs typeface="Malgun Gothic Semilight"/>
              </a:rPr>
              <a:t>10</a:t>
            </a:r>
            <a:r>
              <a:rPr kumimoji="1" lang="ko-KR" altLang="en-US" sz="1050" kern="0">
                <a:cs typeface="Malgun Gothic Semilight"/>
              </a:rPr>
              <a:t>월 중순부터 야간 대응 예정입니다</a:t>
            </a:r>
            <a:r>
              <a:rPr kumimoji="1" lang="en-US" altLang="ko-KR" sz="1050" kern="0">
                <a:cs typeface="Malgun Gothic Semilight"/>
              </a:rPr>
              <a:t>.</a:t>
            </a:r>
            <a:br>
              <a:rPr kumimoji="1" lang="en-US" altLang="ko-KR" sz="1050" kern="0">
                <a:cs typeface="Malgun Gothic Semilight"/>
              </a:rPr>
            </a:br>
            <a:r>
              <a:rPr kumimoji="1" lang="en-US" altLang="ko-KR" sz="1050" kern="0">
                <a:cs typeface="Malgun Gothic Semilight"/>
              </a:rPr>
              <a:t>A</a:t>
            </a:r>
            <a:r>
              <a:rPr lang="en-US" altLang="ko-KR" sz="1050"/>
              <a:t>PC </a:t>
            </a:r>
            <a:r>
              <a:rPr lang="ko-KR" altLang="en-US" sz="1050"/>
              <a:t>환경에서 </a:t>
            </a:r>
            <a:r>
              <a:rPr lang="en-US" altLang="ko-KR" sz="1050"/>
              <a:t>1-A4</a:t>
            </a:r>
            <a:r>
              <a:rPr lang="ko-KR" altLang="en-US" sz="1050"/>
              <a:t>부터 </a:t>
            </a:r>
            <a:r>
              <a:rPr lang="en-US" altLang="ko-KR" sz="1050"/>
              <a:t>1-A6</a:t>
            </a:r>
            <a:r>
              <a:rPr lang="ko-KR" altLang="en-US" sz="1050"/>
              <a:t>호기까지 수평전개 작업</a:t>
            </a:r>
            <a:r>
              <a:rPr lang="en-US" altLang="ko-KR" sz="1050"/>
              <a:t>(-11/24)</a:t>
            </a:r>
            <a:r>
              <a:rPr lang="ko-KR" altLang="en-US" sz="1050"/>
              <a:t>을 완료했으며</a:t>
            </a:r>
            <a:r>
              <a:rPr lang="en-US" altLang="ko-KR" sz="1050"/>
              <a:t>, </a:t>
            </a:r>
            <a:r>
              <a:rPr lang="ko-KR" altLang="en-US" sz="1050"/>
              <a:t>현재 </a:t>
            </a:r>
            <a:r>
              <a:rPr lang="en-US" altLang="ko-KR" sz="1050"/>
              <a:t>1-AB</a:t>
            </a:r>
            <a:r>
              <a:rPr lang="ko-KR" altLang="en-US" sz="1050"/>
              <a:t>라인 자동보정 수평전개에 대한 협의를 진행 중입니다</a:t>
            </a:r>
            <a:r>
              <a:rPr lang="en-US" altLang="ko-KR" sz="1050"/>
              <a:t>. 11</a:t>
            </a:r>
            <a:r>
              <a:rPr lang="ko-KR" altLang="en-US" sz="1050"/>
              <a:t>월 </a:t>
            </a:r>
            <a:r>
              <a:rPr lang="en-US" altLang="ko-KR" sz="1050"/>
              <a:t>20</a:t>
            </a:r>
            <a:r>
              <a:rPr lang="ko-KR" altLang="en-US" sz="1050"/>
              <a:t>일부터 진행된 </a:t>
            </a:r>
            <a:r>
              <a:rPr lang="en-US" altLang="ko-KR" sz="1050"/>
              <a:t>Pulling </a:t>
            </a:r>
            <a:r>
              <a:rPr lang="ko-KR" altLang="en-US" sz="1050"/>
              <a:t>테스트 결과</a:t>
            </a:r>
            <a:r>
              <a:rPr lang="en-US" altLang="ko-KR" sz="1050"/>
              <a:t>, </a:t>
            </a:r>
            <a:r>
              <a:rPr lang="ko-KR" altLang="en-US" sz="1050"/>
              <a:t>일부 </a:t>
            </a:r>
            <a:r>
              <a:rPr lang="ko-KR" altLang="en-US" sz="1050" err="1"/>
              <a:t>분리막</a:t>
            </a:r>
            <a:r>
              <a:rPr lang="ko-KR" altLang="en-US" sz="1050"/>
              <a:t> 산포가 개선되었으나 </a:t>
            </a:r>
            <a:r>
              <a:rPr lang="en-US" altLang="ko-KR" sz="1050"/>
              <a:t>ESHM </a:t>
            </a:r>
            <a:r>
              <a:rPr lang="ko-KR" altLang="en-US" sz="1050"/>
              <a:t>수준의 개선은 어려울 것으로 판단되어</a:t>
            </a:r>
            <a:r>
              <a:rPr lang="en-US" altLang="ko-KR" sz="1050"/>
              <a:t>, Pulling Offset</a:t>
            </a:r>
            <a:r>
              <a:rPr lang="ko-KR" altLang="en-US" sz="1050"/>
              <a:t>과 </a:t>
            </a:r>
            <a:r>
              <a:rPr lang="ko-KR" altLang="en-US" sz="1050" err="1"/>
              <a:t>분리막</a:t>
            </a:r>
            <a:r>
              <a:rPr lang="ko-KR" altLang="en-US" sz="1050"/>
              <a:t> 음극 자동보정 로직 고도화 작업을 진행하였으며</a:t>
            </a:r>
            <a:r>
              <a:rPr lang="en-US" altLang="ko-KR" sz="1050"/>
              <a:t>, 1</a:t>
            </a:r>
            <a:r>
              <a:rPr lang="ko-KR" altLang="en-US" sz="1050"/>
              <a:t>차 개발이 완료되어 </a:t>
            </a:r>
            <a:r>
              <a:rPr lang="en-US" altLang="ko-KR" sz="1050"/>
              <a:t>12</a:t>
            </a:r>
            <a:r>
              <a:rPr lang="ko-KR" altLang="en-US" sz="1050"/>
              <a:t>월 </a:t>
            </a:r>
            <a:r>
              <a:rPr lang="en-US" altLang="ko-KR" sz="1050"/>
              <a:t>5</a:t>
            </a:r>
            <a:r>
              <a:rPr lang="ko-KR" altLang="en-US" sz="1050"/>
              <a:t>일에 검증을 예정하고 있습니다</a:t>
            </a:r>
            <a:r>
              <a:rPr lang="en-US" altLang="ko-KR" sz="1050"/>
              <a:t>. ESHG 1A3</a:t>
            </a:r>
            <a:r>
              <a:rPr lang="ko-KR" altLang="en-US" sz="1050"/>
              <a:t>호기에 고도화 자동보정 로직</a:t>
            </a:r>
            <a:r>
              <a:rPr lang="en-US" altLang="ko-KR" sz="1050"/>
              <a:t>(Pulling </a:t>
            </a:r>
            <a:r>
              <a:rPr lang="ko-KR" altLang="en-US" sz="1050"/>
              <a:t>및 전극 자동보정</a:t>
            </a:r>
            <a:r>
              <a:rPr lang="en-US" altLang="ko-KR" sz="1050"/>
              <a:t>) </a:t>
            </a:r>
            <a:r>
              <a:rPr lang="ko-KR" altLang="en-US" sz="1050"/>
              <a:t>검증을 완료</a:t>
            </a:r>
            <a:r>
              <a:rPr lang="en-US" altLang="ko-KR" sz="1050"/>
              <a:t>(12/5)</a:t>
            </a:r>
            <a:r>
              <a:rPr lang="ko-KR" altLang="en-US" sz="1050"/>
              <a:t>하였으며</a:t>
            </a:r>
            <a:r>
              <a:rPr lang="en-US" altLang="ko-KR" sz="1050"/>
              <a:t>, </a:t>
            </a:r>
            <a:r>
              <a:rPr lang="ko-KR" altLang="en-US" sz="1050"/>
              <a:t>적용 결과 </a:t>
            </a:r>
            <a:r>
              <a:rPr lang="en-US" altLang="ko-KR" sz="1050"/>
              <a:t>AS(</a:t>
            </a:r>
            <a:r>
              <a:rPr lang="ko-KR" altLang="en-US" sz="1050"/>
              <a:t>음극과 </a:t>
            </a:r>
            <a:r>
              <a:rPr lang="ko-KR" altLang="en-US" sz="1050" err="1"/>
              <a:t>분리막</a:t>
            </a:r>
            <a:r>
              <a:rPr lang="ko-KR" altLang="en-US" sz="1050"/>
              <a:t> 끝단</a:t>
            </a:r>
            <a:r>
              <a:rPr lang="en-US" altLang="ko-KR" sz="1050"/>
              <a:t>) </a:t>
            </a:r>
            <a:r>
              <a:rPr lang="ko-KR" altLang="en-US" sz="1050"/>
              <a:t>품질 수준이 </a:t>
            </a:r>
            <a:r>
              <a:rPr lang="en-US" altLang="ko-KR" sz="1050" err="1"/>
              <a:t>Cpk</a:t>
            </a:r>
            <a:r>
              <a:rPr lang="en-US" altLang="ko-KR" sz="1050"/>
              <a:t> 1.63 </a:t>
            </a:r>
            <a:r>
              <a:rPr lang="ko-KR" altLang="en-US" sz="1050"/>
              <a:t>개선</a:t>
            </a:r>
            <a:r>
              <a:rPr lang="en-US" altLang="ko-KR" sz="1050"/>
              <a:t>(0.84 → 2.47)</a:t>
            </a:r>
            <a:r>
              <a:rPr lang="ko-KR" altLang="en-US" sz="1050"/>
              <a:t>되었습니다</a:t>
            </a:r>
            <a:r>
              <a:rPr lang="en-US" altLang="ko-KR" sz="1050"/>
              <a:t>. </a:t>
            </a:r>
            <a:r>
              <a:rPr lang="ko-KR" altLang="en-US" sz="1050">
                <a:solidFill>
                  <a:srgbClr val="0000FF"/>
                </a:solidFill>
              </a:rPr>
              <a:t>추가로 </a:t>
            </a:r>
            <a:r>
              <a:rPr lang="en-US" altLang="ko-KR" sz="1050">
                <a:solidFill>
                  <a:srgbClr val="0000FF"/>
                </a:solidFill>
              </a:rPr>
              <a:t>4</a:t>
            </a:r>
            <a:r>
              <a:rPr lang="ko-KR" altLang="en-US" sz="1050">
                <a:solidFill>
                  <a:srgbClr val="0000FF"/>
                </a:solidFill>
              </a:rPr>
              <a:t>개 호기</a:t>
            </a:r>
            <a:r>
              <a:rPr lang="en-US" altLang="ko-KR" sz="1050">
                <a:solidFill>
                  <a:srgbClr val="0000FF"/>
                </a:solidFill>
              </a:rPr>
              <a:t>(1-B3, 4, 5, 6)</a:t>
            </a:r>
            <a:r>
              <a:rPr lang="ko-KR" altLang="en-US" sz="1050">
                <a:solidFill>
                  <a:srgbClr val="0000FF"/>
                </a:solidFill>
              </a:rPr>
              <a:t>에 기술 적용</a:t>
            </a:r>
            <a:r>
              <a:rPr lang="en-US" altLang="ko-KR" sz="1050">
                <a:solidFill>
                  <a:srgbClr val="0000FF"/>
                </a:solidFill>
              </a:rPr>
              <a:t>(12/12)</a:t>
            </a:r>
            <a:r>
              <a:rPr lang="ko-KR" altLang="en-US" sz="1050">
                <a:solidFill>
                  <a:srgbClr val="0000FF"/>
                </a:solidFill>
              </a:rPr>
              <a:t>을 진행하였고</a:t>
            </a:r>
            <a:r>
              <a:rPr lang="en-US" altLang="ko-KR" sz="1050">
                <a:solidFill>
                  <a:srgbClr val="0000FF"/>
                </a:solidFill>
              </a:rPr>
              <a:t>, </a:t>
            </a:r>
            <a:r>
              <a:rPr lang="ko-KR" altLang="en-US" sz="1050">
                <a:solidFill>
                  <a:srgbClr val="0000FF"/>
                </a:solidFill>
              </a:rPr>
              <a:t>효과 검증 진행 중에 있습니다</a:t>
            </a:r>
            <a:r>
              <a:rPr lang="en-US" altLang="ko-KR" sz="1050">
                <a:solidFill>
                  <a:srgbClr val="0000FF"/>
                </a:solidFill>
              </a:rPr>
              <a:t>(~ 12/19). </a:t>
            </a:r>
            <a:br>
              <a:rPr lang="en-US" altLang="ko-KR" sz="1050">
                <a:solidFill>
                  <a:srgbClr val="0000FF"/>
                </a:solidFill>
              </a:rPr>
            </a:br>
            <a:r>
              <a:rPr lang="en-US" altLang="ko-KR" sz="1050">
                <a:solidFill>
                  <a:srgbClr val="0000FF"/>
                </a:solidFill>
              </a:rPr>
              <a:t>1-C</a:t>
            </a:r>
            <a:r>
              <a:rPr lang="ko-KR" altLang="en-US" sz="1050">
                <a:solidFill>
                  <a:srgbClr val="0000FF"/>
                </a:solidFill>
              </a:rPr>
              <a:t>라인 </a:t>
            </a:r>
            <a:r>
              <a:rPr lang="en-US" altLang="ko-KR" sz="1050">
                <a:solidFill>
                  <a:srgbClr val="0000FF"/>
                </a:solidFill>
              </a:rPr>
              <a:t>6</a:t>
            </a:r>
            <a:r>
              <a:rPr lang="ko-KR" altLang="en-US" sz="1050">
                <a:solidFill>
                  <a:srgbClr val="0000FF"/>
                </a:solidFill>
              </a:rPr>
              <a:t>대 설비 대상 </a:t>
            </a:r>
            <a:r>
              <a:rPr lang="en-US" altLang="ko-KR" sz="1050">
                <a:solidFill>
                  <a:srgbClr val="0000FF"/>
                </a:solidFill>
              </a:rPr>
              <a:t>APC </a:t>
            </a:r>
            <a:r>
              <a:rPr lang="ko-KR" altLang="en-US" sz="1050">
                <a:solidFill>
                  <a:srgbClr val="0000FF"/>
                </a:solidFill>
              </a:rPr>
              <a:t>수평전개</a:t>
            </a:r>
            <a:r>
              <a:rPr lang="en-US" altLang="ko-KR" sz="1050">
                <a:solidFill>
                  <a:srgbClr val="0000FF"/>
                </a:solidFill>
              </a:rPr>
              <a:t>(</a:t>
            </a:r>
            <a:r>
              <a:rPr lang="ko-KR" altLang="en-US" sz="1050">
                <a:solidFill>
                  <a:srgbClr val="0000FF"/>
                </a:solidFill>
              </a:rPr>
              <a:t>양극 자동보정</a:t>
            </a:r>
            <a:r>
              <a:rPr lang="en-US" altLang="ko-KR" sz="1050">
                <a:solidFill>
                  <a:srgbClr val="0000FF"/>
                </a:solidFill>
              </a:rPr>
              <a:t>) </a:t>
            </a:r>
            <a:r>
              <a:rPr lang="ko-KR" altLang="en-US" sz="1050">
                <a:solidFill>
                  <a:srgbClr val="0000FF"/>
                </a:solidFill>
              </a:rPr>
              <a:t>완료하였고</a:t>
            </a:r>
            <a:r>
              <a:rPr lang="en-US" altLang="ko-KR" sz="1050">
                <a:solidFill>
                  <a:srgbClr val="0000FF"/>
                </a:solidFill>
              </a:rPr>
              <a:t>, Pulling Offset </a:t>
            </a:r>
            <a:r>
              <a:rPr lang="ko-KR" altLang="en-US" sz="1050">
                <a:solidFill>
                  <a:srgbClr val="0000FF"/>
                </a:solidFill>
              </a:rPr>
              <a:t>자동보정이 적용된 버전을 </a:t>
            </a:r>
            <a:r>
              <a:rPr lang="en-US" altLang="ko-KR" sz="1050">
                <a:solidFill>
                  <a:srgbClr val="0000FF"/>
                </a:solidFill>
              </a:rPr>
              <a:t>APC </a:t>
            </a:r>
            <a:r>
              <a:rPr lang="ko-KR" altLang="en-US" sz="1050">
                <a:solidFill>
                  <a:srgbClr val="0000FF"/>
                </a:solidFill>
              </a:rPr>
              <a:t>적용 준비 중에 있습니다</a:t>
            </a:r>
            <a:r>
              <a:rPr lang="en-US" altLang="ko-KR" sz="1050">
                <a:solidFill>
                  <a:srgbClr val="0000FF"/>
                </a:solidFill>
              </a:rPr>
              <a:t>. (</a:t>
            </a:r>
            <a:r>
              <a:rPr lang="ko-KR" altLang="en-US" sz="1050">
                <a:solidFill>
                  <a:srgbClr val="0000FF"/>
                </a:solidFill>
              </a:rPr>
              <a:t>일정 수립 중</a:t>
            </a:r>
            <a:r>
              <a:rPr lang="en-US" altLang="ko-KR" sz="1050">
                <a:solidFill>
                  <a:srgbClr val="0000FF"/>
                </a:solidFill>
              </a:rPr>
              <a:t>)</a:t>
            </a:r>
            <a:endParaRPr lang="ko-KR" altLang="en-US" sz="1050">
              <a:solidFill>
                <a:srgbClr val="0000FF"/>
              </a:solidFill>
            </a:endParaRPr>
          </a:p>
          <a:p>
            <a:pPr marL="544195" lvl="2" indent="-193675">
              <a:buFont typeface="+mj-ea"/>
              <a:buAutoNum type="circleNumDbPlain"/>
              <a:defRPr/>
            </a:pPr>
            <a:endParaRPr lang="en-US" altLang="ko-KR" sz="1050" kern="0">
              <a:cs typeface="Malgun Gothic Semilight"/>
            </a:endParaRPr>
          </a:p>
          <a:p>
            <a:pPr marL="130810" lvl="1">
              <a:defRPr/>
            </a:pPr>
            <a:br>
              <a:rPr lang="en-US" altLang="ko-KR" sz="1050" kern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1" lang="en-US" altLang="ko-KR" sz="1050" kern="0">
                <a:cs typeface="Malgun Gothic Semilight"/>
              </a:rPr>
              <a:t>2. </a:t>
            </a:r>
            <a:r>
              <a:rPr kumimoji="1" lang="ko-KR" altLang="en-US" sz="1050" kern="0" err="1">
                <a:cs typeface="Malgun Gothic Semilight"/>
              </a:rPr>
              <a:t>라미</a:t>
            </a:r>
            <a:r>
              <a:rPr kumimoji="1" lang="ko-KR" altLang="en-US" sz="1050" kern="0">
                <a:cs typeface="Malgun Gothic Semilight"/>
              </a:rPr>
              <a:t> 자동보정</a:t>
            </a:r>
            <a:endParaRPr lang="en-US" altLang="ko-KR" sz="1050" kern="0">
              <a:cs typeface="Malgun Gothic Semilight"/>
            </a:endParaRPr>
          </a:p>
          <a:p>
            <a:pPr marL="534670" lvl="2" indent="-203200">
              <a:buAutoNum type="circleNumDbPlain"/>
              <a:defRPr/>
            </a:pPr>
            <a:r>
              <a:rPr kumimoji="1" lang="en-US" altLang="ko-KR" sz="1050" kern="0">
                <a:cs typeface="Malgun Gothic Semilight"/>
              </a:rPr>
              <a:t>WA </a:t>
            </a:r>
            <a:r>
              <a:rPr kumimoji="1" lang="ko-KR" altLang="en-US" sz="1050" kern="0" err="1">
                <a:cs typeface="Malgun Gothic Semilight"/>
              </a:rPr>
              <a:t>라미</a:t>
            </a:r>
            <a:r>
              <a:rPr kumimoji="1" lang="ko-KR" altLang="en-US" sz="1050" kern="0">
                <a:cs typeface="Malgun Gothic Semilight"/>
              </a:rPr>
              <a:t> </a:t>
            </a:r>
            <a:r>
              <a:rPr kumimoji="1" lang="ko-KR" altLang="en-US" sz="1050" kern="0" err="1">
                <a:cs typeface="Malgun Gothic Semilight"/>
              </a:rPr>
              <a:t>수율</a:t>
            </a:r>
            <a:r>
              <a:rPr kumimoji="1" lang="ko-KR" altLang="en-US" sz="1050" kern="0">
                <a:cs typeface="Malgun Gothic Semilight"/>
              </a:rPr>
              <a:t> 개선을 위해 재료 교체구간 불량 발생 원인을 </a:t>
            </a:r>
            <a:r>
              <a:rPr kumimoji="1" lang="ko-KR" altLang="en-US" sz="1050" kern="0" err="1">
                <a:cs typeface="Malgun Gothic Semilight"/>
              </a:rPr>
              <a:t>노칭</a:t>
            </a:r>
            <a:r>
              <a:rPr kumimoji="1" lang="ko-KR" altLang="en-US" sz="1050" kern="0">
                <a:cs typeface="Malgun Gothic Semilight"/>
              </a:rPr>
              <a:t> </a:t>
            </a:r>
            <a:r>
              <a:rPr kumimoji="1" lang="en-US" altLang="ko-KR" sz="1050" kern="0">
                <a:cs typeface="Malgun Gothic Semilight"/>
              </a:rPr>
              <a:t>Rewinder(LPC </a:t>
            </a:r>
            <a:r>
              <a:rPr kumimoji="1" lang="ko-KR" altLang="en-US" sz="1050" kern="0">
                <a:cs typeface="Malgun Gothic Semilight"/>
              </a:rPr>
              <a:t>센서</a:t>
            </a:r>
            <a:r>
              <a:rPr kumimoji="1" lang="en-US" altLang="ko-KR" sz="1050" kern="0">
                <a:cs typeface="Malgun Gothic Semilight"/>
              </a:rPr>
              <a:t>, Actuator), </a:t>
            </a:r>
            <a:r>
              <a:rPr kumimoji="1" lang="ko-KR" altLang="en-US" sz="1050" kern="0" err="1">
                <a:cs typeface="Malgun Gothic Semilight"/>
              </a:rPr>
              <a:t>라미</a:t>
            </a:r>
            <a:r>
              <a:rPr kumimoji="1" lang="en-US" altLang="ko-KR" sz="1050" kern="0">
                <a:cs typeface="Malgun Gothic Semilight"/>
              </a:rPr>
              <a:t> Unwinder</a:t>
            </a:r>
            <a:r>
              <a:rPr kumimoji="1" lang="ko-KR" altLang="en-US" sz="1050" kern="0">
                <a:cs typeface="Malgun Gothic Semilight"/>
              </a:rPr>
              <a:t>부</a:t>
            </a:r>
            <a:r>
              <a:rPr kumimoji="1" lang="en-US" altLang="ko-KR" sz="1050" kern="0">
                <a:cs typeface="Malgun Gothic Semilight"/>
              </a:rPr>
              <a:t>(Spool </a:t>
            </a:r>
            <a:r>
              <a:rPr kumimoji="1" lang="ko-KR" altLang="en-US" sz="1050" kern="0">
                <a:cs typeface="Malgun Gothic Semilight"/>
              </a:rPr>
              <a:t>센서</a:t>
            </a:r>
            <a:r>
              <a:rPr kumimoji="1" lang="en-US" altLang="ko-KR" sz="1050" kern="0">
                <a:cs typeface="Malgun Gothic Semilight"/>
              </a:rPr>
              <a:t>, Actuator), </a:t>
            </a:r>
            <a:r>
              <a:rPr kumimoji="1" lang="ko-KR" altLang="en-US" sz="1050" kern="0" err="1">
                <a:cs typeface="Malgun Gothic Semilight"/>
              </a:rPr>
              <a:t>라미</a:t>
            </a:r>
            <a:r>
              <a:rPr kumimoji="1" lang="ko-KR" altLang="en-US" sz="1050" kern="0">
                <a:cs typeface="Malgun Gothic Semilight"/>
              </a:rPr>
              <a:t> </a:t>
            </a:r>
            <a:r>
              <a:rPr kumimoji="1" lang="en-US" altLang="ko-KR" sz="1050" kern="0">
                <a:cs typeface="Malgun Gothic Semilight"/>
              </a:rPr>
              <a:t>EPC Actuator </a:t>
            </a:r>
            <a:r>
              <a:rPr kumimoji="1" lang="ko-KR" altLang="en-US" sz="1050" kern="0">
                <a:cs typeface="Malgun Gothic Semilight"/>
              </a:rPr>
              <a:t>데이터 분석을 진행하고 있습니다</a:t>
            </a:r>
            <a:r>
              <a:rPr kumimoji="1" lang="en-US" altLang="ko-KR" sz="1050" kern="0">
                <a:cs typeface="Malgun Gothic Semilight"/>
              </a:rPr>
              <a:t>. </a:t>
            </a:r>
            <a:r>
              <a:rPr kumimoji="1" lang="ko-KR" altLang="en-US" sz="1050" kern="0" err="1">
                <a:cs typeface="Malgun Gothic Semilight"/>
              </a:rPr>
              <a:t>노칭</a:t>
            </a:r>
            <a:r>
              <a:rPr kumimoji="1" lang="ko-KR" altLang="en-US" sz="1050" kern="0">
                <a:cs typeface="Malgun Gothic Semilight"/>
              </a:rPr>
              <a:t> </a:t>
            </a:r>
            <a:r>
              <a:rPr kumimoji="1" lang="en-US" altLang="ko-KR" sz="1050" kern="0">
                <a:cs typeface="Malgun Gothic Semilight"/>
              </a:rPr>
              <a:t>Rewinder</a:t>
            </a:r>
            <a:r>
              <a:rPr kumimoji="1" lang="ko-KR" altLang="en-US" sz="1050" kern="0">
                <a:cs typeface="Malgun Gothic Semilight"/>
              </a:rPr>
              <a:t>의</a:t>
            </a:r>
            <a:r>
              <a:rPr kumimoji="1" lang="en-US" altLang="ko-KR" sz="1050" kern="0">
                <a:cs typeface="Malgun Gothic Semilight"/>
              </a:rPr>
              <a:t> </a:t>
            </a:r>
            <a:r>
              <a:rPr kumimoji="1" lang="ko-KR" altLang="en-US" sz="1050" kern="0">
                <a:cs typeface="Malgun Gothic Semilight"/>
              </a:rPr>
              <a:t>경우 </a:t>
            </a:r>
            <a:r>
              <a:rPr kumimoji="1" lang="en-US" altLang="ko-KR" sz="1050" kern="0">
                <a:cs typeface="Malgun Gothic Semilight"/>
              </a:rPr>
              <a:t>LPC </a:t>
            </a:r>
            <a:r>
              <a:rPr kumimoji="1" lang="ko-KR" altLang="en-US" sz="1050" kern="0">
                <a:cs typeface="Malgun Gothic Semilight"/>
              </a:rPr>
              <a:t>센서를 기반으로 속도제어를 하고 있는데</a:t>
            </a:r>
            <a:r>
              <a:rPr kumimoji="1" lang="en-US" altLang="ko-KR" sz="1050" kern="0">
                <a:cs typeface="Malgun Gothic Semilight"/>
              </a:rPr>
              <a:t>, </a:t>
            </a:r>
            <a:r>
              <a:rPr kumimoji="1" lang="ko-KR" altLang="en-US" sz="1050" kern="0">
                <a:cs typeface="Malgun Gothic Semilight"/>
              </a:rPr>
              <a:t>재료 교체시점 정지 후 재가동시 데이터 진동이 발생</a:t>
            </a:r>
            <a:r>
              <a:rPr kumimoji="1" lang="en-US" altLang="ko-KR" sz="1050" kern="0">
                <a:cs typeface="Malgun Gothic Semilight"/>
              </a:rPr>
              <a:t>(</a:t>
            </a:r>
            <a:r>
              <a:rPr kumimoji="1" lang="ko-KR" altLang="en-US" sz="1050" kern="0" err="1">
                <a:cs typeface="Malgun Gothic Semilight"/>
              </a:rPr>
              <a:t>최외각</a:t>
            </a:r>
            <a:r>
              <a:rPr kumimoji="1" lang="ko-KR" altLang="en-US" sz="1050" kern="0">
                <a:cs typeface="Malgun Gothic Semilight"/>
              </a:rPr>
              <a:t> 사행 발생</a:t>
            </a:r>
            <a:r>
              <a:rPr kumimoji="1" lang="en-US" altLang="ko-KR" sz="1050" kern="0">
                <a:cs typeface="Malgun Gothic Semilight"/>
              </a:rPr>
              <a:t>)</a:t>
            </a:r>
            <a:r>
              <a:rPr kumimoji="1" lang="ko-KR" altLang="en-US" sz="1050" kern="0">
                <a:cs typeface="Malgun Gothic Semilight"/>
              </a:rPr>
              <a:t>하는 현상을 확인</a:t>
            </a:r>
            <a:r>
              <a:rPr kumimoji="1" lang="en-US" altLang="ko-KR" sz="1050" kern="0">
                <a:cs typeface="Malgun Gothic Semilight"/>
              </a:rPr>
              <a:t>(</a:t>
            </a:r>
            <a:r>
              <a:rPr kumimoji="1" lang="ko-KR" altLang="en-US" sz="1050" kern="0">
                <a:cs typeface="Malgun Gothic Semilight"/>
              </a:rPr>
              <a:t>조립자동보정팀</a:t>
            </a:r>
            <a:r>
              <a:rPr kumimoji="1" lang="en-US" altLang="ko-KR" sz="1050" kern="0">
                <a:cs typeface="Malgun Gothic Semilight"/>
              </a:rPr>
              <a:t>)</a:t>
            </a:r>
            <a:r>
              <a:rPr kumimoji="1" lang="ko-KR" altLang="en-US" sz="1050" kern="0">
                <a:cs typeface="Malgun Gothic Semilight"/>
              </a:rPr>
              <a:t>하였고</a:t>
            </a:r>
            <a:r>
              <a:rPr kumimoji="1" lang="en-US" altLang="ko-KR" sz="1050" kern="0">
                <a:cs typeface="Malgun Gothic Semilight"/>
              </a:rPr>
              <a:t>, </a:t>
            </a:r>
            <a:r>
              <a:rPr kumimoji="1" lang="ko-KR" altLang="en-US" sz="1050" kern="0">
                <a:cs typeface="Malgun Gothic Semilight"/>
              </a:rPr>
              <a:t>분석결과 제어적으로 고도화 필요성이 있어 </a:t>
            </a:r>
            <a:r>
              <a:rPr kumimoji="1" lang="en-US" altLang="ko-KR" sz="1050" kern="0">
                <a:cs typeface="Malgun Gothic Semilight"/>
              </a:rPr>
              <a:t>WA  RSND </a:t>
            </a:r>
            <a:r>
              <a:rPr kumimoji="1" lang="ko-KR" altLang="en-US" sz="1050" kern="0">
                <a:cs typeface="Malgun Gothic Semilight"/>
              </a:rPr>
              <a:t>제어팀에서 고도화를 진행하고 있습니다</a:t>
            </a:r>
            <a:r>
              <a:rPr kumimoji="1" lang="en-US" altLang="ko-KR" sz="1050" kern="0">
                <a:cs typeface="Malgun Gothic Semilight"/>
              </a:rPr>
              <a:t>. </a:t>
            </a:r>
            <a:r>
              <a:rPr kumimoji="1" lang="ko-KR" altLang="en-US" sz="1050" kern="0">
                <a:cs typeface="Malgun Gothic Semilight"/>
              </a:rPr>
              <a:t>자동보정팀에서는 </a:t>
            </a:r>
            <a:r>
              <a:rPr kumimoji="1" lang="en-US" altLang="ko-KR" sz="1050" kern="0">
                <a:cs typeface="Malgun Gothic Semilight"/>
              </a:rPr>
              <a:t>Sameness </a:t>
            </a:r>
            <a:r>
              <a:rPr kumimoji="1" lang="ko-KR" altLang="en-US" sz="1050" kern="0">
                <a:cs typeface="Malgun Gothic Semilight"/>
              </a:rPr>
              <a:t>관점에서 </a:t>
            </a:r>
            <a:r>
              <a:rPr kumimoji="1" lang="en-US" altLang="ko-KR" sz="1050" kern="0">
                <a:cs typeface="Malgun Gothic Semilight"/>
              </a:rPr>
              <a:t>ESWA</a:t>
            </a:r>
            <a:r>
              <a:rPr kumimoji="1" lang="ko-KR" altLang="en-US" sz="1050" kern="0">
                <a:cs typeface="Malgun Gothic Semilight"/>
              </a:rPr>
              <a:t>와 </a:t>
            </a:r>
            <a:r>
              <a:rPr kumimoji="1" lang="en-US" altLang="ko-KR" sz="1050" kern="0">
                <a:cs typeface="Malgun Gothic Semilight"/>
              </a:rPr>
              <a:t>ESGM1, ESGM2 </a:t>
            </a:r>
            <a:r>
              <a:rPr kumimoji="1" lang="ko-KR" altLang="en-US" sz="1050" kern="0" err="1">
                <a:cs typeface="Malgun Gothic Semilight"/>
              </a:rPr>
              <a:t>노칭</a:t>
            </a:r>
            <a:r>
              <a:rPr kumimoji="1" lang="ko-KR" altLang="en-US" sz="1050" kern="0">
                <a:cs typeface="Malgun Gothic Semilight"/>
              </a:rPr>
              <a:t> </a:t>
            </a:r>
            <a:r>
              <a:rPr kumimoji="1" lang="en-US" altLang="ko-KR" sz="1050" kern="0">
                <a:cs typeface="Malgun Gothic Semilight"/>
              </a:rPr>
              <a:t>Rewinder </a:t>
            </a:r>
            <a:r>
              <a:rPr kumimoji="1" lang="ko-KR" altLang="en-US" sz="1050" kern="0">
                <a:cs typeface="Malgun Gothic Semilight"/>
              </a:rPr>
              <a:t>제어 차이점을 확인중에 있습니다</a:t>
            </a:r>
            <a:r>
              <a:rPr kumimoji="1" lang="en-US" altLang="ko-KR" sz="1050" kern="0">
                <a:cs typeface="Malgun Gothic Semilight"/>
              </a:rPr>
              <a:t>(RSND</a:t>
            </a:r>
            <a:r>
              <a:rPr kumimoji="1" lang="ko-KR" altLang="en-US" sz="1050" kern="0">
                <a:cs typeface="Malgun Gothic Semilight"/>
              </a:rPr>
              <a:t> 팀과 협업 중</a:t>
            </a:r>
            <a:r>
              <a:rPr kumimoji="1" lang="en-US" altLang="ko-KR" sz="1050" kern="0">
                <a:cs typeface="Malgun Gothic Semilight"/>
              </a:rPr>
              <a:t>). E77</a:t>
            </a:r>
            <a:r>
              <a:rPr kumimoji="1" lang="ko-KR" altLang="en-US" sz="1050" kern="0">
                <a:cs typeface="Malgun Gothic Semilight"/>
              </a:rPr>
              <a:t>모델 안정화를 위해 예측모델 자동보정 모니터링</a:t>
            </a:r>
            <a:r>
              <a:rPr kumimoji="1" lang="en-US" altLang="ko-KR" sz="1050" kern="0">
                <a:cs typeface="Malgun Gothic Semilight"/>
              </a:rPr>
              <a:t>(10</a:t>
            </a:r>
            <a:r>
              <a:rPr kumimoji="1" lang="ko-KR" altLang="en-US" sz="1050" kern="0">
                <a:cs typeface="Malgun Gothic Semilight"/>
              </a:rPr>
              <a:t>라인</a:t>
            </a:r>
            <a:r>
              <a:rPr kumimoji="1" lang="en-US" altLang="ko-KR" sz="1050" kern="0">
                <a:cs typeface="Malgun Gothic Semilight"/>
              </a:rPr>
              <a:t>, 13</a:t>
            </a:r>
            <a:r>
              <a:rPr kumimoji="1" lang="ko-KR" altLang="en-US" sz="1050" kern="0">
                <a:cs typeface="Malgun Gothic Semilight"/>
              </a:rPr>
              <a:t>라인</a:t>
            </a:r>
            <a:r>
              <a:rPr kumimoji="1" lang="en-US" altLang="ko-KR" sz="1050" kern="0">
                <a:cs typeface="Malgun Gothic Semilight"/>
              </a:rPr>
              <a:t>)</a:t>
            </a:r>
            <a:r>
              <a:rPr kumimoji="1" lang="ko-KR" altLang="en-US" sz="1050" kern="0">
                <a:cs typeface="Malgun Gothic Semilight"/>
              </a:rPr>
              <a:t> 중에 있고 일부 호기</a:t>
            </a:r>
            <a:r>
              <a:rPr kumimoji="1" lang="en-US" altLang="ko-KR" sz="1050" kern="0">
                <a:cs typeface="Malgun Gothic Semilight"/>
              </a:rPr>
              <a:t>(10-2</a:t>
            </a:r>
            <a:r>
              <a:rPr kumimoji="1" lang="ko-KR" altLang="en-US" sz="1050" kern="0">
                <a:cs typeface="Malgun Gothic Semilight"/>
              </a:rPr>
              <a:t>호</a:t>
            </a:r>
            <a:r>
              <a:rPr kumimoji="1" lang="en-US" altLang="ko-KR" sz="1050" kern="0">
                <a:cs typeface="Malgun Gothic Semilight"/>
              </a:rPr>
              <a:t>, 13-2</a:t>
            </a:r>
            <a:r>
              <a:rPr kumimoji="1" lang="ko-KR" altLang="en-US" sz="1050" kern="0">
                <a:cs typeface="Malgun Gothic Semilight"/>
              </a:rPr>
              <a:t>호</a:t>
            </a:r>
            <a:r>
              <a:rPr kumimoji="1" lang="en-US" altLang="ko-KR" sz="1050" kern="0">
                <a:cs typeface="Malgun Gothic Semilight"/>
              </a:rPr>
              <a:t>)</a:t>
            </a:r>
            <a:r>
              <a:rPr kumimoji="1" lang="ko-KR" altLang="en-US" sz="1050" kern="0">
                <a:cs typeface="Malgun Gothic Semilight"/>
              </a:rPr>
              <a:t>에서 재료교체 구간 </a:t>
            </a:r>
            <a:r>
              <a:rPr kumimoji="1" lang="en-US" altLang="ko-KR" sz="1050" kern="0">
                <a:cs typeface="Malgun Gothic Semilight"/>
              </a:rPr>
              <a:t>Skip </a:t>
            </a:r>
            <a:r>
              <a:rPr kumimoji="1" lang="ko-KR" altLang="en-US" sz="1050" kern="0">
                <a:cs typeface="Malgun Gothic Semilight"/>
              </a:rPr>
              <a:t>구간이 발생하여 분석 진행 하였습니다</a:t>
            </a:r>
            <a:r>
              <a:rPr kumimoji="1" lang="en-US" altLang="ko-KR" sz="1050" kern="0">
                <a:cs typeface="Malgun Gothic Semilight"/>
              </a:rPr>
              <a:t>. </a:t>
            </a:r>
            <a:r>
              <a:rPr kumimoji="1" lang="ko-KR" altLang="en-US" sz="1050" kern="0">
                <a:cs typeface="Malgun Gothic Semilight"/>
              </a:rPr>
              <a:t>이미지 분석 결과 </a:t>
            </a:r>
            <a:r>
              <a:rPr kumimoji="1" lang="en-US" altLang="ko-KR" sz="1050" kern="0">
                <a:cs typeface="Malgun Gothic Semilight"/>
              </a:rPr>
              <a:t>Y</a:t>
            </a:r>
            <a:r>
              <a:rPr kumimoji="1" lang="ko-KR" altLang="en-US" sz="1050" kern="0">
                <a:cs typeface="Malgun Gothic Semilight"/>
              </a:rPr>
              <a:t>축 단차가 크게 발생하여 검사 </a:t>
            </a:r>
            <a:r>
              <a:rPr kumimoji="1" lang="en-US" altLang="ko-KR" sz="1050" kern="0">
                <a:cs typeface="Malgun Gothic Semilight"/>
              </a:rPr>
              <a:t>ROI </a:t>
            </a:r>
            <a:r>
              <a:rPr kumimoji="1" lang="ko-KR" altLang="en-US" sz="1050" kern="0">
                <a:cs typeface="Malgun Gothic Semilight"/>
              </a:rPr>
              <a:t>영역을 벗어나 </a:t>
            </a:r>
            <a:r>
              <a:rPr kumimoji="1" lang="en-US" altLang="ko-KR" sz="1050" kern="0">
                <a:cs typeface="Malgun Gothic Semilight"/>
              </a:rPr>
              <a:t>CS </a:t>
            </a:r>
            <a:r>
              <a:rPr kumimoji="1" lang="ko-KR" altLang="en-US" sz="1050" kern="0">
                <a:cs typeface="Malgun Gothic Semilight"/>
              </a:rPr>
              <a:t>측정이 불가 발생하였고</a:t>
            </a:r>
            <a:r>
              <a:rPr kumimoji="1" lang="en-US" altLang="ko-KR" sz="1050" kern="0">
                <a:cs typeface="Malgun Gothic Semilight"/>
              </a:rPr>
              <a:t>, X</a:t>
            </a:r>
            <a:r>
              <a:rPr kumimoji="1" lang="ko-KR" altLang="en-US" sz="1050" kern="0">
                <a:cs typeface="Malgun Gothic Semilight"/>
              </a:rPr>
              <a:t>축 연결</a:t>
            </a:r>
            <a:r>
              <a:rPr kumimoji="1" lang="en-US" altLang="ko-KR" sz="1050" kern="0">
                <a:cs typeface="Malgun Gothic Semilight"/>
              </a:rPr>
              <a:t>(Tab </a:t>
            </a:r>
            <a:r>
              <a:rPr kumimoji="1" lang="ko-KR" altLang="en-US" sz="1050" kern="0">
                <a:cs typeface="Malgun Gothic Semilight"/>
              </a:rPr>
              <a:t>중간을 기준으로 구</a:t>
            </a:r>
            <a:r>
              <a:rPr kumimoji="1" lang="en-US" altLang="ko-KR" sz="1050" kern="0">
                <a:cs typeface="Malgun Gothic Semilight"/>
              </a:rPr>
              <a:t>/</a:t>
            </a:r>
            <a:r>
              <a:rPr kumimoji="1" lang="ko-KR" altLang="en-US" sz="1050" kern="0" err="1">
                <a:cs typeface="Malgun Gothic Semilight"/>
              </a:rPr>
              <a:t>신전극</a:t>
            </a:r>
            <a:r>
              <a:rPr kumimoji="1" lang="en-US" altLang="ko-KR" sz="1050" kern="0">
                <a:cs typeface="Malgun Gothic Semilight"/>
              </a:rPr>
              <a:t>) </a:t>
            </a:r>
            <a:r>
              <a:rPr kumimoji="1" lang="ko-KR" altLang="en-US" sz="1050" kern="0">
                <a:cs typeface="Malgun Gothic Semilight"/>
              </a:rPr>
              <a:t>불량으로 검사 데이터 측정 불가 상황 발생하였습니다</a:t>
            </a:r>
            <a:r>
              <a:rPr kumimoji="1" lang="en-US" altLang="ko-KR" sz="1050" kern="0">
                <a:cs typeface="Malgun Gothic Semilight"/>
              </a:rPr>
              <a:t>. </a:t>
            </a:r>
            <a:r>
              <a:rPr kumimoji="1" lang="ko-KR" altLang="en-US" sz="1050" kern="0">
                <a:cs typeface="Malgun Gothic Semilight"/>
              </a:rPr>
              <a:t>본 건은 </a:t>
            </a:r>
            <a:r>
              <a:rPr kumimoji="1" lang="en-US" altLang="ko-KR" sz="1050" kern="0">
                <a:cs typeface="Malgun Gothic Semilight"/>
              </a:rPr>
              <a:t>ESWA(</a:t>
            </a:r>
            <a:r>
              <a:rPr kumimoji="1" lang="ko-KR" altLang="en-US" sz="1050" kern="0">
                <a:cs typeface="Malgun Gothic Semilight"/>
              </a:rPr>
              <a:t>신선용 팀장</a:t>
            </a:r>
            <a:r>
              <a:rPr kumimoji="1" lang="en-US" altLang="ko-KR" sz="1050" kern="0">
                <a:cs typeface="Malgun Gothic Semilight"/>
              </a:rPr>
              <a:t>)</a:t>
            </a:r>
            <a:r>
              <a:rPr kumimoji="1" lang="ko-KR" altLang="en-US" sz="1050" kern="0">
                <a:cs typeface="Malgun Gothic Semilight"/>
              </a:rPr>
              <a:t>에 내용 공유하였고</a:t>
            </a:r>
            <a:r>
              <a:rPr kumimoji="1" lang="en-US" altLang="ko-KR" sz="1050" kern="0">
                <a:cs typeface="Malgun Gothic Semilight"/>
              </a:rPr>
              <a:t>, ESWA</a:t>
            </a:r>
            <a:r>
              <a:rPr kumimoji="1" lang="ko-KR" altLang="en-US" sz="1050" kern="0">
                <a:cs typeface="Malgun Gothic Semilight"/>
              </a:rPr>
              <a:t>에서는 </a:t>
            </a:r>
            <a:r>
              <a:rPr kumimoji="1" lang="en-US" altLang="ko-KR" sz="1050" kern="0">
                <a:cs typeface="Malgun Gothic Semilight"/>
              </a:rPr>
              <a:t>OP </a:t>
            </a:r>
            <a:r>
              <a:rPr kumimoji="1" lang="ko-KR" altLang="en-US" sz="1050" kern="0">
                <a:cs typeface="Malgun Gothic Semilight"/>
              </a:rPr>
              <a:t>재료 교체 교육 진행 및 설비 이상여부 확인하고 있습니다</a:t>
            </a:r>
            <a:r>
              <a:rPr kumimoji="1" lang="en-US" altLang="ko-KR" sz="1050" kern="0">
                <a:cs typeface="Malgun Gothic Semilight"/>
              </a:rPr>
              <a:t>.(</a:t>
            </a:r>
            <a:r>
              <a:rPr kumimoji="1" lang="ko-KR" altLang="en-US" sz="1050" kern="0">
                <a:cs typeface="Malgun Gothic Semilight"/>
              </a:rPr>
              <a:t>재료 교체구간 불량률 </a:t>
            </a:r>
            <a:r>
              <a:rPr kumimoji="1" lang="en-US" altLang="ko-KR" sz="1050" kern="0">
                <a:cs typeface="Malgun Gothic Semilight"/>
              </a:rPr>
              <a:t>10-2</a:t>
            </a:r>
            <a:r>
              <a:rPr kumimoji="1" lang="ko-KR" altLang="en-US" sz="1050" kern="0">
                <a:cs typeface="Malgun Gothic Semilight"/>
              </a:rPr>
              <a:t>호 </a:t>
            </a:r>
            <a:r>
              <a:rPr kumimoji="1" lang="en-US" altLang="ko-KR" sz="1050" kern="0">
                <a:cs typeface="Malgun Gothic Semilight"/>
              </a:rPr>
              <a:t>: 0.1% , 13-2</a:t>
            </a:r>
            <a:r>
              <a:rPr kumimoji="1" lang="ko-KR" altLang="en-US" sz="1050" kern="0">
                <a:cs typeface="Malgun Gothic Semilight"/>
              </a:rPr>
              <a:t>호 </a:t>
            </a:r>
            <a:r>
              <a:rPr kumimoji="1" lang="en-US" altLang="ko-KR" sz="1050" kern="0">
                <a:cs typeface="Malgun Gothic Semilight"/>
              </a:rPr>
              <a:t>: 0.08%</a:t>
            </a:r>
            <a:r>
              <a:rPr kumimoji="1" lang="ko-KR" altLang="en-US" sz="1050" kern="0">
                <a:cs typeface="Malgun Gothic Semilight"/>
              </a:rPr>
              <a:t>  기간 </a:t>
            </a:r>
            <a:r>
              <a:rPr kumimoji="1" lang="en-US" altLang="ko-KR" sz="1050" kern="0">
                <a:cs typeface="Malgun Gothic Semilight"/>
              </a:rPr>
              <a:t>: 11/10 ~ 11/16 )</a:t>
            </a:r>
            <a:r>
              <a:rPr kumimoji="1" lang="ko-KR" altLang="en-US" sz="1050" kern="0">
                <a:cs typeface="Malgun Gothic Semilight"/>
              </a:rPr>
              <a:t> </a:t>
            </a:r>
            <a:r>
              <a:rPr kumimoji="1" lang="en-US" altLang="ko-KR" sz="1050" kern="0">
                <a:cs typeface="Malgun Gothic Semilight"/>
              </a:rPr>
              <a:t> </a:t>
            </a:r>
            <a:r>
              <a:rPr kumimoji="1" lang="ko-KR" altLang="en-US" sz="1050" kern="0">
                <a:cs typeface="Malgun Gothic Semilight"/>
              </a:rPr>
              <a:t> </a:t>
            </a:r>
            <a:endParaRPr kumimoji="1" lang="en-US" altLang="ko-KR" sz="1050" kern="0">
              <a:cs typeface="Malgun Gothic Semilight"/>
            </a:endParaRPr>
          </a:p>
          <a:p>
            <a:pPr marL="534670" lvl="2" indent="-203200">
              <a:buFontTx/>
              <a:buAutoNum type="circleNumDbPlain"/>
              <a:defRPr/>
            </a:pPr>
            <a:r>
              <a:rPr kumimoji="1" lang="ko-KR" altLang="en-US" sz="1050" kern="0">
                <a:cs typeface="Malgun Gothic Semilight"/>
              </a:rPr>
              <a:t>음극 로테이션 자동보정 </a:t>
            </a:r>
            <a:r>
              <a:rPr kumimoji="1" lang="en-US" altLang="ko-KR" sz="1050" kern="0">
                <a:cs typeface="Malgun Gothic Semilight"/>
              </a:rPr>
              <a:t>ESMI 2</a:t>
            </a:r>
            <a:r>
              <a:rPr kumimoji="1" lang="ko-KR" altLang="en-US" sz="1050" kern="0">
                <a:cs typeface="Malgun Gothic Semilight"/>
              </a:rPr>
              <a:t>동</a:t>
            </a:r>
            <a:r>
              <a:rPr kumimoji="1" lang="en-US" altLang="ko-KR" sz="1050" kern="0">
                <a:cs typeface="Malgun Gothic Semilight"/>
              </a:rPr>
              <a:t>, ESWA</a:t>
            </a:r>
            <a:r>
              <a:rPr kumimoji="1" lang="ko-KR" altLang="en-US" sz="1050" kern="0">
                <a:cs typeface="Malgun Gothic Semilight"/>
              </a:rPr>
              <a:t> </a:t>
            </a:r>
            <a:r>
              <a:rPr kumimoji="1" lang="en-US" altLang="ko-KR" sz="1050" kern="0">
                <a:cs typeface="Malgun Gothic Semilight"/>
              </a:rPr>
              <a:t>8</a:t>
            </a:r>
            <a:r>
              <a:rPr kumimoji="1" lang="ko-KR" altLang="en-US" sz="1050" kern="0">
                <a:cs typeface="Malgun Gothic Semilight"/>
              </a:rPr>
              <a:t>동 기술적용 완료 하였습니다</a:t>
            </a:r>
            <a:r>
              <a:rPr kumimoji="1" lang="en-US" altLang="ko-KR" sz="1050" kern="0">
                <a:cs typeface="Malgun Gothic Semilight"/>
              </a:rPr>
              <a:t>. </a:t>
            </a:r>
            <a:r>
              <a:rPr kumimoji="1" lang="en-US" altLang="ko-KR" sz="1050" kern="0">
                <a:solidFill>
                  <a:srgbClr val="0000FF"/>
                </a:solidFill>
                <a:cs typeface="Malgun Gothic Semilight"/>
              </a:rPr>
              <a:t>ESHD </a:t>
            </a:r>
            <a:r>
              <a:rPr kumimoji="1" lang="ko-KR" altLang="en-US" sz="1050" kern="0">
                <a:solidFill>
                  <a:srgbClr val="0000FF"/>
                </a:solidFill>
                <a:cs typeface="Malgun Gothic Semilight"/>
              </a:rPr>
              <a:t>음극 로테이션 셋업 완료</a:t>
            </a:r>
            <a:r>
              <a:rPr kumimoji="1" lang="en-US" altLang="ko-KR" sz="1050" kern="0">
                <a:solidFill>
                  <a:srgbClr val="0000FF"/>
                </a:solidFill>
                <a:cs typeface="Malgun Gothic Semilight"/>
              </a:rPr>
              <a:t>(12/12)</a:t>
            </a:r>
            <a:r>
              <a:rPr kumimoji="1" lang="ko-KR" altLang="en-US" sz="1050" kern="0">
                <a:solidFill>
                  <a:srgbClr val="0000FF"/>
                </a:solidFill>
                <a:cs typeface="Malgun Gothic Semilight"/>
              </a:rPr>
              <a:t>되었고</a:t>
            </a:r>
            <a:r>
              <a:rPr kumimoji="1" lang="en-US" altLang="ko-KR" sz="1050" kern="0">
                <a:solidFill>
                  <a:srgbClr val="0000FF"/>
                </a:solidFill>
                <a:cs typeface="Malgun Gothic Semilight"/>
              </a:rPr>
              <a:t>, HD </a:t>
            </a:r>
            <a:r>
              <a:rPr kumimoji="1" lang="ko-KR" altLang="en-US" sz="1050" kern="0">
                <a:solidFill>
                  <a:srgbClr val="0000FF"/>
                </a:solidFill>
                <a:cs typeface="Malgun Gothic Semilight"/>
              </a:rPr>
              <a:t>생산 시 효과 분석 예정입니다</a:t>
            </a:r>
            <a:r>
              <a:rPr kumimoji="1" lang="en-US" altLang="ko-KR" sz="1050" kern="0">
                <a:solidFill>
                  <a:srgbClr val="0000FF"/>
                </a:solidFill>
                <a:cs typeface="Malgun Gothic Semilight"/>
              </a:rPr>
              <a:t>. </a:t>
            </a:r>
            <a:r>
              <a:rPr lang="en-US" altLang="ko-KR" sz="1050">
                <a:solidFill>
                  <a:srgbClr val="0000FF"/>
                </a:solidFill>
              </a:rPr>
              <a:t> </a:t>
            </a:r>
          </a:p>
          <a:p>
            <a:pPr marL="534670" lvl="2" indent="-203200">
              <a:buFontTx/>
              <a:buAutoNum type="circleNumDbPlain"/>
              <a:defRPr/>
            </a:pPr>
            <a:r>
              <a:rPr lang="en-US" altLang="ko-KR" sz="1050">
                <a:solidFill>
                  <a:srgbClr val="0000FF"/>
                </a:solidFill>
              </a:rPr>
              <a:t>ESWA 3</a:t>
            </a:r>
            <a:r>
              <a:rPr lang="ko-KR" altLang="en-US" sz="1050">
                <a:solidFill>
                  <a:srgbClr val="0000FF"/>
                </a:solidFill>
              </a:rPr>
              <a:t>동 </a:t>
            </a:r>
            <a:r>
              <a:rPr lang="en-US" altLang="ko-KR" sz="1050">
                <a:solidFill>
                  <a:srgbClr val="0000FF"/>
                </a:solidFill>
              </a:rPr>
              <a:t>4, 5</a:t>
            </a:r>
            <a:r>
              <a:rPr lang="ko-KR" altLang="en-US" sz="1050">
                <a:solidFill>
                  <a:srgbClr val="0000FF"/>
                </a:solidFill>
              </a:rPr>
              <a:t>라인</a:t>
            </a:r>
            <a:r>
              <a:rPr lang="en-US" altLang="ko-KR" sz="1050">
                <a:solidFill>
                  <a:srgbClr val="0000FF"/>
                </a:solidFill>
              </a:rPr>
              <a:t>(ESS)</a:t>
            </a:r>
            <a:r>
              <a:rPr lang="ko-KR" altLang="en-US" sz="1050">
                <a:solidFill>
                  <a:srgbClr val="0000FF"/>
                </a:solidFill>
              </a:rPr>
              <a:t> </a:t>
            </a:r>
            <a:r>
              <a:rPr lang="en-US" altLang="ko-KR" sz="1050">
                <a:solidFill>
                  <a:srgbClr val="0000FF"/>
                </a:solidFill>
              </a:rPr>
              <a:t>APC </a:t>
            </a:r>
            <a:r>
              <a:rPr lang="ko-KR" altLang="en-US" sz="1050">
                <a:solidFill>
                  <a:srgbClr val="0000FF"/>
                </a:solidFill>
              </a:rPr>
              <a:t>전환 작업이 진행 중입니다</a:t>
            </a:r>
            <a:r>
              <a:rPr lang="en-US" altLang="ko-KR" sz="1050">
                <a:solidFill>
                  <a:srgbClr val="0000FF"/>
                </a:solidFill>
              </a:rPr>
              <a:t>. 5</a:t>
            </a:r>
            <a:r>
              <a:rPr lang="ko-KR" altLang="en-US" sz="1050">
                <a:solidFill>
                  <a:srgbClr val="0000FF"/>
                </a:solidFill>
              </a:rPr>
              <a:t>라인 </a:t>
            </a:r>
            <a:r>
              <a:rPr lang="en-US" altLang="ko-KR" sz="1050">
                <a:solidFill>
                  <a:srgbClr val="0000FF"/>
                </a:solidFill>
              </a:rPr>
              <a:t>APC </a:t>
            </a:r>
            <a:r>
              <a:rPr lang="ko-KR" altLang="en-US" sz="1050">
                <a:solidFill>
                  <a:srgbClr val="0000FF"/>
                </a:solidFill>
              </a:rPr>
              <a:t>전환 완료</a:t>
            </a:r>
            <a:r>
              <a:rPr lang="en-US" altLang="ko-KR" sz="1050">
                <a:solidFill>
                  <a:srgbClr val="0000FF"/>
                </a:solidFill>
              </a:rPr>
              <a:t>(12/15)</a:t>
            </a:r>
            <a:r>
              <a:rPr lang="ko-KR" altLang="en-US" sz="1050">
                <a:solidFill>
                  <a:srgbClr val="0000FF"/>
                </a:solidFill>
              </a:rPr>
              <a:t>하였으며</a:t>
            </a:r>
            <a:r>
              <a:rPr lang="en-US" altLang="ko-KR" sz="1050">
                <a:solidFill>
                  <a:srgbClr val="0000FF"/>
                </a:solidFill>
              </a:rPr>
              <a:t>, 4</a:t>
            </a:r>
            <a:r>
              <a:rPr lang="ko-KR" altLang="en-US" sz="1050">
                <a:solidFill>
                  <a:srgbClr val="0000FF"/>
                </a:solidFill>
              </a:rPr>
              <a:t>라인은 </a:t>
            </a:r>
            <a:r>
              <a:rPr lang="en-US" altLang="ko-KR" sz="1050">
                <a:solidFill>
                  <a:srgbClr val="0000FF"/>
                </a:solidFill>
              </a:rPr>
              <a:t>2026</a:t>
            </a:r>
            <a:r>
              <a:rPr lang="ko-KR" altLang="en-US" sz="1050">
                <a:solidFill>
                  <a:srgbClr val="0000FF"/>
                </a:solidFill>
              </a:rPr>
              <a:t>년 </a:t>
            </a:r>
            <a:r>
              <a:rPr lang="en-US" altLang="ko-KR" sz="1050">
                <a:solidFill>
                  <a:srgbClr val="0000FF"/>
                </a:solidFill>
              </a:rPr>
              <a:t>1</a:t>
            </a:r>
            <a:r>
              <a:rPr lang="ko-KR" altLang="en-US" sz="1050">
                <a:solidFill>
                  <a:srgbClr val="0000FF"/>
                </a:solidFill>
              </a:rPr>
              <a:t>월 전환을 예정</a:t>
            </a:r>
            <a:r>
              <a:rPr lang="en-US" altLang="ko-KR" sz="1050">
                <a:solidFill>
                  <a:srgbClr val="0000FF"/>
                </a:solidFill>
              </a:rPr>
              <a:t>(</a:t>
            </a:r>
            <a:r>
              <a:rPr lang="ko-KR" altLang="en-US" sz="1050">
                <a:solidFill>
                  <a:srgbClr val="0000FF"/>
                </a:solidFill>
              </a:rPr>
              <a:t>업체 비자 문제로 출국</a:t>
            </a:r>
            <a:r>
              <a:rPr lang="en-US" altLang="ko-KR" sz="1050">
                <a:solidFill>
                  <a:srgbClr val="0000FF"/>
                </a:solidFill>
              </a:rPr>
              <a:t>)</a:t>
            </a:r>
            <a:r>
              <a:rPr lang="ko-KR" altLang="en-US" sz="1050">
                <a:solidFill>
                  <a:srgbClr val="0000FF"/>
                </a:solidFill>
              </a:rPr>
              <a:t>하고 있습니다</a:t>
            </a:r>
            <a:r>
              <a:rPr lang="en-US" altLang="ko-KR" sz="1050">
                <a:solidFill>
                  <a:srgbClr val="0000FF"/>
                </a:solidFill>
              </a:rPr>
              <a:t>. </a:t>
            </a:r>
            <a:r>
              <a:rPr lang="ko-KR" altLang="en-US" sz="1050">
                <a:solidFill>
                  <a:srgbClr val="0000FF"/>
                </a:solidFill>
              </a:rPr>
              <a:t>특히 </a:t>
            </a:r>
            <a:r>
              <a:rPr lang="en-US" altLang="ko-KR" sz="1050">
                <a:solidFill>
                  <a:srgbClr val="0000FF"/>
                </a:solidFill>
              </a:rPr>
              <a:t>4</a:t>
            </a:r>
            <a:r>
              <a:rPr lang="ko-KR" altLang="en-US" sz="1050">
                <a:solidFill>
                  <a:srgbClr val="0000FF"/>
                </a:solidFill>
              </a:rPr>
              <a:t>라인은 </a:t>
            </a:r>
            <a:r>
              <a:rPr lang="ko-KR" altLang="en-US" sz="1050" err="1">
                <a:solidFill>
                  <a:srgbClr val="0000FF"/>
                </a:solidFill>
              </a:rPr>
              <a:t>라미</a:t>
            </a:r>
            <a:r>
              <a:rPr lang="ko-KR" altLang="en-US" sz="1050">
                <a:solidFill>
                  <a:srgbClr val="0000FF"/>
                </a:solidFill>
              </a:rPr>
              <a:t> 공정에서  </a:t>
            </a:r>
            <a:r>
              <a:rPr lang="en-US" altLang="ko-KR" sz="1050">
                <a:solidFill>
                  <a:srgbClr val="0000FF"/>
                </a:solidFill>
              </a:rPr>
              <a:t>OMRON </a:t>
            </a:r>
            <a:r>
              <a:rPr lang="ko-KR" altLang="en-US" sz="1050">
                <a:solidFill>
                  <a:srgbClr val="0000FF"/>
                </a:solidFill>
              </a:rPr>
              <a:t>설비를 </a:t>
            </a:r>
            <a:r>
              <a:rPr lang="en-US" altLang="ko-KR" sz="1050">
                <a:solidFill>
                  <a:srgbClr val="0000FF"/>
                </a:solidFill>
              </a:rPr>
              <a:t>APC</a:t>
            </a:r>
            <a:r>
              <a:rPr lang="ko-KR" altLang="en-US" sz="1050">
                <a:solidFill>
                  <a:srgbClr val="0000FF"/>
                </a:solidFill>
              </a:rPr>
              <a:t>로 전환하는 첫 사례로</a:t>
            </a:r>
            <a:r>
              <a:rPr lang="en-US" altLang="ko-KR" sz="1050">
                <a:solidFill>
                  <a:srgbClr val="0000FF"/>
                </a:solidFill>
              </a:rPr>
              <a:t>, </a:t>
            </a:r>
            <a:r>
              <a:rPr lang="ko-KR" altLang="en-US" sz="1050">
                <a:solidFill>
                  <a:srgbClr val="0000FF"/>
                </a:solidFill>
              </a:rPr>
              <a:t>현재 </a:t>
            </a:r>
            <a:r>
              <a:rPr lang="en-US" altLang="ko-KR" sz="1050">
                <a:solidFill>
                  <a:srgbClr val="0000FF"/>
                </a:solidFill>
              </a:rPr>
              <a:t>PLC </a:t>
            </a:r>
            <a:r>
              <a:rPr lang="ko-KR" altLang="en-US" sz="1050">
                <a:solidFill>
                  <a:srgbClr val="0000FF"/>
                </a:solidFill>
              </a:rPr>
              <a:t>수정 작업이 진행 중입니다</a:t>
            </a:r>
            <a:r>
              <a:rPr lang="en-US" altLang="ko-KR" sz="1050">
                <a:solidFill>
                  <a:srgbClr val="0000FF"/>
                </a:solidFill>
              </a:rPr>
              <a:t>.</a:t>
            </a:r>
            <a:r>
              <a:rPr lang="en-US" altLang="ko-KR" sz="1050" kern="0">
                <a:solidFill>
                  <a:srgbClr val="0000FF"/>
                </a:solidFill>
                <a:cs typeface="Malgun Gothic Semilight"/>
              </a:rPr>
              <a:t> (*4</a:t>
            </a:r>
            <a:r>
              <a:rPr lang="ko-KR" altLang="en-US" sz="1050" kern="0">
                <a:solidFill>
                  <a:srgbClr val="0000FF"/>
                </a:solidFill>
                <a:cs typeface="Malgun Gothic Semilight"/>
              </a:rPr>
              <a:t>라인의 경우 </a:t>
            </a:r>
            <a:r>
              <a:rPr lang="en-US" altLang="ko-KR" sz="1050" kern="0">
                <a:solidFill>
                  <a:srgbClr val="0000FF"/>
                </a:solidFill>
                <a:cs typeface="Malgun Gothic Semilight"/>
              </a:rPr>
              <a:t>Local</a:t>
            </a:r>
            <a:r>
              <a:rPr lang="ko-KR" altLang="en-US" sz="1050" kern="0">
                <a:solidFill>
                  <a:srgbClr val="0000FF"/>
                </a:solidFill>
                <a:cs typeface="Malgun Gothic Semilight"/>
              </a:rPr>
              <a:t> </a:t>
            </a:r>
            <a:r>
              <a:rPr lang="en-US" altLang="ko-KR" sz="1050" kern="0">
                <a:solidFill>
                  <a:srgbClr val="0000FF"/>
                </a:solidFill>
                <a:cs typeface="Malgun Gothic Semilight"/>
              </a:rPr>
              <a:t>Setup</a:t>
            </a:r>
            <a:r>
              <a:rPr lang="ko-KR" altLang="en-US" sz="1050" kern="0">
                <a:solidFill>
                  <a:srgbClr val="0000FF"/>
                </a:solidFill>
                <a:cs typeface="Malgun Gothic Semilight"/>
              </a:rPr>
              <a:t>되어 자동보정 사용 중</a:t>
            </a:r>
            <a:r>
              <a:rPr lang="en-US" altLang="ko-KR" sz="1050" kern="0">
                <a:solidFill>
                  <a:srgbClr val="0000FF"/>
                </a:solidFill>
                <a:cs typeface="Malgun Gothic Semilight"/>
              </a:rPr>
              <a:t>)</a:t>
            </a:r>
          </a:p>
          <a:p>
            <a:pPr marL="130810" lvl="1">
              <a:defRPr/>
            </a:pPr>
            <a:br>
              <a:rPr lang="en-US" altLang="ko-KR" sz="1050" kern="0">
                <a:cs typeface="Malgun Gothic Semilight"/>
              </a:rPr>
            </a:br>
            <a:r>
              <a:rPr kumimoji="1" lang="en-US" altLang="ko-KR" sz="1050" kern="0">
                <a:cs typeface="Malgun Gothic Semilight"/>
              </a:rPr>
              <a:t>3. 스</a:t>
            </a:r>
            <a:r>
              <a:rPr kumimoji="1" lang="ko-KR" altLang="en-US" sz="1050" kern="0" err="1">
                <a:cs typeface="Malgun Gothic Semilight"/>
              </a:rPr>
              <a:t>택</a:t>
            </a:r>
            <a:r>
              <a:rPr kumimoji="1" lang="en-US" altLang="ko-KR" sz="1050" kern="0">
                <a:cs typeface="Malgun Gothic Semilight"/>
              </a:rPr>
              <a:t> </a:t>
            </a:r>
            <a:r>
              <a:rPr kumimoji="1" lang="en-US" altLang="ko-KR" sz="1050" kern="0" err="1">
                <a:cs typeface="Malgun Gothic Semilight"/>
              </a:rPr>
              <a:t>자동보정</a:t>
            </a:r>
            <a:endParaRPr lang="en-US" altLang="ko-KR" sz="1050" kern="0">
              <a:cs typeface="Malgun Gothic Semilight"/>
            </a:endParaRPr>
          </a:p>
          <a:p>
            <a:pPr marL="534670" lvl="2" indent="-203200">
              <a:buFont typeface="+mj-ea"/>
              <a:buAutoNum type="circleNumDbPlain"/>
              <a:defRPr/>
            </a:pPr>
            <a:r>
              <a:rPr lang="en-US" altLang="ko-KR" sz="1050" kern="0">
                <a:cs typeface="Malgun Gothic Semilight"/>
              </a:rPr>
              <a:t>G-Stack </a:t>
            </a:r>
            <a:r>
              <a:rPr lang="ko-KR" altLang="en-US" sz="1050" kern="0">
                <a:cs typeface="Malgun Gothic Semilight"/>
              </a:rPr>
              <a:t>테이블 별 로테이션 틀어짐 경향이 발견</a:t>
            </a:r>
            <a:r>
              <a:rPr lang="en-US" altLang="ko-KR" sz="1050" kern="0">
                <a:cs typeface="Malgun Gothic Semilight"/>
              </a:rPr>
              <a:t>(D-Stack</a:t>
            </a:r>
            <a:r>
              <a:rPr lang="ko-KR" altLang="en-US" sz="1050" kern="0">
                <a:cs typeface="Malgun Gothic Semilight"/>
              </a:rPr>
              <a:t>은 차이 없음</a:t>
            </a:r>
            <a:r>
              <a:rPr lang="en-US" altLang="ko-KR" sz="1050" kern="0">
                <a:cs typeface="Malgun Gothic Semilight"/>
              </a:rPr>
              <a:t>)</a:t>
            </a:r>
            <a:r>
              <a:rPr lang="ko-KR" altLang="en-US" sz="1050" kern="0">
                <a:cs typeface="Malgun Gothic Semilight"/>
              </a:rPr>
              <a:t>되었고</a:t>
            </a:r>
            <a:r>
              <a:rPr lang="en-US" altLang="ko-KR" sz="1050" kern="0">
                <a:cs typeface="Malgun Gothic Semilight"/>
              </a:rPr>
              <a:t>, 4</a:t>
            </a:r>
            <a:r>
              <a:rPr lang="ko-KR" altLang="en-US" sz="1050" kern="0">
                <a:cs typeface="Malgun Gothic Semilight"/>
              </a:rPr>
              <a:t>번 테이블에서 불량률이 </a:t>
            </a:r>
            <a:r>
              <a:rPr lang="en-US" altLang="ko-KR" sz="1050" kern="0">
                <a:cs typeface="Malgun Gothic Semilight"/>
              </a:rPr>
              <a:t>1, 2, 3</a:t>
            </a:r>
            <a:r>
              <a:rPr lang="ko-KR" altLang="en-US" sz="1050" kern="0">
                <a:cs typeface="Malgun Gothic Semilight"/>
              </a:rPr>
              <a:t>번 테이블 대비 불량이 높게 분포됨을 확인하였습니다</a:t>
            </a:r>
            <a:r>
              <a:rPr lang="en-US" altLang="ko-KR" sz="1050" kern="0">
                <a:cs typeface="Malgun Gothic Semilight"/>
              </a:rPr>
              <a:t>.</a:t>
            </a:r>
            <a:br>
              <a:rPr lang="en-US" altLang="ko-KR" sz="1050" kern="0">
                <a:cs typeface="Malgun Gothic Semilight"/>
              </a:rPr>
            </a:br>
            <a:r>
              <a:rPr lang="ko-KR" altLang="en-US" sz="1050" kern="0">
                <a:cs typeface="Malgun Gothic Semilight"/>
              </a:rPr>
              <a:t>원인분석 결과 테이블 별 로테이션 정도가 다르게 나타나 테이블 별 로테이션 자동보정 개발 완료</a:t>
            </a:r>
            <a:r>
              <a:rPr lang="en-US" altLang="ko-KR" sz="1050" kern="0">
                <a:cs typeface="Malgun Gothic Semilight"/>
              </a:rPr>
              <a:t>(10/28)</a:t>
            </a:r>
            <a:r>
              <a:rPr lang="ko-KR" altLang="en-US" sz="1050" kern="0">
                <a:cs typeface="Malgun Gothic Semilight"/>
              </a:rPr>
              <a:t>하여 </a:t>
            </a:r>
            <a:r>
              <a:rPr lang="en-US" altLang="ko-KR" sz="1050" kern="0">
                <a:cs typeface="Malgun Gothic Semilight"/>
              </a:rPr>
              <a:t>ESWA 18-2</a:t>
            </a:r>
            <a:r>
              <a:rPr lang="ko-KR" altLang="en-US" sz="1050" kern="0">
                <a:cs typeface="Malgun Gothic Semilight"/>
              </a:rPr>
              <a:t>호 적용</a:t>
            </a:r>
            <a:r>
              <a:rPr lang="en-US" altLang="ko-KR" sz="1050" kern="0">
                <a:cs typeface="Malgun Gothic Semilight"/>
              </a:rPr>
              <a:t>(~11/13)</a:t>
            </a:r>
            <a:r>
              <a:rPr lang="ko-KR" altLang="en-US" sz="1050" kern="0">
                <a:cs typeface="Malgun Gothic Semilight"/>
              </a:rPr>
              <a:t> 완료하였습니다</a:t>
            </a:r>
            <a:r>
              <a:rPr lang="en-US" altLang="ko-KR" sz="1050" kern="0">
                <a:cs typeface="Malgun Gothic Semilight"/>
              </a:rPr>
              <a:t>. </a:t>
            </a:r>
            <a:r>
              <a:rPr lang="ko-KR" altLang="en-US" sz="1050" kern="0">
                <a:cs typeface="Malgun Gothic Semilight"/>
              </a:rPr>
              <a:t>차주</a:t>
            </a:r>
            <a:r>
              <a:rPr lang="en-US" altLang="ko-KR" sz="1050" kern="0">
                <a:cs typeface="Malgun Gothic Semilight"/>
              </a:rPr>
              <a:t>(~11/28)</a:t>
            </a:r>
            <a:r>
              <a:rPr lang="ko-KR" altLang="en-US" sz="1050" kern="0">
                <a:cs typeface="Malgun Gothic Semilight"/>
              </a:rPr>
              <a:t> 중으로 안정성 확인하고 효과 분석하도록 하겠습니다</a:t>
            </a:r>
            <a:r>
              <a:rPr lang="en-US" altLang="ko-KR" sz="1050" kern="0">
                <a:cs typeface="Malgun Gothic Semilight"/>
              </a:rPr>
              <a:t>. </a:t>
            </a:r>
            <a:r>
              <a:rPr lang="ko-KR" altLang="en-US" sz="1050"/>
              <a:t>효과 분석 결과</a:t>
            </a:r>
            <a:r>
              <a:rPr lang="en-US" altLang="ko-KR" sz="1050"/>
              <a:t>, </a:t>
            </a:r>
            <a:r>
              <a:rPr lang="ko-KR" altLang="en-US" sz="1050"/>
              <a:t>자동보정 적용 전</a:t>
            </a:r>
            <a:r>
              <a:rPr lang="en-US" altLang="ko-KR" sz="1050"/>
              <a:t>(11</a:t>
            </a:r>
            <a:r>
              <a:rPr lang="ko-KR" altLang="en-US" sz="1050"/>
              <a:t>월 </a:t>
            </a:r>
            <a:r>
              <a:rPr lang="en-US" altLang="ko-KR" sz="1050"/>
              <a:t>7</a:t>
            </a:r>
            <a:r>
              <a:rPr lang="ko-KR" altLang="en-US" sz="1050"/>
              <a:t>일</a:t>
            </a:r>
            <a:r>
              <a:rPr lang="en-US" altLang="ko-KR" sz="1050"/>
              <a:t>-11</a:t>
            </a:r>
            <a:r>
              <a:rPr lang="ko-KR" altLang="en-US" sz="1050"/>
              <a:t>월 </a:t>
            </a:r>
            <a:r>
              <a:rPr lang="en-US" altLang="ko-KR" sz="1050"/>
              <a:t>12</a:t>
            </a:r>
            <a:r>
              <a:rPr lang="ko-KR" altLang="en-US" sz="1050"/>
              <a:t>일</a:t>
            </a:r>
            <a:r>
              <a:rPr lang="en-US" altLang="ko-KR" sz="1050"/>
              <a:t>)</a:t>
            </a:r>
            <a:r>
              <a:rPr lang="ko-KR" altLang="en-US" sz="1050"/>
              <a:t>과 후</a:t>
            </a:r>
            <a:r>
              <a:rPr lang="en-US" altLang="ko-KR" sz="1050"/>
              <a:t>(11</a:t>
            </a:r>
            <a:r>
              <a:rPr lang="ko-KR" altLang="en-US" sz="1050"/>
              <a:t>월 </a:t>
            </a:r>
            <a:r>
              <a:rPr lang="en-US" altLang="ko-KR" sz="1050"/>
              <a:t>15</a:t>
            </a:r>
            <a:r>
              <a:rPr lang="ko-KR" altLang="en-US" sz="1050"/>
              <a:t>일</a:t>
            </a:r>
            <a:r>
              <a:rPr lang="en-US" altLang="ko-KR" sz="1050"/>
              <a:t>-11</a:t>
            </a:r>
            <a:r>
              <a:rPr lang="ko-KR" altLang="en-US" sz="1050"/>
              <a:t>월 </a:t>
            </a:r>
            <a:r>
              <a:rPr lang="en-US" altLang="ko-KR" sz="1050"/>
              <a:t>20</a:t>
            </a:r>
            <a:r>
              <a:rPr lang="ko-KR" altLang="en-US" sz="1050"/>
              <a:t>일</a:t>
            </a:r>
            <a:r>
              <a:rPr lang="en-US" altLang="ko-KR" sz="1050"/>
              <a:t>)</a:t>
            </a:r>
            <a:r>
              <a:rPr lang="ko-KR" altLang="en-US" sz="1050"/>
              <a:t>의 불량률이 </a:t>
            </a:r>
            <a:r>
              <a:rPr lang="en-US" altLang="ko-KR" sz="1050"/>
              <a:t>0.14%p </a:t>
            </a:r>
            <a:r>
              <a:rPr lang="ko-KR" altLang="en-US" sz="1050"/>
              <a:t>개선된 것으로 나타났습니다</a:t>
            </a:r>
            <a:r>
              <a:rPr lang="en-US" altLang="ko-KR" sz="1050"/>
              <a:t>. </a:t>
            </a:r>
            <a:r>
              <a:rPr lang="ko-KR" altLang="en-US" sz="1050"/>
              <a:t>그러나 자동보정 적용 직전인 </a:t>
            </a:r>
            <a:r>
              <a:rPr lang="en-US" altLang="ko-KR" sz="1050"/>
              <a:t>11</a:t>
            </a:r>
            <a:r>
              <a:rPr lang="ko-KR" altLang="en-US" sz="1050"/>
              <a:t>월 </a:t>
            </a:r>
            <a:r>
              <a:rPr lang="en-US" altLang="ko-KR" sz="1050"/>
              <a:t>14</a:t>
            </a:r>
            <a:r>
              <a:rPr lang="ko-KR" altLang="en-US" sz="1050"/>
              <a:t>일에 </a:t>
            </a:r>
            <a:r>
              <a:rPr lang="en-US" altLang="ko-KR" sz="1050"/>
              <a:t>PM</a:t>
            </a:r>
            <a:r>
              <a:rPr lang="ko-KR" altLang="en-US" sz="1050"/>
              <a:t>이 있었기 때문에</a:t>
            </a:r>
            <a:r>
              <a:rPr lang="en-US" altLang="ko-KR" sz="1050"/>
              <a:t>, </a:t>
            </a:r>
            <a:r>
              <a:rPr lang="ko-KR" altLang="en-US" sz="1050"/>
              <a:t>불량 개선이 자동보정만의 효과인지에 대한 추가 분석이 진행 중입니다</a:t>
            </a:r>
            <a:r>
              <a:rPr lang="en-US" altLang="ko-KR" sz="1050"/>
              <a:t>.</a:t>
            </a:r>
          </a:p>
          <a:p>
            <a:pPr marL="534670" lvl="2" indent="-203200">
              <a:buFont typeface="+mj-ea"/>
              <a:buAutoNum type="circleNumDbPlain"/>
              <a:defRPr/>
            </a:pPr>
            <a:r>
              <a:rPr lang="en-US" altLang="ko-KR" sz="1050">
                <a:solidFill>
                  <a:srgbClr val="0000FF"/>
                </a:solidFill>
              </a:rPr>
              <a:t>ESWA 3</a:t>
            </a:r>
            <a:r>
              <a:rPr lang="ko-KR" altLang="en-US" sz="1050">
                <a:solidFill>
                  <a:srgbClr val="0000FF"/>
                </a:solidFill>
              </a:rPr>
              <a:t>동 </a:t>
            </a:r>
            <a:r>
              <a:rPr lang="en-US" altLang="ko-KR" sz="1050">
                <a:solidFill>
                  <a:srgbClr val="0000FF"/>
                </a:solidFill>
              </a:rPr>
              <a:t>4, 5</a:t>
            </a:r>
            <a:r>
              <a:rPr lang="ko-KR" altLang="en-US" sz="1050">
                <a:solidFill>
                  <a:srgbClr val="0000FF"/>
                </a:solidFill>
              </a:rPr>
              <a:t>라인</a:t>
            </a:r>
            <a:r>
              <a:rPr lang="en-US" altLang="ko-KR" sz="1050">
                <a:solidFill>
                  <a:srgbClr val="0000FF"/>
                </a:solidFill>
              </a:rPr>
              <a:t>(ESS)</a:t>
            </a:r>
            <a:r>
              <a:rPr lang="ko-KR" altLang="en-US" sz="1050">
                <a:solidFill>
                  <a:srgbClr val="0000FF"/>
                </a:solidFill>
              </a:rPr>
              <a:t>의 </a:t>
            </a:r>
            <a:r>
              <a:rPr lang="en-US" altLang="ko-KR" sz="1050">
                <a:solidFill>
                  <a:srgbClr val="0000FF"/>
                </a:solidFill>
              </a:rPr>
              <a:t>APC </a:t>
            </a:r>
            <a:r>
              <a:rPr lang="ko-KR" altLang="en-US" sz="1050">
                <a:solidFill>
                  <a:srgbClr val="0000FF"/>
                </a:solidFill>
              </a:rPr>
              <a:t>기반 자동보정 셋업이 완료되었습니다</a:t>
            </a:r>
            <a:r>
              <a:rPr lang="en-US" altLang="ko-KR" sz="1050">
                <a:solidFill>
                  <a:srgbClr val="0000FF"/>
                </a:solidFill>
              </a:rPr>
              <a:t>(12/16). 5</a:t>
            </a:r>
            <a:r>
              <a:rPr lang="ko-KR" altLang="en-US" sz="1050">
                <a:solidFill>
                  <a:srgbClr val="0000FF"/>
                </a:solidFill>
              </a:rPr>
              <a:t>라인의 경우 기준정보 일부 수정이 필요하여 현재 기준정보 수정 작업을 진행 중입니다</a:t>
            </a:r>
            <a:r>
              <a:rPr lang="en-US" altLang="ko-KR" sz="1050">
                <a:solidFill>
                  <a:srgbClr val="0000FF"/>
                </a:solidFill>
              </a:rPr>
              <a:t>.</a:t>
            </a:r>
            <a:endParaRPr lang="ko-KR" altLang="en-US" sz="1050">
              <a:solidFill>
                <a:srgbClr val="0000FF"/>
              </a:solidFill>
            </a:endParaRPr>
          </a:p>
          <a:p>
            <a:pPr marL="534670" lvl="2" indent="-203200">
              <a:buFont typeface="+mj-ea"/>
              <a:buAutoNum type="circleNumDbPlain"/>
              <a:defRPr/>
            </a:pPr>
            <a:endParaRPr lang="ko-KR" altLang="en-US" sz="1050"/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7771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ko-KR" altLang="en-US" sz="1800">
                <a:solidFill>
                  <a:schemeClr val="tx1"/>
                </a:solidFill>
                <a:latin typeface="Arial Narrow"/>
                <a:ea typeface="LG스마트체 Regular"/>
                <a:cs typeface="Malgun Gothic Semilight"/>
              </a:rPr>
              <a:t>2.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조립자동보정팀</a:t>
            </a:r>
            <a:r>
              <a:rPr lang="en-US" altLang="ko-KR" sz="1800">
                <a:solidFill>
                  <a:schemeClr val="tx1"/>
                </a:solidFill>
                <a:latin typeface="Arial Narrow"/>
                <a:ea typeface="LG스마트체 Regular"/>
                <a:cs typeface="Malgun Gothic Semilight"/>
              </a:rPr>
              <a:t>(</a:t>
            </a:r>
            <a:r>
              <a:rPr lang="en-US" altLang="ko-KR" sz="1800" err="1">
                <a:solidFill>
                  <a:schemeClr val="tx1"/>
                </a:solidFill>
                <a:latin typeface="Arial Narrow"/>
                <a:ea typeface="LG스마트체 Regular"/>
                <a:cs typeface="Malgun Gothic Semilight"/>
              </a:rPr>
              <a:t>자동차</a:t>
            </a:r>
            <a:r>
              <a:rPr lang="en-US" altLang="ko-KR" sz="1800">
                <a:solidFill>
                  <a:schemeClr val="tx1"/>
                </a:solidFill>
                <a:latin typeface="Arial Narrow"/>
                <a:ea typeface="LG스마트체 Regular"/>
                <a:cs typeface="Malgun Gothic Semilight"/>
              </a:rPr>
              <a:t>)(1/3)</a:t>
            </a:r>
            <a:endParaRPr lang="ko-KR">
              <a:solidFill>
                <a:schemeClr val="tx1"/>
              </a:solidFill>
            </a:endParaRPr>
          </a:p>
        </p:txBody>
      </p:sp>
      <p:sp>
        <p:nvSpPr>
          <p:cNvPr id="5" name="실행 단추: 홈으로 이동 4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1D4E271F-1E0F-4F81-9313-A0E990AFCB9C}"/>
              </a:ext>
            </a:extLst>
          </p:cNvPr>
          <p:cNvSpPr/>
          <p:nvPr/>
        </p:nvSpPr>
        <p:spPr>
          <a:xfrm>
            <a:off x="9513455" y="132021"/>
            <a:ext cx="292852" cy="292852"/>
          </a:xfrm>
          <a:prstGeom prst="actionButtonHo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085297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2BC7F42E-092C-4FC0-A5C6-9F625CADC1F5}"/>
              </a:ext>
            </a:extLst>
          </p:cNvPr>
          <p:cNvSpPr txBox="1"/>
          <p:nvPr/>
        </p:nvSpPr>
        <p:spPr>
          <a:xfrm>
            <a:off x="122722" y="645531"/>
            <a:ext cx="9649351" cy="4455066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ko-KR"/>
            </a:defPPr>
            <a:lvl2pPr marL="130810" lvl="1">
              <a:defRPr kumimoji="1" sz="1050" kern="0">
                <a:cs typeface="Malgun Gothic Semilight"/>
              </a:defRPr>
            </a:lvl2pPr>
            <a:lvl3pPr marL="534670" lvl="2" indent="-203200">
              <a:buFontTx/>
              <a:buAutoNum type="circleNumDbPlain"/>
              <a:defRPr sz="1050" kern="0">
                <a:cs typeface="Malgun Gothic Semilight"/>
              </a:defRPr>
            </a:lvl3pPr>
          </a:lstStyle>
          <a:p>
            <a:pPr lvl="1"/>
            <a:r>
              <a:rPr lang="en-US" altLang="ko-KR"/>
              <a:t>4. PKG</a:t>
            </a:r>
            <a:r>
              <a:rPr lang="ko-KR" altLang="en-US"/>
              <a:t> 자동보정</a:t>
            </a:r>
            <a:endParaRPr lang="en-US" altLang="ko-KR"/>
          </a:p>
          <a:p>
            <a:pPr lvl="2"/>
            <a:r>
              <a:rPr lang="ko-KR" altLang="en-US" err="1">
                <a:sym typeface="Wingdings" panose="05000000000000000000" pitchFamily="2" charset="2"/>
              </a:rPr>
              <a:t>주액량</a:t>
            </a:r>
            <a:r>
              <a:rPr lang="ko-KR" altLang="en-US">
                <a:sym typeface="Wingdings" panose="05000000000000000000" pitchFamily="2" charset="2"/>
              </a:rPr>
              <a:t> 자동보정 </a:t>
            </a:r>
            <a:r>
              <a:rPr lang="en-US" altLang="ko-KR">
                <a:sym typeface="Wingdings" panose="05000000000000000000" pitchFamily="2" charset="2"/>
              </a:rPr>
              <a:t>Global </a:t>
            </a:r>
            <a:r>
              <a:rPr lang="ko-KR" altLang="en-US">
                <a:sym typeface="Wingdings" panose="05000000000000000000" pitchFamily="2" charset="2"/>
              </a:rPr>
              <a:t>사이트 수평전개</a:t>
            </a:r>
            <a:r>
              <a:rPr lang="en-US" altLang="ko-KR">
                <a:sym typeface="Wingdings" panose="05000000000000000000" pitchFamily="2" charset="2"/>
              </a:rPr>
              <a:t> </a:t>
            </a:r>
            <a:r>
              <a:rPr lang="ko-KR" altLang="en-US">
                <a:sym typeface="Wingdings" panose="05000000000000000000" pitchFamily="2" charset="2"/>
              </a:rPr>
              <a:t>진행 중이며 </a:t>
            </a:r>
            <a:r>
              <a:rPr lang="en-US" altLang="ko-KR">
                <a:sym typeface="Wingdings" panose="05000000000000000000" pitchFamily="2" charset="2"/>
              </a:rPr>
              <a:t>ESWA 5, 8</a:t>
            </a:r>
            <a:r>
              <a:rPr lang="ko-KR" altLang="en-US">
                <a:sym typeface="Wingdings" panose="05000000000000000000" pitchFamily="2" charset="2"/>
              </a:rPr>
              <a:t>동 완료</a:t>
            </a:r>
            <a:r>
              <a:rPr lang="en-US" altLang="ko-KR">
                <a:sym typeface="Wingdings" panose="05000000000000000000" pitchFamily="2" charset="2"/>
              </a:rPr>
              <a:t>, ESHD</a:t>
            </a:r>
            <a:r>
              <a:rPr lang="ko-KR" altLang="en-US">
                <a:sym typeface="Wingdings" panose="05000000000000000000" pitchFamily="2" charset="2"/>
              </a:rPr>
              <a:t> 수평전개 완료되었습니다</a:t>
            </a:r>
            <a:r>
              <a:rPr lang="en-US" altLang="ko-KR">
                <a:sym typeface="Wingdings" panose="05000000000000000000" pitchFamily="2" charset="2"/>
              </a:rPr>
              <a:t>. </a:t>
            </a:r>
            <a:r>
              <a:rPr lang="en-US" altLang="ko-KR">
                <a:solidFill>
                  <a:srgbClr val="0000FF"/>
                </a:solidFill>
                <a:sym typeface="Wingdings" panose="05000000000000000000" pitchFamily="2" charset="2"/>
              </a:rPr>
              <a:t>ESST</a:t>
            </a:r>
            <a:r>
              <a:rPr lang="ko-KR" altLang="en-US">
                <a:solidFill>
                  <a:srgbClr val="0000FF"/>
                </a:solidFill>
                <a:sym typeface="Wingdings" panose="05000000000000000000" pitchFamily="2" charset="2"/>
              </a:rPr>
              <a:t> 대표호기</a:t>
            </a:r>
            <a:r>
              <a:rPr lang="en-US" altLang="ko-KR">
                <a:solidFill>
                  <a:srgbClr val="0000FF"/>
                </a:solidFill>
                <a:sym typeface="Wingdings" panose="05000000000000000000" pitchFamily="2" charset="2"/>
              </a:rPr>
              <a:t>(2-1</a:t>
            </a:r>
            <a:r>
              <a:rPr lang="ko-KR" altLang="en-US">
                <a:solidFill>
                  <a:srgbClr val="0000FF"/>
                </a:solidFill>
                <a:sym typeface="Wingdings" panose="05000000000000000000" pitchFamily="2" charset="2"/>
              </a:rPr>
              <a:t>호</a:t>
            </a:r>
            <a:r>
              <a:rPr lang="en-US" altLang="ko-KR">
                <a:solidFill>
                  <a:srgbClr val="0000FF"/>
                </a:solidFill>
                <a:sym typeface="Wingdings" panose="05000000000000000000" pitchFamily="2" charset="2"/>
              </a:rPr>
              <a:t>)</a:t>
            </a:r>
            <a:r>
              <a:rPr lang="ko-KR" altLang="en-US">
                <a:solidFill>
                  <a:srgbClr val="0000FF"/>
                </a:solidFill>
                <a:sym typeface="Wingdings" panose="05000000000000000000" pitchFamily="2" charset="2"/>
              </a:rPr>
              <a:t> 적용완료 되었고</a:t>
            </a:r>
            <a:r>
              <a:rPr lang="en-US" altLang="ko-KR">
                <a:solidFill>
                  <a:srgbClr val="0000FF"/>
                </a:solidFill>
                <a:sym typeface="Wingdings" panose="05000000000000000000" pitchFamily="2" charset="2"/>
              </a:rPr>
              <a:t>, ESWA 3</a:t>
            </a:r>
            <a:r>
              <a:rPr lang="ko-KR" altLang="en-US">
                <a:solidFill>
                  <a:srgbClr val="0000FF"/>
                </a:solidFill>
                <a:sym typeface="Wingdings" panose="05000000000000000000" pitchFamily="2" charset="2"/>
              </a:rPr>
              <a:t>동 </a:t>
            </a:r>
            <a:r>
              <a:rPr lang="en-US" altLang="ko-KR">
                <a:solidFill>
                  <a:srgbClr val="0000FF"/>
                </a:solidFill>
                <a:sym typeface="Wingdings" panose="05000000000000000000" pitchFamily="2" charset="2"/>
              </a:rPr>
              <a:t>4, 5</a:t>
            </a:r>
            <a:r>
              <a:rPr lang="ko-KR" altLang="en-US">
                <a:solidFill>
                  <a:srgbClr val="0000FF"/>
                </a:solidFill>
                <a:sym typeface="Wingdings" panose="05000000000000000000" pitchFamily="2" charset="2"/>
              </a:rPr>
              <a:t>라인</a:t>
            </a:r>
            <a:r>
              <a:rPr lang="en-US" altLang="ko-KR">
                <a:solidFill>
                  <a:srgbClr val="0000FF"/>
                </a:solidFill>
                <a:sym typeface="Wingdings" panose="05000000000000000000" pitchFamily="2" charset="2"/>
              </a:rPr>
              <a:t>(ESS) PLC </a:t>
            </a:r>
            <a:r>
              <a:rPr lang="ko-KR" altLang="en-US">
                <a:solidFill>
                  <a:srgbClr val="0000FF"/>
                </a:solidFill>
                <a:sym typeface="Wingdings" panose="05000000000000000000" pitchFamily="2" charset="2"/>
              </a:rPr>
              <a:t>개발</a:t>
            </a:r>
            <a:r>
              <a:rPr lang="en-US" altLang="ko-KR">
                <a:solidFill>
                  <a:srgbClr val="0000FF"/>
                </a:solidFill>
                <a:sym typeface="Wingdings" panose="05000000000000000000" pitchFamily="2" charset="2"/>
              </a:rPr>
              <a:t>(’26</a:t>
            </a:r>
            <a:r>
              <a:rPr lang="ko-KR" altLang="en-US">
                <a:solidFill>
                  <a:srgbClr val="0000FF"/>
                </a:solidFill>
                <a:sym typeface="Wingdings" panose="05000000000000000000" pitchFamily="2" charset="2"/>
              </a:rPr>
              <a:t>년 </a:t>
            </a:r>
            <a:r>
              <a:rPr lang="en-US" altLang="ko-KR">
                <a:solidFill>
                  <a:srgbClr val="0000FF"/>
                </a:solidFill>
                <a:sym typeface="Wingdings" panose="05000000000000000000" pitchFamily="2" charset="2"/>
              </a:rPr>
              <a:t>01/22)</a:t>
            </a:r>
            <a:r>
              <a:rPr lang="ko-KR" altLang="en-US">
                <a:solidFill>
                  <a:srgbClr val="0000FF"/>
                </a:solidFill>
                <a:sym typeface="Wingdings" panose="05000000000000000000" pitchFamily="2" charset="2"/>
              </a:rPr>
              <a:t> 중입니다</a:t>
            </a:r>
            <a:r>
              <a:rPr lang="en-US" altLang="ko-KR">
                <a:solidFill>
                  <a:srgbClr val="0000FF"/>
                </a:solidFill>
                <a:sym typeface="Wingdings" panose="05000000000000000000" pitchFamily="2" charset="2"/>
              </a:rPr>
              <a:t>.</a:t>
            </a:r>
            <a:endParaRPr lang="en-US" altLang="ko-KR">
              <a:sym typeface="Wingdings" panose="05000000000000000000" pitchFamily="2" charset="2"/>
            </a:endParaRPr>
          </a:p>
          <a:p>
            <a:pPr lvl="2"/>
            <a:r>
              <a:rPr lang="en-US" altLang="ko-KR"/>
              <a:t>Lead Position </a:t>
            </a:r>
            <a:r>
              <a:rPr lang="ko-KR" altLang="en-US"/>
              <a:t>자동보정 고도화</a:t>
            </a:r>
            <a:r>
              <a:rPr lang="en-US" altLang="ko-KR"/>
              <a:t>(</a:t>
            </a:r>
            <a:r>
              <a:rPr lang="ko-KR" altLang="en-US"/>
              <a:t>산포 개선</a:t>
            </a:r>
            <a:r>
              <a:rPr lang="en-US" altLang="ko-KR"/>
              <a:t>) </a:t>
            </a:r>
            <a:r>
              <a:rPr lang="ko-KR" altLang="en-US"/>
              <a:t>로직을 </a:t>
            </a:r>
            <a:r>
              <a:rPr lang="en-US" altLang="ko-KR"/>
              <a:t>ESHD</a:t>
            </a:r>
            <a:r>
              <a:rPr lang="ko-KR" altLang="en-US"/>
              <a:t>에 적용</a:t>
            </a:r>
            <a:r>
              <a:rPr lang="en-US" altLang="ko-KR"/>
              <a:t>(~11/20) </a:t>
            </a:r>
            <a:r>
              <a:rPr lang="ko-KR" altLang="en-US"/>
              <a:t>완료했습니다</a:t>
            </a:r>
            <a:r>
              <a:rPr lang="en-US" altLang="ko-KR"/>
              <a:t>. Long Run </a:t>
            </a:r>
            <a:r>
              <a:rPr lang="ko-KR" altLang="en-US"/>
              <a:t>검증을 통해 기능 이상이 없을 경우</a:t>
            </a:r>
            <a:r>
              <a:rPr lang="en-US" altLang="ko-KR"/>
              <a:t>, </a:t>
            </a:r>
            <a:r>
              <a:rPr lang="ko-KR" altLang="en-US"/>
              <a:t>효과 분석을 진행할 예정입니다</a:t>
            </a:r>
            <a:r>
              <a:rPr lang="en-US" altLang="ko-KR"/>
              <a:t>.</a:t>
            </a:r>
            <a:br>
              <a:rPr lang="en-US" altLang="ko-KR">
                <a:sym typeface="Wingdings" panose="05000000000000000000" pitchFamily="2" charset="2"/>
              </a:rPr>
            </a:br>
            <a:endParaRPr lang="en-US" altLang="ko-KR"/>
          </a:p>
          <a:p>
            <a:pPr lvl="1"/>
            <a:r>
              <a:rPr lang="en-US" altLang="ko-KR"/>
              <a:t>5. AZS </a:t>
            </a:r>
            <a:r>
              <a:rPr lang="ko-KR" altLang="en-US"/>
              <a:t>자동보정</a:t>
            </a:r>
            <a:endParaRPr lang="en-US" altLang="ko-KR"/>
          </a:p>
          <a:p>
            <a:pPr lvl="2"/>
            <a:r>
              <a:rPr lang="en-US" altLang="ko-KR"/>
              <a:t>AZS </a:t>
            </a:r>
            <a:r>
              <a:rPr lang="ko-KR" altLang="en-US"/>
              <a:t>고도화 대표라인</a:t>
            </a:r>
            <a:r>
              <a:rPr lang="en-US" altLang="ko-KR"/>
              <a:t>(1</a:t>
            </a:r>
            <a:r>
              <a:rPr lang="ko-KR" altLang="en-US"/>
              <a:t>라인</a:t>
            </a:r>
            <a:r>
              <a:rPr lang="en-US" altLang="ko-KR"/>
              <a:t>)</a:t>
            </a:r>
            <a:r>
              <a:rPr lang="ko-KR" altLang="en-US"/>
              <a:t> 수평전개 완료</a:t>
            </a:r>
            <a:r>
              <a:rPr lang="en-US" altLang="ko-KR"/>
              <a:t>(~6//30)</a:t>
            </a:r>
            <a:r>
              <a:rPr lang="ko-KR" altLang="en-US"/>
              <a:t>하였고</a:t>
            </a:r>
            <a:r>
              <a:rPr lang="en-US" altLang="ko-KR"/>
              <a:t>, 2~4</a:t>
            </a:r>
            <a:r>
              <a:rPr lang="ko-KR" altLang="en-US"/>
              <a:t>라인 수평전개 완료</a:t>
            </a:r>
            <a:r>
              <a:rPr lang="en-US" altLang="ko-KR"/>
              <a:t>(10/20)</a:t>
            </a:r>
            <a:r>
              <a:rPr lang="ko-KR" altLang="en-US"/>
              <a:t>하였습니다</a:t>
            </a:r>
            <a:r>
              <a:rPr lang="en-US" altLang="ko-KR"/>
              <a:t>. (HM)</a:t>
            </a:r>
            <a:br>
              <a:rPr lang="en-US" altLang="ko-KR"/>
            </a:br>
            <a:r>
              <a:rPr lang="en-US" altLang="ko-KR"/>
              <a:t> * 1</a:t>
            </a:r>
            <a:r>
              <a:rPr lang="ko-KR" altLang="en-US"/>
              <a:t>라인</a:t>
            </a:r>
            <a:r>
              <a:rPr lang="en-US" altLang="ko-KR"/>
              <a:t>(~</a:t>
            </a:r>
            <a:r>
              <a:rPr lang="ko-KR" altLang="en-US"/>
              <a:t>＇</a:t>
            </a:r>
            <a:r>
              <a:rPr lang="en-US" altLang="ko-KR"/>
              <a:t>25.06/30), 2</a:t>
            </a:r>
            <a:r>
              <a:rPr lang="ko-KR" altLang="en-US"/>
              <a:t>라인</a:t>
            </a:r>
            <a:r>
              <a:rPr lang="en-US" altLang="ko-KR"/>
              <a:t>(~</a:t>
            </a:r>
            <a:r>
              <a:rPr lang="ko-KR" altLang="en-US"/>
              <a:t>＇</a:t>
            </a:r>
            <a:r>
              <a:rPr lang="en-US" altLang="ko-KR"/>
              <a:t>25.09/08), 3</a:t>
            </a:r>
            <a:r>
              <a:rPr lang="ko-KR" altLang="en-US"/>
              <a:t>라인</a:t>
            </a:r>
            <a:r>
              <a:rPr lang="en-US" altLang="ko-KR"/>
              <a:t>(~</a:t>
            </a:r>
            <a:r>
              <a:rPr lang="ko-KR" altLang="en-US"/>
              <a:t>＇</a:t>
            </a:r>
            <a:r>
              <a:rPr lang="en-US" altLang="ko-KR"/>
              <a:t>25.10/14), 4</a:t>
            </a:r>
            <a:r>
              <a:rPr lang="ko-KR" altLang="en-US"/>
              <a:t>라인</a:t>
            </a:r>
            <a:r>
              <a:rPr lang="en-US" altLang="ko-KR"/>
              <a:t>(~</a:t>
            </a:r>
            <a:r>
              <a:rPr lang="ko-KR" altLang="en-US"/>
              <a:t>＇</a:t>
            </a:r>
            <a:r>
              <a:rPr lang="en-US" altLang="ko-KR"/>
              <a:t>25.10/20)</a:t>
            </a:r>
            <a:br>
              <a:rPr lang="en-US" altLang="ko-KR"/>
            </a:br>
            <a:r>
              <a:rPr lang="en-US" altLang="ko-KR"/>
              <a:t>AZS STK </a:t>
            </a:r>
            <a:r>
              <a:rPr lang="en-US" altLang="ko-KR" err="1"/>
              <a:t>수율</a:t>
            </a:r>
            <a:r>
              <a:rPr lang="en-US" altLang="ko-KR"/>
              <a:t> </a:t>
            </a:r>
            <a:r>
              <a:rPr lang="en-US" altLang="ko-KR" err="1"/>
              <a:t>파악</a:t>
            </a:r>
            <a:r>
              <a:rPr lang="en-US" altLang="ko-KR"/>
              <a:t>(</a:t>
            </a:r>
            <a:r>
              <a:rPr lang="ko-KR" altLang="en-US" err="1"/>
              <a:t>표준레포트</a:t>
            </a:r>
            <a:r>
              <a:rPr lang="en-US" altLang="ko-KR"/>
              <a:t>) – 2라인 7월 (7/25~10/14)</a:t>
            </a:r>
            <a:br>
              <a:rPr lang="en-US" altLang="ko-KR"/>
            </a:br>
            <a:r>
              <a:rPr lang="en-US" altLang="ko-KR"/>
              <a:t>2</a:t>
            </a:r>
            <a:r>
              <a:rPr lang="ko-KR" altLang="en-US"/>
              <a:t>라인의 경우 수평전개 후 </a:t>
            </a:r>
            <a:r>
              <a:rPr lang="en-US" altLang="ko-KR"/>
              <a:t>1</a:t>
            </a:r>
            <a:r>
              <a:rPr lang="ko-KR" altLang="en-US"/>
              <a:t>개월이 지나 불량률 분석을 하였고</a:t>
            </a:r>
            <a:r>
              <a:rPr lang="en-US" altLang="ko-KR"/>
              <a:t>, </a:t>
            </a:r>
            <a:r>
              <a:rPr lang="ko-KR" altLang="en-US"/>
              <a:t>자동보정 관련 항목이 </a:t>
            </a:r>
            <a:r>
              <a:rPr lang="en-US" altLang="ko-KR"/>
              <a:t>0.043% </a:t>
            </a:r>
            <a:r>
              <a:rPr lang="ko-KR" altLang="en-US"/>
              <a:t>개선됨을 확인하였습니다</a:t>
            </a:r>
            <a:r>
              <a:rPr lang="en-US" altLang="ko-KR"/>
              <a:t>. </a:t>
            </a:r>
            <a:br>
              <a:rPr lang="en-US" altLang="ko-KR"/>
            </a:br>
            <a:r>
              <a:rPr lang="en-US" altLang="ko-KR"/>
              <a:t>    1) </a:t>
            </a:r>
            <a:r>
              <a:rPr lang="ko-KR" altLang="en-US"/>
              <a:t>전극 위치 불량 </a:t>
            </a:r>
            <a:r>
              <a:rPr lang="en-US" altLang="ko-KR"/>
              <a:t>0.021% </a:t>
            </a:r>
            <a:r>
              <a:rPr lang="ko-KR" altLang="en-US"/>
              <a:t>개선 </a:t>
            </a:r>
            <a:r>
              <a:rPr lang="en-US" altLang="ko-KR"/>
              <a:t>(0.046% → 0.025%)</a:t>
            </a:r>
            <a:br>
              <a:rPr lang="en-US" altLang="ko-KR"/>
            </a:br>
            <a:r>
              <a:rPr lang="en-US" altLang="ko-KR"/>
              <a:t>    2) </a:t>
            </a:r>
            <a:r>
              <a:rPr lang="en-US" altLang="ko-KR" err="1"/>
              <a:t>Electrod</a:t>
            </a:r>
            <a:r>
              <a:rPr lang="en-US" altLang="ko-KR"/>
              <a:t> Fold</a:t>
            </a:r>
            <a:r>
              <a:rPr lang="ko-KR" altLang="en-US"/>
              <a:t> 불량 </a:t>
            </a:r>
            <a:r>
              <a:rPr lang="en-US" altLang="ko-KR"/>
              <a:t>0.014% </a:t>
            </a:r>
            <a:r>
              <a:rPr lang="ko-KR" altLang="en-US"/>
              <a:t>개선 </a:t>
            </a:r>
            <a:r>
              <a:rPr lang="en-US" altLang="ko-KR"/>
              <a:t>(0.041% </a:t>
            </a:r>
            <a:r>
              <a:rPr lang="ko-KR" altLang="en-US"/>
              <a:t>→ </a:t>
            </a:r>
            <a:r>
              <a:rPr lang="en-US" altLang="ko-KR"/>
              <a:t>0.027%)</a:t>
            </a:r>
            <a:br>
              <a:rPr lang="en-US" altLang="ko-KR"/>
            </a:br>
            <a:r>
              <a:rPr lang="en-US" altLang="ko-KR"/>
              <a:t>    3) Sheet Align Vision</a:t>
            </a:r>
            <a:r>
              <a:rPr lang="ko-KR" altLang="en-US"/>
              <a:t> 불량 </a:t>
            </a:r>
            <a:r>
              <a:rPr lang="en-US" altLang="ko-KR"/>
              <a:t>0.009% </a:t>
            </a:r>
            <a:r>
              <a:rPr lang="ko-KR" altLang="en-US"/>
              <a:t>개선 </a:t>
            </a:r>
            <a:r>
              <a:rPr lang="en-US" altLang="ko-KR"/>
              <a:t>(0.026% → 0.017%)</a:t>
            </a:r>
            <a:br>
              <a:rPr lang="en-US" altLang="ko-KR"/>
            </a:br>
            <a:r>
              <a:rPr lang="en-US" altLang="ko-KR"/>
              <a:t>    4) </a:t>
            </a:r>
            <a:r>
              <a:rPr lang="ko-KR" altLang="en-US"/>
              <a:t>연결 불량 </a:t>
            </a:r>
            <a:r>
              <a:rPr lang="en-US" altLang="ko-KR"/>
              <a:t>0.018% </a:t>
            </a:r>
            <a:r>
              <a:rPr lang="ko-KR" altLang="en-US"/>
              <a:t>개선 </a:t>
            </a:r>
            <a:r>
              <a:rPr lang="en-US" altLang="ko-KR"/>
              <a:t>(0.021% → 0.003%)</a:t>
            </a:r>
            <a:br>
              <a:rPr lang="en-US" altLang="ko-KR"/>
            </a:br>
            <a:r>
              <a:rPr lang="en-US" altLang="ko-KR"/>
              <a:t>    5) </a:t>
            </a:r>
            <a:r>
              <a:rPr lang="ko-KR" altLang="en-US"/>
              <a:t>외관 불량 </a:t>
            </a:r>
            <a:r>
              <a:rPr lang="en-US" altLang="ko-KR"/>
              <a:t>0.017% </a:t>
            </a:r>
            <a:r>
              <a:rPr lang="ko-KR" altLang="en-US"/>
              <a:t>개선 </a:t>
            </a:r>
            <a:r>
              <a:rPr lang="en-US" altLang="ko-KR"/>
              <a:t>(0.042%  → 0.025%)  </a:t>
            </a:r>
          </a:p>
          <a:p>
            <a:pPr lvl="2"/>
            <a:r>
              <a:rPr lang="en-US" altLang="ko-KR"/>
              <a:t>EP1 Pilot 4-3</a:t>
            </a:r>
            <a:r>
              <a:rPr lang="ko-KR" altLang="en-US"/>
              <a:t>호기 </a:t>
            </a:r>
            <a:r>
              <a:rPr lang="en-US" altLang="ko-KR"/>
              <a:t>AZS Stack </a:t>
            </a:r>
            <a:r>
              <a:rPr lang="ko-KR" altLang="en-US"/>
              <a:t>자동보정 적용을 위한 </a:t>
            </a:r>
            <a:r>
              <a:rPr lang="en-US" altLang="ko-KR"/>
              <a:t>PLC I/F</a:t>
            </a:r>
            <a:r>
              <a:rPr lang="ko-KR" altLang="en-US"/>
              <a:t> 수정 및 테스트</a:t>
            </a:r>
            <a:r>
              <a:rPr lang="en-US" altLang="ko-KR"/>
              <a:t>(10/24)</a:t>
            </a:r>
            <a:r>
              <a:rPr lang="ko-KR" altLang="en-US"/>
              <a:t>하였고</a:t>
            </a:r>
            <a:r>
              <a:rPr lang="en-US" altLang="ko-KR"/>
              <a:t>, </a:t>
            </a:r>
            <a:r>
              <a:rPr lang="ko-KR" altLang="en-US"/>
              <a:t>기능 검증</a:t>
            </a:r>
            <a:r>
              <a:rPr lang="en-US" altLang="ko-KR"/>
              <a:t>(10/29) </a:t>
            </a:r>
            <a:r>
              <a:rPr lang="ko-KR" altLang="en-US"/>
              <a:t>진행하였으나 </a:t>
            </a:r>
            <a:r>
              <a:rPr lang="en-US" altLang="ko-KR"/>
              <a:t>PLC </a:t>
            </a:r>
            <a:r>
              <a:rPr lang="ko-KR" altLang="en-US"/>
              <a:t>오류</a:t>
            </a:r>
            <a:r>
              <a:rPr lang="en-US" altLang="ko-KR"/>
              <a:t>(</a:t>
            </a:r>
            <a:r>
              <a:rPr lang="ko-KR" altLang="en-US"/>
              <a:t>자동보정 값을 넣었는데 수동 </a:t>
            </a:r>
            <a:r>
              <a:rPr lang="ko-KR" altLang="en-US" err="1"/>
              <a:t>보정값이</a:t>
            </a:r>
            <a:r>
              <a:rPr lang="ko-KR" altLang="en-US"/>
              <a:t> 동작</a:t>
            </a:r>
            <a:r>
              <a:rPr lang="en-US" altLang="ko-KR"/>
              <a:t>)</a:t>
            </a:r>
            <a:r>
              <a:rPr lang="ko-KR" altLang="en-US"/>
              <a:t>로 업체에서 수정 진행중에 있습니다</a:t>
            </a:r>
            <a:r>
              <a:rPr lang="en-US" altLang="ko-KR"/>
              <a:t>. EP1 Pilot 4-3</a:t>
            </a:r>
            <a:r>
              <a:rPr lang="ko-KR" altLang="en-US"/>
              <a:t>호 자동보정 적용 완료</a:t>
            </a:r>
            <a:r>
              <a:rPr lang="en-US" altLang="ko-KR"/>
              <a:t>(11/11)</a:t>
            </a:r>
            <a:r>
              <a:rPr lang="ko-KR" altLang="en-US"/>
              <a:t>하였고</a:t>
            </a:r>
            <a:r>
              <a:rPr lang="en-US" altLang="ko-KR"/>
              <a:t>,</a:t>
            </a:r>
            <a:r>
              <a:rPr lang="ko-KR" altLang="en-US"/>
              <a:t> 기능 검증</a:t>
            </a:r>
            <a:r>
              <a:rPr lang="en-US" altLang="ko-KR"/>
              <a:t>(~11/14) </a:t>
            </a:r>
            <a:r>
              <a:rPr lang="ko-KR" altLang="en-US"/>
              <a:t>진행하였습니다</a:t>
            </a:r>
            <a:r>
              <a:rPr lang="en-US" altLang="ko-KR"/>
              <a:t>. </a:t>
            </a:r>
            <a:r>
              <a:rPr lang="ko-KR" altLang="en-US"/>
              <a:t>검증 결과 특이사항이 없어 </a:t>
            </a:r>
            <a:r>
              <a:rPr lang="en-US" altLang="ko-KR"/>
              <a:t>Pilot 4-1, 4-2, 4-4</a:t>
            </a:r>
            <a:r>
              <a:rPr lang="ko-KR" altLang="en-US"/>
              <a:t>호 수평전개 완료</a:t>
            </a:r>
            <a:r>
              <a:rPr lang="en-US" altLang="ko-KR"/>
              <a:t>(11/13)</a:t>
            </a:r>
            <a:r>
              <a:rPr lang="ko-KR" altLang="en-US"/>
              <a:t>하였습니다</a:t>
            </a:r>
            <a:r>
              <a:rPr lang="en-US" altLang="ko-KR"/>
              <a:t>. </a:t>
            </a:r>
            <a:r>
              <a:rPr lang="ko-KR" altLang="en-US"/>
              <a:t>현재는 모델 변경</a:t>
            </a:r>
            <a:r>
              <a:rPr lang="en-US" altLang="ko-KR"/>
              <a:t>(~11/23) </a:t>
            </a:r>
            <a:r>
              <a:rPr lang="ko-KR" altLang="en-US"/>
              <a:t>후 양산 시점</a:t>
            </a:r>
            <a:r>
              <a:rPr lang="en-US" altLang="ko-KR"/>
              <a:t>(11/24~)</a:t>
            </a:r>
            <a:r>
              <a:rPr lang="ko-KR" altLang="en-US"/>
              <a:t>에 자동보정 효과 검증하도록 하겠습니다</a:t>
            </a:r>
            <a:r>
              <a:rPr lang="en-US" altLang="ko-KR"/>
              <a:t>. </a:t>
            </a:r>
            <a:r>
              <a:rPr lang="en-US" altLang="ko-KR">
                <a:solidFill>
                  <a:srgbClr val="0000FF"/>
                </a:solidFill>
              </a:rPr>
              <a:t>PLC</a:t>
            </a:r>
            <a:r>
              <a:rPr lang="ko-KR" altLang="en-US">
                <a:solidFill>
                  <a:srgbClr val="0000FF"/>
                </a:solidFill>
              </a:rPr>
              <a:t> 프로그램에 문제 있었던 부분 수정 완료 하였고</a:t>
            </a:r>
            <a:r>
              <a:rPr lang="en-US" altLang="ko-KR">
                <a:solidFill>
                  <a:srgbClr val="0000FF"/>
                </a:solidFill>
              </a:rPr>
              <a:t>(12/12), </a:t>
            </a:r>
            <a:r>
              <a:rPr lang="ko-KR" altLang="en-US">
                <a:solidFill>
                  <a:srgbClr val="0000FF"/>
                </a:solidFill>
              </a:rPr>
              <a:t>자동보정 정상동작 확인 완료하였습니다</a:t>
            </a:r>
            <a:r>
              <a:rPr lang="en-US" altLang="ko-KR">
                <a:solidFill>
                  <a:srgbClr val="0000FF"/>
                </a:solidFill>
              </a:rPr>
              <a:t>. </a:t>
            </a:r>
            <a:r>
              <a:rPr lang="ko-KR" altLang="en-US">
                <a:solidFill>
                  <a:srgbClr val="0000FF"/>
                </a:solidFill>
              </a:rPr>
              <a:t>자동보정 적용 효과 분석 진행 중이며 분석 완료 후 유관부서에 공유 예정입니다</a:t>
            </a:r>
            <a:r>
              <a:rPr lang="en-US" altLang="ko-KR">
                <a:solidFill>
                  <a:srgbClr val="0000FF"/>
                </a:solidFill>
              </a:rPr>
              <a:t>. (~12/16)</a:t>
            </a:r>
          </a:p>
          <a:p>
            <a:pPr lvl="2"/>
            <a:r>
              <a:rPr lang="ko-KR" altLang="en-US">
                <a:sym typeface="Wingdings" panose="05000000000000000000" pitchFamily="2" charset="2"/>
              </a:rPr>
              <a:t>각형 </a:t>
            </a:r>
            <a:r>
              <a:rPr lang="en-US" altLang="ko-KR">
                <a:sym typeface="Wingdings" panose="05000000000000000000" pitchFamily="2" charset="2"/>
              </a:rPr>
              <a:t>AZS </a:t>
            </a:r>
            <a:r>
              <a:rPr lang="ko-KR" altLang="en-US">
                <a:sym typeface="Wingdings" panose="05000000000000000000" pitchFamily="2" charset="2"/>
              </a:rPr>
              <a:t>자동보정</a:t>
            </a:r>
            <a:r>
              <a:rPr lang="en-US" altLang="ko-KR">
                <a:sym typeface="Wingdings" panose="05000000000000000000" pitchFamily="2" charset="2"/>
              </a:rPr>
              <a:t> </a:t>
            </a:r>
            <a:r>
              <a:rPr lang="ko-KR" altLang="en-US">
                <a:sym typeface="Wingdings" panose="05000000000000000000" pitchFamily="2" charset="2"/>
              </a:rPr>
              <a:t>프로그램 개발 중</a:t>
            </a:r>
            <a:r>
              <a:rPr lang="en-US" altLang="ko-KR">
                <a:sym typeface="Wingdings" panose="05000000000000000000" pitchFamily="2" charset="2"/>
              </a:rPr>
              <a:t>(’25.10)</a:t>
            </a:r>
            <a:r>
              <a:rPr lang="ko-KR" altLang="en-US">
                <a:sym typeface="Wingdings" panose="05000000000000000000" pitchFamily="2" charset="2"/>
              </a:rPr>
              <a:t>이며</a:t>
            </a:r>
            <a:r>
              <a:rPr lang="en-US" altLang="ko-KR">
                <a:sym typeface="Wingdings" panose="05000000000000000000" pitchFamily="2" charset="2"/>
              </a:rPr>
              <a:t>, Pilot 3, 4</a:t>
            </a:r>
            <a:r>
              <a:rPr lang="ko-KR" altLang="en-US">
                <a:sym typeface="Wingdings" panose="05000000000000000000" pitchFamily="2" charset="2"/>
              </a:rPr>
              <a:t>호기 적용을 위한 알고리즘 개발 완료</a:t>
            </a:r>
            <a:r>
              <a:rPr lang="en-US" altLang="ko-KR">
                <a:sym typeface="Wingdings" panose="05000000000000000000" pitchFamily="2" charset="2"/>
              </a:rPr>
              <a:t>(9/12)</a:t>
            </a:r>
            <a:r>
              <a:rPr lang="ko-KR" altLang="en-US">
                <a:sym typeface="Wingdings" panose="05000000000000000000" pitchFamily="2" charset="2"/>
              </a:rPr>
              <a:t>하였습니다</a:t>
            </a:r>
            <a:r>
              <a:rPr lang="en-US" altLang="ko-KR">
                <a:sym typeface="Wingdings" panose="05000000000000000000" pitchFamily="2" charset="2"/>
              </a:rPr>
              <a:t>. </a:t>
            </a:r>
            <a:r>
              <a:rPr lang="en-US" altLang="ko-KR" sz="1050"/>
              <a:t>Pilot 3</a:t>
            </a:r>
            <a:r>
              <a:rPr lang="ko-KR" altLang="en-US" sz="1050"/>
              <a:t>호기를 대상으로 자동보정 기능을 적용 중입니다</a:t>
            </a:r>
            <a:r>
              <a:rPr lang="en-US" altLang="ko-KR" sz="1050"/>
              <a:t>. </a:t>
            </a:r>
            <a:r>
              <a:rPr lang="ko-KR" altLang="en-US" sz="1050"/>
              <a:t>자동보정 적용 시</a:t>
            </a:r>
            <a:r>
              <a:rPr lang="en-US" altLang="ko-KR" sz="1050"/>
              <a:t>, X, Y, T </a:t>
            </a:r>
            <a:r>
              <a:rPr lang="ko-KR" altLang="en-US" sz="1050"/>
              <a:t>값을 </a:t>
            </a:r>
            <a:r>
              <a:rPr lang="en-US" altLang="ko-KR" sz="1050"/>
              <a:t>PLC</a:t>
            </a:r>
            <a:r>
              <a:rPr lang="ko-KR" altLang="en-US" sz="1050"/>
              <a:t>에 입력하면 검사기가 해당 데이터를 받아 설비 각 축의 모터에 위치 </a:t>
            </a:r>
            <a:r>
              <a:rPr lang="ko-KR" altLang="en-US" sz="1050" err="1"/>
              <a:t>명령값을</a:t>
            </a:r>
            <a:r>
              <a:rPr lang="ko-KR" altLang="en-US" sz="1050"/>
              <a:t> 연산한 뒤 다시 </a:t>
            </a:r>
            <a:r>
              <a:rPr lang="en-US" altLang="ko-KR" sz="1050"/>
              <a:t>PLC</a:t>
            </a:r>
            <a:r>
              <a:rPr lang="ko-KR" altLang="en-US" sz="1050"/>
              <a:t>에 전달하도록 설계되어 있습니다</a:t>
            </a:r>
            <a:r>
              <a:rPr lang="en-US" altLang="ko-KR" sz="1050"/>
              <a:t>. </a:t>
            </a:r>
            <a:r>
              <a:rPr lang="ko-KR" altLang="en-US" sz="1050"/>
              <a:t>이 연산은 </a:t>
            </a:r>
            <a:r>
              <a:rPr lang="en-US" altLang="ko-KR" sz="1050"/>
              <a:t>0.25</a:t>
            </a:r>
            <a:r>
              <a:rPr lang="ko-KR" altLang="en-US" sz="1050"/>
              <a:t>초 이내에 완료되어야 하지만</a:t>
            </a:r>
            <a:r>
              <a:rPr lang="en-US" altLang="ko-KR" sz="1050"/>
              <a:t>, </a:t>
            </a:r>
            <a:r>
              <a:rPr lang="ko-KR" altLang="en-US" sz="1050"/>
              <a:t>현재 제한된 시간 내에 연산이 완료되지 않아 업체에서 개선 작업을 진행 중입니다</a:t>
            </a:r>
            <a:r>
              <a:rPr lang="en-US" altLang="ko-KR" sz="1050"/>
              <a:t>. HG, HM AZS</a:t>
            </a:r>
            <a:r>
              <a:rPr lang="ko-KR" altLang="en-US" sz="1050"/>
              <a:t>의 경우 </a:t>
            </a:r>
            <a:r>
              <a:rPr lang="en-US" altLang="ko-KR" sz="1050"/>
              <a:t>Tact Time</a:t>
            </a:r>
            <a:r>
              <a:rPr lang="ko-KR" altLang="en-US" sz="1050"/>
              <a:t>이 </a:t>
            </a:r>
            <a:r>
              <a:rPr lang="en-US" altLang="ko-KR" sz="1050"/>
              <a:t>0.5</a:t>
            </a:r>
            <a:r>
              <a:rPr lang="ko-KR" altLang="en-US" sz="1050"/>
              <a:t>초</a:t>
            </a:r>
            <a:r>
              <a:rPr lang="en-US" altLang="ko-KR" sz="1050"/>
              <a:t>/sheet</a:t>
            </a:r>
            <a:r>
              <a:rPr lang="ko-KR" altLang="en-US" sz="1050"/>
              <a:t>로 설정되어 있어 </a:t>
            </a:r>
            <a:r>
              <a:rPr lang="en-US" altLang="ko-KR" sz="1050"/>
              <a:t>PLC</a:t>
            </a:r>
            <a:r>
              <a:rPr lang="ko-KR" altLang="en-US" sz="1050"/>
              <a:t>에서 연산을 처리할 수 있지만</a:t>
            </a:r>
            <a:r>
              <a:rPr lang="en-US" altLang="ko-KR" sz="1050"/>
              <a:t>, </a:t>
            </a:r>
            <a:r>
              <a:rPr lang="ko-KR" altLang="en-US" sz="1050"/>
              <a:t>각형의 경우 </a:t>
            </a:r>
            <a:r>
              <a:rPr lang="en-US" altLang="ko-KR" sz="1050"/>
              <a:t>Tact Time</a:t>
            </a:r>
            <a:r>
              <a:rPr lang="ko-KR" altLang="en-US" sz="1050"/>
              <a:t>이 </a:t>
            </a:r>
            <a:r>
              <a:rPr lang="en-US" altLang="ko-KR" sz="1050"/>
              <a:t>0.25</a:t>
            </a:r>
            <a:r>
              <a:rPr lang="ko-KR" altLang="en-US" sz="1050"/>
              <a:t>초</a:t>
            </a:r>
            <a:r>
              <a:rPr lang="en-US" altLang="ko-KR" sz="1050"/>
              <a:t>/sheet</a:t>
            </a:r>
            <a:r>
              <a:rPr lang="ko-KR" altLang="en-US" sz="1050"/>
              <a:t>로 짧아 </a:t>
            </a:r>
            <a:r>
              <a:rPr lang="en-US" altLang="ko-KR" sz="1050"/>
              <a:t>PLC </a:t>
            </a:r>
            <a:r>
              <a:rPr lang="ko-KR" altLang="en-US" sz="1050"/>
              <a:t>내에서 처리가 불가능합니다</a:t>
            </a:r>
            <a:r>
              <a:rPr lang="en-US" altLang="ko-KR" sz="1050"/>
              <a:t>. </a:t>
            </a:r>
            <a:r>
              <a:rPr lang="ko-KR" altLang="en-US" sz="1050"/>
              <a:t>따라서 본 연산은 검사기에서 처리하는 방식으로 변경하여 적용</a:t>
            </a:r>
            <a:r>
              <a:rPr lang="en-US" altLang="ko-KR" sz="1050"/>
              <a:t>(~12/19)</a:t>
            </a:r>
            <a:r>
              <a:rPr lang="ko-KR" altLang="en-US" sz="1050"/>
              <a:t>하고 있습니다</a:t>
            </a:r>
            <a:r>
              <a:rPr lang="en-US" altLang="ko-KR" sz="1050"/>
              <a:t>. </a:t>
            </a:r>
            <a:r>
              <a:rPr lang="ko-KR" altLang="en-US" sz="1050"/>
              <a:t>자동보정 적용 시퀀스 일부를 변경하여 </a:t>
            </a:r>
            <a:r>
              <a:rPr lang="en-US" altLang="ko-KR" sz="1050"/>
              <a:t>PLC </a:t>
            </a:r>
            <a:r>
              <a:rPr lang="ko-KR" altLang="en-US" sz="1050"/>
              <a:t>수정 작업을 진행 중이며</a:t>
            </a:r>
            <a:r>
              <a:rPr lang="en-US" altLang="ko-KR" sz="1050"/>
              <a:t>, </a:t>
            </a:r>
            <a:r>
              <a:rPr lang="ko-KR" altLang="en-US" sz="1050"/>
              <a:t>변경 내용은 </a:t>
            </a:r>
            <a:r>
              <a:rPr lang="en-US" altLang="ko-KR" sz="1050"/>
              <a:t>PLC </a:t>
            </a:r>
            <a:r>
              <a:rPr lang="ko-KR" altLang="en-US" sz="1050"/>
              <a:t>측에서 자동보정 적용 신호를 모니터링하고 </a:t>
            </a:r>
            <a:r>
              <a:rPr lang="ko-KR" altLang="en-US" sz="1050" err="1"/>
              <a:t>보정값을</a:t>
            </a:r>
            <a:r>
              <a:rPr lang="ko-KR" altLang="en-US" sz="1050"/>
              <a:t> </a:t>
            </a:r>
            <a:r>
              <a:rPr lang="en-US" altLang="ko-KR" sz="1050"/>
              <a:t>PC </a:t>
            </a:r>
            <a:r>
              <a:rPr lang="ko-KR" altLang="en-US" sz="1050"/>
              <a:t>영역에서 </a:t>
            </a:r>
            <a:r>
              <a:rPr lang="en-US" altLang="ko-KR" sz="1050"/>
              <a:t>PLC </a:t>
            </a:r>
            <a:r>
              <a:rPr lang="ko-KR" altLang="en-US" sz="1050"/>
              <a:t>영역으로 블록 읽기 및 쓰기</a:t>
            </a:r>
            <a:r>
              <a:rPr lang="en-US" altLang="ko-KR" sz="1050"/>
              <a:t>(Block Read &amp; Write) </a:t>
            </a:r>
            <a:r>
              <a:rPr lang="ko-KR" altLang="en-US" sz="1050"/>
              <a:t>방식으로 처리하는 것입니다</a:t>
            </a:r>
            <a:r>
              <a:rPr lang="en-US" altLang="ko-KR" sz="1050"/>
              <a:t>. </a:t>
            </a:r>
            <a:r>
              <a:rPr lang="ko-KR" altLang="en-US" sz="1050">
                <a:solidFill>
                  <a:srgbClr val="0000FF"/>
                </a:solidFill>
              </a:rPr>
              <a:t>변경된 </a:t>
            </a:r>
            <a:r>
              <a:rPr lang="en-US" altLang="ko-KR" sz="1050">
                <a:solidFill>
                  <a:srgbClr val="0000FF"/>
                </a:solidFill>
              </a:rPr>
              <a:t>Interface </a:t>
            </a:r>
            <a:r>
              <a:rPr lang="ko-KR" altLang="en-US" sz="1050">
                <a:solidFill>
                  <a:srgbClr val="0000FF"/>
                </a:solidFill>
              </a:rPr>
              <a:t>방법에 대한 </a:t>
            </a:r>
            <a:r>
              <a:rPr lang="en-US" altLang="ko-KR" sz="1050">
                <a:solidFill>
                  <a:srgbClr val="0000FF"/>
                </a:solidFill>
              </a:rPr>
              <a:t>PLC </a:t>
            </a:r>
            <a:r>
              <a:rPr lang="ko-KR" altLang="en-US" sz="1050">
                <a:solidFill>
                  <a:srgbClr val="0000FF"/>
                </a:solidFill>
              </a:rPr>
              <a:t>및 검사기 프로그램 수정을 완료</a:t>
            </a:r>
            <a:r>
              <a:rPr lang="en-US" altLang="ko-KR" sz="1050">
                <a:solidFill>
                  <a:srgbClr val="0000FF"/>
                </a:solidFill>
              </a:rPr>
              <a:t>(12/15)</a:t>
            </a:r>
            <a:r>
              <a:rPr lang="ko-KR" altLang="en-US" sz="1050">
                <a:solidFill>
                  <a:srgbClr val="0000FF"/>
                </a:solidFill>
              </a:rPr>
              <a:t>하였고</a:t>
            </a:r>
            <a:r>
              <a:rPr lang="en-US" altLang="ko-KR" sz="1050">
                <a:solidFill>
                  <a:srgbClr val="0000FF"/>
                </a:solidFill>
              </a:rPr>
              <a:t>, </a:t>
            </a:r>
            <a:r>
              <a:rPr lang="ko-KR" altLang="en-US" sz="1050">
                <a:solidFill>
                  <a:srgbClr val="0000FF"/>
                </a:solidFill>
              </a:rPr>
              <a:t>자동보정 정상 동작 여부 확인 </a:t>
            </a:r>
            <a:r>
              <a:rPr lang="ko-KR" altLang="en-US">
                <a:solidFill>
                  <a:srgbClr val="0000FF"/>
                </a:solidFill>
              </a:rPr>
              <a:t>작업 진행 중에 있습니다</a:t>
            </a:r>
            <a:r>
              <a:rPr lang="en-US" altLang="ko-KR">
                <a:solidFill>
                  <a:srgbClr val="0000FF"/>
                </a:solidFill>
              </a:rPr>
              <a:t>(~12/17). </a:t>
            </a: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7771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ko-KR" altLang="en-US" sz="1800">
                <a:solidFill>
                  <a:schemeClr val="tx1"/>
                </a:solidFill>
                <a:latin typeface="Arial Narrow"/>
                <a:ea typeface="LG스마트체 Regular"/>
                <a:cs typeface="Malgun Gothic Semilight"/>
              </a:rPr>
              <a:t>2.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조립자동보정팀</a:t>
            </a:r>
            <a:r>
              <a:rPr lang="en-US" altLang="ko-KR" sz="1800">
                <a:solidFill>
                  <a:schemeClr val="tx1"/>
                </a:solidFill>
                <a:latin typeface="Arial Narrow"/>
                <a:ea typeface="LG스마트체 Regular"/>
                <a:cs typeface="Malgun Gothic Semilight"/>
              </a:rPr>
              <a:t>(</a:t>
            </a:r>
            <a:r>
              <a:rPr lang="en-US" altLang="ko-KR" sz="1800" err="1">
                <a:solidFill>
                  <a:schemeClr val="tx1"/>
                </a:solidFill>
                <a:latin typeface="Arial Narrow"/>
                <a:ea typeface="LG스마트체 Regular"/>
                <a:cs typeface="Malgun Gothic Semilight"/>
              </a:rPr>
              <a:t>자동차</a:t>
            </a:r>
            <a:r>
              <a:rPr lang="en-US" altLang="ko-KR" sz="1800">
                <a:solidFill>
                  <a:schemeClr val="tx1"/>
                </a:solidFill>
                <a:latin typeface="Arial Narrow"/>
                <a:ea typeface="LG스마트체 Regular"/>
                <a:cs typeface="Malgun Gothic Semilight"/>
              </a:rPr>
              <a:t>)(2/3)</a:t>
            </a:r>
            <a:endParaRPr lang="ko-KR">
              <a:solidFill>
                <a:schemeClr val="tx1"/>
              </a:solidFill>
            </a:endParaRPr>
          </a:p>
        </p:txBody>
      </p:sp>
      <p:sp>
        <p:nvSpPr>
          <p:cNvPr id="5" name="실행 단추: 홈으로 이동 4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1D4E271F-1E0F-4F81-9313-A0E990AFCB9C}"/>
              </a:ext>
            </a:extLst>
          </p:cNvPr>
          <p:cNvSpPr/>
          <p:nvPr/>
        </p:nvSpPr>
        <p:spPr>
          <a:xfrm>
            <a:off x="9513455" y="132021"/>
            <a:ext cx="292852" cy="292852"/>
          </a:xfrm>
          <a:prstGeom prst="actionButtonHo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344566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F5FF4B7-2926-4D73-A8B9-82803C7166FE}"/>
              </a:ext>
            </a:extLst>
          </p:cNvPr>
          <p:cNvSpPr txBox="1"/>
          <p:nvPr/>
        </p:nvSpPr>
        <p:spPr>
          <a:xfrm>
            <a:off x="122722" y="664721"/>
            <a:ext cx="9649351" cy="6394058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130810" lvl="1">
              <a:defRPr/>
            </a:pPr>
            <a:r>
              <a:rPr kumimoji="1" lang="en-US" altLang="ko-KR" sz="1050" kern="0">
                <a:cs typeface="Malgun Gothic Semilight"/>
              </a:rPr>
              <a:t>1. </a:t>
            </a:r>
            <a:r>
              <a:rPr kumimoji="1" lang="ko-KR" altLang="en-US" sz="1050" kern="0">
                <a:cs typeface="Malgun Gothic Semilight"/>
              </a:rPr>
              <a:t>공정 공통 과제</a:t>
            </a:r>
            <a:endParaRPr lang="en-US" altLang="ko-KR" sz="1050" kern="0">
              <a:cs typeface="Malgun Gothic Semilight"/>
            </a:endParaRPr>
          </a:p>
          <a:p>
            <a:pPr marL="534670" lvl="2" indent="-203200">
              <a:buFont typeface="+mj-ea"/>
              <a:buAutoNum type="circleNumDbPlain"/>
              <a:defRPr/>
            </a:pPr>
            <a:r>
              <a:rPr kumimoji="1" lang="ko-KR" altLang="en-US" sz="1050" kern="0" err="1">
                <a:cs typeface="Malgun Gothic Semilight"/>
              </a:rPr>
              <a:t>와인더</a:t>
            </a:r>
            <a:r>
              <a:rPr kumimoji="1" lang="ko-KR" altLang="en-US" sz="1050" kern="0">
                <a:cs typeface="Malgun Gothic Semilight"/>
              </a:rPr>
              <a:t> </a:t>
            </a:r>
            <a:r>
              <a:rPr kumimoji="1" lang="en-US" altLang="ko-KR" sz="1050" kern="0">
                <a:cs typeface="Malgun Gothic Semilight"/>
              </a:rPr>
              <a:t>2170/4680 Global Site </a:t>
            </a:r>
            <a:r>
              <a:rPr kumimoji="1" lang="ko-KR" altLang="en-US" sz="1050" kern="0">
                <a:cs typeface="Malgun Gothic Semilight"/>
              </a:rPr>
              <a:t>파라미터 조사 진행하였습니다</a:t>
            </a:r>
            <a:r>
              <a:rPr kumimoji="1" lang="en-US" altLang="ko-KR" sz="1050" kern="0">
                <a:cs typeface="Malgun Gothic Semilight"/>
              </a:rPr>
              <a:t>. </a:t>
            </a:r>
            <a:r>
              <a:rPr kumimoji="1" lang="ko-KR" altLang="en-US" sz="1050" kern="0">
                <a:cs typeface="Malgun Gothic Semilight"/>
              </a:rPr>
              <a:t>조사된 파라미터 기반으로 자동보정 관련 항목 불량률 </a:t>
            </a:r>
            <a:r>
              <a:rPr kumimoji="1" lang="en-US" altLang="ko-KR" sz="1050" kern="0">
                <a:cs typeface="Malgun Gothic Semilight"/>
              </a:rPr>
              <a:t>Worst, Best</a:t>
            </a:r>
            <a:r>
              <a:rPr kumimoji="1" lang="ko-KR" altLang="en-US" sz="1050" kern="0">
                <a:cs typeface="Malgun Gothic Semilight"/>
              </a:rPr>
              <a:t>설비 선정 후 파라미터 차이 유무를 확인하여 불량률 개선 방안 검토 예정입니다</a:t>
            </a:r>
            <a:r>
              <a:rPr kumimoji="1" lang="en-US" altLang="ko-KR" sz="1050" kern="0">
                <a:cs typeface="Malgun Gothic Semilight"/>
              </a:rPr>
              <a:t>.</a:t>
            </a:r>
            <a:r>
              <a:rPr kumimoji="1" lang="ko-KR" altLang="en-US" sz="1050" kern="0">
                <a:cs typeface="Malgun Gothic Semilight"/>
              </a:rPr>
              <a:t> </a:t>
            </a:r>
            <a:endParaRPr kumimoji="1" lang="en-US" altLang="ko-KR" sz="1050" kern="0">
              <a:cs typeface="Malgun Gothic Semilight"/>
            </a:endParaRPr>
          </a:p>
          <a:p>
            <a:pPr marL="534670" lvl="2" indent="-203200">
              <a:buFont typeface="+mj-ea"/>
              <a:buAutoNum type="circleNumDbPlain"/>
              <a:defRPr/>
            </a:pPr>
            <a:r>
              <a:rPr lang="en-US" altLang="ko-KR" sz="1050" kern="0">
                <a:cs typeface="Malgun Gothic Semilight"/>
              </a:rPr>
              <a:t>21700, 4680 APC </a:t>
            </a:r>
            <a:r>
              <a:rPr lang="ko-KR" altLang="en-US" sz="1050" kern="0">
                <a:cs typeface="Malgun Gothic Semilight"/>
              </a:rPr>
              <a:t>시스템 기반으로 구동가능한 프로그램 고도화 중에 있습니다</a:t>
            </a:r>
            <a:r>
              <a:rPr lang="en-US" altLang="ko-KR" sz="1050" kern="0">
                <a:cs typeface="Malgun Gothic Semilight"/>
              </a:rPr>
              <a:t>. APC </a:t>
            </a:r>
            <a:r>
              <a:rPr lang="ko-KR" altLang="en-US" sz="1050" kern="0">
                <a:cs typeface="Malgun Gothic Semilight"/>
              </a:rPr>
              <a:t>시스템 네트워크 구성 진행하여 </a:t>
            </a:r>
            <a:r>
              <a:rPr lang="en-US" altLang="ko-KR" sz="1050" kern="0">
                <a:cs typeface="Malgun Gothic Semilight"/>
              </a:rPr>
              <a:t>1</a:t>
            </a:r>
            <a:r>
              <a:rPr lang="ko-KR" altLang="en-US" sz="1050" kern="0">
                <a:cs typeface="Malgun Gothic Semilight"/>
              </a:rPr>
              <a:t>차 통신 테스트 진행 완료</a:t>
            </a:r>
            <a:r>
              <a:rPr lang="en-US" altLang="ko-KR" sz="1050" kern="0">
                <a:cs typeface="Malgun Gothic Semilight"/>
              </a:rPr>
              <a:t>(10/31)</a:t>
            </a:r>
            <a:r>
              <a:rPr lang="ko-KR" altLang="en-US" sz="1050" kern="0">
                <a:cs typeface="Malgun Gothic Semilight"/>
              </a:rPr>
              <a:t> 하였습니다</a:t>
            </a:r>
            <a:r>
              <a:rPr lang="en-US" altLang="ko-KR" sz="1050" kern="0">
                <a:cs typeface="Malgun Gothic Semilight"/>
              </a:rPr>
              <a:t>. </a:t>
            </a:r>
            <a:br>
              <a:rPr lang="en-US" altLang="ko-KR" sz="1050" kern="0">
                <a:cs typeface="Malgun Gothic Semilight"/>
              </a:rPr>
            </a:br>
            <a:r>
              <a:rPr lang="en-US" altLang="ko-KR" sz="1050" kern="0">
                <a:solidFill>
                  <a:srgbClr val="0000FF"/>
                </a:solidFill>
                <a:cs typeface="Malgun Gothic Semilight"/>
              </a:rPr>
              <a:t>HMI S/W(</a:t>
            </a:r>
            <a:r>
              <a:rPr lang="ko-KR" altLang="en-US" sz="1050" kern="0">
                <a:solidFill>
                  <a:srgbClr val="0000FF"/>
                </a:solidFill>
                <a:cs typeface="Malgun Gothic Semilight"/>
              </a:rPr>
              <a:t>설비 데이터</a:t>
            </a:r>
            <a:r>
              <a:rPr lang="en-US" altLang="ko-KR" sz="1050" kern="0">
                <a:solidFill>
                  <a:srgbClr val="0000FF"/>
                </a:solidFill>
                <a:cs typeface="Malgun Gothic Semilight"/>
              </a:rPr>
              <a:t>) </a:t>
            </a:r>
            <a:r>
              <a:rPr lang="ko-KR" altLang="en-US" sz="1050">
                <a:solidFill>
                  <a:srgbClr val="0000FF"/>
                </a:solidFill>
              </a:rPr>
              <a:t>↔  </a:t>
            </a:r>
            <a:r>
              <a:rPr lang="en-US" altLang="ko-KR" sz="1050">
                <a:solidFill>
                  <a:srgbClr val="0000FF"/>
                </a:solidFill>
              </a:rPr>
              <a:t>APC </a:t>
            </a:r>
            <a:r>
              <a:rPr lang="ko-KR" altLang="en-US" sz="1050">
                <a:solidFill>
                  <a:srgbClr val="0000FF"/>
                </a:solidFill>
              </a:rPr>
              <a:t>서버 ↔ 자동보정 알고리즘 간 </a:t>
            </a:r>
            <a:r>
              <a:rPr lang="en-US" altLang="ko-KR" sz="1050">
                <a:solidFill>
                  <a:srgbClr val="0000FF"/>
                </a:solidFill>
              </a:rPr>
              <a:t>Data Read/Write </a:t>
            </a:r>
            <a:r>
              <a:rPr lang="ko-KR" altLang="en-US" sz="1050">
                <a:solidFill>
                  <a:srgbClr val="0000FF"/>
                </a:solidFill>
              </a:rPr>
              <a:t>동작 테스트 완료</a:t>
            </a:r>
            <a:r>
              <a:rPr lang="en-US" altLang="ko-KR" sz="1050">
                <a:solidFill>
                  <a:srgbClr val="0000FF"/>
                </a:solidFill>
              </a:rPr>
              <a:t>(12/11)</a:t>
            </a:r>
            <a:r>
              <a:rPr lang="ko-KR" altLang="en-US" sz="1050">
                <a:solidFill>
                  <a:srgbClr val="0000FF"/>
                </a:solidFill>
              </a:rPr>
              <a:t>하였습니다</a:t>
            </a:r>
            <a:r>
              <a:rPr lang="en-US" altLang="ko-KR" sz="1050">
                <a:solidFill>
                  <a:srgbClr val="0000FF"/>
                </a:solidFill>
              </a:rPr>
              <a:t>. </a:t>
            </a:r>
            <a:r>
              <a:rPr lang="ko-KR" altLang="en-US" sz="1050">
                <a:solidFill>
                  <a:srgbClr val="0000FF"/>
                </a:solidFill>
              </a:rPr>
              <a:t>사행검사기를 제외한 다른 검사기들의 정합성 검증을 완료</a:t>
            </a:r>
            <a:r>
              <a:rPr lang="en-US" altLang="ko-KR" sz="1050">
                <a:solidFill>
                  <a:srgbClr val="0000FF"/>
                </a:solidFill>
              </a:rPr>
              <a:t>(12/16)</a:t>
            </a:r>
            <a:r>
              <a:rPr lang="ko-KR" altLang="en-US" sz="1050">
                <a:solidFill>
                  <a:srgbClr val="0000FF"/>
                </a:solidFill>
              </a:rPr>
              <a:t>하였습니다</a:t>
            </a:r>
            <a:r>
              <a:rPr lang="en-US" altLang="ko-KR" sz="1050">
                <a:solidFill>
                  <a:srgbClr val="0000FF"/>
                </a:solidFill>
              </a:rPr>
              <a:t>.</a:t>
            </a:r>
            <a:endParaRPr lang="en-US" altLang="ko-KR" sz="1050" kern="0">
              <a:solidFill>
                <a:srgbClr val="0000FF"/>
              </a:solidFill>
              <a:cs typeface="Malgun Gothic Semilight"/>
            </a:endParaRPr>
          </a:p>
          <a:p>
            <a:pPr marL="534670" lvl="2" indent="-203200">
              <a:buFont typeface="+mj-ea"/>
              <a:buAutoNum type="circleNumDbPlain"/>
              <a:defRPr/>
            </a:pPr>
            <a:r>
              <a:rPr lang="ko-KR" altLang="en-US" sz="1050" kern="0" err="1">
                <a:cs typeface="Malgun Gothic Semilight"/>
              </a:rPr>
              <a:t>와인더</a:t>
            </a:r>
            <a:r>
              <a:rPr lang="en-US" altLang="ko-KR" sz="1050" kern="0">
                <a:cs typeface="Malgun Gothic Semilight"/>
              </a:rPr>
              <a:t>(4680)</a:t>
            </a:r>
            <a:r>
              <a:rPr lang="ko-KR" altLang="en-US" sz="1050" kern="0">
                <a:cs typeface="Malgun Gothic Semilight"/>
              </a:rPr>
              <a:t> 공정 </a:t>
            </a:r>
            <a:r>
              <a:rPr lang="en-US" altLang="ko-KR" sz="1050" kern="0">
                <a:cs typeface="Malgun Gothic Semilight"/>
              </a:rPr>
              <a:t>APC </a:t>
            </a:r>
            <a:r>
              <a:rPr lang="ko-KR" altLang="en-US" sz="1050" kern="0">
                <a:cs typeface="Malgun Gothic Semilight"/>
              </a:rPr>
              <a:t>코드 표준화 진행 중이고</a:t>
            </a:r>
            <a:r>
              <a:rPr lang="en-US" altLang="ko-KR" sz="1050" kern="0">
                <a:cs typeface="Malgun Gothic Semilight"/>
              </a:rPr>
              <a:t>, Config </a:t>
            </a:r>
            <a:r>
              <a:rPr lang="ko-KR" altLang="en-US" sz="1050" kern="0">
                <a:cs typeface="Malgun Gothic Semilight"/>
              </a:rPr>
              <a:t>구성 표준화 완료</a:t>
            </a:r>
            <a:r>
              <a:rPr lang="en-US" altLang="ko-KR" sz="1050" kern="0">
                <a:cs typeface="Malgun Gothic Semilight"/>
              </a:rPr>
              <a:t>(11/11)</a:t>
            </a:r>
            <a:r>
              <a:rPr lang="ko-KR" altLang="en-US" sz="1050" kern="0">
                <a:cs typeface="Malgun Gothic Semilight"/>
              </a:rPr>
              <a:t> 하였습니다</a:t>
            </a:r>
            <a:r>
              <a:rPr lang="en-US" altLang="ko-KR" sz="1050" kern="0">
                <a:cs typeface="Malgun Gothic Semilight"/>
              </a:rPr>
              <a:t>. Data Filter </a:t>
            </a:r>
            <a:r>
              <a:rPr lang="ko-KR" altLang="en-US" sz="1050" kern="0">
                <a:cs typeface="Malgun Gothic Semilight"/>
              </a:rPr>
              <a:t>구성 진행</a:t>
            </a:r>
            <a:r>
              <a:rPr lang="en-US" altLang="ko-KR" sz="1050" kern="0">
                <a:cs typeface="Malgun Gothic Semilight"/>
              </a:rPr>
              <a:t>(11/14) </a:t>
            </a:r>
            <a:r>
              <a:rPr lang="ko-KR" altLang="en-US" sz="1050" kern="0">
                <a:cs typeface="Malgun Gothic Semilight"/>
              </a:rPr>
              <a:t>완료하였고</a:t>
            </a:r>
            <a:r>
              <a:rPr lang="en-US" altLang="ko-KR" sz="1050" kern="0">
                <a:cs typeface="Malgun Gothic Semilight"/>
              </a:rPr>
              <a:t>, </a:t>
            </a:r>
            <a:r>
              <a:rPr lang="ko-KR" altLang="en-US" sz="1050"/>
              <a:t>알고리즘 구성 작업을 진행 중</a:t>
            </a:r>
            <a:r>
              <a:rPr lang="en-US" altLang="ko-KR" sz="1050"/>
              <a:t>(-12/05)</a:t>
            </a:r>
            <a:r>
              <a:rPr lang="ko-KR" altLang="en-US" sz="1050"/>
              <a:t>입니다</a:t>
            </a:r>
            <a:r>
              <a:rPr lang="en-US" altLang="ko-KR" sz="1050"/>
              <a:t>.  </a:t>
            </a:r>
            <a:r>
              <a:rPr lang="en-US" altLang="ko-KR" sz="1050" kern="0">
                <a:cs typeface="Malgun Gothic Semilight"/>
              </a:rPr>
              <a:t>Notching, Forming, </a:t>
            </a:r>
            <a:r>
              <a:rPr lang="en-US" altLang="ko-KR" sz="1050" kern="0" err="1">
                <a:cs typeface="Malgun Gothic Semilight"/>
              </a:rPr>
              <a:t>SealTape</a:t>
            </a:r>
            <a:r>
              <a:rPr lang="en-US" altLang="ko-KR" sz="1050" kern="0">
                <a:cs typeface="Malgun Gothic Semilight"/>
              </a:rPr>
              <a:t> </a:t>
            </a:r>
            <a:r>
              <a:rPr lang="ko-KR" altLang="en-US" sz="1050" kern="0">
                <a:cs typeface="Malgun Gothic Semilight"/>
              </a:rPr>
              <a:t>부착 </a:t>
            </a:r>
            <a:r>
              <a:rPr lang="en-US" altLang="ko-KR" sz="1050" kern="0">
                <a:cs typeface="Malgun Gothic Semilight"/>
              </a:rPr>
              <a:t>Y </a:t>
            </a:r>
            <a:r>
              <a:rPr lang="ko-KR" altLang="en-US" sz="1050" kern="0">
                <a:cs typeface="Malgun Gothic Semilight"/>
              </a:rPr>
              <a:t>항목에 대한 알고리즘 구성을 완료하였으며</a:t>
            </a:r>
            <a:r>
              <a:rPr lang="en-US" altLang="ko-KR" sz="1050" kern="0">
                <a:cs typeface="Malgun Gothic Semilight"/>
              </a:rPr>
              <a:t>(-12/2), </a:t>
            </a:r>
            <a:r>
              <a:rPr lang="ko-KR" altLang="en-US" sz="1050" kern="0">
                <a:cs typeface="Malgun Gothic Semilight"/>
              </a:rPr>
              <a:t>현재 사행 알고리즘 전환을 진행 중입니다</a:t>
            </a:r>
            <a:r>
              <a:rPr lang="en-US" altLang="ko-KR" sz="1050" kern="0">
                <a:cs typeface="Malgun Gothic Semilight"/>
              </a:rPr>
              <a:t>(-12/24)</a:t>
            </a:r>
            <a:br>
              <a:rPr lang="en-US" altLang="ko-KR" sz="1050"/>
            </a:br>
            <a:r>
              <a:rPr lang="en-US" altLang="ko-KR" sz="1050"/>
              <a:t>APC </a:t>
            </a:r>
            <a:r>
              <a:rPr lang="ko-KR" altLang="en-US" sz="1050"/>
              <a:t>서버 개발이 완료</a:t>
            </a:r>
            <a:r>
              <a:rPr lang="en-US" altLang="ko-KR" sz="1050"/>
              <a:t> (~12/15) </a:t>
            </a:r>
            <a:r>
              <a:rPr lang="ko-KR" altLang="en-US" sz="1050"/>
              <a:t>후</a:t>
            </a:r>
            <a:r>
              <a:rPr lang="en-US" altLang="ko-KR" sz="1050"/>
              <a:t> APC </a:t>
            </a:r>
            <a:r>
              <a:rPr lang="ko-KR" altLang="en-US" sz="1050"/>
              <a:t>시스템 기준으로 검증</a:t>
            </a:r>
            <a:r>
              <a:rPr lang="en-US" altLang="ko-KR" sz="1050"/>
              <a:t>(‘26.01</a:t>
            </a:r>
            <a:r>
              <a:rPr lang="ko-KR" altLang="en-US" sz="1050"/>
              <a:t>월</a:t>
            </a:r>
            <a:r>
              <a:rPr lang="en-US" altLang="ko-KR" sz="1050"/>
              <a:t>)</a:t>
            </a:r>
            <a:r>
              <a:rPr lang="ko-KR" altLang="en-US" sz="1050"/>
              <a:t> 예정입니다</a:t>
            </a:r>
            <a:r>
              <a:rPr lang="en-US" altLang="ko-KR" sz="1050"/>
              <a:t>. </a:t>
            </a:r>
            <a:endParaRPr lang="en-US" altLang="ko-KR" sz="1050" kern="0">
              <a:cs typeface="Malgun Gothic Semilight"/>
            </a:endParaRPr>
          </a:p>
          <a:p>
            <a:pPr marL="130810" lvl="1">
              <a:defRPr/>
            </a:pPr>
            <a:br>
              <a:rPr lang="en-US" altLang="ko-KR" sz="1050" kern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1" lang="en-US" altLang="ko-KR" sz="1050" kern="0">
                <a:cs typeface="Malgun Gothic Semilight"/>
              </a:rPr>
              <a:t>2. </a:t>
            </a:r>
            <a:r>
              <a:rPr kumimoji="1" lang="ko-KR" altLang="en-US" sz="1050" kern="0">
                <a:cs typeface="Malgun Gothic Semilight"/>
              </a:rPr>
              <a:t>원통형</a:t>
            </a:r>
            <a:r>
              <a:rPr kumimoji="1" lang="en-US" altLang="ko-KR" sz="1050" kern="0">
                <a:cs typeface="Malgun Gothic Semilight"/>
              </a:rPr>
              <a:t>(21700) </a:t>
            </a:r>
            <a:r>
              <a:rPr kumimoji="1" lang="ko-KR" altLang="en-US" sz="1050" kern="0" err="1">
                <a:cs typeface="Malgun Gothic Semilight"/>
              </a:rPr>
              <a:t>와인더</a:t>
            </a:r>
            <a:r>
              <a:rPr kumimoji="1" lang="ko-KR" altLang="en-US" sz="1050" kern="0">
                <a:cs typeface="Malgun Gothic Semilight"/>
              </a:rPr>
              <a:t> 공정 </a:t>
            </a:r>
            <a:r>
              <a:rPr kumimoji="1" lang="en-US" altLang="ko-KR" sz="1050" kern="0">
                <a:cs typeface="Malgun Gothic Semilight"/>
              </a:rPr>
              <a:t>(NJ)</a:t>
            </a:r>
            <a:endParaRPr lang="en-US" altLang="ko-KR" sz="1050" kern="0">
              <a:cs typeface="Malgun Gothic Semilight"/>
            </a:endParaRPr>
          </a:p>
          <a:p>
            <a:pPr marL="534670" lvl="2" indent="-203200">
              <a:buFontTx/>
              <a:buAutoNum type="circleNumDbPlain"/>
              <a:defRPr/>
            </a:pPr>
            <a:r>
              <a:rPr lang="ko-KR" altLang="en-US" sz="1050"/>
              <a:t>사행 불량을 판정하는 </a:t>
            </a:r>
            <a:r>
              <a:rPr lang="en-US" altLang="ko-KR" sz="1050"/>
              <a:t>17</a:t>
            </a:r>
            <a:r>
              <a:rPr lang="ko-KR" altLang="en-US" sz="1050"/>
              <a:t>개 항목 </a:t>
            </a:r>
            <a:r>
              <a:rPr lang="ko-KR" altLang="en-US" sz="1050" err="1"/>
              <a:t>로직별로</a:t>
            </a:r>
            <a:r>
              <a:rPr lang="ko-KR" altLang="en-US" sz="1050"/>
              <a:t> 불량률 분석</a:t>
            </a:r>
            <a:r>
              <a:rPr lang="en-US" altLang="ko-KR" sz="1050"/>
              <a:t>(</a:t>
            </a:r>
            <a:r>
              <a:rPr lang="ko-KR" altLang="en-US" sz="1050"/>
              <a:t>표준 </a:t>
            </a:r>
            <a:r>
              <a:rPr lang="ko-KR" altLang="en-US" sz="1050" err="1"/>
              <a:t>레포트</a:t>
            </a:r>
            <a:r>
              <a:rPr lang="ko-KR" altLang="en-US" sz="1050"/>
              <a:t> 기준으로 사행불량으로만 집계하여 항목 별 양</a:t>
            </a:r>
            <a:r>
              <a:rPr lang="en-US" altLang="ko-KR" sz="1050"/>
              <a:t>/</a:t>
            </a:r>
            <a:r>
              <a:rPr lang="ko-KR" altLang="en-US" sz="1050"/>
              <a:t>불 판정하는 로직 구현하여 분석</a:t>
            </a:r>
            <a:r>
              <a:rPr lang="en-US" altLang="ko-KR" sz="1050"/>
              <a:t>)</a:t>
            </a:r>
            <a:r>
              <a:rPr lang="ko-KR" altLang="en-US" sz="1050"/>
              <a:t> 진행</a:t>
            </a:r>
            <a:r>
              <a:rPr lang="en-US" altLang="ko-KR" sz="1050"/>
              <a:t>(10/29)</a:t>
            </a:r>
            <a:r>
              <a:rPr lang="ko-KR" altLang="en-US" sz="1050"/>
              <a:t> 하였고</a:t>
            </a:r>
            <a:r>
              <a:rPr lang="en-US" altLang="ko-KR" sz="1050"/>
              <a:t>, </a:t>
            </a:r>
            <a:r>
              <a:rPr lang="ko-KR" altLang="en-US" sz="1050"/>
              <a:t>분석 결과 연탄 판정에 </a:t>
            </a:r>
            <a:r>
              <a:rPr lang="en-US" altLang="ko-KR" sz="1050"/>
              <a:t>3</a:t>
            </a:r>
            <a:r>
              <a:rPr lang="ko-KR" altLang="en-US" sz="1050"/>
              <a:t>개 항목이 </a:t>
            </a:r>
            <a:r>
              <a:rPr lang="en-US" altLang="ko-KR" sz="1050"/>
              <a:t>Top3</a:t>
            </a:r>
            <a:r>
              <a:rPr lang="ko-KR" altLang="en-US" sz="1050"/>
              <a:t>를 차지하고 있으며</a:t>
            </a:r>
            <a:r>
              <a:rPr lang="en-US" altLang="ko-KR" sz="1050"/>
              <a:t> </a:t>
            </a:r>
            <a:r>
              <a:rPr lang="ko-KR" altLang="en-US" sz="1050"/>
              <a:t>사행 불량률 중 </a:t>
            </a:r>
            <a:r>
              <a:rPr lang="en-US" altLang="ko-KR" sz="1050"/>
              <a:t>64.56%</a:t>
            </a:r>
            <a:r>
              <a:rPr lang="ko-KR" altLang="en-US" sz="1050"/>
              <a:t>비중을 차지하고 있습니다</a:t>
            </a:r>
            <a:r>
              <a:rPr lang="en-US" altLang="ko-KR" sz="1050"/>
              <a:t>. </a:t>
            </a:r>
            <a:r>
              <a:rPr lang="ko-KR" altLang="en-US" sz="1050"/>
              <a:t>양극 </a:t>
            </a:r>
            <a:r>
              <a:rPr lang="en-US" altLang="ko-KR" sz="1050"/>
              <a:t>Trend </a:t>
            </a:r>
            <a:r>
              <a:rPr lang="ko-KR" altLang="en-US" sz="1050"/>
              <a:t>판정 </a:t>
            </a:r>
            <a:r>
              <a:rPr lang="en-US" altLang="ko-KR" sz="1050"/>
              <a:t>(</a:t>
            </a:r>
            <a:r>
              <a:rPr lang="ko-KR" altLang="en-US" sz="1050"/>
              <a:t>양</a:t>
            </a:r>
            <a:r>
              <a:rPr lang="en-US" altLang="ko-KR" sz="1050"/>
              <a:t>/</a:t>
            </a:r>
            <a:r>
              <a:rPr lang="ko-KR" altLang="en-US" sz="1050"/>
              <a:t>음극 </a:t>
            </a:r>
            <a:r>
              <a:rPr lang="en-US" altLang="ko-KR" sz="1050"/>
              <a:t>Gap</a:t>
            </a:r>
            <a:r>
              <a:rPr lang="ko-KR" altLang="en-US" sz="1050"/>
              <a:t>불량</a:t>
            </a:r>
            <a:r>
              <a:rPr lang="en-US" altLang="ko-KR" sz="1050"/>
              <a:t>)</a:t>
            </a:r>
            <a:r>
              <a:rPr lang="ko-KR" altLang="en-US" sz="1050"/>
              <a:t> 불량이 </a:t>
            </a:r>
            <a:r>
              <a:rPr lang="en-US" altLang="ko-KR" sz="1050"/>
              <a:t>11.106%</a:t>
            </a:r>
            <a:r>
              <a:rPr lang="ko-KR" altLang="en-US" sz="1050"/>
              <a:t>로 </a:t>
            </a:r>
            <a:r>
              <a:rPr lang="en-US" altLang="ko-KR" sz="1050"/>
              <a:t>Top4 </a:t>
            </a:r>
            <a:r>
              <a:rPr lang="ko-KR" altLang="en-US" sz="1050"/>
              <a:t>항목으로 확인되었으며</a:t>
            </a:r>
            <a:r>
              <a:rPr lang="en-US" altLang="ko-KR" sz="1050"/>
              <a:t> </a:t>
            </a:r>
            <a:r>
              <a:rPr lang="ko-KR" altLang="en-US" sz="1050" err="1"/>
              <a:t>최외각부</a:t>
            </a:r>
            <a:r>
              <a:rPr lang="ko-KR" altLang="en-US" sz="1050"/>
              <a:t> 양</a:t>
            </a:r>
            <a:r>
              <a:rPr lang="en-US" altLang="ko-KR" sz="1050"/>
              <a:t>/</a:t>
            </a:r>
            <a:r>
              <a:rPr lang="ko-KR" altLang="en-US" sz="1050"/>
              <a:t>음극 </a:t>
            </a:r>
            <a:r>
              <a:rPr lang="en-US" altLang="ko-KR" sz="1050"/>
              <a:t>Gap </a:t>
            </a:r>
            <a:r>
              <a:rPr lang="ko-KR" altLang="en-US" sz="1050"/>
              <a:t>불량 판정이 </a:t>
            </a:r>
            <a:r>
              <a:rPr lang="en-US" altLang="ko-KR" sz="1050"/>
              <a:t>5.815%</a:t>
            </a:r>
            <a:r>
              <a:rPr lang="ko-KR" altLang="en-US" sz="1050"/>
              <a:t>로 </a:t>
            </a:r>
            <a:r>
              <a:rPr lang="en-US" altLang="ko-KR" sz="1050"/>
              <a:t>Top5</a:t>
            </a:r>
            <a:r>
              <a:rPr lang="ko-KR" altLang="en-US" sz="1050"/>
              <a:t>항목으로 확인되었습니다</a:t>
            </a:r>
            <a:r>
              <a:rPr lang="en-US" altLang="ko-KR" sz="1050"/>
              <a:t>. </a:t>
            </a:r>
            <a:r>
              <a:rPr lang="ko-KR" altLang="en-US" sz="1050" err="1"/>
              <a:t>오창</a:t>
            </a:r>
            <a:r>
              <a:rPr lang="en-US" altLang="ko-KR" sz="1050"/>
              <a:t> </a:t>
            </a:r>
            <a:r>
              <a:rPr lang="ko-KR" altLang="en-US" sz="1050"/>
              <a:t>설비 대상으로 로직 우선 검증예정으로 </a:t>
            </a:r>
            <a:r>
              <a:rPr lang="en-US" altLang="ko-KR" sz="1050"/>
              <a:t>ESOC 9.,10</a:t>
            </a:r>
            <a:r>
              <a:rPr lang="ko-KR" altLang="en-US" sz="1050"/>
              <a:t>호기 사행 불량 분석 진행하였고</a:t>
            </a:r>
            <a:r>
              <a:rPr lang="en-US" altLang="ko-KR" sz="1050"/>
              <a:t>, ESNJ(0.078%) </a:t>
            </a:r>
            <a:r>
              <a:rPr lang="ko-KR" altLang="en-US" sz="1050"/>
              <a:t>대비 </a:t>
            </a:r>
            <a:r>
              <a:rPr lang="en-US" altLang="ko-KR" sz="1050"/>
              <a:t>ESOC </a:t>
            </a:r>
            <a:r>
              <a:rPr lang="ko-KR" altLang="en-US" sz="1050"/>
              <a:t>불량률</a:t>
            </a:r>
            <a:r>
              <a:rPr lang="en-US" altLang="ko-KR" sz="1050"/>
              <a:t>(0.164%)</a:t>
            </a:r>
            <a:r>
              <a:rPr lang="ko-KR" altLang="en-US" sz="1050"/>
              <a:t>이 </a:t>
            </a:r>
            <a:r>
              <a:rPr lang="en-US" altLang="ko-KR" sz="1050"/>
              <a:t>0.086% </a:t>
            </a:r>
            <a:r>
              <a:rPr lang="ko-KR" altLang="en-US" sz="1050"/>
              <a:t>높음을 확인하였습니다</a:t>
            </a:r>
            <a:r>
              <a:rPr lang="en-US" altLang="ko-KR" sz="1050"/>
              <a:t>.</a:t>
            </a:r>
            <a:r>
              <a:rPr lang="ko-KR" altLang="en-US" sz="1050"/>
              <a:t>주 불량이 양</a:t>
            </a:r>
            <a:r>
              <a:rPr lang="en-US" altLang="ko-KR" sz="1050"/>
              <a:t>/</a:t>
            </a:r>
            <a:r>
              <a:rPr lang="ko-KR" altLang="en-US" sz="1050"/>
              <a:t>음극 </a:t>
            </a:r>
            <a:r>
              <a:rPr lang="en-US" altLang="ko-KR" sz="1050"/>
              <a:t>Gap(</a:t>
            </a:r>
            <a:r>
              <a:rPr lang="ko-KR" altLang="en-US" sz="1050"/>
              <a:t>전체사행 불량률의 </a:t>
            </a:r>
            <a:r>
              <a:rPr lang="en-US" altLang="ko-KR" sz="1050"/>
              <a:t>69.4%)</a:t>
            </a:r>
            <a:r>
              <a:rPr lang="ko-KR" altLang="en-US" sz="1050"/>
              <a:t>으로 확인되어 사이트 간 차이 분석</a:t>
            </a:r>
            <a:r>
              <a:rPr lang="en-US" altLang="ko-KR" sz="1050"/>
              <a:t>(~11/20)</a:t>
            </a:r>
            <a:r>
              <a:rPr lang="ko-KR" altLang="en-US" sz="1050"/>
              <a:t> 및 양</a:t>
            </a:r>
            <a:r>
              <a:rPr lang="en-US" altLang="ko-KR" sz="1050"/>
              <a:t>/</a:t>
            </a:r>
            <a:r>
              <a:rPr lang="ko-KR" altLang="en-US" sz="1050"/>
              <a:t>음극 </a:t>
            </a:r>
            <a:r>
              <a:rPr lang="en-US" altLang="ko-KR" sz="1050"/>
              <a:t>Gap </a:t>
            </a:r>
            <a:r>
              <a:rPr lang="ko-KR" altLang="en-US" sz="1050"/>
              <a:t>불량 세부 분석</a:t>
            </a:r>
            <a:r>
              <a:rPr lang="en-US" altLang="ko-KR" sz="1050"/>
              <a:t>(~11/14)</a:t>
            </a:r>
            <a:r>
              <a:rPr lang="ko-KR" altLang="en-US" sz="1050"/>
              <a:t> 진행 중입니다</a:t>
            </a:r>
            <a:r>
              <a:rPr lang="en-US" altLang="ko-KR" sz="1050"/>
              <a:t>. </a:t>
            </a:r>
          </a:p>
          <a:p>
            <a:pPr marL="534670" lvl="2" indent="-203200">
              <a:buFontTx/>
              <a:buAutoNum type="circleNumDbPlain"/>
              <a:defRPr/>
            </a:pPr>
            <a:r>
              <a:rPr lang="en-US" altLang="ko-KR" sz="1050"/>
              <a:t>26</a:t>
            </a:r>
            <a:r>
              <a:rPr lang="ko-KR" altLang="en-US" sz="1050"/>
              <a:t>년 사행 불량 개선 과제 진행을 위해 유관부서와 회의 진행하였고</a:t>
            </a:r>
            <a:r>
              <a:rPr lang="en-US" altLang="ko-KR" sz="1050"/>
              <a:t>(11/19), </a:t>
            </a:r>
            <a:r>
              <a:rPr lang="ko-KR" altLang="en-US" sz="1050"/>
              <a:t>유관부서에서도 사행 불량 개선 과제의 필요성과 내년도 과제 진행 여부에 대해서는 진행하기로 합의를 보았습니다</a:t>
            </a:r>
            <a:r>
              <a:rPr lang="en-US" altLang="ko-KR" sz="1050"/>
              <a:t>. </a:t>
            </a:r>
            <a:r>
              <a:rPr lang="ko-KR" altLang="en-US" sz="1050"/>
              <a:t>다만 </a:t>
            </a:r>
            <a:r>
              <a:rPr lang="en-US" altLang="ko-KR" sz="1050"/>
              <a:t>NJ</a:t>
            </a:r>
            <a:r>
              <a:rPr lang="ko-KR" altLang="en-US" sz="1050"/>
              <a:t>에서 개발을 진행 시 출장 등 비용적인 측면에서 비효율적인 부분이 있어 </a:t>
            </a:r>
            <a:r>
              <a:rPr lang="en-US" altLang="ko-KR" sz="1050"/>
              <a:t>OC 9, 10</a:t>
            </a:r>
            <a:r>
              <a:rPr lang="ko-KR" altLang="en-US" sz="1050"/>
              <a:t>라인에서 과제를 진행하고 </a:t>
            </a:r>
            <a:r>
              <a:rPr lang="en-US" altLang="ko-KR" sz="1050"/>
              <a:t>NJ</a:t>
            </a:r>
            <a:r>
              <a:rPr lang="ko-KR" altLang="en-US" sz="1050"/>
              <a:t>에</a:t>
            </a:r>
            <a:r>
              <a:rPr lang="en-US" altLang="ko-KR" sz="1050"/>
              <a:t> </a:t>
            </a:r>
            <a:r>
              <a:rPr lang="ko-KR" altLang="en-US" sz="1050"/>
              <a:t>수평전개 진행하여 효과 산출하는 방향으로 법인 및 유관부서들과 협의하였습니다</a:t>
            </a:r>
            <a:r>
              <a:rPr lang="en-US" altLang="ko-KR" sz="1050"/>
              <a:t>. 11</a:t>
            </a:r>
            <a:r>
              <a:rPr lang="ko-KR" altLang="en-US" sz="1050"/>
              <a:t>월 중으로 </a:t>
            </a:r>
            <a:r>
              <a:rPr lang="en-US" altLang="ko-KR" sz="1050"/>
              <a:t>OC </a:t>
            </a:r>
            <a:r>
              <a:rPr lang="ko-KR" altLang="en-US" sz="1050"/>
              <a:t>생산 인원과 현재까지의 진행현황 공유 및 내년도 진행 과제에 대한 논의 자리를 가질 예정입니다</a:t>
            </a:r>
            <a:r>
              <a:rPr lang="en-US" altLang="ko-KR" sz="1050"/>
              <a:t>.</a:t>
            </a:r>
          </a:p>
          <a:p>
            <a:pPr marL="534670" lvl="2" indent="-203200">
              <a:buFontTx/>
              <a:buAutoNum type="circleNumDbPlain"/>
              <a:defRPr/>
            </a:pPr>
            <a:r>
              <a:rPr lang="en-US" altLang="ko-KR" sz="1050"/>
              <a:t>H52A(</a:t>
            </a:r>
            <a:r>
              <a:rPr lang="en-US" altLang="ko-KR" sz="1050" err="1"/>
              <a:t>Tabless</a:t>
            </a:r>
            <a:r>
              <a:rPr lang="en-US" altLang="ko-KR" sz="1050"/>
              <a:t> Model) 6-1, 6-2</a:t>
            </a:r>
            <a:r>
              <a:rPr lang="ko-KR" altLang="en-US" sz="1050"/>
              <a:t>호 샘플생산</a:t>
            </a:r>
            <a:r>
              <a:rPr lang="en-US" altLang="ko-KR" sz="1050"/>
              <a:t>(11/24~12/01 </a:t>
            </a:r>
            <a:r>
              <a:rPr lang="en-US" altLang="ko-KR" sz="1050">
                <a:sym typeface="Wingdings" panose="05000000000000000000" pitchFamily="2" charset="2"/>
              </a:rPr>
              <a:t> 11/24 ~12/3 </a:t>
            </a:r>
            <a:r>
              <a:rPr lang="ko-KR" altLang="en-US" sz="1050">
                <a:sym typeface="Wingdings" panose="05000000000000000000" pitchFamily="2" charset="2"/>
              </a:rPr>
              <a:t>생산연장</a:t>
            </a:r>
            <a:r>
              <a:rPr lang="en-US" altLang="ko-KR" sz="1050"/>
              <a:t>)</a:t>
            </a:r>
            <a:r>
              <a:rPr lang="ko-KR" altLang="en-US" sz="1050"/>
              <a:t>이 시작되어 자동보정 기술 지원중에 있고</a:t>
            </a:r>
            <a:r>
              <a:rPr lang="en-US" altLang="ko-KR" sz="1050"/>
              <a:t>, </a:t>
            </a:r>
            <a:r>
              <a:rPr lang="ko-KR" altLang="en-US" sz="1050"/>
              <a:t>샘플 생산완료 후 효과 분석 진행</a:t>
            </a:r>
            <a:r>
              <a:rPr lang="en-US" altLang="ko-KR" sz="1050"/>
              <a:t>(~12/05)</a:t>
            </a:r>
            <a:r>
              <a:rPr lang="ko-KR" altLang="en-US" sz="1050"/>
              <a:t>할 예정입니다</a:t>
            </a:r>
            <a:r>
              <a:rPr lang="en-US" altLang="ko-KR" sz="1050"/>
              <a:t>. 6-2</a:t>
            </a:r>
            <a:r>
              <a:rPr lang="ko-KR" altLang="en-US" sz="1050"/>
              <a:t>호 자동보정 적용 분석 결과는 다음과 같습니다</a:t>
            </a:r>
            <a:r>
              <a:rPr lang="en-US" altLang="ko-KR" sz="1050"/>
              <a:t>. </a:t>
            </a:r>
            <a:r>
              <a:rPr lang="ko-KR" altLang="en-US" sz="1050"/>
              <a:t>총 </a:t>
            </a:r>
            <a:r>
              <a:rPr lang="en-US" altLang="ko-KR" sz="1050"/>
              <a:t>12</a:t>
            </a:r>
            <a:r>
              <a:rPr lang="ko-KR" altLang="en-US" sz="1050"/>
              <a:t>개 항목 중 </a:t>
            </a:r>
            <a:r>
              <a:rPr lang="en-US" altLang="ko-KR" sz="1050"/>
              <a:t>9</a:t>
            </a:r>
            <a:r>
              <a:rPr lang="ko-KR" altLang="en-US" sz="1050"/>
              <a:t>개 항목의 </a:t>
            </a:r>
            <a:r>
              <a:rPr lang="en-US" altLang="ko-KR" sz="1050" err="1"/>
              <a:t>Cpk</a:t>
            </a:r>
            <a:r>
              <a:rPr lang="en-US" altLang="ko-KR" sz="1050"/>
              <a:t> </a:t>
            </a:r>
            <a:r>
              <a:rPr lang="ko-KR" altLang="en-US" sz="1050"/>
              <a:t>평균이 </a:t>
            </a:r>
            <a:r>
              <a:rPr lang="en-US" altLang="ko-KR" sz="1050"/>
              <a:t>0.55 </a:t>
            </a:r>
            <a:r>
              <a:rPr lang="ko-KR" altLang="en-US" sz="1050"/>
              <a:t>개선되었고</a:t>
            </a:r>
            <a:r>
              <a:rPr lang="en-US" altLang="ko-KR" sz="1050"/>
              <a:t>, 3</a:t>
            </a:r>
            <a:r>
              <a:rPr lang="ko-KR" altLang="en-US" sz="1050"/>
              <a:t>개 항목의 </a:t>
            </a:r>
            <a:r>
              <a:rPr lang="en-US" altLang="ko-KR" sz="1050" err="1"/>
              <a:t>Cpk</a:t>
            </a:r>
            <a:r>
              <a:rPr lang="ko-KR" altLang="en-US" sz="1050"/>
              <a:t>는 </a:t>
            </a:r>
            <a:r>
              <a:rPr lang="en-US" altLang="ko-KR" sz="1050"/>
              <a:t>-1.23 </a:t>
            </a:r>
            <a:r>
              <a:rPr lang="ko-KR" altLang="en-US" sz="1050"/>
              <a:t>감소했습니다</a:t>
            </a:r>
            <a:r>
              <a:rPr lang="en-US" altLang="ko-KR" sz="1050"/>
              <a:t>. </a:t>
            </a:r>
            <a:r>
              <a:rPr lang="en-US" altLang="ko-KR" sz="1050" err="1"/>
              <a:t>Cpk</a:t>
            </a:r>
            <a:r>
              <a:rPr lang="ko-KR" altLang="en-US" sz="1050"/>
              <a:t>가 감소한 </a:t>
            </a:r>
            <a:r>
              <a:rPr lang="en-US" altLang="ko-KR" sz="1050"/>
              <a:t>3</a:t>
            </a:r>
            <a:r>
              <a:rPr lang="ko-KR" altLang="en-US" sz="1050"/>
              <a:t>개 항목의 주요 원인은 다음과 같습니다</a:t>
            </a:r>
            <a:r>
              <a:rPr lang="en-US" altLang="ko-KR" sz="1050"/>
              <a:t>. </a:t>
            </a:r>
            <a:br>
              <a:rPr lang="en-US" altLang="ko-KR" sz="1050"/>
            </a:br>
            <a:r>
              <a:rPr lang="ko-KR" altLang="en-US" sz="1050" b="0" i="0">
                <a:effectLst/>
                <a:latin typeface="Pretendard"/>
              </a:rPr>
              <a:t>①</a:t>
            </a:r>
            <a:r>
              <a:rPr lang="en-US" altLang="ko-KR" sz="1050"/>
              <a:t>Y</a:t>
            </a:r>
            <a:r>
              <a:rPr lang="ko-KR" altLang="en-US" sz="1050"/>
              <a:t>축 양</a:t>
            </a:r>
            <a:r>
              <a:rPr lang="en-US" altLang="ko-KR" sz="1050"/>
              <a:t>/</a:t>
            </a:r>
            <a:r>
              <a:rPr lang="ko-KR" altLang="en-US" sz="1050"/>
              <a:t>음극 </a:t>
            </a:r>
            <a:r>
              <a:rPr lang="en-US" altLang="ko-KR" sz="1050"/>
              <a:t>Gap(</a:t>
            </a:r>
            <a:r>
              <a:rPr lang="ko-KR" altLang="en-US" sz="1050"/>
              <a:t>음극 </a:t>
            </a:r>
            <a:r>
              <a:rPr lang="ko-KR" altLang="en-US" sz="1050" err="1"/>
              <a:t>탭부</a:t>
            </a:r>
            <a:r>
              <a:rPr lang="en-US" altLang="ko-KR" sz="1050"/>
              <a:t>): Y</a:t>
            </a:r>
            <a:r>
              <a:rPr lang="ko-KR" altLang="en-US" sz="1050"/>
              <a:t>축 양</a:t>
            </a:r>
            <a:r>
              <a:rPr lang="en-US" altLang="ko-KR" sz="1050"/>
              <a:t>/</a:t>
            </a:r>
            <a:r>
              <a:rPr lang="ko-KR" altLang="en-US" sz="1050"/>
              <a:t>음극 </a:t>
            </a:r>
            <a:r>
              <a:rPr lang="en-US" altLang="ko-KR" sz="1050"/>
              <a:t>Gap(</a:t>
            </a:r>
            <a:r>
              <a:rPr lang="ko-KR" altLang="en-US" sz="1050"/>
              <a:t>음극 </a:t>
            </a:r>
            <a:r>
              <a:rPr lang="ko-KR" altLang="en-US" sz="1050" err="1"/>
              <a:t>탭부</a:t>
            </a:r>
            <a:r>
              <a:rPr lang="en-US" altLang="ko-KR" sz="1050"/>
              <a:t>)</a:t>
            </a:r>
            <a:r>
              <a:rPr lang="ko-KR" altLang="en-US" sz="1050"/>
              <a:t>의 경우</a:t>
            </a:r>
            <a:r>
              <a:rPr lang="en-US" altLang="ko-KR" sz="1050"/>
              <a:t>, </a:t>
            </a:r>
            <a:r>
              <a:rPr lang="ko-KR" altLang="en-US" sz="1050"/>
              <a:t>양극 </a:t>
            </a:r>
            <a:r>
              <a:rPr lang="ko-KR" altLang="en-US" sz="1050" err="1"/>
              <a:t>탭부와</a:t>
            </a:r>
            <a:r>
              <a:rPr lang="ko-KR" altLang="en-US" sz="1050"/>
              <a:t> 음극 </a:t>
            </a:r>
            <a:r>
              <a:rPr lang="ko-KR" altLang="en-US" sz="1050" err="1"/>
              <a:t>탭부의</a:t>
            </a:r>
            <a:r>
              <a:rPr lang="ko-KR" altLang="en-US" sz="1050"/>
              <a:t> 품질 차이를 최소화하는 로직이 적용되면서 음극 </a:t>
            </a:r>
            <a:r>
              <a:rPr lang="ko-KR" altLang="en-US" sz="1050" err="1"/>
              <a:t>탭부의</a:t>
            </a:r>
            <a:r>
              <a:rPr lang="ko-KR" altLang="en-US" sz="1050"/>
              <a:t> </a:t>
            </a:r>
            <a:r>
              <a:rPr lang="en-US" altLang="ko-KR" sz="1050" err="1"/>
              <a:t>Cpk</a:t>
            </a:r>
            <a:r>
              <a:rPr lang="ko-KR" altLang="en-US" sz="1050"/>
              <a:t>는 </a:t>
            </a:r>
            <a:r>
              <a:rPr lang="en-US" altLang="ko-KR" sz="1050"/>
              <a:t>1.37 </a:t>
            </a:r>
            <a:r>
              <a:rPr lang="ko-KR" altLang="en-US" sz="1050"/>
              <a:t>감소했지만</a:t>
            </a:r>
            <a:r>
              <a:rPr lang="en-US" altLang="ko-KR" sz="1050"/>
              <a:t>, </a:t>
            </a:r>
            <a:r>
              <a:rPr lang="ko-KR" altLang="en-US" sz="1050"/>
              <a:t>양극 </a:t>
            </a:r>
            <a:r>
              <a:rPr lang="ko-KR" altLang="en-US" sz="1050" err="1"/>
              <a:t>탭부의</a:t>
            </a:r>
            <a:r>
              <a:rPr lang="ko-KR" altLang="en-US" sz="1050"/>
              <a:t> </a:t>
            </a:r>
            <a:r>
              <a:rPr lang="en-US" altLang="ko-KR" sz="1050" err="1"/>
              <a:t>Cpk</a:t>
            </a:r>
            <a:r>
              <a:rPr lang="ko-KR" altLang="en-US" sz="1050"/>
              <a:t>는 오히려 </a:t>
            </a:r>
            <a:r>
              <a:rPr lang="en-US" altLang="ko-KR" sz="1050"/>
              <a:t>0.72 </a:t>
            </a:r>
            <a:r>
              <a:rPr lang="ko-KR" altLang="en-US" sz="1050"/>
              <a:t>상승했고</a:t>
            </a:r>
            <a:r>
              <a:rPr lang="en-US" altLang="ko-KR" sz="1050"/>
              <a:t>, </a:t>
            </a:r>
            <a:r>
              <a:rPr lang="ko-KR" altLang="en-US" sz="1050"/>
              <a:t>양</a:t>
            </a:r>
            <a:r>
              <a:rPr lang="en-US" altLang="ko-KR" sz="1050"/>
              <a:t>/</a:t>
            </a:r>
            <a:r>
              <a:rPr lang="ko-KR" altLang="en-US" sz="1050"/>
              <a:t>음극 </a:t>
            </a:r>
            <a:r>
              <a:rPr lang="ko-KR" altLang="en-US" sz="1050" err="1"/>
              <a:t>탭부의</a:t>
            </a:r>
            <a:r>
              <a:rPr lang="ko-KR" altLang="en-US" sz="1050"/>
              <a:t> 품질 편차는 적용 전 </a:t>
            </a:r>
            <a:r>
              <a:rPr lang="en-US" altLang="ko-KR" sz="1050"/>
              <a:t>2.02</a:t>
            </a:r>
            <a:r>
              <a:rPr lang="ko-KR" altLang="en-US" sz="1050"/>
              <a:t>에서 적용 후 </a:t>
            </a:r>
            <a:r>
              <a:rPr lang="en-US" altLang="ko-KR" sz="1050"/>
              <a:t>0.07</a:t>
            </a:r>
            <a:r>
              <a:rPr lang="ko-KR" altLang="en-US" sz="1050"/>
              <a:t>로 크게 개선되었습니다</a:t>
            </a:r>
            <a:r>
              <a:rPr lang="en-US" altLang="ko-KR" sz="1050"/>
              <a:t>.. </a:t>
            </a:r>
            <a:br>
              <a:rPr lang="en-US" altLang="ko-KR" sz="1050"/>
            </a:br>
            <a:r>
              <a:rPr lang="ko-KR" altLang="en-US" sz="1050" b="0" i="0">
                <a:effectLst/>
                <a:latin typeface="Pretendard"/>
              </a:rPr>
              <a:t>②</a:t>
            </a:r>
            <a:r>
              <a:rPr lang="en-US" altLang="ko-KR" sz="1050"/>
              <a:t>Y</a:t>
            </a:r>
            <a:r>
              <a:rPr lang="ko-KR" altLang="en-US" sz="1050"/>
              <a:t>축 상부 분리막과 음극 </a:t>
            </a:r>
            <a:r>
              <a:rPr lang="en-US" altLang="ko-KR" sz="1050"/>
              <a:t>Gap: </a:t>
            </a:r>
            <a:r>
              <a:rPr lang="ko-KR" altLang="en-US" sz="1050"/>
              <a:t>자동보정 적용 시점에 전극 폭 변동이 커지면서 </a:t>
            </a:r>
            <a:r>
              <a:rPr lang="en-US" altLang="ko-KR" sz="1050" err="1"/>
              <a:t>Cpk</a:t>
            </a:r>
            <a:r>
              <a:rPr lang="ko-KR" altLang="en-US" sz="1050"/>
              <a:t>가 감소한 것으로 확인되었습니다</a:t>
            </a:r>
            <a:r>
              <a:rPr lang="en-US" altLang="ko-KR" sz="1050"/>
              <a:t>. </a:t>
            </a:r>
            <a:br>
              <a:rPr lang="en-US" altLang="ko-KR" sz="1050"/>
            </a:br>
            <a:r>
              <a:rPr lang="ko-KR" altLang="en-US" sz="1050" b="0" i="0">
                <a:effectLst/>
                <a:latin typeface="Pretendard"/>
              </a:rPr>
              <a:t>③</a:t>
            </a:r>
            <a:r>
              <a:rPr lang="en-US" altLang="ko-KR" sz="1050"/>
              <a:t>Y</a:t>
            </a:r>
            <a:r>
              <a:rPr lang="ko-KR" altLang="en-US" sz="1050"/>
              <a:t>축 상부 분리막과 음극 </a:t>
            </a:r>
            <a:r>
              <a:rPr lang="en-US" altLang="ko-KR" sz="1050"/>
              <a:t>Slitting Line Gap: </a:t>
            </a:r>
            <a:r>
              <a:rPr lang="ko-KR" altLang="en-US" sz="1050"/>
              <a:t>적용 전 스펙</a:t>
            </a:r>
            <a:r>
              <a:rPr lang="en-US" altLang="ko-KR" sz="1050"/>
              <a:t>(0.1-1.6mm)</a:t>
            </a:r>
            <a:r>
              <a:rPr lang="ko-KR" altLang="en-US" sz="1050"/>
              <a:t>이 적용 후</a:t>
            </a:r>
            <a:r>
              <a:rPr lang="en-US" altLang="ko-KR" sz="1050"/>
              <a:t>(0.1-1.1mm)</a:t>
            </a:r>
            <a:r>
              <a:rPr lang="ko-KR" altLang="en-US" sz="1050"/>
              <a:t>로 강화되면서 </a:t>
            </a:r>
            <a:r>
              <a:rPr lang="en-US" altLang="ko-KR" sz="1050" err="1"/>
              <a:t>Cpk</a:t>
            </a:r>
            <a:r>
              <a:rPr lang="ko-KR" altLang="en-US" sz="1050"/>
              <a:t>가 감소했습니다</a:t>
            </a:r>
            <a:r>
              <a:rPr lang="en-US" altLang="ko-KR" sz="1050"/>
              <a:t>. </a:t>
            </a:r>
            <a:r>
              <a:rPr lang="ko-KR" altLang="en-US" sz="1050"/>
              <a:t>  </a:t>
            </a:r>
            <a:r>
              <a:rPr lang="en-US" altLang="ko-KR" sz="1050"/>
              <a:t>  </a:t>
            </a:r>
            <a:br>
              <a:rPr lang="en-US" altLang="ko-KR" sz="1050"/>
            </a:br>
            <a:endParaRPr lang="en-US" altLang="ko-KR" sz="1050" b="1" kern="0"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  <a:p>
            <a:pPr marL="130810" lvl="1">
              <a:defRPr/>
            </a:pPr>
            <a:r>
              <a:rPr kumimoji="1" lang="en-US" altLang="ko-KR" sz="1050" kern="0">
                <a:cs typeface="Malgun Gothic Semilight"/>
              </a:rPr>
              <a:t>3. NFF </a:t>
            </a:r>
            <a:r>
              <a:rPr kumimoji="1" lang="ko-KR" altLang="en-US" sz="1050" kern="0" err="1">
                <a:cs typeface="Malgun Gothic Semilight"/>
              </a:rPr>
              <a:t>와인더</a:t>
            </a:r>
            <a:r>
              <a:rPr kumimoji="1" lang="ko-KR" altLang="en-US" sz="1050" kern="0">
                <a:cs typeface="Malgun Gothic Semilight"/>
              </a:rPr>
              <a:t> 공정 </a:t>
            </a:r>
            <a:r>
              <a:rPr kumimoji="1" lang="en-US" altLang="ko-KR" sz="1050" kern="0">
                <a:cs typeface="Malgun Gothic Semilight"/>
              </a:rPr>
              <a:t>(EP2)</a:t>
            </a:r>
            <a:endParaRPr lang="en-US" altLang="ko-KR" sz="1050" kern="0">
              <a:latin typeface="맑은 고딕"/>
              <a:ea typeface="맑은 고딕"/>
              <a:cs typeface="Malgun Gothic Semilight"/>
            </a:endParaRPr>
          </a:p>
          <a:p>
            <a:pPr marL="534670" lvl="2" indent="-203200">
              <a:buFontTx/>
              <a:buAutoNum type="circleNumDbPlain"/>
              <a:defRPr/>
            </a:pPr>
            <a:r>
              <a:rPr lang="en-US" altLang="ko-KR" sz="1050" kern="0">
                <a:cs typeface="Malgun Gothic Semilight"/>
              </a:rPr>
              <a:t>OC </a:t>
            </a:r>
            <a:r>
              <a:rPr lang="ko-KR" altLang="en-US" sz="1050" kern="0">
                <a:cs typeface="Malgun Gothic Semilight"/>
              </a:rPr>
              <a:t>선행 검증 라인 </a:t>
            </a:r>
            <a:r>
              <a:rPr lang="en-US" altLang="ko-KR" sz="1050" kern="0">
                <a:cs typeface="Malgun Gothic Semilight"/>
              </a:rPr>
              <a:t>2</a:t>
            </a:r>
            <a:r>
              <a:rPr lang="ko-KR" altLang="en-US" sz="1050" kern="0">
                <a:cs typeface="Malgun Gothic Semilight"/>
              </a:rPr>
              <a:t>대 설비 중 </a:t>
            </a:r>
            <a:r>
              <a:rPr lang="en-US" altLang="ko-KR" sz="1050" kern="0">
                <a:cs typeface="Malgun Gothic Semilight"/>
              </a:rPr>
              <a:t>1</a:t>
            </a:r>
            <a:r>
              <a:rPr lang="ko-KR" altLang="en-US" sz="1050" kern="0">
                <a:cs typeface="Malgun Gothic Semilight"/>
              </a:rPr>
              <a:t>대</a:t>
            </a:r>
            <a:r>
              <a:rPr lang="en-US" altLang="ko-KR" sz="1050" kern="0">
                <a:cs typeface="Malgun Gothic Semilight"/>
              </a:rPr>
              <a:t>(AZ 3-2</a:t>
            </a:r>
            <a:r>
              <a:rPr lang="ko-KR" altLang="en-US" sz="1050" kern="0">
                <a:cs typeface="Malgun Gothic Semilight"/>
              </a:rPr>
              <a:t>호</a:t>
            </a:r>
            <a:r>
              <a:rPr lang="en-US" altLang="ko-KR" sz="1050" kern="0">
                <a:cs typeface="Malgun Gothic Semilight"/>
              </a:rPr>
              <a:t>) </a:t>
            </a:r>
            <a:r>
              <a:rPr lang="ko-KR" altLang="en-US" sz="1050" kern="0">
                <a:cs typeface="Malgun Gothic Semilight"/>
              </a:rPr>
              <a:t>자동보정 </a:t>
            </a:r>
            <a:r>
              <a:rPr lang="en-US" altLang="ko-KR" sz="1050" kern="0" err="1">
                <a:cs typeface="Malgun Gothic Semilight"/>
              </a:rPr>
              <a:t>Inferface</a:t>
            </a:r>
            <a:r>
              <a:rPr lang="en-US" altLang="ko-KR" sz="1050" kern="0">
                <a:cs typeface="Malgun Gothic Semilight"/>
              </a:rPr>
              <a:t> Test </a:t>
            </a:r>
            <a:r>
              <a:rPr lang="ko-KR" altLang="en-US" sz="1050" kern="0">
                <a:cs typeface="Malgun Gothic Semilight"/>
              </a:rPr>
              <a:t>및 기능 테스트 진행</a:t>
            </a:r>
            <a:r>
              <a:rPr lang="en-US" altLang="ko-KR" sz="1050" kern="0">
                <a:cs typeface="Malgun Gothic Semilight"/>
              </a:rPr>
              <a:t>(8/19)</a:t>
            </a:r>
            <a:r>
              <a:rPr lang="ko-KR" altLang="en-US" sz="1050" kern="0">
                <a:cs typeface="Malgun Gothic Semilight"/>
              </a:rPr>
              <a:t> 하였습니다</a:t>
            </a:r>
            <a:r>
              <a:rPr lang="en-US" altLang="ko-KR" sz="1050" kern="0">
                <a:cs typeface="Malgun Gothic Semilight"/>
              </a:rPr>
              <a:t>.  </a:t>
            </a:r>
            <a:r>
              <a:rPr lang="ko-KR" altLang="en-US" sz="1050" kern="0">
                <a:cs typeface="Malgun Gothic Semilight"/>
              </a:rPr>
              <a:t>나머지 </a:t>
            </a:r>
            <a:r>
              <a:rPr lang="en-US" altLang="ko-KR" sz="1050" kern="0">
                <a:cs typeface="Malgun Gothic Semilight"/>
              </a:rPr>
              <a:t>1</a:t>
            </a:r>
            <a:r>
              <a:rPr lang="ko-KR" altLang="en-US" sz="1050" kern="0">
                <a:cs typeface="Malgun Gothic Semilight"/>
              </a:rPr>
              <a:t>대</a:t>
            </a:r>
            <a:r>
              <a:rPr lang="en-US" altLang="ko-KR" sz="1050" kern="0">
                <a:cs typeface="Malgun Gothic Semilight"/>
              </a:rPr>
              <a:t>(AZ 3-1</a:t>
            </a:r>
            <a:r>
              <a:rPr lang="ko-KR" altLang="en-US" sz="1050" kern="0">
                <a:cs typeface="Malgun Gothic Semilight"/>
              </a:rPr>
              <a:t>호</a:t>
            </a:r>
            <a:r>
              <a:rPr lang="en-US" altLang="ko-KR" sz="1050" kern="0">
                <a:cs typeface="Malgun Gothic Semilight"/>
              </a:rPr>
              <a:t>)</a:t>
            </a:r>
            <a:r>
              <a:rPr lang="ko-KR" altLang="en-US" sz="1050" kern="0">
                <a:cs typeface="Malgun Gothic Semilight"/>
              </a:rPr>
              <a:t>는 현재 설비 셋팅이 되어 있지 않아 </a:t>
            </a:r>
            <a:r>
              <a:rPr lang="en-US" altLang="ko-KR" sz="1050" kern="0">
                <a:cs typeface="Malgun Gothic Semilight"/>
              </a:rPr>
              <a:t>3-2</a:t>
            </a:r>
            <a:r>
              <a:rPr lang="ko-KR" altLang="en-US" sz="1050" kern="0">
                <a:cs typeface="Malgun Gothic Semilight"/>
              </a:rPr>
              <a:t>호 최종 검증 후 수평 전개 예정입니다</a:t>
            </a:r>
            <a:r>
              <a:rPr lang="en-US" altLang="ko-KR" sz="1050" kern="0">
                <a:cs typeface="Malgun Gothic Semilight"/>
              </a:rPr>
              <a:t>. </a:t>
            </a:r>
            <a:br>
              <a:rPr lang="en-US" altLang="ko-KR" sz="1050" kern="0">
                <a:cs typeface="Malgun Gothic Semilight"/>
              </a:rPr>
            </a:br>
            <a:r>
              <a:rPr lang="ko-KR" altLang="en-US" sz="1050" kern="0">
                <a:cs typeface="Malgun Gothic Semilight"/>
              </a:rPr>
              <a:t>양극 </a:t>
            </a:r>
            <a:r>
              <a:rPr lang="ko-KR" altLang="en-US" sz="1050" kern="0" err="1">
                <a:cs typeface="Malgun Gothic Semilight"/>
              </a:rPr>
              <a:t>최외각부</a:t>
            </a:r>
            <a:r>
              <a:rPr lang="ko-KR" altLang="en-US" sz="1050" kern="0">
                <a:cs typeface="Malgun Gothic Semilight"/>
              </a:rPr>
              <a:t> 검사영역 추가에 따른 자동보정 적용 완료하였습니다</a:t>
            </a:r>
            <a:r>
              <a:rPr lang="en-US" altLang="ko-KR" sz="1050" kern="0">
                <a:cs typeface="Malgun Gothic Semilight"/>
              </a:rPr>
              <a:t>.(~4/25) MP</a:t>
            </a:r>
            <a:r>
              <a:rPr lang="ko-KR" altLang="en-US" sz="1050" kern="0">
                <a:cs typeface="Malgun Gothic Semilight"/>
              </a:rPr>
              <a:t>라인</a:t>
            </a:r>
            <a:r>
              <a:rPr lang="en-US" altLang="ko-KR" sz="1050" kern="0">
                <a:cs typeface="Malgun Gothic Semilight"/>
              </a:rPr>
              <a:t>(8</a:t>
            </a:r>
            <a:r>
              <a:rPr lang="ko-KR" altLang="en-US" sz="1050" kern="0">
                <a:cs typeface="Malgun Gothic Semilight"/>
              </a:rPr>
              <a:t>대</a:t>
            </a:r>
            <a:r>
              <a:rPr lang="en-US" altLang="ko-KR" sz="1050" kern="0">
                <a:cs typeface="Malgun Gothic Semilight"/>
              </a:rPr>
              <a:t>)</a:t>
            </a:r>
            <a:r>
              <a:rPr lang="ko-KR" altLang="en-US" sz="1050" kern="0">
                <a:cs typeface="Malgun Gothic Semilight"/>
              </a:rPr>
              <a:t> 수평전개 완료하였고</a:t>
            </a:r>
            <a:r>
              <a:rPr lang="en-US" altLang="ko-KR" sz="1050" kern="0">
                <a:cs typeface="Malgun Gothic Semilight"/>
              </a:rPr>
              <a:t>, </a:t>
            </a:r>
            <a:r>
              <a:rPr lang="ko-KR" altLang="en-US" sz="1050" kern="0">
                <a:cs typeface="Malgun Gothic Semilight"/>
              </a:rPr>
              <a:t>효과 분석 예정입니다</a:t>
            </a:r>
            <a:r>
              <a:rPr lang="en-US" altLang="ko-KR" sz="1050" kern="0">
                <a:cs typeface="Malgun Gothic Semilight"/>
              </a:rPr>
              <a:t>. (~5/9)</a:t>
            </a:r>
            <a:br>
              <a:rPr lang="en-US" altLang="ko-KR" sz="1050" kern="0">
                <a:cs typeface="Malgun Gothic Semilight"/>
              </a:rPr>
            </a:br>
            <a:r>
              <a:rPr lang="ko-KR" altLang="en-US" sz="1050" kern="0">
                <a:cs typeface="Malgun Gothic Semilight"/>
              </a:rPr>
              <a:t>현재 테스트 전극 폭이 불안정</a:t>
            </a:r>
            <a:r>
              <a:rPr lang="en-US" altLang="ko-KR" sz="1050" kern="0">
                <a:cs typeface="Malgun Gothic Semilight"/>
              </a:rPr>
              <a:t>(</a:t>
            </a:r>
            <a:r>
              <a:rPr lang="ko-KR" altLang="en-US" sz="1050" kern="0">
                <a:cs typeface="Malgun Gothic Semilight"/>
              </a:rPr>
              <a:t>양극 코팅 폭 상한 및 음극 코팅 폭의 흔들림</a:t>
            </a:r>
            <a:r>
              <a:rPr lang="en-US" altLang="ko-KR" sz="1050" kern="0">
                <a:cs typeface="Malgun Gothic Semilight"/>
              </a:rPr>
              <a:t>)</a:t>
            </a:r>
            <a:r>
              <a:rPr lang="ko-KR" altLang="en-US" sz="1050" kern="0">
                <a:cs typeface="Malgun Gothic Semilight"/>
              </a:rPr>
              <a:t>하여</a:t>
            </a:r>
            <a:r>
              <a:rPr lang="en-US" altLang="ko-KR" sz="1050" kern="0">
                <a:cs typeface="Malgun Gothic Semilight"/>
              </a:rPr>
              <a:t>,</a:t>
            </a:r>
            <a:r>
              <a:rPr lang="ko-KR" altLang="en-US" sz="1050" kern="0">
                <a:cs typeface="Malgun Gothic Semilight"/>
              </a:rPr>
              <a:t> </a:t>
            </a:r>
            <a:r>
              <a:rPr lang="en-US" altLang="ko-KR" sz="1050" kern="0">
                <a:cs typeface="Malgun Gothic Semilight"/>
              </a:rPr>
              <a:t>OP, MC </a:t>
            </a:r>
            <a:r>
              <a:rPr lang="ko-KR" altLang="en-US" sz="1050" kern="0">
                <a:cs typeface="Malgun Gothic Semilight"/>
              </a:rPr>
              <a:t>방향의 양극</a:t>
            </a:r>
            <a:r>
              <a:rPr lang="en-US" altLang="ko-KR" sz="1050" kern="0">
                <a:cs typeface="Malgun Gothic Semilight"/>
              </a:rPr>
              <a:t>-</a:t>
            </a:r>
            <a:r>
              <a:rPr lang="ko-KR" altLang="en-US" sz="1050" kern="0">
                <a:cs typeface="Malgun Gothic Semilight"/>
              </a:rPr>
              <a:t>음극 </a:t>
            </a:r>
            <a:r>
              <a:rPr lang="en-US" altLang="ko-KR" sz="1050" kern="0">
                <a:cs typeface="Malgun Gothic Semilight"/>
              </a:rPr>
              <a:t>Gap(F1,</a:t>
            </a:r>
            <a:r>
              <a:rPr lang="ko-KR" altLang="en-US" sz="1050" kern="0">
                <a:cs typeface="Malgun Gothic Semilight"/>
              </a:rPr>
              <a:t> </a:t>
            </a:r>
            <a:r>
              <a:rPr lang="en-US" altLang="ko-KR" sz="1050" kern="0">
                <a:cs typeface="Malgun Gothic Semilight"/>
              </a:rPr>
              <a:t>F2)</a:t>
            </a:r>
            <a:r>
              <a:rPr lang="ko-KR" altLang="en-US" sz="1050" kern="0">
                <a:cs typeface="Malgun Gothic Semilight"/>
              </a:rPr>
              <a:t>을 활용하지 못하고 </a:t>
            </a:r>
            <a:r>
              <a:rPr lang="en-US" altLang="ko-KR" sz="1050" kern="0">
                <a:cs typeface="Malgun Gothic Semilight"/>
              </a:rPr>
              <a:t>F1 Data</a:t>
            </a:r>
            <a:r>
              <a:rPr lang="ko-KR" altLang="en-US" sz="1050" kern="0">
                <a:cs typeface="Malgun Gothic Semilight"/>
              </a:rPr>
              <a:t>만 활용하여 보정하는</a:t>
            </a:r>
            <a:r>
              <a:rPr lang="en-US" altLang="ko-KR" sz="1050" kern="0">
                <a:cs typeface="Malgun Gothic Semilight"/>
              </a:rPr>
              <a:t> </a:t>
            </a:r>
            <a:r>
              <a:rPr lang="ko-KR" altLang="en-US" sz="1050" kern="0">
                <a:cs typeface="Malgun Gothic Semilight"/>
              </a:rPr>
              <a:t>것으로 협의</a:t>
            </a:r>
            <a:r>
              <a:rPr lang="en-US" altLang="ko-KR" sz="1050" kern="0">
                <a:cs typeface="Malgun Gothic Semilight"/>
              </a:rPr>
              <a:t>(FAT</a:t>
            </a:r>
            <a:r>
              <a:rPr lang="ko-KR" altLang="en-US" sz="1050" kern="0">
                <a:cs typeface="Malgun Gothic Semilight"/>
              </a:rPr>
              <a:t>시</a:t>
            </a:r>
            <a:r>
              <a:rPr lang="en-US" altLang="ko-KR" sz="1050" kern="0">
                <a:cs typeface="Malgun Gothic Semilight"/>
              </a:rPr>
              <a:t>)</a:t>
            </a:r>
            <a:r>
              <a:rPr lang="ko-KR" altLang="en-US" sz="1050" kern="0">
                <a:cs typeface="Malgun Gothic Semilight"/>
              </a:rPr>
              <a:t>하여 진행하였으며</a:t>
            </a:r>
            <a:r>
              <a:rPr lang="en-US" altLang="ko-KR" sz="1050" kern="0">
                <a:cs typeface="Malgun Gothic Semilight"/>
              </a:rPr>
              <a:t>, </a:t>
            </a:r>
            <a:r>
              <a:rPr lang="ko-KR" altLang="en-US" sz="1050" kern="0">
                <a:cs typeface="Malgun Gothic Semilight"/>
              </a:rPr>
              <a:t>기능 검증</a:t>
            </a:r>
            <a:r>
              <a:rPr lang="en-US" altLang="ko-KR" sz="1050" kern="0">
                <a:cs typeface="Malgun Gothic Semilight"/>
              </a:rPr>
              <a:t>(9/13)</a:t>
            </a:r>
            <a:r>
              <a:rPr lang="ko-KR" altLang="en-US" sz="1050" kern="0">
                <a:cs typeface="Malgun Gothic Semilight"/>
              </a:rPr>
              <a:t> 완료하였습니다</a:t>
            </a:r>
            <a:r>
              <a:rPr lang="en-US" altLang="ko-KR" sz="1050" kern="0">
                <a:cs typeface="Malgun Gothic Semilight"/>
              </a:rPr>
              <a:t>.</a:t>
            </a:r>
          </a:p>
          <a:p>
            <a:pPr marL="534670" lvl="2" indent="-203200">
              <a:buFontTx/>
              <a:buAutoNum type="circleNumDbPlain"/>
              <a:defRPr/>
            </a:pPr>
            <a:r>
              <a:rPr lang="ko-KR" altLang="en-US" sz="1050" kern="0">
                <a:cs typeface="Malgun Gothic Semilight"/>
              </a:rPr>
              <a:t>품질 및 불량개선을 위한 과제 발굴 중에 있습니다</a:t>
            </a:r>
            <a:r>
              <a:rPr lang="en-US" altLang="ko-KR" sz="1050" kern="0">
                <a:cs typeface="Malgun Gothic Semilight"/>
              </a:rPr>
              <a:t>. </a:t>
            </a:r>
            <a:br>
              <a:rPr lang="en-US" altLang="ko-KR" sz="1050" kern="0">
                <a:cs typeface="Malgun Gothic Semilight"/>
              </a:rPr>
            </a:br>
            <a:r>
              <a:rPr lang="ko-KR" altLang="en-US" sz="1050"/>
              <a:t>구간별 자동보정 고도화 방안을 검토 중입니다</a:t>
            </a:r>
            <a:r>
              <a:rPr lang="en-US" altLang="ko-KR" sz="1050"/>
              <a:t>. </a:t>
            </a:r>
            <a:r>
              <a:rPr lang="ko-KR" altLang="en-US" sz="1050"/>
              <a:t>현재 사행 구간별 자동 보정을 위한 구간 설정은 작업자의 수동 개입에 의존하고 있습니다</a:t>
            </a:r>
            <a:r>
              <a:rPr lang="en-US" altLang="ko-KR" sz="1050"/>
              <a:t>. </a:t>
            </a:r>
            <a:r>
              <a:rPr lang="ko-KR" altLang="en-US" sz="1050"/>
              <a:t>작업자는 그래프를 직접 확인하며 구간을 예상하고</a:t>
            </a:r>
            <a:r>
              <a:rPr lang="en-US" altLang="ko-KR" sz="1050"/>
              <a:t>, </a:t>
            </a:r>
            <a:r>
              <a:rPr lang="ko-KR" altLang="en-US" sz="1050"/>
              <a:t>이를 반복 테스트하여 적절한 구간을 설정하는데</a:t>
            </a:r>
            <a:r>
              <a:rPr lang="en-US" altLang="ko-KR" sz="1050"/>
              <a:t>, </a:t>
            </a:r>
            <a:r>
              <a:rPr lang="ko-KR" altLang="en-US" sz="1050"/>
              <a:t>이 과정에서 많은 시간이 소요됩니다</a:t>
            </a:r>
            <a:r>
              <a:rPr lang="en-US" altLang="ko-KR" sz="1050"/>
              <a:t>. </a:t>
            </a:r>
            <a:r>
              <a:rPr lang="ko-KR" altLang="en-US" sz="1050"/>
              <a:t>특히 설비별</a:t>
            </a:r>
            <a:r>
              <a:rPr lang="en-US" altLang="ko-KR" sz="1050"/>
              <a:t>, Lot </a:t>
            </a:r>
            <a:r>
              <a:rPr lang="ko-KR" altLang="en-US" sz="1050"/>
              <a:t>단위별로 서로 다른 사행 트렌드를 보이기 때문에 작업자의 개입과 소요 시간이 더욱 증가할 것으로 예상됩니다</a:t>
            </a:r>
            <a:r>
              <a:rPr lang="en-US" altLang="ko-KR" sz="1050"/>
              <a:t>. </a:t>
            </a:r>
            <a:r>
              <a:rPr lang="ko-KR" altLang="en-US" sz="1050"/>
              <a:t>이에 따라 자동보정 고도화를 통해 불량률을 줄이고 작업자 개입을 최소화할 계획입니다</a:t>
            </a:r>
            <a:r>
              <a:rPr lang="en-US" altLang="ko-KR" sz="1050"/>
              <a:t>.</a:t>
            </a:r>
            <a:br>
              <a:rPr lang="en-US" altLang="ko-KR" sz="1050"/>
            </a:br>
            <a:r>
              <a:rPr lang="ko-KR" altLang="en-US" sz="1050"/>
              <a:t>현재 과제 계획서 작성을 위해 현황 분석 및 예상 개선 효과에 대한 검토</a:t>
            </a:r>
            <a:r>
              <a:rPr lang="en-US" altLang="ko-KR" sz="1050"/>
              <a:t>(~12/12)</a:t>
            </a:r>
            <a:r>
              <a:rPr lang="ko-KR" altLang="en-US" sz="1050"/>
              <a:t>를 진행 중입니다</a:t>
            </a:r>
            <a:r>
              <a:rPr lang="en-US" altLang="ko-KR" sz="1050"/>
              <a:t>.</a:t>
            </a:r>
            <a:endParaRPr lang="ko-KR" altLang="en-US" sz="1050" kern="0">
              <a:cs typeface="Malgun Gothic Semilight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7771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solidFill>
                  <a:schemeClr val="tx1"/>
                </a:solidFill>
                <a:latin typeface="Arial Narrow"/>
                <a:ea typeface="LG스마트체 Regular"/>
                <a:cs typeface="Malgun Gothic Semilight"/>
              </a:rPr>
              <a:t>2</a:t>
            </a:r>
            <a:r>
              <a:rPr lang="ko-KR" altLang="en-US" sz="1800">
                <a:solidFill>
                  <a:schemeClr val="tx1"/>
                </a:solidFill>
                <a:latin typeface="Arial Narrow"/>
                <a:ea typeface="LG스마트체 Regular"/>
                <a:cs typeface="Malgun Gothic Semilight"/>
              </a:rPr>
              <a:t>.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조립자동보정팀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(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원통형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)(3/3)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12" name="실행 단추: 홈으로 이동 11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DB007822-F419-4717-A8C9-C04BF56608D7}"/>
              </a:ext>
            </a:extLst>
          </p:cNvPr>
          <p:cNvSpPr/>
          <p:nvPr/>
        </p:nvSpPr>
        <p:spPr>
          <a:xfrm>
            <a:off x="9513455" y="132021"/>
            <a:ext cx="292852" cy="292852"/>
          </a:xfrm>
          <a:prstGeom prst="actionButtonHo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669776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1ACB4113-449D-35E0-8A77-8F4328365A93}"/>
              </a:ext>
            </a:extLst>
          </p:cNvPr>
          <p:cNvSpPr txBox="1"/>
          <p:nvPr/>
        </p:nvSpPr>
        <p:spPr>
          <a:xfrm>
            <a:off x="346788" y="859046"/>
            <a:ext cx="9406571" cy="124649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>
              <a:lnSpc>
                <a:spcPct val="90000"/>
              </a:lnSpc>
            </a:pPr>
            <a:r>
              <a:rPr lang="en-US" altLang="ko-KR" sz="1000" b="1">
                <a:solidFill>
                  <a:srgbClr val="0000FF"/>
                </a:solidFill>
                <a:latin typeface="Arial Narrow"/>
                <a:ea typeface="LG스마트체 Regular"/>
              </a:rPr>
              <a:t>1) APC </a:t>
            </a:r>
            <a:r>
              <a:rPr lang="en-US" altLang="ko-KR" sz="1000" b="1" err="1">
                <a:solidFill>
                  <a:srgbClr val="0000FF"/>
                </a:solidFill>
                <a:latin typeface="Arial Narrow"/>
                <a:ea typeface="LG스마트체 Regular"/>
              </a:rPr>
              <a:t>수평전개</a:t>
            </a:r>
            <a:r>
              <a:rPr lang="en-US" altLang="ko-KR" sz="1000" b="1">
                <a:solidFill>
                  <a:srgbClr val="0000FF"/>
                </a:solidFill>
                <a:latin typeface="Arial Narrow"/>
                <a:ea typeface="LG스마트체 Regular"/>
              </a:rPr>
              <a:t> (2</a:t>
            </a:r>
            <a:r>
              <a:rPr lang="ko-KR" altLang="en-US" sz="1000" b="1">
                <a:solidFill>
                  <a:srgbClr val="0000FF"/>
                </a:solidFill>
                <a:latin typeface="Arial Narrow"/>
                <a:ea typeface="LG스마트체 Regular"/>
              </a:rPr>
              <a:t>차고도화 자동 적용</a:t>
            </a:r>
            <a:r>
              <a:rPr lang="en-US" altLang="ko-KR" sz="1000" b="1">
                <a:solidFill>
                  <a:srgbClr val="0000FF"/>
                </a:solidFill>
                <a:latin typeface="Arial Narrow"/>
                <a:ea typeface="LG스마트체 Regular"/>
              </a:rPr>
              <a:t>)</a:t>
            </a:r>
          </a:p>
          <a:p>
            <a:pPr marL="57150" indent="-57150">
              <a:lnSpc>
                <a:spcPct val="90000"/>
              </a:lnSpc>
              <a:buFont typeface="Calibri"/>
              <a:buChar char="-"/>
            </a:pPr>
            <a:r>
              <a:rPr lang="en-US" altLang="ko-KR" sz="1000" b="1">
                <a:solidFill>
                  <a:srgbClr val="0000FF"/>
                </a:solidFill>
                <a:latin typeface="Arial Narrow"/>
                <a:ea typeface="LG스마트체 Regular"/>
              </a:rPr>
              <a:t>ESWA 3</a:t>
            </a:r>
            <a:r>
              <a:rPr lang="ko-KR" altLang="en-US" sz="1000" b="1">
                <a:solidFill>
                  <a:srgbClr val="0000FF"/>
                </a:solidFill>
                <a:latin typeface="Arial Narrow"/>
                <a:ea typeface="LG스마트체 Regular"/>
              </a:rPr>
              <a:t>동 </a:t>
            </a:r>
            <a:r>
              <a:rPr lang="en-US" altLang="ko-KR" sz="1000" b="1">
                <a:solidFill>
                  <a:srgbClr val="0000FF"/>
                </a:solidFill>
                <a:latin typeface="Arial Narrow"/>
                <a:ea typeface="LG스마트체 Regular"/>
              </a:rPr>
              <a:t>APC</a:t>
            </a:r>
            <a:r>
              <a:rPr lang="ko-KR" altLang="en-US" sz="1000" b="1" err="1">
                <a:solidFill>
                  <a:srgbClr val="0000FF"/>
                </a:solidFill>
                <a:latin typeface="Arial Narrow"/>
                <a:ea typeface="LG스마트체 Regular"/>
              </a:rPr>
              <a:t>전환중이며</a:t>
            </a:r>
            <a:r>
              <a:rPr lang="en-US" altLang="ko-KR" sz="1000" b="1">
                <a:solidFill>
                  <a:srgbClr val="0000FF"/>
                </a:solidFill>
                <a:latin typeface="Arial Narrow"/>
                <a:ea typeface="LG스마트체 Regular"/>
              </a:rPr>
              <a:t>(~’26/01)</a:t>
            </a:r>
            <a:r>
              <a:rPr lang="en-US" altLang="ko-KR" sz="1000" b="1">
                <a:latin typeface="Arial Narrow"/>
                <a:ea typeface="LG스마트체 Regular"/>
              </a:rPr>
              <a:t>, 8동 #29</a:t>
            </a:r>
            <a:r>
              <a:rPr lang="ko-KR" altLang="en-US" sz="1000" b="1">
                <a:latin typeface="Arial Narrow"/>
                <a:ea typeface="LG스마트체 Regular"/>
              </a:rPr>
              <a:t>라인은 </a:t>
            </a:r>
            <a:r>
              <a:rPr lang="en-US" altLang="ko-KR" sz="1000" b="1">
                <a:latin typeface="Arial Narrow"/>
                <a:ea typeface="LG스마트체 Regular"/>
              </a:rPr>
              <a:t>26</a:t>
            </a:r>
            <a:r>
              <a:rPr lang="ko-KR" altLang="en-US" sz="1000" b="1">
                <a:latin typeface="Arial Narrow"/>
                <a:ea typeface="LG스마트체 Regular"/>
              </a:rPr>
              <a:t>년 </a:t>
            </a:r>
            <a:r>
              <a:rPr lang="en-US" altLang="ko-KR" sz="1000" b="1" err="1">
                <a:latin typeface="Arial Narrow"/>
                <a:ea typeface="LG스마트체 Regular"/>
              </a:rPr>
              <a:t>생산</a:t>
            </a:r>
            <a:r>
              <a:rPr lang="en-US" altLang="ko-KR" sz="1000" b="1">
                <a:latin typeface="Arial Narrow"/>
                <a:ea typeface="LG스마트체 Regular"/>
              </a:rPr>
              <a:t> </a:t>
            </a:r>
            <a:r>
              <a:rPr lang="en-US" altLang="ko-KR" sz="1000" b="1" err="1">
                <a:latin typeface="Arial Narrow"/>
                <a:ea typeface="LG스마트체 Regular"/>
              </a:rPr>
              <a:t>재개</a:t>
            </a:r>
            <a:r>
              <a:rPr lang="en-US" altLang="ko-KR" sz="1000" b="1">
                <a:latin typeface="Arial Narrow"/>
                <a:ea typeface="LG스마트체 Regular"/>
              </a:rPr>
              <a:t> 시, </a:t>
            </a:r>
            <a:r>
              <a:rPr lang="en-US" altLang="ko-KR" sz="1000" b="1" err="1">
                <a:latin typeface="Arial Narrow"/>
                <a:ea typeface="LG스마트체 Regular"/>
              </a:rPr>
              <a:t>전개예정입니다</a:t>
            </a:r>
            <a:r>
              <a:rPr lang="en-US" altLang="ko-KR" sz="1000" b="1">
                <a:latin typeface="Arial Narrow"/>
                <a:ea typeface="LG스마트체 Regular"/>
              </a:rPr>
              <a:t>.</a:t>
            </a:r>
          </a:p>
          <a:p>
            <a:pPr>
              <a:lnSpc>
                <a:spcPct val="90000"/>
              </a:lnSpc>
            </a:pPr>
            <a:r>
              <a:rPr lang="en-US" altLang="ko-KR" sz="1000" b="1">
                <a:solidFill>
                  <a:srgbClr val="0000FF"/>
                </a:solidFill>
                <a:latin typeface="Arial Narrow"/>
                <a:ea typeface="LG스마트체 Regular"/>
              </a:rPr>
              <a:t>  . ESWA3</a:t>
            </a:r>
            <a:r>
              <a:rPr lang="ko-KR" altLang="en-US" sz="1000" b="1">
                <a:solidFill>
                  <a:srgbClr val="0000FF"/>
                </a:solidFill>
                <a:latin typeface="Arial Narrow"/>
                <a:ea typeface="LG스마트체 Regular"/>
              </a:rPr>
              <a:t>동 </a:t>
            </a:r>
            <a:r>
              <a:rPr lang="en-US" altLang="ko-KR" sz="1000" b="1">
                <a:solidFill>
                  <a:srgbClr val="0000FF"/>
                </a:solidFill>
                <a:latin typeface="Arial Narrow"/>
                <a:ea typeface="LG스마트체 Regular"/>
              </a:rPr>
              <a:t>#4-2 </a:t>
            </a:r>
            <a:r>
              <a:rPr lang="ko-KR" altLang="en-US" sz="1000" b="1">
                <a:solidFill>
                  <a:srgbClr val="0000FF"/>
                </a:solidFill>
                <a:latin typeface="Arial Narrow"/>
                <a:ea typeface="LG스마트체 Regular"/>
              </a:rPr>
              <a:t>설비</a:t>
            </a:r>
            <a:r>
              <a:rPr lang="en-US" altLang="ko-KR" sz="1000" b="1">
                <a:solidFill>
                  <a:srgbClr val="0000FF"/>
                </a:solidFill>
                <a:latin typeface="Arial Narrow"/>
                <a:ea typeface="LG스마트체 Regular"/>
              </a:rPr>
              <a:t>(OMRON)</a:t>
            </a:r>
            <a:r>
              <a:rPr lang="ko-KR" altLang="en-US" sz="1000" b="1">
                <a:solidFill>
                  <a:srgbClr val="0000FF"/>
                </a:solidFill>
                <a:latin typeface="Arial Narrow"/>
                <a:ea typeface="LG스마트체 Regular"/>
              </a:rPr>
              <a:t>에 대한 대표설비 </a:t>
            </a:r>
            <a:r>
              <a:rPr lang="ko-KR" altLang="en-US" sz="1000" b="1" err="1">
                <a:solidFill>
                  <a:srgbClr val="0000FF"/>
                </a:solidFill>
                <a:latin typeface="Arial Narrow"/>
                <a:ea typeface="LG스마트체 Regular"/>
              </a:rPr>
              <a:t>검증완료하였으며</a:t>
            </a:r>
            <a:r>
              <a:rPr lang="en-US" altLang="ko-KR" sz="1000" b="1">
                <a:solidFill>
                  <a:srgbClr val="0000FF"/>
                </a:solidFill>
                <a:latin typeface="Arial Narrow"/>
                <a:ea typeface="LG스마트체 Regular"/>
              </a:rPr>
              <a:t>, #4</a:t>
            </a:r>
            <a:r>
              <a:rPr lang="ko-KR" altLang="en-US" sz="1000" b="1">
                <a:solidFill>
                  <a:srgbClr val="0000FF"/>
                </a:solidFill>
                <a:latin typeface="Arial Narrow"/>
                <a:ea typeface="LG스마트체 Regular"/>
              </a:rPr>
              <a:t>전체에 대해 적용 완료</a:t>
            </a:r>
            <a:r>
              <a:rPr lang="en-US" altLang="ko-KR" sz="1000" b="1">
                <a:solidFill>
                  <a:srgbClr val="0000FF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sz="1000" b="1">
                <a:solidFill>
                  <a:srgbClr val="0000FF"/>
                </a:solidFill>
                <a:latin typeface="Arial Narrow"/>
                <a:ea typeface="LG스마트체 Regular"/>
              </a:rPr>
              <a:t>모니터링 진행중입니다</a:t>
            </a:r>
            <a:r>
              <a:rPr lang="en-US" altLang="ko-KR" sz="1000" b="1">
                <a:solidFill>
                  <a:srgbClr val="0000FF"/>
                </a:solidFill>
                <a:latin typeface="Arial Narrow"/>
                <a:ea typeface="LG스마트체 Regular"/>
              </a:rPr>
              <a:t>.</a:t>
            </a:r>
            <a:r>
              <a:rPr lang="ko-KR" altLang="en-US" sz="1000" b="1">
                <a:latin typeface="Arial Narrow"/>
                <a:ea typeface="LG스마트체 Regular"/>
              </a:rPr>
              <a:t> </a:t>
            </a:r>
            <a:endParaRPr lang="en-US" altLang="ko-KR" sz="1000" b="1">
              <a:latin typeface="Arial Narrow"/>
              <a:ea typeface="LG스마트체 Regular"/>
            </a:endParaRPr>
          </a:p>
          <a:p>
            <a:pPr>
              <a:lnSpc>
                <a:spcPct val="90000"/>
              </a:lnSpc>
            </a:pPr>
            <a:r>
              <a:rPr lang="en-US" altLang="ko-KR" sz="1000" b="1">
                <a:solidFill>
                  <a:srgbClr val="0000FF"/>
                </a:solidFill>
                <a:latin typeface="Arial Narrow"/>
                <a:ea typeface="LG스마트체 Regular"/>
              </a:rPr>
              <a:t>  . ESWA3</a:t>
            </a:r>
            <a:r>
              <a:rPr lang="ko-KR" altLang="en-US" sz="1000" b="1">
                <a:solidFill>
                  <a:srgbClr val="0000FF"/>
                </a:solidFill>
                <a:latin typeface="Arial Narrow"/>
                <a:ea typeface="LG스마트체 Regular"/>
              </a:rPr>
              <a:t>동 </a:t>
            </a:r>
            <a:r>
              <a:rPr lang="en-US" altLang="ko-KR" sz="1000" b="1">
                <a:solidFill>
                  <a:srgbClr val="0000FF"/>
                </a:solidFill>
                <a:latin typeface="Arial Narrow"/>
                <a:ea typeface="LG스마트체 Regular"/>
              </a:rPr>
              <a:t>#5 </a:t>
            </a:r>
            <a:r>
              <a:rPr lang="ko-KR" altLang="en-US" sz="1000" b="1">
                <a:solidFill>
                  <a:srgbClr val="0000FF"/>
                </a:solidFill>
                <a:latin typeface="Arial Narrow"/>
                <a:ea typeface="LG스마트체 Regular"/>
              </a:rPr>
              <a:t>기준정보 변경 및 요청 완료</a:t>
            </a:r>
            <a:r>
              <a:rPr lang="en-US" altLang="ko-KR" sz="1000" b="1">
                <a:solidFill>
                  <a:srgbClr val="0000FF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sz="1000" b="1">
                <a:solidFill>
                  <a:srgbClr val="0000FF"/>
                </a:solidFill>
                <a:latin typeface="Arial Narrow"/>
                <a:ea typeface="LG스마트체 Regular"/>
              </a:rPr>
              <a:t>설비가동시 </a:t>
            </a:r>
            <a:r>
              <a:rPr lang="en-US" altLang="ko-KR" sz="1000" b="1">
                <a:solidFill>
                  <a:srgbClr val="0000FF"/>
                </a:solidFill>
                <a:latin typeface="Arial Narrow"/>
                <a:ea typeface="LG스마트체 Regular"/>
              </a:rPr>
              <a:t>APC</a:t>
            </a:r>
            <a:r>
              <a:rPr lang="ko-KR" altLang="en-US" sz="1000" b="1">
                <a:solidFill>
                  <a:srgbClr val="0000FF"/>
                </a:solidFill>
                <a:latin typeface="Arial Narrow"/>
                <a:ea typeface="LG스마트체 Regular"/>
              </a:rPr>
              <a:t>전환예정</a:t>
            </a:r>
            <a:r>
              <a:rPr lang="en-US" altLang="ko-KR" sz="1000" b="1">
                <a:solidFill>
                  <a:srgbClr val="0000FF"/>
                </a:solidFill>
                <a:latin typeface="Arial Narrow"/>
                <a:ea typeface="LG스마트체 Regular"/>
              </a:rPr>
              <a:t>(’25.12)</a:t>
            </a:r>
          </a:p>
          <a:p>
            <a:pPr>
              <a:lnSpc>
                <a:spcPct val="90000"/>
              </a:lnSpc>
            </a:pPr>
            <a:r>
              <a:rPr lang="en-US" altLang="ko-KR" sz="1000" b="1">
                <a:latin typeface="Arial Narrow"/>
                <a:ea typeface="LG스마트체 Regular"/>
              </a:rPr>
              <a:t>- ESOC </a:t>
            </a:r>
            <a:r>
              <a:rPr lang="ko-KR" altLang="en-US" sz="1000" b="1" err="1">
                <a:latin typeface="Arial Narrow"/>
                <a:ea typeface="LG스마트체 Regular"/>
              </a:rPr>
              <a:t>마더라인</a:t>
            </a:r>
            <a:r>
              <a:rPr lang="ko-KR" altLang="en-US" sz="1000" b="1">
                <a:latin typeface="Arial Narrow"/>
                <a:ea typeface="LG스마트체 Regular"/>
              </a:rPr>
              <a:t> </a:t>
            </a:r>
            <a:r>
              <a:rPr lang="en-US" altLang="ko-KR" sz="1000" b="1">
                <a:latin typeface="Arial Narrow"/>
                <a:ea typeface="LG스마트체 Regular"/>
              </a:rPr>
              <a:t>APC </a:t>
            </a:r>
            <a:r>
              <a:rPr lang="ko-KR" altLang="en-US" sz="1000" b="1">
                <a:latin typeface="Arial Narrow"/>
                <a:ea typeface="LG스마트체 Regular"/>
              </a:rPr>
              <a:t>전개 예정입니다</a:t>
            </a:r>
            <a:r>
              <a:rPr lang="en-US" altLang="ko-KR" sz="1000" b="1">
                <a:latin typeface="Arial Narrow"/>
                <a:ea typeface="LG스마트체 Regular"/>
              </a:rPr>
              <a:t>.(’26/01)</a:t>
            </a:r>
          </a:p>
          <a:p>
            <a:pPr>
              <a:lnSpc>
                <a:spcPct val="90000"/>
              </a:lnSpc>
            </a:pPr>
            <a:r>
              <a:rPr lang="en-US" sz="1000" b="1">
                <a:latin typeface="Arial Narrow"/>
                <a:ea typeface="LG스마트체 Regular"/>
              </a:rPr>
              <a:t>2)</a:t>
            </a:r>
            <a:r>
              <a:rPr lang="en-US" altLang="ko-KR" sz="1000" b="1">
                <a:latin typeface="Arial Narrow"/>
                <a:ea typeface="LG스마트체 Regular"/>
              </a:rPr>
              <a:t> </a:t>
            </a:r>
            <a:r>
              <a:rPr lang="ko-KR" altLang="en-US" sz="1000" b="1">
                <a:latin typeface="Arial Narrow"/>
                <a:ea typeface="LG스마트체 Regular"/>
              </a:rPr>
              <a:t>신규 법인 </a:t>
            </a:r>
            <a:r>
              <a:rPr lang="en-US" sz="1000" b="1">
                <a:latin typeface="Arial Narrow"/>
                <a:ea typeface="LG스마트체 Regular"/>
              </a:rPr>
              <a:t>APC</a:t>
            </a:r>
            <a:r>
              <a:rPr lang="en-US" altLang="ko-KR" sz="1000" b="1">
                <a:latin typeface="Arial Narrow"/>
                <a:ea typeface="LG스마트체 Regular"/>
              </a:rPr>
              <a:t> </a:t>
            </a:r>
            <a:r>
              <a:rPr lang="ko-KR" altLang="en-US" sz="1000" b="1">
                <a:latin typeface="Arial Narrow"/>
                <a:ea typeface="LG스마트체 Regular"/>
              </a:rPr>
              <a:t>적용</a:t>
            </a:r>
            <a:r>
              <a:rPr lang="en-US" sz="1000" b="1">
                <a:latin typeface="Arial Narrow"/>
                <a:ea typeface="LG스마트체 Regular"/>
              </a:rPr>
              <a:t>​</a:t>
            </a:r>
          </a:p>
          <a:p>
            <a:pPr>
              <a:lnSpc>
                <a:spcPct val="90000"/>
              </a:lnSpc>
            </a:pPr>
            <a:r>
              <a:rPr lang="en-US" sz="1000" b="1">
                <a:latin typeface="Arial Narrow"/>
                <a:ea typeface="LG스마트체 Regular"/>
              </a:rPr>
              <a:t>- ESHD, ESMI, ESMI_LS, ESST</a:t>
            </a:r>
            <a:r>
              <a:rPr lang="ko-KR" altLang="en-US" sz="1000" b="1">
                <a:latin typeface="Arial Narrow"/>
                <a:ea typeface="LG스마트체 Regular"/>
              </a:rPr>
              <a:t>법인에 대해 </a:t>
            </a:r>
            <a:r>
              <a:rPr lang="ko-KR" altLang="en-US" sz="1000" b="1" err="1">
                <a:latin typeface="Arial Narrow"/>
                <a:ea typeface="LG스마트체 Regular"/>
              </a:rPr>
              <a:t>성연욱님</a:t>
            </a:r>
            <a:r>
              <a:rPr lang="en-US" altLang="ko-KR" sz="1000" b="1">
                <a:latin typeface="Arial Narrow"/>
                <a:ea typeface="LG스마트체 Regular"/>
              </a:rPr>
              <a:t>, </a:t>
            </a:r>
            <a:r>
              <a:rPr lang="ko-KR" altLang="en-US" sz="1000" b="1" err="1">
                <a:latin typeface="Arial Narrow"/>
                <a:ea typeface="LG스마트체 Regular"/>
              </a:rPr>
              <a:t>김태승님</a:t>
            </a:r>
            <a:r>
              <a:rPr lang="en-US" altLang="ko-KR" sz="1000" b="1">
                <a:latin typeface="Arial Narrow"/>
                <a:ea typeface="LG스마트체 Regular"/>
              </a:rPr>
              <a:t>, </a:t>
            </a:r>
            <a:r>
              <a:rPr lang="ko-KR" altLang="en-US" sz="1000" b="1" err="1">
                <a:latin typeface="Arial Narrow"/>
                <a:ea typeface="LG스마트체 Regular"/>
              </a:rPr>
              <a:t>이기홍님이</a:t>
            </a:r>
            <a:r>
              <a:rPr lang="en-US" altLang="ko-KR" sz="1000" b="1">
                <a:latin typeface="Arial Narrow"/>
                <a:ea typeface="LG스마트체 Regular"/>
              </a:rPr>
              <a:t> </a:t>
            </a:r>
            <a:r>
              <a:rPr lang="ko-KR" altLang="en-US" sz="1000" b="1">
                <a:latin typeface="Arial Narrow"/>
                <a:ea typeface="LG스마트체 Regular"/>
              </a:rPr>
              <a:t>모니터링</a:t>
            </a:r>
            <a:r>
              <a:rPr lang="en-US" altLang="ko-KR" sz="1000" b="1">
                <a:latin typeface="Arial Narrow"/>
                <a:ea typeface="LG스마트체 Regular"/>
              </a:rPr>
              <a:t>/</a:t>
            </a:r>
            <a:r>
              <a:rPr lang="ko-KR" altLang="en-US" sz="1000" b="1">
                <a:latin typeface="Arial Narrow"/>
                <a:ea typeface="LG스마트체 Regular"/>
              </a:rPr>
              <a:t>대응</a:t>
            </a:r>
            <a:r>
              <a:rPr lang="en-US" altLang="ko-KR" sz="1000" b="1">
                <a:latin typeface="Arial Narrow"/>
                <a:ea typeface="LG스마트체 Regular"/>
              </a:rPr>
              <a:t>/</a:t>
            </a:r>
            <a:r>
              <a:rPr lang="ko-KR" altLang="en-US" sz="1000" b="1">
                <a:latin typeface="Arial Narrow"/>
                <a:ea typeface="LG스마트체 Regular"/>
              </a:rPr>
              <a:t>전개 중입니다</a:t>
            </a:r>
            <a:r>
              <a:rPr lang="en-US" altLang="ko-KR" sz="1000" b="1">
                <a:latin typeface="Arial Narrow"/>
                <a:ea typeface="LG스마트체 Regular"/>
              </a:rPr>
              <a:t>. (4/11~)</a:t>
            </a:r>
            <a:br>
              <a:rPr 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sz="1000" b="1">
                <a:latin typeface="Arial Narrow"/>
                <a:ea typeface="LG스마트체 Regular"/>
              </a:rPr>
              <a:t>3) </a:t>
            </a:r>
            <a:r>
              <a:rPr lang="ko-KR" altLang="en-US" sz="1000" b="1" err="1">
                <a:latin typeface="Arial Narrow"/>
                <a:ea typeface="LG스마트체 Regular"/>
              </a:rPr>
              <a:t>하프셀</a:t>
            </a:r>
            <a:r>
              <a:rPr lang="ko-KR" altLang="en-US" sz="1000" b="1">
                <a:latin typeface="Arial Narrow"/>
                <a:ea typeface="LG스마트체 Regular"/>
              </a:rPr>
              <a:t> 자동보정 전개 및 고도화 로직 모니터링</a:t>
            </a:r>
            <a:endParaRPr lang="en-US" altLang="ko-KR" sz="1000" b="1">
              <a:latin typeface="Arial Narrow"/>
              <a:ea typeface="LG스마트체 Regular"/>
            </a:endParaRPr>
          </a:p>
          <a:p>
            <a:pPr marL="85725" indent="-85725">
              <a:lnSpc>
                <a:spcPct val="90000"/>
              </a:lnSpc>
              <a:buFontTx/>
              <a:buChar char="-"/>
            </a:pPr>
            <a:r>
              <a:rPr lang="en-US" sz="1000" b="1">
                <a:latin typeface="Arial Narrow"/>
                <a:ea typeface="LG스마트체 Regular"/>
              </a:rPr>
              <a:t>ESWA </a:t>
            </a:r>
            <a:r>
              <a:rPr lang="ko-KR" altLang="en-US" sz="1000" b="1">
                <a:latin typeface="Arial Narrow"/>
                <a:ea typeface="LG스마트체 Regular"/>
              </a:rPr>
              <a:t>법인 </a:t>
            </a:r>
            <a:r>
              <a:rPr lang="ko-KR" altLang="en-US" sz="1000" b="1" err="1">
                <a:latin typeface="Arial Narrow"/>
                <a:ea typeface="LG스마트체 Regular"/>
              </a:rPr>
              <a:t>하프셀</a:t>
            </a:r>
            <a:r>
              <a:rPr lang="ko-KR" altLang="en-US" sz="1000" b="1">
                <a:latin typeface="Arial Narrow"/>
                <a:ea typeface="LG스마트체 Regular"/>
              </a:rPr>
              <a:t> 자동보정 </a:t>
            </a:r>
            <a:r>
              <a:rPr lang="ko-KR" altLang="en-US" sz="1000" b="1" err="1">
                <a:latin typeface="Arial Narrow"/>
                <a:ea typeface="LG스마트체 Regular"/>
              </a:rPr>
              <a:t>전개중이며</a:t>
            </a:r>
            <a:r>
              <a:rPr lang="en-US" altLang="ko-KR" sz="1000" b="1"/>
              <a:t> (6/16~), </a:t>
            </a:r>
            <a:r>
              <a:rPr lang="ko-KR" altLang="en-US" sz="1000" b="1" err="1"/>
              <a:t>이기홍</a:t>
            </a:r>
            <a:r>
              <a:rPr lang="ko-KR" altLang="en-US" sz="1000" b="1"/>
              <a:t> 님이 </a:t>
            </a:r>
            <a:r>
              <a:rPr lang="ko-KR" altLang="en-US" sz="1000" b="1" err="1"/>
              <a:t>하프셀</a:t>
            </a:r>
            <a:r>
              <a:rPr lang="ko-KR" altLang="en-US" sz="1000" b="1"/>
              <a:t> 자동보정 고도화 대표호기 검증 후 모니터링 재개 예정입니다</a:t>
            </a:r>
            <a:r>
              <a:rPr lang="en-US" altLang="ko-KR" sz="1000" b="1"/>
              <a:t>.</a:t>
            </a:r>
            <a:r>
              <a:rPr lang="ko-KR" altLang="en-US" sz="1000" b="1"/>
              <a:t> </a:t>
            </a:r>
            <a:r>
              <a:rPr lang="en-US" altLang="ko-KR" sz="1000" b="1"/>
              <a:t>(‘26/01~) </a:t>
            </a:r>
            <a:endParaRPr lang="en-US" sz="1000" b="1">
              <a:latin typeface="Arial Narrow"/>
              <a:ea typeface="LG스마트체 Regular"/>
            </a:endParaRPr>
          </a:p>
        </p:txBody>
      </p:sp>
      <p:sp>
        <p:nvSpPr>
          <p:cNvPr id="58" name="제목 1">
            <a:extLst>
              <a:ext uri="{FF2B5EF4-FFF2-40B4-BE49-F238E27FC236}">
                <a16:creationId xmlns:a16="http://schemas.microsoft.com/office/drawing/2014/main" id="{960A0393-6219-4F55-98F3-41CFDE70418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5397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/>
              </a:rPr>
              <a:t>STK 수평전개 현황</a:t>
            </a:r>
            <a:r>
              <a:rPr kumimoji="1" lang="en-US" altLang="ko-KR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/>
              </a:rPr>
              <a:t>_Global Site(1/1)</a:t>
            </a:r>
            <a:endParaRPr kumimoji="1" lang="ko-KR" altLang="en-US" sz="1800" b="1" i="0" u="none" strike="noStrike" kern="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51BF0D86-1DF9-4CDD-9ADF-D9D78254A144}"/>
              </a:ext>
            </a:extLst>
          </p:cNvPr>
          <p:cNvSpPr txBox="1"/>
          <p:nvPr/>
        </p:nvSpPr>
        <p:spPr>
          <a:xfrm>
            <a:off x="8301038" y="343486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13</a:t>
            </a: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43" name="내용 개체 틀 20">
            <a:extLst>
              <a:ext uri="{FF2B5EF4-FFF2-40B4-BE49-F238E27FC236}">
                <a16:creationId xmlns:a16="http://schemas.microsoft.com/office/drawing/2014/main" id="{4D857329-F190-45E8-8FBB-C35D4C751323}"/>
              </a:ext>
            </a:extLst>
          </p:cNvPr>
          <p:cNvSpPr txBox="1">
            <a:spLocks/>
          </p:cNvSpPr>
          <p:nvPr/>
        </p:nvSpPr>
        <p:spPr>
          <a:xfrm>
            <a:off x="8301056" y="174209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 sz="1100" err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성연욱P</a:t>
            </a:r>
            <a:endParaRPr lang="en-US" altLang="ko-KR" sz="1100" b="0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 panose="020B0502040204020203" pitchFamily="50" charset="-127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4F64C6C7-96A2-4F2A-9A7E-7FEF8ED761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5612420"/>
              </p:ext>
            </p:extLst>
          </p:nvPr>
        </p:nvGraphicFramePr>
        <p:xfrm>
          <a:off x="273984" y="2137407"/>
          <a:ext cx="9468926" cy="4481004"/>
        </p:xfrm>
        <a:graphic>
          <a:graphicData uri="http://schemas.openxmlformats.org/drawingml/2006/table">
            <a:tbl>
              <a:tblPr/>
              <a:tblGrid>
                <a:gridCol w="483544">
                  <a:extLst>
                    <a:ext uri="{9D8B030D-6E8A-4147-A177-3AD203B41FA5}">
                      <a16:colId xmlns:a16="http://schemas.microsoft.com/office/drawing/2014/main" val="3653849097"/>
                    </a:ext>
                  </a:extLst>
                </a:gridCol>
                <a:gridCol w="598146">
                  <a:extLst>
                    <a:ext uri="{9D8B030D-6E8A-4147-A177-3AD203B41FA5}">
                      <a16:colId xmlns:a16="http://schemas.microsoft.com/office/drawing/2014/main" val="3692611831"/>
                    </a:ext>
                  </a:extLst>
                </a:gridCol>
                <a:gridCol w="441823">
                  <a:extLst>
                    <a:ext uri="{9D8B030D-6E8A-4147-A177-3AD203B41FA5}">
                      <a16:colId xmlns:a16="http://schemas.microsoft.com/office/drawing/2014/main" val="3385475310"/>
                    </a:ext>
                  </a:extLst>
                </a:gridCol>
                <a:gridCol w="336011">
                  <a:extLst>
                    <a:ext uri="{9D8B030D-6E8A-4147-A177-3AD203B41FA5}">
                      <a16:colId xmlns:a16="http://schemas.microsoft.com/office/drawing/2014/main" val="4063794237"/>
                    </a:ext>
                  </a:extLst>
                </a:gridCol>
                <a:gridCol w="206375">
                  <a:extLst>
                    <a:ext uri="{9D8B030D-6E8A-4147-A177-3AD203B41FA5}">
                      <a16:colId xmlns:a16="http://schemas.microsoft.com/office/drawing/2014/main" val="177299111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993652454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1598816456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2961170238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2443901328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1610131639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1372252305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2580198244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1742167777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2636840701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109118778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1005333276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2121834870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108033081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2571282399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643624119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1573532218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3613674044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2495527972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2391085696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1009496750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701867547"/>
                    </a:ext>
                  </a:extLst>
                </a:gridCol>
                <a:gridCol w="272625">
                  <a:extLst>
                    <a:ext uri="{9D8B030D-6E8A-4147-A177-3AD203B41FA5}">
                      <a16:colId xmlns:a16="http://schemas.microsoft.com/office/drawing/2014/main" val="503750484"/>
                    </a:ext>
                  </a:extLst>
                </a:gridCol>
                <a:gridCol w="1405277">
                  <a:extLst>
                    <a:ext uri="{9D8B030D-6E8A-4147-A177-3AD203B41FA5}">
                      <a16:colId xmlns:a16="http://schemas.microsoft.com/office/drawing/2014/main" val="2110415027"/>
                    </a:ext>
                  </a:extLst>
                </a:gridCol>
              </a:tblGrid>
              <a:tr h="221131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수평전개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항목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 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라인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수평 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전개율</a:t>
                      </a:r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구축</a:t>
                      </a:r>
                      <a:b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baseline="0">
                        <a:latin typeface="Arial Narrow"/>
                        <a:ea typeface="LG스마트체 Regular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baseline="0">
                        <a:latin typeface="Arial Narrow"/>
                        <a:ea typeface="LG스마트체 Regular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baseline="0">
                        <a:latin typeface="Arial Narrow"/>
                        <a:ea typeface="LG스마트체 Regular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Light"/>
                        </a:rPr>
                        <a:t>25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Light"/>
                        </a:rPr>
                        <a:t>년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Light"/>
                        </a:rPr>
                        <a:t>26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Light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Ligh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Ligh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Light"/>
                        </a:rPr>
                        <a:t>비고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Ligh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7896374"/>
                  </a:ext>
                </a:extLst>
              </a:tr>
              <a:tr h="3474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baseline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3004413"/>
                  </a:ext>
                </a:extLst>
              </a:tr>
              <a:tr h="268013"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APC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ESWA 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#8~24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fontAlgn="ctr" latinLnBrk="1" hangingPunct="1">
                        <a:buNone/>
                      </a:pPr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ko-KR" altLang="en-US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최종완료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8721433"/>
                  </a:ext>
                </a:extLst>
              </a:tr>
              <a:tr h="268013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ESWA 8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#26~29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aseline="0">
                          <a:latin typeface="+mn-ea"/>
                          <a:ea typeface="+mn-ea"/>
                        </a:rPr>
                        <a:t>89%</a:t>
                      </a:r>
                      <a:endParaRPr lang="ko-KR" sz="800" baseline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 baseline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B98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#29 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설비 장기 </a:t>
                      </a:r>
                      <a:r>
                        <a:rPr lang="ko-KR" altLang="en-US" sz="7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미가동중</a:t>
                      </a:r>
                      <a:endParaRPr lang="en-US" sz="7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l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(‘26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년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중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생산재개시 전개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6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2756346"/>
                  </a:ext>
                </a:extLst>
              </a:tr>
              <a:tr h="268013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ESST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#1~4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50%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8EBF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#1 </a:t>
                      </a:r>
                      <a:r>
                        <a:rPr kumimoji="0" lang="ko-KR" alt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#2-1 APC </a:t>
                      </a:r>
                      <a:r>
                        <a:rPr kumimoji="0" lang="ko-KR" alt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적용 완료</a:t>
                      </a:r>
                      <a:endParaRPr kumimoji="0" lang="en-US" altLang="ko-KR" sz="7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타호기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설비 셋업 중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4712199"/>
                  </a:ext>
                </a:extLst>
              </a:tr>
              <a:tr h="268013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ESHD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#1~6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8%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8EBF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B05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#1 </a:t>
                      </a:r>
                      <a:r>
                        <a:rPr kumimoji="0" lang="ko-KR" alt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APC </a:t>
                      </a:r>
                      <a:r>
                        <a:rPr kumimoji="0" lang="ko-KR" alt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적용 완료</a:t>
                      </a:r>
                      <a:endParaRPr kumimoji="0" lang="en-US" altLang="ko-KR" sz="7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타호기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설비 셋업 중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2051446"/>
                  </a:ext>
                </a:extLst>
              </a:tr>
              <a:tr h="268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ESMI_LS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#1~5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8EBF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#1-1,2 APC </a:t>
                      </a:r>
                      <a:r>
                        <a:rPr kumimoji="0" lang="ko-KR" alt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적용 완료</a:t>
                      </a:r>
                      <a:endParaRPr lang="ko-KR" sz="700" baseline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8490337"/>
                  </a:ext>
                </a:extLst>
              </a:tr>
              <a:tr h="268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ESMI 1,2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#1~5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#2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라인 설비 임시 </a:t>
                      </a:r>
                      <a:r>
                        <a:rPr kumimoji="0" lang="ko-KR" altLang="en-US" sz="7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미가동중</a:t>
                      </a:r>
                      <a:endParaRPr lang="ko-KR" sz="70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2911359"/>
                  </a:ext>
                </a:extLst>
              </a:tr>
              <a:tr h="268013">
                <a:tc v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Ligh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ESWA 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#4~6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9%</a:t>
                      </a: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FF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#4 APC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전환완료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(‘25.12.16)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#5 APC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전환예정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(~’25.12)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2688081"/>
                  </a:ext>
                </a:extLst>
              </a:tr>
              <a:tr h="268013">
                <a:tc v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Ligh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ESOC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마더라인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0%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FF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lang="en-US" altLang="ko-KR" sz="7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APC</a:t>
                      </a:r>
                      <a:r>
                        <a:rPr lang="ko-KR" altLang="en-US" sz="7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적용 완료 목표 </a:t>
                      </a:r>
                      <a:r>
                        <a:rPr lang="en-US" altLang="ko-KR" sz="7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‘26.01</a:t>
                      </a:r>
                    </a:p>
                    <a:p>
                      <a:pPr lvl="0" algn="l">
                        <a:buNone/>
                      </a:pPr>
                      <a:r>
                        <a:rPr lang="ko-KR" altLang="en-US" sz="7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설비 </a:t>
                      </a:r>
                      <a:r>
                        <a:rPr lang="ko-KR" altLang="en-US" sz="70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미가동</a:t>
                      </a:r>
                      <a:r>
                        <a:rPr lang="en-US" altLang="ko-KR" sz="7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(~’25.12)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2928030"/>
                  </a:ext>
                </a:extLst>
              </a:tr>
              <a:tr h="268013">
                <a:tc v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ESWA 5, 8동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재작업기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재작업기</a:t>
                      </a: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0%</a:t>
                      </a: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800" b="0" i="0" u="none" strike="noStrike" baseline="0">
                        <a:solidFill>
                          <a:srgbClr val="0000FF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endParaRPr lang="ko-KR" altLang="en-US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</a:rPr>
                        <a:t>APC </a:t>
                      </a:r>
                      <a:r>
                        <a:rPr lang="en-US" sz="700" b="0" i="0" u="none" strike="noStrike" baseline="0" noProof="0" err="1">
                          <a:solidFill>
                            <a:schemeClr val="tx1"/>
                          </a:solidFill>
                        </a:rPr>
                        <a:t>구축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</a:rPr>
                        <a:t> 중(~25.10)</a:t>
                      </a:r>
                      <a:endParaRPr lang="en-US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079193"/>
                  </a:ext>
                </a:extLst>
              </a:tr>
              <a:tr h="27112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baseline="0">
                          <a:solidFill>
                            <a:srgbClr val="008000"/>
                          </a:solidFill>
                          <a:effectLst/>
                          <a:latin typeface="+mn-ea"/>
                          <a:ea typeface="+mn-ea"/>
                        </a:rPr>
                        <a:t>*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자동보정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 고도화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ESWA 3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#4~6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45%</a:t>
                      </a:r>
                      <a:endParaRPr lang="ko-KR" sz="800" baseline="0">
                        <a:solidFill>
                          <a:srgbClr val="0000FF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 baseline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5BC8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7BE8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lang="en-US" altLang="ko-KR" sz="7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#4</a:t>
                      </a:r>
                      <a:r>
                        <a:rPr lang="ko-KR" altLang="en-US" sz="700" b="0" i="0" u="none" strike="noStrike" baseline="0" noProof="0" err="1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적용중</a:t>
                      </a:r>
                      <a:r>
                        <a:rPr lang="en-US" altLang="ko-KR" sz="7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(~’25.12)</a:t>
                      </a:r>
                    </a:p>
                    <a:p>
                      <a:pPr lvl="0" algn="l">
                        <a:buNone/>
                      </a:pPr>
                      <a:r>
                        <a:rPr lang="en-US" altLang="ko-KR" sz="7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#5</a:t>
                      </a:r>
                      <a:r>
                        <a:rPr lang="ko-KR" altLang="en-US" sz="7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적용완료</a:t>
                      </a:r>
                      <a:r>
                        <a:rPr lang="en-US" altLang="ko-KR" sz="7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, APC</a:t>
                      </a:r>
                      <a:r>
                        <a:rPr lang="ko-KR" altLang="en-US" sz="7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전환예정</a:t>
                      </a:r>
                      <a:r>
                        <a:rPr lang="en-US" altLang="ko-KR" sz="7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(~’25.12)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2904313"/>
                  </a:ext>
                </a:extLst>
              </a:tr>
              <a:tr h="27112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ESMI 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#1~2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67%</a:t>
                      </a:r>
                      <a:endParaRPr lang="ko-KR" altLang="en-US" sz="80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 altLang="en-US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BB8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#1-3,4 </a:t>
                      </a:r>
                      <a:r>
                        <a:rPr lang="ko-KR" altLang="en-US" sz="7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설비미가동</a:t>
                      </a: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미검증</a:t>
                      </a:r>
                      <a:endParaRPr lang="en-US" sz="1200" b="1" i="0" u="none" strike="noStrike" baseline="0" noProof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030610"/>
                  </a:ext>
                </a:extLst>
              </a:tr>
              <a:tr h="271127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하프셀</a:t>
                      </a:r>
                      <a:endParaRPr lang="en-US" altLang="ko-KR" sz="800" b="1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</a:t>
                      </a:r>
                      <a:endParaRPr lang="en-US" altLang="ko-KR" sz="800" b="1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ESWA 3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#4~6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0%</a:t>
                      </a:r>
                      <a:endParaRPr lang="ko-KR" sz="80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X</a:t>
                      </a:r>
                      <a:endParaRPr lang="ko-KR" altLang="en-US" sz="8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#4 APC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적용예정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(~’25.12)</a:t>
                      </a:r>
                      <a:endParaRPr kumimoji="0" 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631519"/>
                  </a:ext>
                </a:extLst>
              </a:tr>
              <a:tr h="27112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ESWA 5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#8~24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38%</a:t>
                      </a:r>
                      <a:endParaRPr lang="ko-KR" sz="80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X</a:t>
                      </a:r>
                      <a:endParaRPr lang="ko-KR" altLang="en-US" sz="8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#8, </a:t>
                      </a:r>
                      <a:r>
                        <a:rPr 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11,</a:t>
                      </a:r>
                      <a:r>
                        <a:rPr kumimoji="0" 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12, 15</a:t>
                      </a:r>
                      <a:r>
                        <a:rPr kumimoji="0" 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17, </a:t>
                      </a:r>
                      <a:r>
                        <a:rPr kumimoji="0" 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18, 21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완료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타호기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양산 시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전개예정</a:t>
                      </a:r>
                      <a:endParaRPr kumimoji="0" 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5268113"/>
                  </a:ext>
                </a:extLst>
              </a:tr>
              <a:tr h="27112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Ligh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ESWA 8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#26~29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0%</a:t>
                      </a:r>
                      <a:endParaRPr lang="ko-KR" sz="80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X</a:t>
                      </a:r>
                      <a:endParaRPr lang="ko-KR" altLang="en-US" sz="8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양산 및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PLC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제작사양 완료 후 적용예정</a:t>
                      </a:r>
                      <a:endParaRPr kumimoji="0" 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2663024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2C6AA1F3-1855-4BF3-BAAB-338048D2994F}"/>
              </a:ext>
            </a:extLst>
          </p:cNvPr>
          <p:cNvSpPr/>
          <p:nvPr/>
        </p:nvSpPr>
        <p:spPr>
          <a:xfrm>
            <a:off x="244152" y="6599654"/>
            <a:ext cx="4953000" cy="200055"/>
          </a:xfrm>
          <a:prstGeom prst="rect">
            <a:avLst/>
          </a:prstGeom>
        </p:spPr>
        <p:txBody>
          <a:bodyPr lIns="91440" tIns="45720" rIns="91440" bIns="45720" anchor="t">
            <a:spAutoFit/>
          </a:bodyPr>
          <a:lstStyle/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*</a:t>
            </a:r>
            <a:r>
              <a:rPr kumimoji="0" lang="ko-KR" altLang="en-US" sz="7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자동보정 </a:t>
            </a:r>
            <a:r>
              <a:rPr kumimoji="0" lang="en-US" altLang="ko-KR" sz="7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</a:t>
            </a:r>
            <a:r>
              <a:rPr kumimoji="0" lang="ko-KR" altLang="en-US" sz="7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차 고도화 </a:t>
            </a:r>
            <a:r>
              <a:rPr kumimoji="0" lang="en-US" altLang="ko-KR" sz="7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Gripper-STK 에 </a:t>
            </a:r>
            <a:r>
              <a:rPr kumimoji="0" lang="en-US" altLang="ko-KR" sz="700" b="1" i="0" u="none" strike="noStrike" kern="1200" cap="none" spc="0" normalizeH="0" noProof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대해서</a:t>
            </a:r>
            <a:r>
              <a:rPr kumimoji="0" lang="en-US" altLang="ko-KR" sz="7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Cell number #1 </a:t>
            </a:r>
            <a:r>
              <a:rPr kumimoji="0" lang="ko-KR" altLang="en-US" sz="7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의 </a:t>
            </a:r>
            <a:r>
              <a:rPr kumimoji="0" lang="ko-KR" altLang="en-US" sz="700" b="1" i="0" u="none" strike="noStrike" kern="1200" cap="none" spc="0" normalizeH="0" noProof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보정값이</a:t>
            </a:r>
            <a:r>
              <a:rPr kumimoji="0" lang="ko-KR" altLang="en-US" sz="7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튀는 현상에 대한 방어로직 </a:t>
            </a:r>
            <a:r>
              <a:rPr kumimoji="0" lang="en-US" altLang="ko-KR" sz="7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– PLC</a:t>
            </a:r>
            <a:r>
              <a:rPr kumimoji="0" lang="ko-KR" altLang="en-US" sz="7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수정 동반</a:t>
            </a:r>
            <a:endParaRPr kumimoji="0" lang="en-US" altLang="ko-KR" sz="7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B9DE3FAA-6979-48A7-8D73-201FBFA8D91F}"/>
              </a:ext>
            </a:extLst>
          </p:cNvPr>
          <p:cNvSpPr/>
          <p:nvPr/>
        </p:nvSpPr>
        <p:spPr>
          <a:xfrm>
            <a:off x="7262577" y="2503056"/>
            <a:ext cx="262174" cy="4124592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78883BF-37DD-26E8-D2BD-63F77F9C6355}"/>
              </a:ext>
            </a:extLst>
          </p:cNvPr>
          <p:cNvSpPr txBox="1"/>
          <p:nvPr/>
        </p:nvSpPr>
        <p:spPr>
          <a:xfrm>
            <a:off x="203118" y="578448"/>
            <a:ext cx="8536302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※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금주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(W51). ESWA 3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동 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#4, 5 (ESS) APC</a:t>
            </a:r>
            <a:r>
              <a:rPr lang="ko-KR" altLang="en-US" sz="1000" err="1">
                <a:solidFill>
                  <a:srgbClr val="0000FF"/>
                </a:solidFill>
                <a:latin typeface="Arial Narrow"/>
                <a:ea typeface="LG스마트체 Regular"/>
              </a:rPr>
              <a:t>적용중이며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sz="1000" err="1">
                <a:solidFill>
                  <a:srgbClr val="0000FF"/>
                </a:solidFill>
                <a:latin typeface="Arial Narrow"/>
                <a:ea typeface="LG스마트체 Regular"/>
              </a:rPr>
              <a:t>하프셀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 자동보정 고도화 대표설비의 효과는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생산재개일정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(’26/01~)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에 맞추어 모니터링 및 전개 협의 예정입니다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.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3B7A9847-0BAA-4640-9E34-A866A51B22E9}"/>
              </a:ext>
            </a:extLst>
          </p:cNvPr>
          <p:cNvGrpSpPr/>
          <p:nvPr/>
        </p:nvGrpSpPr>
        <p:grpSpPr>
          <a:xfrm>
            <a:off x="6518659" y="1717177"/>
            <a:ext cx="3387341" cy="216648"/>
            <a:chOff x="6284247" y="2008992"/>
            <a:chExt cx="3387341" cy="216648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20726E9A-69FA-4909-86B1-A33348A18AEB}"/>
                </a:ext>
              </a:extLst>
            </p:cNvPr>
            <p:cNvSpPr/>
            <p:nvPr/>
          </p:nvSpPr>
          <p:spPr>
            <a:xfrm>
              <a:off x="7423899" y="2070348"/>
              <a:ext cx="106532" cy="101729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9" name="Text Box 198">
              <a:extLst>
                <a:ext uri="{FF2B5EF4-FFF2-40B4-BE49-F238E27FC236}">
                  <a16:creationId xmlns:a16="http://schemas.microsoft.com/office/drawing/2014/main" id="{2BA20B2A-1673-4BD5-BDDE-C822E4B3CB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9970" y="2016784"/>
              <a:ext cx="880331" cy="208856"/>
            </a:xfrm>
            <a:prstGeom prst="rect">
              <a:avLst/>
            </a:prstGeom>
            <a:noFill/>
            <a:ln w="12700" algn="ctr">
              <a:noFill/>
              <a:miter lim="800000"/>
              <a:headEnd/>
              <a:tailEnd/>
            </a:ln>
          </p:spPr>
          <p:txBody>
            <a:bodyPr wrap="square" lIns="0" tIns="0" rIns="0" bIns="0" anchor="ctr" anchorCtr="0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10000"/>
                </a:lnSpc>
                <a:spcBef>
                  <a:spcPts val="0"/>
                </a:spcBef>
                <a:spcAft>
                  <a:spcPct val="0"/>
                </a:spcAft>
                <a:buClrTx/>
                <a:buSzPct val="85000"/>
                <a:buFontTx/>
                <a:buNone/>
                <a:tabLst>
                  <a:tab pos="723900" algn="l"/>
                </a:tabLst>
                <a:defRPr/>
              </a:pPr>
              <a:r>
                <a:rPr kumimoji="0" lang="ko-KR" altLang="en-US" sz="800" b="0" i="0" u="none" strike="noStrike" kern="1200" cap="none" spc="0" normalizeH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전개중</a:t>
              </a:r>
              <a:r>
                <a: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 </a:t>
              </a:r>
              <a:r>
                <a:rPr kumimoji="0" lang="en-US" altLang="ko-KR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/ </a:t>
              </a:r>
              <a:r>
                <a: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이슈 </a:t>
              </a:r>
              <a:r>
                <a:rPr kumimoji="0" lang="ko-KR" altLang="en-US" sz="800" b="0" i="0" u="none" strike="noStrike" kern="1200" cap="none" spc="0" normalizeH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해결중</a:t>
              </a:r>
              <a:endParaRPr kumimoji="0" lang="ko-KR" altLang="en-US" sz="8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695F412F-602B-4E2B-A233-C056E00EAAE9}"/>
                </a:ext>
              </a:extLst>
            </p:cNvPr>
            <p:cNvSpPr/>
            <p:nvPr/>
          </p:nvSpPr>
          <p:spPr>
            <a:xfrm>
              <a:off x="6742091" y="2070348"/>
              <a:ext cx="106532" cy="10172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11" name="Text Box 198">
              <a:extLst>
                <a:ext uri="{FF2B5EF4-FFF2-40B4-BE49-F238E27FC236}">
                  <a16:creationId xmlns:a16="http://schemas.microsoft.com/office/drawing/2014/main" id="{08DA7C23-14C0-49CE-A750-A13EDE6681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8162" y="2021810"/>
              <a:ext cx="477631" cy="198805"/>
            </a:xfrm>
            <a:prstGeom prst="rect">
              <a:avLst/>
            </a:prstGeom>
            <a:noFill/>
            <a:ln w="12700" algn="ctr">
              <a:noFill/>
              <a:miter lim="800000"/>
              <a:headEnd/>
              <a:tailEnd/>
            </a:ln>
          </p:spPr>
          <p:txBody>
            <a:bodyPr wrap="square" lIns="0" tIns="0" rIns="0" bIns="0" anchor="ctr" anchorCtr="0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10000"/>
                </a:lnSpc>
                <a:spcBef>
                  <a:spcPts val="0"/>
                </a:spcBef>
                <a:spcAft>
                  <a:spcPct val="0"/>
                </a:spcAft>
                <a:buClrTx/>
                <a:buSzPct val="85000"/>
                <a:buFontTx/>
                <a:buNone/>
                <a:tabLst>
                  <a:tab pos="723900" algn="l"/>
                </a:tabLst>
                <a:defRPr/>
              </a:pPr>
              <a:r>
                <a: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전개 시작</a:t>
              </a: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4F0D2EAB-3BC5-4141-80EA-43DC79370AEE}"/>
                </a:ext>
              </a:extLst>
            </p:cNvPr>
            <p:cNvSpPr/>
            <p:nvPr/>
          </p:nvSpPr>
          <p:spPr>
            <a:xfrm>
              <a:off x="8549840" y="2070348"/>
              <a:ext cx="106532" cy="101729"/>
            </a:xfrm>
            <a:prstGeom prst="rect">
              <a:avLst/>
            </a:prstGeom>
            <a:solidFill>
              <a:schemeClr val="accent6">
                <a:lumMod val="50000"/>
              </a:schemeClr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13" name="Text Box 198">
              <a:extLst>
                <a:ext uri="{FF2B5EF4-FFF2-40B4-BE49-F238E27FC236}">
                  <a16:creationId xmlns:a16="http://schemas.microsoft.com/office/drawing/2014/main" id="{B019242B-B89F-464C-A760-A033655DE6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30184" y="2008992"/>
              <a:ext cx="414031" cy="211623"/>
            </a:xfrm>
            <a:prstGeom prst="rect">
              <a:avLst/>
            </a:prstGeom>
            <a:noFill/>
            <a:ln w="12700" algn="ctr">
              <a:noFill/>
              <a:miter lim="800000"/>
              <a:headEnd/>
              <a:tailEnd/>
            </a:ln>
          </p:spPr>
          <p:txBody>
            <a:bodyPr wrap="square" lIns="0" tIns="0" rIns="0" bIns="0" anchor="ctr" anchorCtr="0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10000"/>
                </a:lnSpc>
                <a:spcBef>
                  <a:spcPts val="0"/>
                </a:spcBef>
                <a:spcAft>
                  <a:spcPct val="0"/>
                </a:spcAft>
                <a:buClrTx/>
                <a:buSzPct val="85000"/>
                <a:buFontTx/>
                <a:buNone/>
                <a:tabLst>
                  <a:tab pos="723900" algn="l"/>
                </a:tabLst>
                <a:defRPr/>
              </a:pPr>
              <a:r>
                <a: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전개 완료</a:t>
              </a:r>
            </a:p>
          </p:txBody>
        </p:sp>
        <p:sp>
          <p:nvSpPr>
            <p:cNvPr id="3" name="직사각형 27">
              <a:extLst>
                <a:ext uri="{FF2B5EF4-FFF2-40B4-BE49-F238E27FC236}">
                  <a16:creationId xmlns:a16="http://schemas.microsoft.com/office/drawing/2014/main" id="{8E518E69-849F-100A-DE97-0B4FEFCDDD60}"/>
                </a:ext>
              </a:extLst>
            </p:cNvPr>
            <p:cNvSpPr/>
            <p:nvPr/>
          </p:nvSpPr>
          <p:spPr>
            <a:xfrm>
              <a:off x="9202884" y="2070348"/>
              <a:ext cx="106532" cy="101729"/>
            </a:xfrm>
            <a:prstGeom prst="rect">
              <a:avLst/>
            </a:prstGeom>
            <a:solidFill>
              <a:schemeClr val="accent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6AF8D697-EBD5-4191-B67B-E16E9E7BC913}"/>
                </a:ext>
              </a:extLst>
            </p:cNvPr>
            <p:cNvSpPr/>
            <p:nvPr/>
          </p:nvSpPr>
          <p:spPr>
            <a:xfrm>
              <a:off x="6284247" y="2070348"/>
              <a:ext cx="106532" cy="101729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26" name="Text Box 198">
              <a:extLst>
                <a:ext uri="{FF2B5EF4-FFF2-40B4-BE49-F238E27FC236}">
                  <a16:creationId xmlns:a16="http://schemas.microsoft.com/office/drawing/2014/main" id="{953A5A50-8DEC-46C0-8B72-9A5A1BA118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0319" y="2021810"/>
              <a:ext cx="209682" cy="198805"/>
            </a:xfrm>
            <a:prstGeom prst="rect">
              <a:avLst/>
            </a:prstGeom>
            <a:noFill/>
            <a:ln w="12700" algn="ctr">
              <a:noFill/>
              <a:miter lim="800000"/>
              <a:headEnd/>
              <a:tailEnd/>
            </a:ln>
          </p:spPr>
          <p:txBody>
            <a:bodyPr wrap="square" lIns="0" tIns="0" rIns="0" bIns="0" anchor="ctr" anchorCtr="0">
              <a:no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10000"/>
                </a:lnSpc>
                <a:spcBef>
                  <a:spcPts val="0"/>
                </a:spcBef>
                <a:spcAft>
                  <a:spcPct val="0"/>
                </a:spcAft>
                <a:buClrTx/>
                <a:buSzPct val="85000"/>
                <a:buFontTx/>
                <a:buNone/>
                <a:tabLst>
                  <a:tab pos="723900" algn="l"/>
                </a:tabLst>
                <a:defRPr/>
              </a:pPr>
              <a:r>
                <a: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준비</a:t>
              </a:r>
            </a:p>
          </p:txBody>
        </p:sp>
        <p:sp>
          <p:nvSpPr>
            <p:cNvPr id="27" name="Text Box 198">
              <a:extLst>
                <a:ext uri="{FF2B5EF4-FFF2-40B4-BE49-F238E27FC236}">
                  <a16:creationId xmlns:a16="http://schemas.microsoft.com/office/drawing/2014/main" id="{37D7E5CD-7BBE-467B-8419-9F1D1F52CF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68085" y="2011981"/>
              <a:ext cx="303503" cy="203078"/>
            </a:xfrm>
            <a:prstGeom prst="rect">
              <a:avLst/>
            </a:prstGeom>
            <a:noFill/>
            <a:ln w="12700" algn="ctr">
              <a:noFill/>
              <a:miter lim="800000"/>
              <a:headEnd/>
              <a:tailEnd/>
            </a:ln>
          </p:spPr>
          <p:txBody>
            <a:bodyPr wrap="square" lIns="0" tIns="0" rIns="0" bIns="0" anchor="ctr" anchorCtr="0">
              <a:no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1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>
                  <a:tab pos="723900" algn="l"/>
                </a:tabLst>
                <a:defRPr/>
              </a:pPr>
              <a:r>
                <a: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/>
                </a:rPr>
                <a:t>안정화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9751207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제목 1">
            <a:extLst>
              <a:ext uri="{FF2B5EF4-FFF2-40B4-BE49-F238E27FC236}">
                <a16:creationId xmlns:a16="http://schemas.microsoft.com/office/drawing/2014/main" id="{960A0393-6219-4F55-98F3-41CFDE70418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36662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/>
              </a:rPr>
              <a:t>AZS 수평전개 현황</a:t>
            </a:r>
            <a:r>
              <a:rPr lang="en-US" altLang="ko-KR" sz="1800">
                <a:cs typeface="Malgun Gothic Semilight"/>
              </a:rPr>
              <a:t>_Global Site(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/>
              </a:rPr>
              <a:t>1/1)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51BF0D86-1DF9-4CDD-9ADF-D9D78254A144}"/>
              </a:ext>
            </a:extLst>
          </p:cNvPr>
          <p:cNvSpPr txBox="1"/>
          <p:nvPr/>
        </p:nvSpPr>
        <p:spPr>
          <a:xfrm>
            <a:off x="8313901" y="3416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 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43" name="내용 개체 틀 20">
            <a:extLst>
              <a:ext uri="{FF2B5EF4-FFF2-40B4-BE49-F238E27FC236}">
                <a16:creationId xmlns:a16="http://schemas.microsoft.com/office/drawing/2014/main" id="{4D857329-F190-45E8-8FBB-C35D4C751323}"/>
              </a:ext>
            </a:extLst>
          </p:cNvPr>
          <p:cNvSpPr txBox="1">
            <a:spLocks/>
          </p:cNvSpPr>
          <p:nvPr/>
        </p:nvSpPr>
        <p:spPr>
          <a:xfrm>
            <a:off x="8313901" y="172366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원종래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P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4987875B-E94A-4359-A7A9-F1B0BD34D6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2429364"/>
              </p:ext>
            </p:extLst>
          </p:nvPr>
        </p:nvGraphicFramePr>
        <p:xfrm>
          <a:off x="273985" y="1736629"/>
          <a:ext cx="9391579" cy="4579127"/>
        </p:xfrm>
        <a:graphic>
          <a:graphicData uri="http://schemas.openxmlformats.org/drawingml/2006/table">
            <a:tbl>
              <a:tblPr/>
              <a:tblGrid>
                <a:gridCol w="610216">
                  <a:extLst>
                    <a:ext uri="{9D8B030D-6E8A-4147-A177-3AD203B41FA5}">
                      <a16:colId xmlns:a16="http://schemas.microsoft.com/office/drawing/2014/main" val="3653849097"/>
                    </a:ext>
                  </a:extLst>
                </a:gridCol>
                <a:gridCol w="320675">
                  <a:extLst>
                    <a:ext uri="{9D8B030D-6E8A-4147-A177-3AD203B41FA5}">
                      <a16:colId xmlns:a16="http://schemas.microsoft.com/office/drawing/2014/main" val="3692611831"/>
                    </a:ext>
                  </a:extLst>
                </a:gridCol>
                <a:gridCol w="475975">
                  <a:extLst>
                    <a:ext uri="{9D8B030D-6E8A-4147-A177-3AD203B41FA5}">
                      <a16:colId xmlns:a16="http://schemas.microsoft.com/office/drawing/2014/main" val="3385475310"/>
                    </a:ext>
                  </a:extLst>
                </a:gridCol>
                <a:gridCol w="357070">
                  <a:extLst>
                    <a:ext uri="{9D8B030D-6E8A-4147-A177-3AD203B41FA5}">
                      <a16:colId xmlns:a16="http://schemas.microsoft.com/office/drawing/2014/main" val="89483640"/>
                    </a:ext>
                  </a:extLst>
                </a:gridCol>
                <a:gridCol w="252950">
                  <a:extLst>
                    <a:ext uri="{9D8B030D-6E8A-4147-A177-3AD203B41FA5}">
                      <a16:colId xmlns:a16="http://schemas.microsoft.com/office/drawing/2014/main" val="177299111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4059187947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993652454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1598816456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2961170238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2443901328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1610131639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1372252305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2580198244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1742167777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2636840701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109118778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1005333276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2121834870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108033081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2571282399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643624119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1573532218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3613674044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2495527972"/>
                    </a:ext>
                  </a:extLst>
                </a:gridCol>
                <a:gridCol w="317254">
                  <a:extLst>
                    <a:ext uri="{9D8B030D-6E8A-4147-A177-3AD203B41FA5}">
                      <a16:colId xmlns:a16="http://schemas.microsoft.com/office/drawing/2014/main" val="2391085696"/>
                    </a:ext>
                  </a:extLst>
                </a:gridCol>
                <a:gridCol w="1029613">
                  <a:extLst>
                    <a:ext uri="{9D8B030D-6E8A-4147-A177-3AD203B41FA5}">
                      <a16:colId xmlns:a16="http://schemas.microsoft.com/office/drawing/2014/main" val="2110415027"/>
                    </a:ext>
                  </a:extLst>
                </a:gridCol>
              </a:tblGrid>
              <a:tr h="322298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수평전개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항목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lvl="0" algn="ctr" defTabSz="914400" rtl="0" eaLnBrk="1" fontAlgn="ctr" latinLnBrk="1" hangingPunct="1">
                        <a:buNone/>
                      </a:pPr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수평</a:t>
                      </a:r>
                      <a:endParaRPr lang="en-US" altLang="ko-KR" sz="800" b="1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lvl="0" algn="ctr" defTabSz="914400" rtl="0" eaLnBrk="1" fontAlgn="ctr" latinLnBrk="1" hangingPunct="1">
                        <a:buNone/>
                      </a:pPr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전개율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b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전개 </a:t>
                      </a:r>
                      <a:endParaRPr lang="ko-KR"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ko-KR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baseline="0">
                          <a:latin typeface="Arial Narrow"/>
                          <a:ea typeface="LG스마트체 Regular"/>
                        </a:rPr>
                        <a:t>24</a:t>
                      </a:r>
                      <a:r>
                        <a:rPr lang="ko-KR" altLang="en-US" sz="800" b="1" baseline="0">
                          <a:latin typeface="Arial Narrow"/>
                          <a:ea typeface="LG스마트체 Regular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baseline="0">
                        <a:latin typeface="Arial Narrow"/>
                        <a:ea typeface="LG스마트체 Regular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baseline="0">
                        <a:latin typeface="Arial Narrow"/>
                        <a:ea typeface="LG스마트체 Regular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baseline="0">
                        <a:latin typeface="Arial Narrow"/>
                        <a:ea typeface="LG스마트체 Regular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비고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7896374"/>
                  </a:ext>
                </a:extLst>
              </a:tr>
              <a:tr h="41245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7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8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9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7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8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9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3004413"/>
                  </a:ext>
                </a:extLst>
              </a:tr>
              <a:tr h="226139">
                <a:tc rowSpan="9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AZS Stacker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baseline="0" noProof="0">
                          <a:solidFill>
                            <a:srgbClr val="008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*</a:t>
                      </a:r>
                      <a:r>
                        <a:rPr lang="en-US" altLang="ko-KR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Align Table/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baseline="0" noProof="0">
                          <a:solidFill>
                            <a:srgbClr val="008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**</a:t>
                      </a:r>
                      <a:r>
                        <a:rPr lang="en-US" altLang="ko-KR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와인딩 &amp; 풀링 /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분리막 교체 시점 보정</a:t>
                      </a:r>
                    </a:p>
                    <a:p>
                      <a:pPr lvl="0" algn="ctr">
                        <a:buNone/>
                      </a:pPr>
                      <a:endParaRPr lang="en-US" altLang="ko-KR" sz="8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baseline="0" noProof="0">
                          <a:solidFill>
                            <a:srgbClr val="008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기존 분리막 &amp; </a:t>
                      </a:r>
                      <a:br>
                        <a:rPr lang="en-US" altLang="ko-KR" sz="700" b="0" i="0" u="none" strike="noStrike" baseline="0" noProof="0">
                          <a:solidFill>
                            <a:srgbClr val="008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700" b="0" i="0" u="none" strike="noStrike" baseline="0" noProof="0">
                          <a:solidFill>
                            <a:srgbClr val="008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낱장 보정 </a:t>
                      </a:r>
                      <a:br>
                        <a:rPr lang="en-US" altLang="ko-KR" sz="700" b="0" i="0" u="none" strike="noStrike" baseline="0" noProof="0">
                          <a:solidFill>
                            <a:srgbClr val="008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700" b="0" i="0" u="none" strike="noStrike" baseline="0" noProof="0">
                          <a:solidFill>
                            <a:srgbClr val="008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수평전개</a:t>
                      </a:r>
                      <a:r>
                        <a:rPr lang="en-US" altLang="ko-KR" sz="700" b="0" i="0" u="none" strike="noStrike" baseline="0" noProof="0">
                          <a:solidFill>
                            <a:srgbClr val="008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완료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rgbClr val="FFFFFF"/>
                    </a:solidFill>
                  </a:tcPr>
                </a:tc>
                <a:tc rowSpan="4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ESHM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#1A ~ #1D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fontAlgn="ctr" latinLnBrk="1" hangingPunct="1">
                        <a:buNone/>
                      </a:pPr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  <a:endParaRPr lang="ko-KR" altLang="en-US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984807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※</a:t>
                      </a:r>
                      <a:r>
                        <a:rPr lang="en-US" altLang="ko-KR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2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라인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모니터링(2주)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이후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3, 4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라인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전개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예정입니다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. </a:t>
                      </a:r>
                      <a:endParaRPr lang="ko-KR" altLang="en-US" sz="7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1497673"/>
                  </a:ext>
                </a:extLst>
              </a:tr>
              <a:tr h="226139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0">
                      <a:noFill/>
                    </a:lnT>
                    <a:lnB w="0">
                      <a:noFill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ko-KR" altLang="en-US"/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0">
                      <a:noFill/>
                    </a:lnT>
                    <a:lnB w="0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#2A ~ #2D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lang="ko-KR" altLang="en-US" sz="800" b="0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O</a:t>
                      </a:r>
                      <a:endParaRPr lang="en-US" altLang="ko-KR" sz="8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84807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l">
                        <a:buNone/>
                      </a:pP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9525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660466"/>
                  </a:ext>
                </a:extLst>
              </a:tr>
              <a:tr h="226139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0">
                      <a:noFill/>
                    </a:lnT>
                    <a:lnB w="0">
                      <a:noFill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ko-KR" altLang="en-US"/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0">
                      <a:noFill/>
                    </a:lnT>
                    <a:lnB w="0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#3A ~ #3D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lang="ko-KR" altLang="en-US" sz="800" b="0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O</a:t>
                      </a:r>
                      <a:endParaRPr lang="en-US" altLang="ko-KR" sz="8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984807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84807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l">
                        <a:buNone/>
                      </a:pP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9525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224728"/>
                  </a:ext>
                </a:extLst>
              </a:tr>
              <a:tr h="226139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0">
                      <a:noFill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ko-KR" altLang="en-US"/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0">
                      <a:noFill/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#4A ~ #4D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lang="ko-KR" altLang="en-US" sz="800" b="0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O</a:t>
                      </a:r>
                      <a:endParaRPr lang="en-US" altLang="ko-KR" sz="8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595959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95959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84807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l">
                        <a:buNone/>
                      </a:pP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9525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5507462"/>
                  </a:ext>
                </a:extLst>
              </a:tr>
              <a:tr h="226139">
                <a:tc vMerge="1"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800" b="1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ESNB 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#7A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0%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X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※HM 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전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적용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후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예정입니다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.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1203738"/>
                  </a:ext>
                </a:extLst>
              </a:tr>
              <a:tr h="226139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ko-KR" alt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#7B</a:t>
                      </a:r>
                      <a:endParaRPr lang="ko-KR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0%</a:t>
                      </a:r>
                      <a:endParaRPr lang="ko-KR" altLang="en-US" sz="800" b="0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X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 sz="700" b="0" i="0" u="none" strike="noStrike" baseline="0">
                        <a:solidFill>
                          <a:srgbClr val="1414FE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952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5907008"/>
                  </a:ext>
                </a:extLst>
              </a:tr>
              <a:tr h="226139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ko-KR" altLang="en-US"/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#7C</a:t>
                      </a:r>
                      <a:endParaRPr lang="ko-KR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0%</a:t>
                      </a:r>
                      <a:endParaRPr lang="ko-KR" altLang="en-US" sz="800" b="0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X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9525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9080520"/>
                  </a:ext>
                </a:extLst>
              </a:tr>
              <a:tr h="226139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ko-KR" altLang="en-US"/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#7D</a:t>
                      </a:r>
                      <a:endParaRPr lang="ko-KR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0%</a:t>
                      </a:r>
                      <a:endParaRPr lang="ko-KR" altLang="en-US" sz="800" b="0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X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ko-KR" alt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9525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1097382"/>
                  </a:ext>
                </a:extLst>
              </a:tr>
              <a:tr h="226139">
                <a:tc vMerge="1">
                  <a:txBody>
                    <a:bodyPr/>
                    <a:lstStyle/>
                    <a:p>
                      <a:endParaRPr lang="ko-KR" altLang="en-US"/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Pilot 4</a:t>
                      </a: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#1~#4</a:t>
                      </a: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O</a:t>
                      </a:r>
                      <a:endParaRPr lang="en-US" altLang="ko-KR" sz="8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984807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PLC 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및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Vision 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수정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추가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작업 진행중입니다</a:t>
                      </a:r>
                      <a:r>
                        <a:rPr lang="en-US" altLang="ko-KR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.</a:t>
                      </a: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4461900"/>
                  </a:ext>
                </a:extLst>
              </a:tr>
              <a:tr h="226140">
                <a:tc rowSpan="8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AZS</a:t>
                      </a:r>
                      <a:endParaRPr lang="ko-KR" altLang="en-US" sz="700" b="0"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E-Cutter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baseline="0" noProof="0">
                          <a:solidFill>
                            <a:srgbClr val="008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***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예측모델</a:t>
                      </a: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</a:p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X</a:t>
                      </a: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축 보정 </a:t>
                      </a:r>
                      <a:endParaRPr lang="en-US" altLang="ko-KR" sz="7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고도화</a:t>
                      </a:r>
                      <a:endParaRPr lang="en-US" altLang="ko-KR" sz="7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endParaRPr lang="en-US" sz="7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baseline="0" noProof="0" err="1">
                          <a:solidFill>
                            <a:srgbClr val="008000"/>
                          </a:solidFill>
                          <a:effectLst/>
                          <a:latin typeface="+mn-lt"/>
                          <a:ea typeface="+mn-ea"/>
                        </a:rPr>
                        <a:t>기존</a:t>
                      </a:r>
                      <a:r>
                        <a:rPr lang="en-US" altLang="ko-KR" sz="700" b="0" i="0" u="none" strike="noStrike" baseline="0" noProof="0">
                          <a:solidFill>
                            <a:srgbClr val="008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700" b="0" i="0" u="none" strike="noStrike" baseline="0" noProof="0">
                          <a:solidFill>
                            <a:srgbClr val="008000"/>
                          </a:solidFill>
                          <a:effectLst/>
                          <a:latin typeface="+mn-lt"/>
                          <a:ea typeface="+mn-ea"/>
                        </a:rPr>
                        <a:t>보정</a:t>
                      </a:r>
                      <a:endParaRPr lang="en-US" altLang="ko-KR" sz="700" b="0" i="0" u="none" strike="noStrike" baseline="0" noProof="0">
                        <a:solidFill>
                          <a:srgbClr val="008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8000"/>
                          </a:solidFill>
                          <a:effectLst/>
                          <a:latin typeface="+mn-lt"/>
                          <a:ea typeface="+mn-ea"/>
                        </a:rPr>
                        <a:t>ESHM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700" b="0" i="0" u="none" strike="noStrike" baseline="0" noProof="0">
                          <a:solidFill>
                            <a:srgbClr val="008000"/>
                          </a:solidFill>
                          <a:effectLst/>
                          <a:latin typeface="+mn-lt"/>
                          <a:ea typeface="+mn-ea"/>
                        </a:rPr>
                        <a:t>수평전개 완료</a:t>
                      </a:r>
                      <a:endParaRPr lang="en-US" sz="700" b="0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ESHM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#1A ~ #1D</a:t>
                      </a:r>
                      <a:endParaRPr lang="ko-KR" altLang="en-US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lang="en-US" altLang="ko-KR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984807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lvl="0" algn="l">
                        <a:buNone/>
                      </a:pPr>
                      <a:endParaRPr lang="en-US" altLang="ko-KR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8721433"/>
                  </a:ext>
                </a:extLst>
              </a:tr>
              <a:tr h="226140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ko-KR" alt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#2A ~ #2D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lang="en-US" altLang="ko-KR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vl="0" algn="l">
                        <a:buNone/>
                      </a:pP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2756346"/>
                  </a:ext>
                </a:extLst>
              </a:tr>
              <a:tr h="22614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#3A ~ #3D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lang="en-US" altLang="ko-KR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l">
                        <a:buNone/>
                      </a:pP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20193"/>
                  </a:ext>
                </a:extLst>
              </a:tr>
              <a:tr h="22614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#4A ~ #4D</a:t>
                      </a:r>
                      <a:endParaRPr lang="ko-KR" altLang="en-US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lang="en-US" altLang="ko-KR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vl="0" algn="l">
                        <a:buNone/>
                      </a:pP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1901338"/>
                  </a:ext>
                </a:extLst>
              </a:tr>
              <a:tr h="226140">
                <a:tc vMerge="1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ESNB 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#7A</a:t>
                      </a:r>
                      <a:endParaRPr lang="ko-KR" altLang="en-US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>
                          <a:latin typeface="Arial Narrow"/>
                          <a:ea typeface="LG스마트체 Regular"/>
                        </a:rPr>
                        <a:t>0%</a:t>
                      </a:r>
                      <a:endParaRPr lang="ko-KR" altLang="en-US" sz="800" b="0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  <a:endParaRPr lang="ko-KR" altLang="en-US" sz="8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※ </a:t>
                      </a:r>
                      <a:r>
                        <a:rPr lang="ko-KR" altLang="en-US" sz="8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법인측에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일정 회신 요청 및 HM 적용 결과 공정기술팀 의견  회신 후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NB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수평전개 논의 진행 예정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0597829"/>
                  </a:ext>
                </a:extLst>
              </a:tr>
              <a:tr h="22614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ko-KR" alt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#7B</a:t>
                      </a:r>
                      <a:endParaRPr lang="ko-KR" altLang="en-US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latin typeface="Arial Narrow"/>
                          <a:ea typeface="LG스마트체 Regular"/>
                        </a:rPr>
                        <a:t>0%</a:t>
                      </a:r>
                      <a:endParaRPr lang="ko-KR" altLang="en-US" sz="800" b="0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X</a:t>
                      </a:r>
                      <a:endParaRPr lang="ko-KR" altLang="en-US" sz="800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8825967"/>
                  </a:ext>
                </a:extLst>
              </a:tr>
              <a:tr h="2261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ko-KR" alt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#7C</a:t>
                      </a:r>
                      <a:endParaRPr lang="ko-KR" altLang="en-US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latin typeface="Arial Narrow"/>
                          <a:ea typeface="LG스마트체 Regular"/>
                        </a:rPr>
                        <a:t>0%</a:t>
                      </a:r>
                      <a:endParaRPr lang="ko-KR" altLang="en-US" sz="800" b="0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X</a:t>
                      </a:r>
                      <a:endParaRPr lang="ko-KR" altLang="en-US" sz="800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5516453"/>
                  </a:ext>
                </a:extLst>
              </a:tr>
              <a:tr h="22614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ko-KR" alt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#7D</a:t>
                      </a:r>
                      <a:endParaRPr lang="ko-KR" altLang="en-US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latin typeface="Arial Narrow"/>
                          <a:ea typeface="LG스마트체 Regular"/>
                        </a:rPr>
                        <a:t>0%</a:t>
                      </a:r>
                      <a:endParaRPr lang="ko-KR" altLang="en-US" sz="800" b="0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X</a:t>
                      </a:r>
                      <a:endParaRPr lang="ko-KR" altLang="en-US" sz="800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8641183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A3BDA5CC-BB63-4FB7-AEB1-53683F7B1660}"/>
              </a:ext>
            </a:extLst>
          </p:cNvPr>
          <p:cNvSpPr/>
          <p:nvPr/>
        </p:nvSpPr>
        <p:spPr>
          <a:xfrm>
            <a:off x="8313901" y="2027105"/>
            <a:ext cx="318416" cy="4269286"/>
          </a:xfrm>
          <a:prstGeom prst="rect">
            <a:avLst/>
          </a:prstGeom>
          <a:noFill/>
          <a:ln w="254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72EDADA-C505-B163-53BB-2D5ADEF802FF}"/>
              </a:ext>
            </a:extLst>
          </p:cNvPr>
          <p:cNvSpPr/>
          <p:nvPr/>
        </p:nvSpPr>
        <p:spPr>
          <a:xfrm>
            <a:off x="273984" y="6296558"/>
            <a:ext cx="6690335" cy="415498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pPr>
              <a:defRPr/>
            </a:pPr>
            <a:r>
              <a:rPr kumimoji="0" lang="en-US" sz="70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</a:rPr>
              <a:t>* </a:t>
            </a:r>
            <a:r>
              <a:rPr lang="en-US" sz="700">
                <a:solidFill>
                  <a:srgbClr val="008000"/>
                </a:solidFill>
                <a:latin typeface="Arial Narrow"/>
                <a:ea typeface="LG스마트체 Regular"/>
              </a:rPr>
              <a:t>Align Table</a:t>
            </a:r>
            <a:r>
              <a:rPr lang="ko-KR" altLang="en-US" sz="700">
                <a:solidFill>
                  <a:srgbClr val="008000"/>
                </a:solidFill>
                <a:latin typeface="Arial Narrow"/>
                <a:ea typeface="LG스마트체 Regular"/>
              </a:rPr>
              <a:t> </a:t>
            </a:r>
            <a:r>
              <a:rPr kumimoji="0" lang="ko-KR" altLang="en-US" sz="70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</a:rPr>
              <a:t>보정 : </a:t>
            </a:r>
            <a:r>
              <a:rPr lang="ko-KR" altLang="en-US" sz="700" err="1">
                <a:solidFill>
                  <a:srgbClr val="008000"/>
                </a:solidFill>
                <a:latin typeface="Arial Narrow"/>
                <a:ea typeface="LG스마트체 Regular"/>
              </a:rPr>
              <a:t>Align</a:t>
            </a:r>
            <a:r>
              <a:rPr lang="ko-KR" altLang="en-US" sz="700">
                <a:solidFill>
                  <a:srgbClr val="008000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700" err="1">
                <a:solidFill>
                  <a:srgbClr val="008000"/>
                </a:solidFill>
                <a:latin typeface="Arial Narrow"/>
                <a:ea typeface="LG스마트체 Regular"/>
              </a:rPr>
              <a:t>Table</a:t>
            </a:r>
            <a:r>
              <a:rPr lang="ko-KR" altLang="en-US" sz="700">
                <a:solidFill>
                  <a:srgbClr val="008000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700" err="1">
                <a:solidFill>
                  <a:srgbClr val="008000"/>
                </a:solidFill>
                <a:latin typeface="Arial Narrow"/>
                <a:ea typeface="LG스마트체 Regular"/>
              </a:rPr>
              <a:t>Stand</a:t>
            </a:r>
            <a:r>
              <a:rPr lang="ko-KR" altLang="en-US" sz="700">
                <a:solidFill>
                  <a:srgbClr val="008000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700" err="1">
                <a:solidFill>
                  <a:srgbClr val="008000"/>
                </a:solidFill>
                <a:latin typeface="Arial Narrow"/>
                <a:ea typeface="LG스마트체 Regular"/>
              </a:rPr>
              <a:t>by</a:t>
            </a:r>
            <a:r>
              <a:rPr lang="ko-KR" altLang="en-US" sz="700">
                <a:solidFill>
                  <a:srgbClr val="008000"/>
                </a:solidFill>
                <a:latin typeface="Arial Narrow"/>
                <a:ea typeface="LG스마트체 Regular"/>
              </a:rPr>
              <a:t> 위치 보정</a:t>
            </a:r>
            <a:endParaRPr kumimoji="0" lang="ko-KR" altLang="en-US" sz="70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/>
              <a:ea typeface="LG스마트체 Regular"/>
            </a:endParaRPr>
          </a:p>
          <a:p>
            <a:pPr>
              <a:defRPr/>
            </a:pPr>
            <a:r>
              <a:rPr kumimoji="0" lang="ko-KR" altLang="en-US" sz="70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</a:rPr>
              <a:t>** </a:t>
            </a:r>
            <a:r>
              <a:rPr lang="ko-KR" altLang="en-US" sz="700" err="1">
                <a:solidFill>
                  <a:srgbClr val="008000"/>
                </a:solidFill>
                <a:latin typeface="Arial Narrow"/>
                <a:ea typeface="LG스마트체 Regular"/>
              </a:rPr>
              <a:t>와인딩</a:t>
            </a:r>
            <a:r>
              <a:rPr lang="ko-KR" altLang="en-US" sz="700">
                <a:solidFill>
                  <a:srgbClr val="008000"/>
                </a:solidFill>
                <a:latin typeface="Arial Narrow"/>
                <a:ea typeface="LG스마트체 Regular"/>
              </a:rPr>
              <a:t> &amp; </a:t>
            </a:r>
            <a:r>
              <a:rPr lang="ko-KR" altLang="en-US" sz="700" err="1">
                <a:solidFill>
                  <a:srgbClr val="008000"/>
                </a:solidFill>
                <a:latin typeface="Arial Narrow"/>
                <a:ea typeface="LG스마트체 Regular"/>
              </a:rPr>
              <a:t>풀링</a:t>
            </a:r>
            <a:r>
              <a:rPr lang="ko-KR" altLang="en-US" sz="700">
                <a:solidFill>
                  <a:srgbClr val="008000"/>
                </a:solidFill>
                <a:latin typeface="Arial Narrow"/>
                <a:ea typeface="LG스마트체 Regular"/>
              </a:rPr>
              <a:t> 보정</a:t>
            </a:r>
            <a:r>
              <a:rPr kumimoji="0" lang="ko-KR" altLang="en-US" sz="70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</a:rPr>
              <a:t> </a:t>
            </a:r>
            <a:r>
              <a:rPr kumimoji="0" lang="en-US" altLang="ko-KR" sz="70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</a:rPr>
              <a:t>: </a:t>
            </a:r>
            <a:r>
              <a:rPr lang="en-US" altLang="ko-KR" sz="700">
                <a:solidFill>
                  <a:srgbClr val="008000"/>
                </a:solidFill>
                <a:latin typeface="Arial Narrow"/>
                <a:ea typeface="LG스마트체 Regular"/>
              </a:rPr>
              <a:t>AZS </a:t>
            </a:r>
            <a:r>
              <a:rPr lang="en-US" altLang="ko-KR" sz="700" err="1">
                <a:solidFill>
                  <a:srgbClr val="008000"/>
                </a:solidFill>
                <a:latin typeface="Arial Narrow"/>
                <a:ea typeface="LG스마트체 Regular"/>
              </a:rPr>
              <a:t>스태킹</a:t>
            </a:r>
            <a:r>
              <a:rPr lang="en-US" altLang="ko-KR" sz="700">
                <a:solidFill>
                  <a:srgbClr val="008000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700" err="1">
                <a:solidFill>
                  <a:srgbClr val="008000"/>
                </a:solidFill>
                <a:latin typeface="Arial Narrow"/>
                <a:ea typeface="LG스마트체 Regular"/>
              </a:rPr>
              <a:t>완료</a:t>
            </a:r>
            <a:r>
              <a:rPr lang="en-US" altLang="ko-KR" sz="700">
                <a:solidFill>
                  <a:srgbClr val="008000"/>
                </a:solidFill>
                <a:latin typeface="Arial Narrow"/>
                <a:ea typeface="LG스마트체 Regular"/>
              </a:rPr>
              <a:t> 후 </a:t>
            </a:r>
            <a:r>
              <a:rPr lang="en-US" altLang="ko-KR" sz="700" err="1">
                <a:solidFill>
                  <a:srgbClr val="008000"/>
                </a:solidFill>
                <a:latin typeface="Arial Narrow"/>
                <a:ea typeface="LG스마트체 Regular"/>
              </a:rPr>
              <a:t>분리막</a:t>
            </a:r>
            <a:r>
              <a:rPr lang="en-US" altLang="ko-KR" sz="700">
                <a:solidFill>
                  <a:srgbClr val="008000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700" err="1">
                <a:solidFill>
                  <a:srgbClr val="008000"/>
                </a:solidFill>
                <a:latin typeface="Arial Narrow"/>
                <a:ea typeface="LG스마트체 Regular"/>
              </a:rPr>
              <a:t>컷팅</a:t>
            </a:r>
            <a:r>
              <a:rPr lang="en-US" altLang="ko-KR" sz="700">
                <a:solidFill>
                  <a:srgbClr val="008000"/>
                </a:solidFill>
                <a:latin typeface="Arial Narrow"/>
                <a:ea typeface="LG스마트체 Regular"/>
              </a:rPr>
              <a:t> 전 </a:t>
            </a:r>
            <a:r>
              <a:rPr lang="en-US" altLang="ko-KR" sz="700" err="1">
                <a:solidFill>
                  <a:srgbClr val="008000"/>
                </a:solidFill>
                <a:latin typeface="Arial Narrow"/>
                <a:ea typeface="LG스마트체 Regular"/>
              </a:rPr>
              <a:t>드래그</a:t>
            </a:r>
            <a:r>
              <a:rPr lang="en-US" altLang="ko-KR" sz="700">
                <a:solidFill>
                  <a:srgbClr val="008000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700" err="1">
                <a:solidFill>
                  <a:srgbClr val="008000"/>
                </a:solidFill>
                <a:latin typeface="Arial Narrow"/>
                <a:ea typeface="LG스마트체 Regular"/>
              </a:rPr>
              <a:t>부분</a:t>
            </a:r>
            <a:r>
              <a:rPr lang="en-US" altLang="ko-KR" sz="700">
                <a:solidFill>
                  <a:srgbClr val="008000"/>
                </a:solidFill>
                <a:latin typeface="Arial Narrow"/>
                <a:ea typeface="LG스마트체 Regular"/>
              </a:rPr>
              <a:t>, </a:t>
            </a:r>
            <a:r>
              <a:rPr lang="en-US" altLang="ko-KR" sz="700" err="1">
                <a:solidFill>
                  <a:srgbClr val="008000"/>
                </a:solidFill>
                <a:latin typeface="Arial Narrow"/>
                <a:ea typeface="LG스마트체 Regular"/>
              </a:rPr>
              <a:t>마감</a:t>
            </a:r>
            <a:r>
              <a:rPr lang="en-US" altLang="ko-KR" sz="700">
                <a:solidFill>
                  <a:srgbClr val="008000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700" err="1">
                <a:solidFill>
                  <a:srgbClr val="008000"/>
                </a:solidFill>
                <a:latin typeface="Arial Narrow"/>
                <a:ea typeface="LG스마트체 Regular"/>
              </a:rPr>
              <a:t>분리막</a:t>
            </a:r>
            <a:r>
              <a:rPr lang="en-US" altLang="ko-KR" sz="700">
                <a:solidFill>
                  <a:srgbClr val="008000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700" err="1">
                <a:solidFill>
                  <a:srgbClr val="008000"/>
                </a:solidFill>
                <a:latin typeface="Arial Narrow"/>
                <a:ea typeface="LG스마트체 Regular"/>
              </a:rPr>
              <a:t>감는</a:t>
            </a:r>
            <a:r>
              <a:rPr lang="en-US" altLang="ko-KR" sz="700">
                <a:solidFill>
                  <a:srgbClr val="008000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700" err="1">
                <a:solidFill>
                  <a:srgbClr val="008000"/>
                </a:solidFill>
                <a:latin typeface="Arial Narrow"/>
                <a:ea typeface="LG스마트체 Regular"/>
              </a:rPr>
              <a:t>부분</a:t>
            </a:r>
            <a:r>
              <a:rPr lang="en-US" altLang="ko-KR" sz="700">
                <a:solidFill>
                  <a:srgbClr val="008000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700" err="1">
                <a:solidFill>
                  <a:srgbClr val="008000"/>
                </a:solidFill>
                <a:latin typeface="Arial Narrow"/>
                <a:ea typeface="LG스마트체 Regular"/>
              </a:rPr>
              <a:t>보정</a:t>
            </a:r>
            <a:r>
              <a:rPr lang="en-US" altLang="ko-KR" sz="700">
                <a:solidFill>
                  <a:srgbClr val="008000"/>
                </a:solidFill>
                <a:latin typeface="Arial Narrow"/>
                <a:ea typeface="LG스마트체 Regular"/>
              </a:rPr>
              <a:t> </a:t>
            </a:r>
            <a:endParaRPr lang="ko-KR" altLang="en-US" sz="70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/>
              <a:ea typeface="LG스마트체 Regular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</a:rPr>
              <a:t>***</a:t>
            </a:r>
            <a:r>
              <a:rPr kumimoji="0" lang="en-US" altLang="ko-KR" sz="700" i="0" u="none" strike="noStrike" kern="1200" cap="none" spc="0" normalizeH="0" baseline="0" noProof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</a:rPr>
              <a:t>예측모델</a:t>
            </a:r>
            <a:r>
              <a:rPr kumimoji="0" lang="en-US" altLang="ko-KR" sz="70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</a:rPr>
              <a:t> </a:t>
            </a:r>
            <a:r>
              <a:rPr kumimoji="0" lang="en-US" altLang="ko-KR" sz="700" i="0" u="none" strike="noStrike" kern="1200" cap="none" spc="0" normalizeH="0" baseline="0" noProof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</a:rPr>
              <a:t>X축보정</a:t>
            </a:r>
            <a:r>
              <a:rPr kumimoji="0" lang="ko-KR" altLang="en-US" sz="70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</a:rPr>
              <a:t> </a:t>
            </a:r>
            <a:r>
              <a:rPr kumimoji="0" lang="en-US" altLang="ko-KR" sz="70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</a:rPr>
              <a:t>: </a:t>
            </a:r>
            <a:r>
              <a:rPr kumimoji="0" lang="ko-KR" altLang="en-US" sz="70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</a:rPr>
              <a:t>설비 가</a:t>
            </a:r>
            <a:r>
              <a:rPr kumimoji="0" lang="en-US" altLang="ko-KR" sz="70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</a:rPr>
              <a:t>/</a:t>
            </a:r>
            <a:r>
              <a:rPr lang="ko-KR" altLang="en-US" sz="700">
                <a:solidFill>
                  <a:srgbClr val="008000"/>
                </a:solidFill>
                <a:latin typeface="Arial Narrow"/>
                <a:ea typeface="LG스마트체 Regular"/>
              </a:rPr>
              <a:t>감속</a:t>
            </a:r>
            <a:r>
              <a:rPr kumimoji="0" lang="ko-KR" altLang="en-US" sz="70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</a:rPr>
              <a:t> 구간에서 제어 프로파일을 기구부가 따라가지 못해 불량 다수 발생</a:t>
            </a:r>
            <a:r>
              <a:rPr kumimoji="0" lang="en-US" altLang="ko-KR" sz="70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</a:rPr>
              <a:t>. </a:t>
            </a:r>
            <a:r>
              <a:rPr kumimoji="0" lang="ko-KR" altLang="en-US" sz="70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</a:rPr>
              <a:t>기구부가 따라가지 못하는 만큼을 사전 보정 하여 고도화</a:t>
            </a:r>
            <a:endParaRPr lang="ko-KR" altLang="en-US" sz="70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/>
              <a:ea typeface="LG스마트체 Regular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CB0F2F2-CDBB-B3E6-AE09-A445462049EE}"/>
              </a:ext>
            </a:extLst>
          </p:cNvPr>
          <p:cNvSpPr txBox="1"/>
          <p:nvPr/>
        </p:nvSpPr>
        <p:spPr>
          <a:xfrm>
            <a:off x="202962" y="587137"/>
            <a:ext cx="9048042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n-US" altLang="ko-KR" sz="1000">
                <a:solidFill>
                  <a:srgbClr val="1414FE"/>
                </a:solidFill>
                <a:latin typeface="Arial Narrow"/>
                <a:ea typeface="LG스마트체 Regular"/>
              </a:rPr>
              <a:t>※ </a:t>
            </a:r>
            <a:r>
              <a:rPr lang="ko-KR" altLang="en-US" sz="1000">
                <a:solidFill>
                  <a:srgbClr val="1414FE"/>
                </a:solidFill>
                <a:latin typeface="Arial Narrow"/>
                <a:ea typeface="LG스마트체 Regular"/>
              </a:rPr>
              <a:t>금주</a:t>
            </a:r>
            <a:r>
              <a:rPr lang="en-US" altLang="ko-KR" sz="1000">
                <a:solidFill>
                  <a:srgbClr val="1414FE"/>
                </a:solidFill>
                <a:latin typeface="Arial Narrow"/>
                <a:ea typeface="LG스마트체 Regular"/>
              </a:rPr>
              <a:t>(W51). </a:t>
            </a:r>
            <a:r>
              <a:rPr lang="ko-KR" altLang="en-US" sz="1000">
                <a:solidFill>
                  <a:srgbClr val="1414FE"/>
                </a:solidFill>
                <a:latin typeface="Arial Narrow"/>
                <a:ea typeface="LG스마트체 Regular"/>
              </a:rPr>
              <a:t>금주 특이사항 없습니다</a:t>
            </a:r>
            <a:endParaRPr lang="en-US" altLang="ko-KR" sz="1000">
              <a:solidFill>
                <a:srgbClr val="1414FE"/>
              </a:solidFill>
              <a:latin typeface="Arial Narrow"/>
              <a:ea typeface="LG스마트체 Regular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9F9A7E28-EA7D-43AF-9E42-6E61B6DBAFCC}"/>
              </a:ext>
            </a:extLst>
          </p:cNvPr>
          <p:cNvSpPr/>
          <p:nvPr/>
        </p:nvSpPr>
        <p:spPr>
          <a:xfrm>
            <a:off x="7982715" y="1600445"/>
            <a:ext cx="106532" cy="101729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1" name="Text Box 198">
            <a:extLst>
              <a:ext uri="{FF2B5EF4-FFF2-40B4-BE49-F238E27FC236}">
                <a16:creationId xmlns:a16="http://schemas.microsoft.com/office/drawing/2014/main" id="{24D333CA-3F71-4B76-BF68-0AB1748EB9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8786" y="1546880"/>
            <a:ext cx="880331" cy="208856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전개중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/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이슈 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해결중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528FAEDE-94F8-4686-B3E9-94DEE4A93DB6}"/>
              </a:ext>
            </a:extLst>
          </p:cNvPr>
          <p:cNvSpPr/>
          <p:nvPr/>
        </p:nvSpPr>
        <p:spPr>
          <a:xfrm>
            <a:off x="7300907" y="1600445"/>
            <a:ext cx="106532" cy="10172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3" name="Text Box 198">
            <a:extLst>
              <a:ext uri="{FF2B5EF4-FFF2-40B4-BE49-F238E27FC236}">
                <a16:creationId xmlns:a16="http://schemas.microsoft.com/office/drawing/2014/main" id="{A9B478C6-419F-4252-B464-E451BD88BF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6978" y="1551906"/>
            <a:ext cx="477631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전개 시작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2D04FD3-DDC7-4E1C-A3CA-28141A923652}"/>
              </a:ext>
            </a:extLst>
          </p:cNvPr>
          <p:cNvSpPr/>
          <p:nvPr/>
        </p:nvSpPr>
        <p:spPr>
          <a:xfrm>
            <a:off x="9108656" y="1600445"/>
            <a:ext cx="106532" cy="101729"/>
          </a:xfrm>
          <a:prstGeom prst="rect">
            <a:avLst/>
          </a:prstGeom>
          <a:solidFill>
            <a:schemeClr val="accent6">
              <a:lumMod val="5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5" name="Text Box 198">
            <a:extLst>
              <a:ext uri="{FF2B5EF4-FFF2-40B4-BE49-F238E27FC236}">
                <a16:creationId xmlns:a16="http://schemas.microsoft.com/office/drawing/2014/main" id="{391C48DC-A394-4D78-8C17-82BC377BA6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89000" y="1539088"/>
            <a:ext cx="414031" cy="211623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전개 완료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8539A7A-691C-A91F-92D4-163C0AF1D559}"/>
              </a:ext>
            </a:extLst>
          </p:cNvPr>
          <p:cNvSpPr txBox="1"/>
          <p:nvPr/>
        </p:nvSpPr>
        <p:spPr>
          <a:xfrm>
            <a:off x="269773" y="848186"/>
            <a:ext cx="9362989" cy="830997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>
              <a:lnSpc>
                <a:spcPct val="90000"/>
              </a:lnSpc>
            </a:pPr>
            <a:r>
              <a:rPr lang="en-US" sz="1000" b="1">
                <a:latin typeface="Arial Narrow"/>
                <a:ea typeface="LG스마트체 Regular"/>
              </a:rPr>
              <a:t>1) ESNB</a:t>
            </a:r>
            <a:r>
              <a:rPr lang="en-US" altLang="ko-KR" sz="1000" b="1">
                <a:latin typeface="Arial Narrow"/>
                <a:ea typeface="LG스마트체 Regular"/>
              </a:rPr>
              <a:t> </a:t>
            </a:r>
            <a:r>
              <a:rPr lang="ko-KR" altLang="en-US" sz="1000" b="1">
                <a:latin typeface="Arial Narrow"/>
                <a:ea typeface="LG스마트체 Regular"/>
              </a:rPr>
              <a:t>법인 수평 전개</a:t>
            </a:r>
            <a:r>
              <a:rPr lang="en-US" sz="1000">
                <a:latin typeface="Arial Narrow"/>
                <a:ea typeface="LG스마트체 Regular"/>
              </a:rPr>
              <a:t>​</a:t>
            </a:r>
            <a:br>
              <a:rPr lang="en-US" sz="1000">
                <a:latin typeface="Arial Narrow"/>
                <a:ea typeface="LG스마트체 Regular"/>
              </a:rPr>
            </a:br>
            <a:r>
              <a:rPr lang="en-US" sz="1000">
                <a:latin typeface="Arial Narrow"/>
                <a:ea typeface="LG스마트체 Regular"/>
              </a:rPr>
              <a:t>-</a:t>
            </a:r>
            <a:r>
              <a:rPr lang="en-US" altLang="ko-KR" sz="1000">
                <a:latin typeface="Arial Narrow"/>
                <a:ea typeface="LG스마트체 Regular"/>
              </a:rPr>
              <a:t> AZS E-Cutter </a:t>
            </a:r>
            <a:r>
              <a:rPr lang="ko-KR" altLang="en-US" sz="1000">
                <a:latin typeface="Arial Narrow"/>
                <a:ea typeface="LG스마트체 Regular"/>
              </a:rPr>
              <a:t>공정은 현재 법인의 니즈가 없어 수평전개 되고 있지 않음</a:t>
            </a:r>
            <a:r>
              <a:rPr lang="en-US" altLang="ko-KR" sz="1000">
                <a:latin typeface="Arial Narrow"/>
                <a:ea typeface="LG스마트체 Regular"/>
              </a:rPr>
              <a:t>, 25</a:t>
            </a:r>
            <a:r>
              <a:rPr lang="ko-KR" altLang="en-US" sz="1000">
                <a:latin typeface="Arial Narrow"/>
                <a:ea typeface="LG스마트체 Regular"/>
              </a:rPr>
              <a:t>년 </a:t>
            </a:r>
            <a:r>
              <a:rPr lang="en-US" altLang="ko-KR" sz="1000">
                <a:latin typeface="Arial Narrow"/>
                <a:ea typeface="LG스마트체 Regular"/>
              </a:rPr>
              <a:t>ESHM</a:t>
            </a:r>
            <a:r>
              <a:rPr lang="ko-KR" altLang="en-US" sz="1000">
                <a:latin typeface="Arial Narrow"/>
                <a:ea typeface="LG스마트체 Regular"/>
              </a:rPr>
              <a:t>에서 고도화 항목 안정화 이후 효과를 바탕으로 수평전개 필요여부 재 논의 예정</a:t>
            </a:r>
            <a:br>
              <a:rPr lang="en-US" altLang="ko-KR" sz="1000">
                <a:latin typeface="Arial Narrow"/>
                <a:ea typeface="LG스마트체 Regular"/>
              </a:rPr>
            </a:br>
            <a:r>
              <a:rPr lang="en-US" altLang="ko-KR" sz="1000">
                <a:latin typeface="Arial Narrow"/>
                <a:ea typeface="LG스마트체 Regular"/>
              </a:rPr>
              <a:t>- AZS</a:t>
            </a:r>
            <a:r>
              <a:rPr lang="ko-KR" altLang="en-US" sz="1000">
                <a:latin typeface="Arial Narrow"/>
                <a:ea typeface="LG스마트체 Regular"/>
              </a:rPr>
              <a:t> </a:t>
            </a:r>
            <a:r>
              <a:rPr lang="en-US" altLang="ko-KR" sz="1000">
                <a:latin typeface="Arial Narrow"/>
                <a:ea typeface="LG스마트체 Regular"/>
              </a:rPr>
              <a:t>Stack</a:t>
            </a:r>
            <a:r>
              <a:rPr lang="ko-KR" altLang="en-US" sz="1000">
                <a:latin typeface="Arial Narrow"/>
                <a:ea typeface="LG스마트체 Regular"/>
              </a:rPr>
              <a:t> 공정 수평전개 완료 </a:t>
            </a:r>
            <a:r>
              <a:rPr lang="en-US" altLang="ko-KR" sz="1000">
                <a:latin typeface="Arial Narrow"/>
                <a:ea typeface="LG스마트체 Regular"/>
              </a:rPr>
              <a:t>(24.08), 25</a:t>
            </a:r>
            <a:r>
              <a:rPr lang="ko-KR" altLang="en-US" sz="1000">
                <a:latin typeface="Arial Narrow"/>
                <a:ea typeface="LG스마트체 Regular"/>
              </a:rPr>
              <a:t>년 고도화 항목은 금년도 </a:t>
            </a:r>
            <a:r>
              <a:rPr lang="en-US" altLang="ko-KR" sz="1000">
                <a:latin typeface="Arial Narrow"/>
                <a:ea typeface="LG스마트체 Regular"/>
              </a:rPr>
              <a:t>ESHM </a:t>
            </a:r>
            <a:r>
              <a:rPr lang="ko-KR" altLang="en-US" sz="1000">
                <a:latin typeface="Arial Narrow"/>
                <a:ea typeface="LG스마트체 Regular"/>
              </a:rPr>
              <a:t>수평전개 및 안정화 예정이며</a:t>
            </a:r>
            <a:r>
              <a:rPr lang="en-US" altLang="ko-KR" sz="1000">
                <a:latin typeface="Arial Narrow"/>
                <a:ea typeface="LG스마트체 Regular"/>
              </a:rPr>
              <a:t>, </a:t>
            </a:r>
            <a:r>
              <a:rPr lang="ko-KR" altLang="en-US" sz="1000">
                <a:latin typeface="Arial Narrow"/>
                <a:ea typeface="LG스마트체 Regular"/>
              </a:rPr>
              <a:t>이후 수평전개 일정 논의 예정</a:t>
            </a:r>
            <a:endParaRPr lang="en-US" sz="1000">
              <a:latin typeface="Arial Narrow"/>
              <a:ea typeface="LG스마트체 Regular"/>
            </a:endParaRPr>
          </a:p>
          <a:p>
            <a:pPr>
              <a:lnSpc>
                <a:spcPct val="90000"/>
              </a:lnSpc>
            </a:pPr>
            <a:r>
              <a:rPr lang="en-US" sz="1000" b="1">
                <a:latin typeface="Arial Narrow"/>
                <a:ea typeface="LG스마트체 Regular"/>
              </a:rPr>
              <a:t>2) ESHM </a:t>
            </a:r>
            <a:r>
              <a:rPr lang="ko-KR" altLang="en-US" sz="1000" b="1">
                <a:latin typeface="Arial Narrow"/>
                <a:ea typeface="LG스마트체 Regular"/>
              </a:rPr>
              <a:t>법인 수평전개</a:t>
            </a:r>
            <a:br>
              <a:rPr lang="en-US" altLang="ko-KR" sz="1000" b="1">
                <a:latin typeface="Arial Narrow"/>
                <a:ea typeface="LG스마트체 Regular"/>
              </a:rPr>
            </a:br>
            <a:r>
              <a:rPr lang="en-US" sz="1000">
                <a:latin typeface="Arial Narrow"/>
                <a:ea typeface="LG스마트체 Regular"/>
              </a:rPr>
              <a:t>- AZS E-Cutter,</a:t>
            </a:r>
            <a:r>
              <a:rPr lang="ko-KR" altLang="en-US" sz="1000">
                <a:latin typeface="Arial Narrow"/>
                <a:ea typeface="LG스마트체 Regular"/>
              </a:rPr>
              <a:t> </a:t>
            </a:r>
            <a:r>
              <a:rPr lang="en-US" sz="1000">
                <a:latin typeface="Arial Narrow"/>
                <a:ea typeface="LG스마트체 Regular"/>
              </a:rPr>
              <a:t>Stack</a:t>
            </a:r>
            <a:r>
              <a:rPr lang="ko-KR" altLang="en-US" sz="1000">
                <a:latin typeface="Arial Narrow"/>
                <a:ea typeface="LG스마트체 Regular"/>
              </a:rPr>
              <a:t> 공정</a:t>
            </a:r>
            <a:r>
              <a:rPr lang="en-US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고도화 항목은</a:t>
            </a:r>
            <a:r>
              <a:rPr lang="en-US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현재 </a:t>
            </a:r>
            <a:r>
              <a:rPr lang="en-US" sz="1000">
                <a:latin typeface="Arial Narrow"/>
                <a:ea typeface="LG스마트체 Regular"/>
              </a:rPr>
              <a:t>1라인 </a:t>
            </a:r>
            <a:r>
              <a:rPr lang="ko-KR" altLang="en-US" sz="1000">
                <a:latin typeface="Arial Narrow"/>
                <a:ea typeface="LG스마트체 Regular"/>
              </a:rPr>
              <a:t>수평전개 완료되었으며 </a:t>
            </a:r>
            <a:r>
              <a:rPr lang="en-US" altLang="ko-KR" sz="1000">
                <a:latin typeface="Arial Narrow"/>
                <a:ea typeface="LG스마트체 Regular"/>
              </a:rPr>
              <a:t>7</a:t>
            </a:r>
            <a:r>
              <a:rPr lang="ko-KR" altLang="en-US" sz="1000">
                <a:latin typeface="Arial Narrow"/>
                <a:ea typeface="LG스마트체 Regular"/>
              </a:rPr>
              <a:t>월까지 안정화 및</a:t>
            </a:r>
            <a:r>
              <a:rPr lang="en-US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모니터링</a:t>
            </a:r>
            <a:r>
              <a:rPr lang="en-US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후</a:t>
            </a:r>
            <a:r>
              <a:rPr lang="en-US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전</a:t>
            </a:r>
            <a:r>
              <a:rPr lang="en-US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라인</a:t>
            </a:r>
            <a:r>
              <a:rPr lang="en-US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수평전개 예정</a:t>
            </a:r>
            <a:r>
              <a:rPr lang="en-US" altLang="ko-KR" sz="1000">
                <a:latin typeface="Arial Narrow"/>
                <a:ea typeface="LG스마트체 Regular"/>
              </a:rPr>
              <a:t> (</a:t>
            </a:r>
            <a:r>
              <a:rPr lang="ko-KR" altLang="en-US" sz="1000">
                <a:latin typeface="Arial Narrow"/>
                <a:ea typeface="LG스마트체 Regular"/>
              </a:rPr>
              <a:t>법인 기술팀 및 본사 공정기술팀 협의 완료</a:t>
            </a:r>
            <a:r>
              <a:rPr lang="en-US" altLang="ko-KR" sz="1000">
                <a:latin typeface="Arial Narrow"/>
                <a:ea typeface="LG스마트체 Regular"/>
              </a:rPr>
              <a:t>)</a:t>
            </a:r>
          </a:p>
          <a:p>
            <a:pPr>
              <a:lnSpc>
                <a:spcPct val="90000"/>
              </a:lnSpc>
            </a:pPr>
            <a:r>
              <a:rPr lang="en-US" altLang="ko-KR" sz="1000">
                <a:latin typeface="Arial Narrow"/>
                <a:ea typeface="LG스마트체 Regular"/>
              </a:rPr>
              <a:t>- AZS</a:t>
            </a:r>
            <a:r>
              <a:rPr lang="ko-KR" altLang="en-US" sz="1000">
                <a:latin typeface="Arial Narrow"/>
                <a:ea typeface="LG스마트체 Regular"/>
              </a:rPr>
              <a:t> </a:t>
            </a:r>
            <a:r>
              <a:rPr lang="en-US" altLang="ko-KR" sz="1000">
                <a:latin typeface="Arial Narrow"/>
                <a:ea typeface="LG스마트체 Regular"/>
              </a:rPr>
              <a:t>E-Cutter</a:t>
            </a:r>
            <a:r>
              <a:rPr lang="ko-KR" altLang="en-US" sz="1000">
                <a:latin typeface="Arial Narrow"/>
                <a:ea typeface="LG스마트체 Regular"/>
              </a:rPr>
              <a:t> 공정의 고도화 항목은 현재 </a:t>
            </a:r>
            <a:r>
              <a:rPr lang="en-US" altLang="ko-KR" sz="1000">
                <a:latin typeface="Arial Narrow"/>
                <a:ea typeface="LG스마트체 Regular"/>
              </a:rPr>
              <a:t>1, 2</a:t>
            </a:r>
            <a:r>
              <a:rPr lang="ko-KR" altLang="en-US" sz="1000">
                <a:latin typeface="Arial Narrow"/>
                <a:ea typeface="LG스마트체 Regular"/>
              </a:rPr>
              <a:t>라인 수평전개 완료 되었으며</a:t>
            </a:r>
            <a:r>
              <a:rPr lang="en-US" altLang="ko-KR" sz="1000">
                <a:latin typeface="Arial Narrow"/>
                <a:ea typeface="LG스마트체 Regular"/>
              </a:rPr>
              <a:t>, 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3, 4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라인은 수평전개 일정 논의 중에 있습니다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.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870E979-2948-E203-C944-8E1649AA1C35}"/>
              </a:ext>
            </a:extLst>
          </p:cNvPr>
          <p:cNvSpPr/>
          <p:nvPr/>
        </p:nvSpPr>
        <p:spPr>
          <a:xfrm>
            <a:off x="2589940" y="2028051"/>
            <a:ext cx="2211607" cy="3392063"/>
          </a:xfrm>
          <a:prstGeom prst="rect">
            <a:avLst/>
          </a:prstGeom>
          <a:noFill/>
          <a:ln w="2540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C6403D5-493C-EF44-1E9F-FA05E22EDE8F}"/>
              </a:ext>
            </a:extLst>
          </p:cNvPr>
          <p:cNvSpPr txBox="1"/>
          <p:nvPr/>
        </p:nvSpPr>
        <p:spPr>
          <a:xfrm>
            <a:off x="3627606" y="5304775"/>
            <a:ext cx="1168590" cy="110800"/>
          </a:xfrm>
          <a:prstGeom prst="rect">
            <a:avLst/>
          </a:prstGeom>
          <a:noFill/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기존 자동보정 수평전개 완료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A04AF85-852C-808C-0F87-E322337E7BCE}"/>
              </a:ext>
            </a:extLst>
          </p:cNvPr>
          <p:cNvSpPr txBox="1"/>
          <p:nvPr/>
        </p:nvSpPr>
        <p:spPr>
          <a:xfrm>
            <a:off x="8263275" y="6389747"/>
            <a:ext cx="480901" cy="110800"/>
          </a:xfrm>
          <a:prstGeom prst="rect">
            <a:avLst/>
          </a:prstGeom>
          <a:noFill/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ko-KR" altLang="en-US" sz="8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고도화 항목</a:t>
            </a:r>
          </a:p>
        </p:txBody>
      </p:sp>
    </p:spTree>
    <p:extLst>
      <p:ext uri="{BB962C8B-B14F-4D97-AF65-F5344CB8AC3E}">
        <p14:creationId xmlns:p14="http://schemas.microsoft.com/office/powerpoint/2010/main" val="62447423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E4AFDDAD-6259-440A-9AEA-0DE8E86CC9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2146567"/>
              </p:ext>
            </p:extLst>
          </p:nvPr>
        </p:nvGraphicFramePr>
        <p:xfrm>
          <a:off x="263951" y="1715823"/>
          <a:ext cx="9407632" cy="4711959"/>
        </p:xfrm>
        <a:graphic>
          <a:graphicData uri="http://schemas.openxmlformats.org/drawingml/2006/table">
            <a:tbl>
              <a:tblPr/>
              <a:tblGrid>
                <a:gridCol w="523978">
                  <a:extLst>
                    <a:ext uri="{9D8B030D-6E8A-4147-A177-3AD203B41FA5}">
                      <a16:colId xmlns:a16="http://schemas.microsoft.com/office/drawing/2014/main" val="3653849097"/>
                    </a:ext>
                  </a:extLst>
                </a:gridCol>
                <a:gridCol w="426295">
                  <a:extLst>
                    <a:ext uri="{9D8B030D-6E8A-4147-A177-3AD203B41FA5}">
                      <a16:colId xmlns:a16="http://schemas.microsoft.com/office/drawing/2014/main" val="3692611831"/>
                    </a:ext>
                  </a:extLst>
                </a:gridCol>
                <a:gridCol w="430785">
                  <a:extLst>
                    <a:ext uri="{9D8B030D-6E8A-4147-A177-3AD203B41FA5}">
                      <a16:colId xmlns:a16="http://schemas.microsoft.com/office/drawing/2014/main" val="3385475310"/>
                    </a:ext>
                  </a:extLst>
                </a:gridCol>
                <a:gridCol w="385913">
                  <a:extLst>
                    <a:ext uri="{9D8B030D-6E8A-4147-A177-3AD203B41FA5}">
                      <a16:colId xmlns:a16="http://schemas.microsoft.com/office/drawing/2014/main" val="2072686046"/>
                    </a:ext>
                  </a:extLst>
                </a:gridCol>
                <a:gridCol w="385913">
                  <a:extLst>
                    <a:ext uri="{9D8B030D-6E8A-4147-A177-3AD203B41FA5}">
                      <a16:colId xmlns:a16="http://schemas.microsoft.com/office/drawing/2014/main" val="177299111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3514773347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636190735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4059187947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993652454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1598816456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2961170238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2443901328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1610131639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1372252305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2580198244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1742167777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2636840701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109118778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1005333276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2121834870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108033081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2571282399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643624119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1573532218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3613674044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2495527972"/>
                    </a:ext>
                  </a:extLst>
                </a:gridCol>
                <a:gridCol w="285501">
                  <a:extLst>
                    <a:ext uri="{9D8B030D-6E8A-4147-A177-3AD203B41FA5}">
                      <a16:colId xmlns:a16="http://schemas.microsoft.com/office/drawing/2014/main" val="2391085696"/>
                    </a:ext>
                  </a:extLst>
                </a:gridCol>
                <a:gridCol w="973726">
                  <a:extLst>
                    <a:ext uri="{9D8B030D-6E8A-4147-A177-3AD203B41FA5}">
                      <a16:colId xmlns:a16="http://schemas.microsoft.com/office/drawing/2014/main" val="2110415027"/>
                    </a:ext>
                  </a:extLst>
                </a:gridCol>
              </a:tblGrid>
              <a:tr h="378305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수평전개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항목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라인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수평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전개율</a:t>
                      </a:r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전개</a:t>
                      </a:r>
                      <a:b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10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1" baseline="0">
                          <a:latin typeface="+mn-ea"/>
                          <a:ea typeface="+mn-ea"/>
                        </a:rPr>
                        <a:t>24</a:t>
                      </a:r>
                      <a:r>
                        <a:rPr lang="ko-KR" altLang="en-US" sz="800" b="1" baseline="0">
                          <a:latin typeface="+mn-ea"/>
                          <a:ea typeface="+mn-ea"/>
                        </a:rPr>
                        <a:t>년</a:t>
                      </a:r>
                      <a:endParaRPr lang="ko-KR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 altLang="en-US" sz="800" b="1" baseline="0">
                        <a:latin typeface="Arial Narrow"/>
                        <a:ea typeface="LG스마트체 Regular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baseline="0">
                        <a:latin typeface="Arial Narrow"/>
                        <a:ea typeface="LG스마트체 Regular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baseline="0">
                        <a:latin typeface="Arial Narrow"/>
                        <a:ea typeface="LG스마트체 Regular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baseline="0">
                        <a:latin typeface="Arial Narrow"/>
                        <a:ea typeface="LG스마트체 Regular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7896374"/>
                  </a:ext>
                </a:extLst>
              </a:tr>
              <a:tr h="48781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3004413"/>
                  </a:ext>
                </a:extLst>
              </a:tr>
              <a:tr h="287048"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APC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ESWA 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#8~24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O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8721433"/>
                  </a:ext>
                </a:extLst>
              </a:tr>
              <a:tr h="287048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ESWA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#26~28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O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2756346"/>
                  </a:ext>
                </a:extLst>
              </a:tr>
              <a:tr h="287048">
                <a:tc v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ESST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#1~4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0%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샘플생산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’25.09.14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4712199"/>
                  </a:ext>
                </a:extLst>
              </a:tr>
              <a:tr h="287048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ESHD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#1~6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0%</a:t>
                      </a:r>
                      <a:endParaRPr lang="ko-KR" sz="8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 sz="8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샘플생산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’25.03.18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2051446"/>
                  </a:ext>
                </a:extLst>
              </a:tr>
              <a:tr h="2870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ESHG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#1,#2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0%</a:t>
                      </a:r>
                      <a:endParaRPr lang="ko-KR" sz="8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샘플생산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’25.07.31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4249544"/>
                  </a:ext>
                </a:extLst>
              </a:tr>
              <a:tr h="287048">
                <a:tc v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ESMI_LS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#1~5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0%</a:t>
                      </a:r>
                      <a:endParaRPr lang="ko-KR" sz="8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8EBF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샘플생산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’25.04.28</a:t>
                      </a:r>
                      <a:endParaRPr lang="ko-KR" sz="80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8490337"/>
                  </a:ext>
                </a:extLst>
              </a:tr>
              <a:tr h="2870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ESMI 1,2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#1~5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20%</a:t>
                      </a:r>
                      <a:endParaRPr lang="ko-KR" sz="8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샘플생산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’25.02.15</a:t>
                      </a:r>
                      <a:endParaRPr lang="ko-KR" sz="80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92911359"/>
                  </a:ext>
                </a:extLst>
              </a:tr>
              <a:tr h="287048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PKG</a:t>
                      </a:r>
                      <a:b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</a:t>
                      </a:r>
                      <a:b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Lead,Tape</a:t>
                      </a: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ESNA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#7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#1~#6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비대상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(1.0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세대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기존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Lead X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불가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(Cell </a:t>
                      </a:r>
                      <a:r>
                        <a:rPr lang="en-US" altLang="ko-KR" sz="8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Ass’y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리드 </a:t>
                      </a:r>
                      <a:r>
                        <a:rPr lang="ko-KR" altLang="en-US" sz="8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게이징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유닛 존재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0597829"/>
                  </a:ext>
                </a:extLst>
              </a:tr>
              <a:tr h="287048">
                <a:tc v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ESNB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#1~14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7.1%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X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#7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적용 완료</a:t>
                      </a:r>
                      <a:b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생산센터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추후 라인들에 대한 수평전개 여부 </a:t>
                      </a:r>
                      <a:r>
                        <a:rPr lang="ko-KR" altLang="en-US" sz="8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검토중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5516453"/>
                  </a:ext>
                </a:extLst>
              </a:tr>
              <a:tr h="28704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ESGM 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#1~10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0817970"/>
                  </a:ext>
                </a:extLst>
              </a:tr>
              <a:tr h="287048">
                <a:tc v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ESGM 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#1~10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X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7BE8E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7BE8E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7BE8E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#5~10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설비 </a:t>
                      </a:r>
                      <a:r>
                        <a:rPr lang="ko-KR" altLang="en-US" sz="8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셋업중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5058930"/>
                  </a:ext>
                </a:extLst>
              </a:tr>
              <a:tr h="28704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ESHM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#1~4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030610"/>
                  </a:ext>
                </a:extLst>
              </a:tr>
            </a:tbl>
          </a:graphicData>
        </a:graphic>
      </p:graphicFrame>
      <p:sp>
        <p:nvSpPr>
          <p:cNvPr id="36" name="제목 1">
            <a:extLst>
              <a:ext uri="{FF2B5EF4-FFF2-40B4-BE49-F238E27FC236}">
                <a16:creationId xmlns:a16="http://schemas.microsoft.com/office/drawing/2014/main" id="{04FF2851-720E-4108-B6BA-B96EA64844C1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57181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PKG </a:t>
            </a:r>
            <a:r>
              <a:rPr lang="ko-KR" altLang="en-US" sz="1800">
                <a:latin typeface="Arial Narrow"/>
                <a:ea typeface="맑은 고딕"/>
                <a:cs typeface="Malgun Gothic Semilight"/>
              </a:rPr>
              <a:t>수평전개 현황</a:t>
            </a:r>
            <a:r>
              <a:rPr lang="en-US" altLang="ko-KR" sz="1800">
                <a:latin typeface="Arial Narrow"/>
                <a:ea typeface="맑은 고딕"/>
                <a:cs typeface="Malgun Gothic Semilight"/>
              </a:rPr>
              <a:t>_Global Site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(1/1)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맑은 고딕"/>
              <a:cs typeface="Malgun Gothic Semilight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B40A5CA6-41CB-49B5-A347-A26580A6C857}"/>
              </a:ext>
            </a:extLst>
          </p:cNvPr>
          <p:cNvSpPr txBox="1"/>
          <p:nvPr/>
        </p:nvSpPr>
        <p:spPr>
          <a:xfrm>
            <a:off x="8301038" y="348326"/>
            <a:ext cx="156453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 12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 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시</a:t>
            </a:r>
          </a:p>
        </p:txBody>
      </p:sp>
      <p:sp>
        <p:nvSpPr>
          <p:cNvPr id="41" name="내용 개체 틀 20">
            <a:extLst>
              <a:ext uri="{FF2B5EF4-FFF2-40B4-BE49-F238E27FC236}">
                <a16:creationId xmlns:a16="http://schemas.microsoft.com/office/drawing/2014/main" id="{E58E11B9-2804-4D6D-8167-80DA8FAE27E6}"/>
              </a:ext>
            </a:extLst>
          </p:cNvPr>
          <p:cNvSpPr txBox="1">
            <a:spLocks/>
          </p:cNvSpPr>
          <p:nvPr/>
        </p:nvSpPr>
        <p:spPr>
          <a:xfrm>
            <a:off x="8309420" y="179049"/>
            <a:ext cx="101951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 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황재웅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S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8FFD45A5-E5DB-432F-8A2E-6CE2EB3785C9}"/>
              </a:ext>
            </a:extLst>
          </p:cNvPr>
          <p:cNvSpPr txBox="1"/>
          <p:nvPr/>
        </p:nvSpPr>
        <p:spPr>
          <a:xfrm>
            <a:off x="202963" y="584537"/>
            <a:ext cx="9305021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n-US" altLang="ko-KR" sz="1000" b="1" dirty="0">
                <a:solidFill>
                  <a:srgbClr val="0000FF"/>
                </a:solidFill>
                <a:latin typeface="Arial Narrow"/>
                <a:ea typeface="LG스마트체 Regular"/>
              </a:rPr>
              <a:t>※ </a:t>
            </a:r>
            <a:r>
              <a:rPr lang="ko-KR" altLang="en-US" sz="1000" b="1" dirty="0">
                <a:solidFill>
                  <a:srgbClr val="0000FF"/>
                </a:solidFill>
                <a:latin typeface="Arial Narrow"/>
                <a:ea typeface="LG스마트체 Regular"/>
              </a:rPr>
              <a:t>특이 사항 없습니다</a:t>
            </a:r>
            <a:endParaRPr lang="en-US" altLang="ko-KR" sz="1000" b="1" dirty="0">
              <a:solidFill>
                <a:srgbClr val="0000FF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F745E97-574D-4B87-9D3A-E4F3A3C6F460}"/>
              </a:ext>
            </a:extLst>
          </p:cNvPr>
          <p:cNvSpPr/>
          <p:nvPr/>
        </p:nvSpPr>
        <p:spPr>
          <a:xfrm>
            <a:off x="273984" y="6416452"/>
            <a:ext cx="6690335" cy="215444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*</a:t>
            </a:r>
            <a:r>
              <a:rPr lang="en-US" altLang="ko-KR" sz="800" b="1">
                <a:solidFill>
                  <a:srgbClr val="008000"/>
                </a:solidFill>
                <a:latin typeface="Arial Narrow"/>
                <a:ea typeface="LG스마트체 Regular"/>
              </a:rPr>
              <a:t>PKG</a:t>
            </a:r>
            <a:r>
              <a:rPr lang="ko-KR" altLang="en-US" sz="800" b="1">
                <a:solidFill>
                  <a:srgbClr val="008000"/>
                </a:solidFill>
                <a:latin typeface="Arial Narrow"/>
                <a:ea typeface="LG스마트체 Regular"/>
              </a:rPr>
              <a:t> 자동보정</a:t>
            </a:r>
            <a:r>
              <a:rPr lang="en-US" altLang="ko-KR" sz="800" b="1">
                <a:solidFill>
                  <a:srgbClr val="008000"/>
                </a:solidFill>
                <a:latin typeface="Arial Narrow"/>
                <a:ea typeface="LG스마트체 Regular"/>
              </a:rPr>
              <a:t>(</a:t>
            </a:r>
            <a:r>
              <a:rPr lang="en-US" altLang="ko-KR" sz="800" b="1" err="1">
                <a:solidFill>
                  <a:srgbClr val="008000"/>
                </a:solidFill>
                <a:latin typeface="Arial Narrow"/>
                <a:ea typeface="LG스마트체 Regular"/>
              </a:rPr>
              <a:t>Lead,Tape</a:t>
            </a:r>
            <a:r>
              <a:rPr lang="en-US" altLang="ko-KR" sz="800" b="1">
                <a:solidFill>
                  <a:srgbClr val="008000"/>
                </a:solidFill>
                <a:latin typeface="Arial Narrow"/>
                <a:ea typeface="LG스마트체 Regular"/>
              </a:rPr>
              <a:t>)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PKG Lead 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용접위치 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X,Y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및 절연 테이프 위치 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X,Y 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자동보정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</a:t>
            </a:r>
            <a:endParaRPr kumimoji="0" lang="ko-KR" altLang="en-US" sz="800" b="1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47FA53CF-0F4D-49E0-A7FA-B7EA67C6B5CC}"/>
              </a:ext>
            </a:extLst>
          </p:cNvPr>
          <p:cNvSpPr/>
          <p:nvPr/>
        </p:nvSpPr>
        <p:spPr>
          <a:xfrm>
            <a:off x="7423899" y="1542418"/>
            <a:ext cx="106532" cy="101729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6" name="Text Box 198">
            <a:extLst>
              <a:ext uri="{FF2B5EF4-FFF2-40B4-BE49-F238E27FC236}">
                <a16:creationId xmlns:a16="http://schemas.microsoft.com/office/drawing/2014/main" id="{5C754449-FAD4-4B2C-97EB-440CC50F9E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9970" y="1488854"/>
            <a:ext cx="880331" cy="208856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전개중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/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이슈 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해결중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33C97C0-4365-43CC-BA76-D06E4088672F}"/>
              </a:ext>
            </a:extLst>
          </p:cNvPr>
          <p:cNvSpPr/>
          <p:nvPr/>
        </p:nvSpPr>
        <p:spPr>
          <a:xfrm>
            <a:off x="6742091" y="1542418"/>
            <a:ext cx="106532" cy="10172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8" name="Text Box 198">
            <a:extLst>
              <a:ext uri="{FF2B5EF4-FFF2-40B4-BE49-F238E27FC236}">
                <a16:creationId xmlns:a16="http://schemas.microsoft.com/office/drawing/2014/main" id="{670D5687-1BDC-40C0-873C-CD262162B8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18162" y="1493880"/>
            <a:ext cx="477631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전개 시작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0D44737-74F7-4498-9F43-E5F0B0BE8ADD}"/>
              </a:ext>
            </a:extLst>
          </p:cNvPr>
          <p:cNvSpPr/>
          <p:nvPr/>
        </p:nvSpPr>
        <p:spPr>
          <a:xfrm>
            <a:off x="8549840" y="1542418"/>
            <a:ext cx="106532" cy="101729"/>
          </a:xfrm>
          <a:prstGeom prst="rect">
            <a:avLst/>
          </a:prstGeom>
          <a:solidFill>
            <a:schemeClr val="accent6">
              <a:lumMod val="5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0" name="Text Box 198">
            <a:extLst>
              <a:ext uri="{FF2B5EF4-FFF2-40B4-BE49-F238E27FC236}">
                <a16:creationId xmlns:a16="http://schemas.microsoft.com/office/drawing/2014/main" id="{DE597730-4CBE-49F9-985D-8F5CE6A8B2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0184" y="1481062"/>
            <a:ext cx="414031" cy="211623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전개 완료</a:t>
            </a:r>
          </a:p>
        </p:txBody>
      </p:sp>
      <p:sp>
        <p:nvSpPr>
          <p:cNvPr id="51" name="직사각형 27">
            <a:extLst>
              <a:ext uri="{FF2B5EF4-FFF2-40B4-BE49-F238E27FC236}">
                <a16:creationId xmlns:a16="http://schemas.microsoft.com/office/drawing/2014/main" id="{36FF4C56-3C1F-4C43-A475-7F145C47D9EE}"/>
              </a:ext>
            </a:extLst>
          </p:cNvPr>
          <p:cNvSpPr/>
          <p:nvPr/>
        </p:nvSpPr>
        <p:spPr>
          <a:xfrm>
            <a:off x="9202884" y="1542418"/>
            <a:ext cx="106532" cy="101729"/>
          </a:xfrm>
          <a:prstGeom prst="rect">
            <a:avLst/>
          </a:prstGeom>
          <a:solidFill>
            <a:schemeClr val="accent3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5BC6106A-45A6-4BCD-BB38-2949AB44622E}"/>
              </a:ext>
            </a:extLst>
          </p:cNvPr>
          <p:cNvSpPr/>
          <p:nvPr/>
        </p:nvSpPr>
        <p:spPr>
          <a:xfrm>
            <a:off x="6284247" y="1542418"/>
            <a:ext cx="106532" cy="101729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3" name="Text Box 198">
            <a:extLst>
              <a:ext uri="{FF2B5EF4-FFF2-40B4-BE49-F238E27FC236}">
                <a16:creationId xmlns:a16="http://schemas.microsoft.com/office/drawing/2014/main" id="{191D651C-72DE-4D71-BD92-5DAD652F7F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0319" y="1493880"/>
            <a:ext cx="209682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준비</a:t>
            </a:r>
          </a:p>
        </p:txBody>
      </p:sp>
      <p:sp>
        <p:nvSpPr>
          <p:cNvPr id="54" name="Text Box 198">
            <a:extLst>
              <a:ext uri="{FF2B5EF4-FFF2-40B4-BE49-F238E27FC236}">
                <a16:creationId xmlns:a16="http://schemas.microsoft.com/office/drawing/2014/main" id="{E53E8727-9E90-4846-8F59-D8A3EBDE76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68085" y="1484051"/>
            <a:ext cx="303503" cy="203078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안정화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ABF21B06-F39A-45E8-B3D2-25BFC0CE84B6}"/>
              </a:ext>
            </a:extLst>
          </p:cNvPr>
          <p:cNvSpPr/>
          <p:nvPr/>
        </p:nvSpPr>
        <p:spPr>
          <a:xfrm>
            <a:off x="8403330" y="2091441"/>
            <a:ext cx="293020" cy="4354959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630370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제목 1">
            <a:extLst>
              <a:ext uri="{FF2B5EF4-FFF2-40B4-BE49-F238E27FC236}">
                <a16:creationId xmlns:a16="http://schemas.microsoft.com/office/drawing/2014/main" id="{960A0393-6219-4F55-98F3-41CFDE70418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67600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LAMI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 수평전개 현황</a:t>
            </a:r>
            <a:r>
              <a:rPr lang="en-US" altLang="ko-KR" sz="1800">
                <a:latin typeface="Arial Narrow"/>
                <a:ea typeface="맑은 고딕"/>
                <a:cs typeface="Malgun Gothic Semilight"/>
              </a:rPr>
              <a:t>_Global Site(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1/1)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맑은 고딕"/>
              <a:cs typeface="Malgun Gothic Semilight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4F64C6C7-96A2-4F2A-9A7E-7FEF8ED761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7568593"/>
              </p:ext>
            </p:extLst>
          </p:nvPr>
        </p:nvGraphicFramePr>
        <p:xfrm>
          <a:off x="273985" y="2268092"/>
          <a:ext cx="9413072" cy="2699396"/>
        </p:xfrm>
        <a:graphic>
          <a:graphicData uri="http://schemas.openxmlformats.org/drawingml/2006/table">
            <a:tbl>
              <a:tblPr/>
              <a:tblGrid>
                <a:gridCol w="384979">
                  <a:extLst>
                    <a:ext uri="{9D8B030D-6E8A-4147-A177-3AD203B41FA5}">
                      <a16:colId xmlns:a16="http://schemas.microsoft.com/office/drawing/2014/main" val="3653849097"/>
                    </a:ext>
                  </a:extLst>
                </a:gridCol>
                <a:gridCol w="546145">
                  <a:extLst>
                    <a:ext uri="{9D8B030D-6E8A-4147-A177-3AD203B41FA5}">
                      <a16:colId xmlns:a16="http://schemas.microsoft.com/office/drawing/2014/main" val="3692611831"/>
                    </a:ext>
                  </a:extLst>
                </a:gridCol>
                <a:gridCol w="389836">
                  <a:extLst>
                    <a:ext uri="{9D8B030D-6E8A-4147-A177-3AD203B41FA5}">
                      <a16:colId xmlns:a16="http://schemas.microsoft.com/office/drawing/2014/main" val="3385475310"/>
                    </a:ext>
                  </a:extLst>
                </a:gridCol>
                <a:gridCol w="340754">
                  <a:extLst>
                    <a:ext uri="{9D8B030D-6E8A-4147-A177-3AD203B41FA5}">
                      <a16:colId xmlns:a16="http://schemas.microsoft.com/office/drawing/2014/main" val="3954916931"/>
                    </a:ext>
                  </a:extLst>
                </a:gridCol>
                <a:gridCol w="316650">
                  <a:extLst>
                    <a:ext uri="{9D8B030D-6E8A-4147-A177-3AD203B41FA5}">
                      <a16:colId xmlns:a16="http://schemas.microsoft.com/office/drawing/2014/main" val="177299111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4059187947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993652454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1598816456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2961170238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2443901328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1610131639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1372252305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2580198244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1742167777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2636840701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109118778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1005333276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2121834870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108033081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2571282399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643624119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1573532218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3613674044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2495527972"/>
                    </a:ext>
                  </a:extLst>
                </a:gridCol>
                <a:gridCol w="318495">
                  <a:extLst>
                    <a:ext uri="{9D8B030D-6E8A-4147-A177-3AD203B41FA5}">
                      <a16:colId xmlns:a16="http://schemas.microsoft.com/office/drawing/2014/main" val="2391085696"/>
                    </a:ext>
                  </a:extLst>
                </a:gridCol>
                <a:gridCol w="1064808">
                  <a:extLst>
                    <a:ext uri="{9D8B030D-6E8A-4147-A177-3AD203B41FA5}">
                      <a16:colId xmlns:a16="http://schemas.microsoft.com/office/drawing/2014/main" val="2110415027"/>
                    </a:ext>
                  </a:extLst>
                </a:gridCol>
              </a:tblGrid>
              <a:tr h="34177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수평전개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항목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라인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수평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전개율</a:t>
                      </a:r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구축</a:t>
                      </a:r>
                      <a:b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baseline="0">
                          <a:latin typeface="+mn-ea"/>
                          <a:ea typeface="+mn-ea"/>
                        </a:rPr>
                        <a:t>24</a:t>
                      </a:r>
                      <a:r>
                        <a:rPr lang="ko-KR" altLang="en-US" sz="800" b="1" baseline="0"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baseline="0">
                        <a:latin typeface="Arial Narrow"/>
                        <a:ea typeface="LG스마트체 Regular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baseline="0">
                        <a:latin typeface="Arial Narrow"/>
                        <a:ea typeface="LG스마트체 Regular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baseline="0">
                        <a:latin typeface="Arial Narrow"/>
                        <a:ea typeface="LG스마트체 Regular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7896374"/>
                  </a:ext>
                </a:extLst>
              </a:tr>
              <a:tr h="4373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3004413"/>
                  </a:ext>
                </a:extLst>
              </a:tr>
              <a:tr h="274320"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8000"/>
                          </a:solidFill>
                          <a:effectLst/>
                          <a:latin typeface="+mn-ea"/>
                          <a:ea typeface="+mn-ea"/>
                        </a:rPr>
                        <a:t>*</a:t>
                      </a:r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APC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ESWA 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#4~6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#4, #5 </a:t>
                      </a:r>
                      <a:r>
                        <a:rPr lang="ko-KR" altLang="en-US" sz="8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전개중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8721433"/>
                  </a:ext>
                </a:extLst>
              </a:tr>
              <a:tr h="27432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ESWA 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#8~24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3620627"/>
                  </a:ext>
                </a:extLst>
              </a:tr>
              <a:tr h="274320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ESWA 8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#26~29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FAC090"/>
                        </a:solidFill>
                        <a:effectLst/>
                        <a:highlight>
                          <a:srgbClr val="FAC090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#29 </a:t>
                      </a:r>
                      <a:r>
                        <a:rPr lang="ko-KR" altLang="en-US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설비 장기 </a:t>
                      </a:r>
                      <a:r>
                        <a:rPr lang="ko-KR" altLang="en-US" sz="8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미가동중</a:t>
                      </a:r>
                      <a:endParaRPr lang="en-US" altLang="ko-KR" sz="8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2756346"/>
                  </a:ext>
                </a:extLst>
              </a:tr>
              <a:tr h="274320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ESST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#1~5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8EBF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8EBF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8EBF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8EBF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샘플생산 ’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25.09.14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4712199"/>
                  </a:ext>
                </a:extLst>
              </a:tr>
              <a:tr h="274320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ESHD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#1~6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샘플생산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’25.03.17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2051446"/>
                  </a:ext>
                </a:extLst>
              </a:tr>
              <a:tr h="2743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ESMI_LS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#1~5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샘플생산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’25.05.02</a:t>
                      </a:r>
                      <a:endParaRPr lang="ko-KR" sz="80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8490337"/>
                  </a:ext>
                </a:extLst>
              </a:tr>
              <a:tr h="2743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ESMI 1,2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#1~5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샘플생산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’25.02.15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(‘25.1/31~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적용 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sz="8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2911359"/>
                  </a:ext>
                </a:extLst>
              </a:tr>
            </a:tbl>
          </a:graphicData>
        </a:graphic>
      </p:graphicFrame>
      <p:sp>
        <p:nvSpPr>
          <p:cNvPr id="22" name="직사각형 21">
            <a:extLst>
              <a:ext uri="{FF2B5EF4-FFF2-40B4-BE49-F238E27FC236}">
                <a16:creationId xmlns:a16="http://schemas.microsoft.com/office/drawing/2014/main" id="{B9DE3FAA-6979-48A7-8D73-201FBFA8D91F}"/>
              </a:ext>
            </a:extLst>
          </p:cNvPr>
          <p:cNvSpPr/>
          <p:nvPr/>
        </p:nvSpPr>
        <p:spPr>
          <a:xfrm>
            <a:off x="8257459" y="2555493"/>
            <a:ext cx="400692" cy="2425171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CC07B4E-52E2-4D4E-A9DA-BE8410807F3D}"/>
              </a:ext>
            </a:extLst>
          </p:cNvPr>
          <p:cNvSpPr txBox="1"/>
          <p:nvPr/>
        </p:nvSpPr>
        <p:spPr>
          <a:xfrm>
            <a:off x="273992" y="835334"/>
            <a:ext cx="9503544" cy="1169551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lang="en-US" altLang="ko-KR" sz="1000" b="1" dirty="0">
                <a:solidFill>
                  <a:prstClr val="black"/>
                </a:solidFill>
                <a:latin typeface="Arial Narrow"/>
                <a:ea typeface="LG스마트체 Regular"/>
              </a:rPr>
              <a:t>1) </a:t>
            </a:r>
            <a:r>
              <a:rPr lang="ko-KR" altLang="en-US" sz="1000" b="1" dirty="0">
                <a:solidFill>
                  <a:prstClr val="black"/>
                </a:solidFill>
                <a:latin typeface="Arial Narrow"/>
                <a:ea typeface="LG스마트체 Regular"/>
              </a:rPr>
              <a:t>신규 법인 </a:t>
            </a:r>
            <a:r>
              <a:rPr lang="en-US" altLang="ko-KR" sz="1000" b="1" dirty="0">
                <a:solidFill>
                  <a:prstClr val="black"/>
                </a:solidFill>
                <a:latin typeface="Arial Narrow"/>
                <a:ea typeface="LG스마트체 Regular"/>
              </a:rPr>
              <a:t>APC </a:t>
            </a:r>
            <a:r>
              <a:rPr lang="ko-KR" altLang="en-US" sz="1000" b="1" dirty="0">
                <a:solidFill>
                  <a:prstClr val="black"/>
                </a:solidFill>
                <a:latin typeface="Arial Narrow"/>
                <a:ea typeface="LG스마트체 Regular"/>
              </a:rPr>
              <a:t>적용</a:t>
            </a:r>
            <a:br>
              <a:rPr lang="en-US" altLang="ko-KR" sz="1000" b="1" dirty="0">
                <a:latin typeface="Arial Narrow"/>
                <a:ea typeface="LG스마트체 Regular"/>
              </a:rPr>
            </a:br>
            <a:r>
              <a:rPr lang="en-US" altLang="ko-KR" sz="1000" b="1" dirty="0"/>
              <a:t> </a:t>
            </a:r>
            <a:r>
              <a:rPr lang="en-US" altLang="ko-KR" sz="1000" b="1" dirty="0">
                <a:latin typeface="Arial Narrow"/>
                <a:ea typeface="LG스마트체 Regular"/>
              </a:rPr>
              <a:t>-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현재</a:t>
            </a:r>
            <a:r>
              <a:rPr lang="en-US" altLang="ko-KR" sz="1000" b="1" dirty="0">
                <a:latin typeface="Arial Narrow"/>
                <a:ea typeface="LG스마트체 Regular"/>
              </a:rPr>
              <a:t> WA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전개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완료되었으며</a:t>
            </a:r>
            <a:r>
              <a:rPr lang="en-US" altLang="ko-KR" sz="1000" b="1" dirty="0">
                <a:latin typeface="Arial Narrow"/>
                <a:ea typeface="LG스마트체 Regular"/>
              </a:rPr>
              <a:t>, '25.04까지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신규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Site에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대해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전개할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예정입니다</a:t>
            </a:r>
            <a:r>
              <a:rPr lang="en-US" altLang="ko-KR" sz="1000" b="1" dirty="0">
                <a:latin typeface="Arial Narrow"/>
                <a:ea typeface="LG스마트체 Regular"/>
              </a:rPr>
              <a:t>.</a:t>
            </a:r>
          </a:p>
          <a:p>
            <a:pPr>
              <a:defRPr/>
            </a:pPr>
            <a:r>
              <a:rPr lang="en-US" sz="1000" b="1" dirty="0">
                <a:latin typeface="Arial Narrow"/>
                <a:ea typeface="LG스마트체 Regular"/>
              </a:rPr>
              <a:t> - ESMI </a:t>
            </a:r>
            <a:r>
              <a:rPr lang="ko-KR" altLang="en-US" sz="1000" b="1" dirty="0">
                <a:latin typeface="Arial Narrow"/>
                <a:ea typeface="LG스마트체 Regular"/>
              </a:rPr>
              <a:t>법인</a:t>
            </a:r>
            <a:r>
              <a:rPr lang="en-US" sz="1000" b="1" dirty="0">
                <a:latin typeface="Arial Narrow"/>
                <a:ea typeface="LG스마트체 Regular"/>
              </a:rPr>
              <a:t> </a:t>
            </a:r>
            <a:r>
              <a:rPr lang="ko-KR" altLang="en-US" sz="1000" b="1" dirty="0" err="1">
                <a:latin typeface="Arial Narrow"/>
                <a:ea typeface="LG스마트체 Regular"/>
              </a:rPr>
              <a:t>이상협님이</a:t>
            </a:r>
            <a:r>
              <a:rPr lang="en-US" sz="1000" b="1" dirty="0">
                <a:latin typeface="Arial Narrow"/>
                <a:ea typeface="LG스마트체 Regular"/>
              </a:rPr>
              <a:t> </a:t>
            </a:r>
            <a:r>
              <a:rPr lang="ko-KR" altLang="en-US" sz="1000" b="1" dirty="0">
                <a:latin typeface="Arial Narrow"/>
                <a:ea typeface="LG스마트체 Regular"/>
              </a:rPr>
              <a:t>추가전개</a:t>
            </a:r>
            <a:r>
              <a:rPr lang="en-US" altLang="ko-KR" sz="1000" b="1" dirty="0">
                <a:latin typeface="Arial Narrow"/>
                <a:ea typeface="LG스마트체 Regular"/>
              </a:rPr>
              <a:t>(#3라인, #4라인, #2라인)</a:t>
            </a:r>
            <a:r>
              <a:rPr lang="ko-KR" altLang="en-US" sz="1000" b="1" dirty="0">
                <a:latin typeface="Arial Narrow"/>
                <a:ea typeface="LG스마트체 Regular"/>
              </a:rPr>
              <a:t> 완료하였으며 </a:t>
            </a:r>
            <a:r>
              <a:rPr lang="ko-KR" altLang="en-US" sz="1000" b="1" dirty="0" err="1">
                <a:latin typeface="Arial Narrow"/>
                <a:ea typeface="LG스마트체 Regular"/>
              </a:rPr>
              <a:t>모니터링중</a:t>
            </a:r>
            <a:r>
              <a:rPr lang="ko-KR" altLang="en-US" sz="1000" b="1" dirty="0">
                <a:latin typeface="Arial Narrow"/>
                <a:ea typeface="LG스마트체 Regular"/>
              </a:rPr>
              <a:t> 입니다</a:t>
            </a:r>
            <a:r>
              <a:rPr lang="en-US" sz="1000" b="1" dirty="0">
                <a:latin typeface="Arial Narrow"/>
                <a:ea typeface="LG스마트체 Regular"/>
              </a:rPr>
              <a:t>.(06.21 -)</a:t>
            </a:r>
            <a:br>
              <a:rPr lang="en-US" sz="1000" b="1" dirty="0">
                <a:latin typeface="Arial Narrow"/>
                <a:ea typeface="LG스마트체 Regular"/>
              </a:rPr>
            </a:br>
            <a:r>
              <a:rPr lang="en-US" sz="1000" b="1" dirty="0">
                <a:latin typeface="Arial Narrow"/>
                <a:ea typeface="LG스마트체 Regular"/>
              </a:rPr>
              <a:t> - </a:t>
            </a:r>
            <a:r>
              <a:rPr lang="en-US" sz="1000" b="1" dirty="0" err="1">
                <a:latin typeface="Arial Narrow"/>
                <a:ea typeface="LG스마트체 Regular"/>
              </a:rPr>
              <a:t>ESHD법인</a:t>
            </a:r>
            <a:r>
              <a:rPr lang="en-US" sz="1000" b="1" dirty="0">
                <a:latin typeface="Arial Narrow"/>
                <a:ea typeface="LG스마트체 Regular"/>
              </a:rPr>
              <a:t> </a:t>
            </a:r>
            <a:r>
              <a:rPr lang="ko-KR" altLang="en-US" sz="1000" b="1" dirty="0" err="1">
                <a:latin typeface="Arial Narrow"/>
                <a:ea typeface="LG스마트체 Regular"/>
              </a:rPr>
              <a:t>이상협님이</a:t>
            </a:r>
            <a:r>
              <a:rPr lang="en-US" sz="1000" b="1" dirty="0">
                <a:latin typeface="Arial Narrow"/>
                <a:ea typeface="LG스마트체 Regular"/>
              </a:rPr>
              <a:t> </a:t>
            </a:r>
            <a:r>
              <a:rPr lang="ko-KR" altLang="en-US" sz="1000" b="1" dirty="0">
                <a:latin typeface="Arial Narrow"/>
                <a:ea typeface="LG스마트체 Regular"/>
              </a:rPr>
              <a:t>유지보수 및 추가전개에 원격 지원중입니다</a:t>
            </a:r>
            <a:r>
              <a:rPr lang="en-US" altLang="ko-KR" sz="1000" b="1" dirty="0">
                <a:latin typeface="Arial Narrow"/>
                <a:ea typeface="LG스마트체 Regular"/>
              </a:rPr>
              <a:t>.(</a:t>
            </a:r>
            <a:r>
              <a:rPr lang="en-US" sz="1000" b="1" dirty="0">
                <a:latin typeface="Arial Narrow"/>
                <a:ea typeface="LG스마트체 Regular"/>
              </a:rPr>
              <a:t>04.14 -</a:t>
            </a:r>
            <a:r>
              <a:rPr lang="en-US" altLang="ko-KR" sz="1000" b="1" dirty="0">
                <a:latin typeface="Arial Narrow"/>
                <a:ea typeface="LG스마트체 Regular"/>
              </a:rPr>
              <a:t>)</a:t>
            </a:r>
          </a:p>
          <a:p>
            <a:pPr>
              <a:defRPr/>
            </a:pPr>
            <a:r>
              <a:rPr lang="en-US" sz="1000" b="1" dirty="0">
                <a:latin typeface="Arial Narrow"/>
                <a:ea typeface="LG스마트체 Regular"/>
              </a:rPr>
              <a:t> - ESMI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ko-KR" altLang="en-US" sz="1000" b="1" dirty="0">
                <a:latin typeface="Arial Narrow"/>
                <a:ea typeface="LG스마트체 Regular"/>
              </a:rPr>
              <a:t>법인</a:t>
            </a:r>
            <a:r>
              <a:rPr lang="en-US" sz="1000" b="1" dirty="0">
                <a:latin typeface="Arial Narrow"/>
                <a:ea typeface="LG스마트체 Regular"/>
              </a:rPr>
              <a:t> </a:t>
            </a:r>
            <a:r>
              <a:rPr lang="ko-KR" altLang="en-US" sz="1000" b="1" dirty="0" err="1">
                <a:latin typeface="Arial Narrow"/>
                <a:ea typeface="LG스마트체 Regular"/>
              </a:rPr>
              <a:t>김형원님이</a:t>
            </a:r>
            <a:r>
              <a:rPr lang="en-US" sz="1000" b="1" dirty="0">
                <a:latin typeface="Arial Narrow"/>
                <a:ea typeface="LG스마트체 Regular"/>
              </a:rPr>
              <a:t> </a:t>
            </a:r>
            <a:r>
              <a:rPr lang="ko-KR" altLang="en-US" sz="1000" b="1" dirty="0">
                <a:latin typeface="Arial Narrow"/>
                <a:ea typeface="LG스마트체 Regular"/>
              </a:rPr>
              <a:t>추가전개</a:t>
            </a:r>
            <a:r>
              <a:rPr lang="en-US" sz="1000" b="1" dirty="0">
                <a:latin typeface="Arial Narrow"/>
                <a:ea typeface="LG스마트체 Regular"/>
              </a:rPr>
              <a:t>(#4-5) </a:t>
            </a:r>
            <a:r>
              <a:rPr lang="ko-KR" altLang="en-US" sz="1000" b="1" dirty="0">
                <a:latin typeface="Arial Narrow"/>
                <a:ea typeface="LG스마트체 Regular"/>
              </a:rPr>
              <a:t>완료하였으며</a:t>
            </a:r>
            <a:r>
              <a:rPr lang="en-US" sz="1000" b="1" dirty="0">
                <a:latin typeface="Arial Narrow"/>
                <a:ea typeface="LG스마트체 Regular"/>
              </a:rPr>
              <a:t> </a:t>
            </a:r>
            <a:r>
              <a:rPr lang="ko-KR" altLang="en-US" sz="1000" b="1" dirty="0" err="1">
                <a:latin typeface="Arial Narrow"/>
                <a:ea typeface="LG스마트체 Regular"/>
              </a:rPr>
              <a:t>모니터링중</a:t>
            </a:r>
            <a:r>
              <a:rPr lang="ko-KR" altLang="en-US" sz="1000" b="1" dirty="0">
                <a:latin typeface="Arial Narrow"/>
                <a:ea typeface="LG스마트체 Regular"/>
              </a:rPr>
              <a:t> 입니다</a:t>
            </a:r>
            <a:r>
              <a:rPr lang="en-US" altLang="ko-KR" sz="1000" b="1" dirty="0">
                <a:latin typeface="Arial Narrow"/>
                <a:ea typeface="LG스마트체 Regular"/>
              </a:rPr>
              <a:t>. (06.11 - )</a:t>
            </a:r>
          </a:p>
          <a:p>
            <a:pPr>
              <a:defRPr/>
            </a:pPr>
            <a:r>
              <a:rPr lang="en-US" altLang="ko-KR" sz="1000" b="1" dirty="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 b="1" dirty="0">
                <a:latin typeface="Arial Narrow"/>
                <a:ea typeface="LG스마트체 Regular"/>
              </a:rPr>
              <a:t>- ESST</a:t>
            </a:r>
            <a:r>
              <a:rPr lang="ko-KR" altLang="en-US" sz="1000" b="1" dirty="0">
                <a:latin typeface="Arial Narrow"/>
                <a:ea typeface="LG스마트체 Regular"/>
              </a:rPr>
              <a:t> 법인 </a:t>
            </a:r>
            <a:r>
              <a:rPr lang="ko-KR" altLang="en-US" sz="1000" b="1" dirty="0" err="1">
                <a:latin typeface="Arial Narrow"/>
                <a:ea typeface="LG스마트체 Regular"/>
              </a:rPr>
              <a:t>임형찬님이</a:t>
            </a:r>
            <a:r>
              <a:rPr lang="ko-KR" altLang="en-US" sz="1000" b="1" dirty="0">
                <a:latin typeface="Arial Narrow"/>
                <a:ea typeface="LG스마트체 Regular"/>
              </a:rPr>
              <a:t> 전개 </a:t>
            </a:r>
            <a:r>
              <a:rPr lang="en-US" altLang="ko-KR" sz="1000" b="1" dirty="0">
                <a:latin typeface="Arial Narrow"/>
                <a:ea typeface="LG스마트체 Regular"/>
              </a:rPr>
              <a:t>#1-1 </a:t>
            </a:r>
            <a:r>
              <a:rPr lang="ko-KR" altLang="en-US" sz="1000" b="1" dirty="0">
                <a:latin typeface="Arial Narrow"/>
                <a:ea typeface="LG스마트체 Regular"/>
              </a:rPr>
              <a:t>완료하였으며 </a:t>
            </a:r>
            <a:r>
              <a:rPr lang="ko-KR" altLang="en-US" sz="1000" b="1" dirty="0" err="1">
                <a:latin typeface="Arial Narrow"/>
                <a:ea typeface="LG스마트체 Regular"/>
              </a:rPr>
              <a:t>모니터링중</a:t>
            </a:r>
            <a:r>
              <a:rPr lang="ko-KR" altLang="en-US" sz="1000" b="1" dirty="0">
                <a:latin typeface="Arial Narrow"/>
                <a:ea typeface="LG스마트체 Regular"/>
              </a:rPr>
              <a:t> 입니다</a:t>
            </a:r>
            <a:r>
              <a:rPr lang="en-US" altLang="ko-KR" sz="1000" b="1" dirty="0">
                <a:latin typeface="Arial Narrow"/>
                <a:ea typeface="LG스마트체 Regular"/>
              </a:rPr>
              <a:t>. (10.14 - )</a:t>
            </a:r>
          </a:p>
          <a:p>
            <a:pPr>
              <a:defRPr/>
            </a:pP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>
                <a:solidFill>
                  <a:srgbClr val="0000FF"/>
                </a:solidFill>
                <a:latin typeface="Arial Narrow"/>
                <a:ea typeface="LG스마트체 Regular"/>
              </a:rPr>
              <a:t>- WA</a:t>
            </a:r>
            <a:r>
              <a:rPr lang="ko-KR" altLang="en-US" sz="1000" b="1" dirty="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 b="1" dirty="0">
                <a:solidFill>
                  <a:srgbClr val="0000FF"/>
                </a:solidFill>
                <a:latin typeface="Arial Narrow"/>
                <a:ea typeface="LG스마트체 Regular"/>
              </a:rPr>
              <a:t>3</a:t>
            </a:r>
            <a:r>
              <a:rPr lang="ko-KR" altLang="en-US" sz="1000" b="1" dirty="0">
                <a:solidFill>
                  <a:srgbClr val="0000FF"/>
                </a:solidFill>
                <a:latin typeface="Arial Narrow"/>
                <a:ea typeface="LG스마트체 Regular"/>
              </a:rPr>
              <a:t>동 </a:t>
            </a:r>
            <a:r>
              <a:rPr lang="en-US" altLang="ko-KR" sz="1000" b="1" dirty="0">
                <a:solidFill>
                  <a:srgbClr val="0000FF"/>
                </a:solidFill>
                <a:latin typeface="Arial Narrow"/>
                <a:ea typeface="LG스마트체 Regular"/>
              </a:rPr>
              <a:t>5</a:t>
            </a:r>
            <a:r>
              <a:rPr lang="ko-KR" altLang="en-US" sz="1000" b="1" dirty="0">
                <a:solidFill>
                  <a:srgbClr val="0000FF"/>
                </a:solidFill>
                <a:latin typeface="Arial Narrow"/>
                <a:ea typeface="LG스마트체 Regular"/>
              </a:rPr>
              <a:t>라인 </a:t>
            </a:r>
            <a:r>
              <a:rPr lang="en-US" altLang="ko-KR" sz="1000" b="1" dirty="0">
                <a:solidFill>
                  <a:srgbClr val="0000FF"/>
                </a:solidFill>
                <a:latin typeface="Arial Narrow"/>
                <a:ea typeface="LG스마트체 Regular"/>
              </a:rPr>
              <a:t>APC </a:t>
            </a:r>
            <a:r>
              <a:rPr lang="ko-KR" altLang="en-US" sz="1000" b="1" dirty="0">
                <a:solidFill>
                  <a:srgbClr val="0000FF"/>
                </a:solidFill>
                <a:latin typeface="Arial Narrow"/>
                <a:ea typeface="LG스마트체 Regular"/>
              </a:rPr>
              <a:t>수평전개 완료하였으며</a:t>
            </a:r>
            <a:r>
              <a:rPr lang="en-US" altLang="ko-KR" sz="1000" b="1" dirty="0">
                <a:solidFill>
                  <a:srgbClr val="0000FF"/>
                </a:solidFill>
                <a:latin typeface="Arial Narrow"/>
                <a:ea typeface="LG스마트체 Regular"/>
              </a:rPr>
              <a:t>, 4</a:t>
            </a:r>
            <a:r>
              <a:rPr lang="ko-KR" altLang="en-US" sz="1000" b="1" dirty="0">
                <a:solidFill>
                  <a:srgbClr val="0000FF"/>
                </a:solidFill>
                <a:latin typeface="Arial Narrow"/>
                <a:ea typeface="LG스마트체 Regular"/>
              </a:rPr>
              <a:t>라인 </a:t>
            </a:r>
            <a:r>
              <a:rPr lang="en-US" altLang="ko-KR" sz="1000" b="1" dirty="0">
                <a:solidFill>
                  <a:srgbClr val="0000FF"/>
                </a:solidFill>
                <a:latin typeface="Arial Narrow"/>
                <a:ea typeface="LG스마트체 Regular"/>
              </a:rPr>
              <a:t>APC Setup</a:t>
            </a:r>
            <a:r>
              <a:rPr lang="ko-KR" altLang="en-US" sz="1000" b="1" dirty="0">
                <a:solidFill>
                  <a:srgbClr val="0000FF"/>
                </a:solidFill>
                <a:latin typeface="Arial Narrow"/>
                <a:ea typeface="LG스마트체 Regular"/>
              </a:rPr>
              <a:t> 준비 중입니다</a:t>
            </a:r>
            <a:r>
              <a:rPr lang="en-US" altLang="ko-KR" sz="1000" b="1" dirty="0">
                <a:solidFill>
                  <a:srgbClr val="0000FF"/>
                </a:solidFill>
                <a:latin typeface="Arial Narrow"/>
                <a:ea typeface="LG스마트체 Regular"/>
              </a:rPr>
              <a:t>.</a:t>
            </a:r>
          </a:p>
        </p:txBody>
      </p:sp>
      <p:sp>
        <p:nvSpPr>
          <p:cNvPr id="11" name="직사각형 43">
            <a:extLst>
              <a:ext uri="{FF2B5EF4-FFF2-40B4-BE49-F238E27FC236}">
                <a16:creationId xmlns:a16="http://schemas.microsoft.com/office/drawing/2014/main" id="{F58AE2B6-5E31-E991-58A3-37DF6572B9F0}"/>
              </a:ext>
            </a:extLst>
          </p:cNvPr>
          <p:cNvSpPr/>
          <p:nvPr/>
        </p:nvSpPr>
        <p:spPr>
          <a:xfrm>
            <a:off x="7423899" y="2099624"/>
            <a:ext cx="106532" cy="101729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" name="Text Box 198">
            <a:extLst>
              <a:ext uri="{FF2B5EF4-FFF2-40B4-BE49-F238E27FC236}">
                <a16:creationId xmlns:a16="http://schemas.microsoft.com/office/drawing/2014/main" id="{F8A03920-D32C-A0E3-0510-0EBEBB4F0E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9970" y="2046060"/>
            <a:ext cx="880331" cy="208856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전개중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/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이슈 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해결중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5" name="직사각형 46">
            <a:extLst>
              <a:ext uri="{FF2B5EF4-FFF2-40B4-BE49-F238E27FC236}">
                <a16:creationId xmlns:a16="http://schemas.microsoft.com/office/drawing/2014/main" id="{17B74965-60EB-D9C6-526C-F617CA9C7B0D}"/>
              </a:ext>
            </a:extLst>
          </p:cNvPr>
          <p:cNvSpPr/>
          <p:nvPr/>
        </p:nvSpPr>
        <p:spPr>
          <a:xfrm>
            <a:off x="6742091" y="2099624"/>
            <a:ext cx="106532" cy="10172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" name="Text Box 198">
            <a:extLst>
              <a:ext uri="{FF2B5EF4-FFF2-40B4-BE49-F238E27FC236}">
                <a16:creationId xmlns:a16="http://schemas.microsoft.com/office/drawing/2014/main" id="{BD33EC67-8D80-76B6-6FD3-652A7FE168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18162" y="2051086"/>
            <a:ext cx="477631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전개 시작</a:t>
            </a:r>
          </a:p>
        </p:txBody>
      </p:sp>
      <p:sp>
        <p:nvSpPr>
          <p:cNvPr id="19" name="직사각형 48">
            <a:extLst>
              <a:ext uri="{FF2B5EF4-FFF2-40B4-BE49-F238E27FC236}">
                <a16:creationId xmlns:a16="http://schemas.microsoft.com/office/drawing/2014/main" id="{3309D152-6D6B-BA29-AAA3-5282A01B665C}"/>
              </a:ext>
            </a:extLst>
          </p:cNvPr>
          <p:cNvSpPr/>
          <p:nvPr/>
        </p:nvSpPr>
        <p:spPr>
          <a:xfrm>
            <a:off x="8549840" y="2099624"/>
            <a:ext cx="106532" cy="101729"/>
          </a:xfrm>
          <a:prstGeom prst="rect">
            <a:avLst/>
          </a:prstGeom>
          <a:solidFill>
            <a:schemeClr val="accent6">
              <a:lumMod val="5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1" name="Text Box 198">
            <a:extLst>
              <a:ext uri="{FF2B5EF4-FFF2-40B4-BE49-F238E27FC236}">
                <a16:creationId xmlns:a16="http://schemas.microsoft.com/office/drawing/2014/main" id="{5D4931B5-545A-22F7-AFB9-8047017CB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0184" y="2038268"/>
            <a:ext cx="414031" cy="211623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전개 완료</a:t>
            </a:r>
          </a:p>
        </p:txBody>
      </p:sp>
      <p:sp>
        <p:nvSpPr>
          <p:cNvPr id="24" name="직사각형 27">
            <a:extLst>
              <a:ext uri="{FF2B5EF4-FFF2-40B4-BE49-F238E27FC236}">
                <a16:creationId xmlns:a16="http://schemas.microsoft.com/office/drawing/2014/main" id="{25F87FAB-E613-D56D-0598-0C5D86AC9E99}"/>
              </a:ext>
            </a:extLst>
          </p:cNvPr>
          <p:cNvSpPr/>
          <p:nvPr/>
        </p:nvSpPr>
        <p:spPr>
          <a:xfrm>
            <a:off x="9202884" y="2099624"/>
            <a:ext cx="106532" cy="101729"/>
          </a:xfrm>
          <a:prstGeom prst="rect">
            <a:avLst/>
          </a:prstGeom>
          <a:solidFill>
            <a:schemeClr val="accent3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직사각형 51">
            <a:extLst>
              <a:ext uri="{FF2B5EF4-FFF2-40B4-BE49-F238E27FC236}">
                <a16:creationId xmlns:a16="http://schemas.microsoft.com/office/drawing/2014/main" id="{1EDFB151-0508-EDFB-2672-AF5B777ECE9E}"/>
              </a:ext>
            </a:extLst>
          </p:cNvPr>
          <p:cNvSpPr/>
          <p:nvPr/>
        </p:nvSpPr>
        <p:spPr>
          <a:xfrm>
            <a:off x="6284247" y="2099624"/>
            <a:ext cx="106532" cy="101729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8" name="Text Box 198">
            <a:extLst>
              <a:ext uri="{FF2B5EF4-FFF2-40B4-BE49-F238E27FC236}">
                <a16:creationId xmlns:a16="http://schemas.microsoft.com/office/drawing/2014/main" id="{D9C1DCBD-1708-090C-460C-BA1D6913A1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0319" y="2051086"/>
            <a:ext cx="209682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준비</a:t>
            </a:r>
          </a:p>
        </p:txBody>
      </p:sp>
      <p:sp>
        <p:nvSpPr>
          <p:cNvPr id="30" name="Text Box 198">
            <a:extLst>
              <a:ext uri="{FF2B5EF4-FFF2-40B4-BE49-F238E27FC236}">
                <a16:creationId xmlns:a16="http://schemas.microsoft.com/office/drawing/2014/main" id="{A7EFF1B3-5E12-1232-C18B-9E52D45BE0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68085" y="2041257"/>
            <a:ext cx="303503" cy="203078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안정화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6ACE88A-A1AB-461F-AEE3-1464873574DC}"/>
              </a:ext>
            </a:extLst>
          </p:cNvPr>
          <p:cNvSpPr txBox="1"/>
          <p:nvPr/>
        </p:nvSpPr>
        <p:spPr>
          <a:xfrm>
            <a:off x="202963" y="587137"/>
            <a:ext cx="6545060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※ 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금주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(W51). 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과제 완료 건입니다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.</a:t>
            </a:r>
            <a:endParaRPr lang="en-US" sz="1000" dirty="0">
              <a:solidFill>
                <a:srgbClr val="0000FF"/>
              </a:solidFill>
              <a:latin typeface="Arial Narrow"/>
              <a:ea typeface="LG스마트체 Regular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DFF3721-9310-505A-60DB-8F7BD2759A5A}"/>
              </a:ext>
            </a:extLst>
          </p:cNvPr>
          <p:cNvSpPr txBox="1"/>
          <p:nvPr/>
        </p:nvSpPr>
        <p:spPr>
          <a:xfrm>
            <a:off x="8303345" y="345423"/>
            <a:ext cx="1493999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4" name="내용 개체 틀 20">
            <a:extLst>
              <a:ext uri="{FF2B5EF4-FFF2-40B4-BE49-F238E27FC236}">
                <a16:creationId xmlns:a16="http://schemas.microsoft.com/office/drawing/2014/main" id="{1B6CDDA9-C389-F454-FBE6-50077BF2DEBA}"/>
              </a:ext>
            </a:extLst>
          </p:cNvPr>
          <p:cNvSpPr txBox="1">
            <a:spLocks/>
          </p:cNvSpPr>
          <p:nvPr/>
        </p:nvSpPr>
        <p:spPr>
          <a:xfrm>
            <a:off x="8303345" y="176146"/>
            <a:ext cx="852798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 err="1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임형찬S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 panose="020B0502040204020203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2314033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제목 1">
            <a:extLst>
              <a:ext uri="{FF2B5EF4-FFF2-40B4-BE49-F238E27FC236}">
                <a16:creationId xmlns:a16="http://schemas.microsoft.com/office/drawing/2014/main" id="{960A0393-6219-4F55-98F3-41CFDE70418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65223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LAMI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 </a:t>
            </a:r>
            <a:r>
              <a:rPr lang="ko-KR" altLang="en-US" sz="1800">
                <a:latin typeface="Arial Narrow"/>
                <a:ea typeface="맑은 고딕"/>
                <a:cs typeface="Malgun Gothic Semilight"/>
              </a:rPr>
              <a:t>예측모델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수평전개 현황</a:t>
            </a:r>
            <a:r>
              <a:rPr lang="en-US" altLang="ko-KR" sz="1800">
                <a:latin typeface="Arial Narrow"/>
                <a:ea typeface="맑은 고딕"/>
                <a:cs typeface="Malgun Gothic Semilight"/>
              </a:rPr>
              <a:t> _Global Site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(1/1)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맑은 고딕"/>
              <a:cs typeface="Malgun Gothic Semilight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F3A4CFD-A220-40D6-98F6-41E3B371926C}"/>
              </a:ext>
            </a:extLst>
          </p:cNvPr>
          <p:cNvSpPr/>
          <p:nvPr/>
        </p:nvSpPr>
        <p:spPr>
          <a:xfrm>
            <a:off x="273985" y="5700771"/>
            <a:ext cx="6690335" cy="307777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*</a:t>
            </a:r>
            <a:r>
              <a:rPr kumimoji="0" lang="en-US" altLang="ko-KR" sz="700" b="1" i="0" u="none" strike="noStrike" kern="1200" cap="none" spc="0" normalizeH="0" baseline="0" noProof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라미</a:t>
            </a: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700" b="1" i="0" u="none" strike="noStrike" kern="1200" cap="none" spc="0" normalizeH="0" baseline="0" noProof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예측모델</a:t>
            </a: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700" b="1" i="0" u="none" strike="noStrike" kern="1200" cap="none" spc="0" normalizeH="0" baseline="0" noProof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재료교체</a:t>
            </a: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 </a:t>
            </a:r>
            <a:r>
              <a:rPr kumimoji="0" lang="en-US" altLang="ko-KR" sz="700" b="1" i="0" u="none" strike="noStrike" kern="1200" cap="none" spc="0" normalizeH="0" baseline="0" noProof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Y축</a:t>
            </a: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보정</a:t>
            </a: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: </a:t>
            </a: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짧은 시간 내 위치 변화량이 큰 재료 교체 구간의 경우 계측기 도달 시</a:t>
            </a: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</a:t>
            </a: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불량 다수 발생</a:t>
            </a: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 </a:t>
            </a: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설비 데이터 가상계측 하여</a:t>
            </a: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</a:t>
            </a: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선형 모델</a:t>
            </a: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 </a:t>
            </a: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예측 보정 하여 고도화</a:t>
            </a:r>
            <a:endParaRPr kumimoji="0" lang="en-US" altLang="ko-KR" sz="700" b="1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**</a:t>
            </a:r>
            <a:r>
              <a:rPr kumimoji="0" lang="en-US" altLang="ko-KR" sz="700" b="1" i="0" u="none" strike="noStrike" kern="1200" cap="none" spc="0" normalizeH="0" baseline="0" noProof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라미</a:t>
            </a: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700" b="1" i="0" u="none" strike="noStrike" kern="1200" cap="none" spc="0" normalizeH="0" baseline="0" noProof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예측모델</a:t>
            </a: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700" b="1" i="0" u="none" strike="noStrike" kern="1200" cap="none" spc="0" normalizeH="0" baseline="0" noProof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설비가감속</a:t>
            </a: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700" b="1" i="0" u="none" strike="noStrike" kern="1200" cap="none" spc="0" normalizeH="0" baseline="0" noProof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X축보정</a:t>
            </a: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: </a:t>
            </a: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설비 가</a:t>
            </a: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/</a:t>
            </a: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감속 구간에서 제어 프로파일을 기구부가 따라가지 못해 불량 다수 발생</a:t>
            </a: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 </a:t>
            </a: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기구부가 따라가지 못하는 만큼을 사전 보정 하여 고도화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DDFDBC52-C64F-4C75-BA81-AA3823078B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1885940"/>
              </p:ext>
            </p:extLst>
          </p:nvPr>
        </p:nvGraphicFramePr>
        <p:xfrm>
          <a:off x="273984" y="1979335"/>
          <a:ext cx="9413079" cy="3696298"/>
        </p:xfrm>
        <a:graphic>
          <a:graphicData uri="http://schemas.openxmlformats.org/drawingml/2006/table">
            <a:tbl>
              <a:tblPr/>
              <a:tblGrid>
                <a:gridCol w="564578">
                  <a:extLst>
                    <a:ext uri="{9D8B030D-6E8A-4147-A177-3AD203B41FA5}">
                      <a16:colId xmlns:a16="http://schemas.microsoft.com/office/drawing/2014/main" val="3653849097"/>
                    </a:ext>
                  </a:extLst>
                </a:gridCol>
                <a:gridCol w="382863">
                  <a:extLst>
                    <a:ext uri="{9D8B030D-6E8A-4147-A177-3AD203B41FA5}">
                      <a16:colId xmlns:a16="http://schemas.microsoft.com/office/drawing/2014/main" val="3692611831"/>
                    </a:ext>
                  </a:extLst>
                </a:gridCol>
                <a:gridCol w="336722">
                  <a:extLst>
                    <a:ext uri="{9D8B030D-6E8A-4147-A177-3AD203B41FA5}">
                      <a16:colId xmlns:a16="http://schemas.microsoft.com/office/drawing/2014/main" val="3385475310"/>
                    </a:ext>
                  </a:extLst>
                </a:gridCol>
                <a:gridCol w="291201">
                  <a:extLst>
                    <a:ext uri="{9D8B030D-6E8A-4147-A177-3AD203B41FA5}">
                      <a16:colId xmlns:a16="http://schemas.microsoft.com/office/drawing/2014/main" val="430322567"/>
                    </a:ext>
                  </a:extLst>
                </a:gridCol>
                <a:gridCol w="277403">
                  <a:extLst>
                    <a:ext uri="{9D8B030D-6E8A-4147-A177-3AD203B41FA5}">
                      <a16:colId xmlns:a16="http://schemas.microsoft.com/office/drawing/2014/main" val="177299111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4059187947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993652454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1598816456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2961170238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2443901328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1610131639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1372252305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2580198244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1742167777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2636840701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109118778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1005333276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2121834870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108033081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2571282399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643624119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1573532218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3613674044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2495527972"/>
                    </a:ext>
                  </a:extLst>
                </a:gridCol>
                <a:gridCol w="324533">
                  <a:extLst>
                    <a:ext uri="{9D8B030D-6E8A-4147-A177-3AD203B41FA5}">
                      <a16:colId xmlns:a16="http://schemas.microsoft.com/office/drawing/2014/main" val="2391085696"/>
                    </a:ext>
                  </a:extLst>
                </a:gridCol>
                <a:gridCol w="1069652">
                  <a:extLst>
                    <a:ext uri="{9D8B030D-6E8A-4147-A177-3AD203B41FA5}">
                      <a16:colId xmlns:a16="http://schemas.microsoft.com/office/drawing/2014/main" val="2110415027"/>
                    </a:ext>
                  </a:extLst>
                </a:gridCol>
              </a:tblGrid>
              <a:tr h="322298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수평전개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항목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 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수평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전개율</a:t>
                      </a:r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구축</a:t>
                      </a:r>
                      <a:b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baseline="0">
                          <a:latin typeface="Arial Narrow"/>
                          <a:ea typeface="LG스마트체 Regular"/>
                        </a:rPr>
                        <a:t>24</a:t>
                      </a:r>
                      <a:r>
                        <a:rPr lang="ko-KR" altLang="en-US" sz="800" b="1" baseline="0">
                          <a:latin typeface="Arial Narrow"/>
                          <a:ea typeface="LG스마트체 Regular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baseline="0">
                        <a:latin typeface="Arial Narrow"/>
                        <a:ea typeface="LG스마트체 Regular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baseline="0">
                        <a:latin typeface="Arial Narrow"/>
                        <a:ea typeface="LG스마트체 Regular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baseline="0">
                        <a:latin typeface="Arial Narrow"/>
                        <a:ea typeface="LG스마트체 Regular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비고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7896374"/>
                  </a:ext>
                </a:extLst>
              </a:tr>
              <a:tr h="41245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7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8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9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7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8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9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3004413"/>
                  </a:ext>
                </a:extLst>
              </a:tr>
              <a:tr h="226140">
                <a:tc rowSpan="13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라미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endParaRPr lang="en-US" altLang="ko-KR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예측모델</a:t>
                      </a:r>
                      <a:endParaRPr lang="en-US" altLang="ko-KR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en-US" sz="800" b="1" i="0" u="none" strike="noStrike" baseline="0" noProof="0">
                          <a:solidFill>
                            <a:srgbClr val="008000"/>
                          </a:solidFill>
                          <a:effectLst/>
                          <a:latin typeface="Arial Narrow"/>
                        </a:rPr>
                        <a:t>*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재료교체 </a:t>
                      </a:r>
                      <a:endParaRPr lang="en-US" altLang="ko-KR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8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Y축보정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endParaRPr lang="en-US" altLang="ko-KR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sz="800" b="1" i="0" u="none" strike="noStrike" baseline="0" noProof="0">
                          <a:solidFill>
                            <a:srgbClr val="008000"/>
                          </a:solidFill>
                          <a:effectLst/>
                          <a:latin typeface="Arial Narrow"/>
                        </a:rPr>
                        <a:t>**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설비가감속 </a:t>
                      </a:r>
                      <a:r>
                        <a:rPr lang="ko-KR" altLang="en-US" sz="8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X축보정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ESGM 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#1~10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100%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O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8721433"/>
                  </a:ext>
                </a:extLst>
              </a:tr>
              <a:tr h="226140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ESGM 2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#1~4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100%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O</a:t>
                      </a:r>
                      <a:endParaRPr lang="en-US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#5~10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설비 셋업중</a:t>
                      </a:r>
                      <a:endParaRPr lang="en-US" altLang="ko-KR" sz="800" b="0" i="0" u="none" strike="noStrike" baseline="0" err="1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2756346"/>
                  </a:ext>
                </a:extLst>
              </a:tr>
              <a:tr h="19968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ESWA 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MEB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100%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O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MEB: 10,13,14,21~24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20193"/>
                  </a:ext>
                </a:extLst>
              </a:tr>
              <a:tr h="22614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ESWA 5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Normal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57%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Normal: 8,9,11,12,15~17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1901338"/>
                  </a:ext>
                </a:extLst>
              </a:tr>
              <a:tr h="22614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ESWA 8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#26~28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100%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O</a:t>
                      </a:r>
                      <a:endParaRPr lang="en-US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#26-3, 28 진행중</a:t>
                      </a:r>
                      <a:endParaRPr lang="en-US" altLang="ko-KR" sz="800" b="0" i="0" u="none" strike="noStrike" baseline="0" err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9451494"/>
                  </a:ext>
                </a:extLst>
              </a:tr>
              <a:tr h="226140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ESST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#1~5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0%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샘플생산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’25.09.15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4712199"/>
                  </a:ext>
                </a:extLst>
              </a:tr>
              <a:tr h="226140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ESHD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#1~6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6%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샘플생산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’25.03.17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2051446"/>
                  </a:ext>
                </a:extLst>
              </a:tr>
              <a:tr h="2261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ESMI_LS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#1~5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10%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샘플생산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’25.05.02</a:t>
                      </a:r>
                      <a:endParaRPr lang="ko-KR" sz="80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8490337"/>
                  </a:ext>
                </a:extLst>
              </a:tr>
              <a:tr h="2261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ESMI 1,2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#1~5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50%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09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샘플생산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’25.02.15</a:t>
                      </a:r>
                      <a:endParaRPr lang="ko-KR" sz="80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2911359"/>
                  </a:ext>
                </a:extLst>
              </a:tr>
              <a:tr h="22614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ESWA 2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#5, 6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0%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생산운영공정팀</a:t>
                      </a:r>
                      <a:b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소통창구로</a:t>
                      </a:r>
                    </a:p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법인과 일정 협의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12/5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0597829"/>
                  </a:ext>
                </a:extLst>
              </a:tr>
              <a:tr h="22614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ESNA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#6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0%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8825967"/>
                  </a:ext>
                </a:extLst>
              </a:tr>
              <a:tr h="2261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ESNB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#1~6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0%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5516453"/>
                  </a:ext>
                </a:extLst>
              </a:tr>
              <a:tr h="22614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ESNJ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#1,2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0%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X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8641183"/>
                  </a:ext>
                </a:extLst>
              </a:tr>
            </a:tbl>
          </a:graphicData>
        </a:graphic>
      </p:graphicFrame>
      <p:sp>
        <p:nvSpPr>
          <p:cNvPr id="31" name="직사각형 30">
            <a:extLst>
              <a:ext uri="{FF2B5EF4-FFF2-40B4-BE49-F238E27FC236}">
                <a16:creationId xmlns:a16="http://schemas.microsoft.com/office/drawing/2014/main" id="{3DF60854-F604-4042-822E-D814888CB298}"/>
              </a:ext>
            </a:extLst>
          </p:cNvPr>
          <p:cNvSpPr/>
          <p:nvPr/>
        </p:nvSpPr>
        <p:spPr>
          <a:xfrm>
            <a:off x="8280933" y="2279739"/>
            <a:ext cx="348132" cy="3428111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7" name="직사각형 43">
            <a:extLst>
              <a:ext uri="{FF2B5EF4-FFF2-40B4-BE49-F238E27FC236}">
                <a16:creationId xmlns:a16="http://schemas.microsoft.com/office/drawing/2014/main" id="{C368C504-FA03-ECA6-D957-55B7B2C23DD2}"/>
              </a:ext>
            </a:extLst>
          </p:cNvPr>
          <p:cNvSpPr/>
          <p:nvPr/>
        </p:nvSpPr>
        <p:spPr>
          <a:xfrm>
            <a:off x="7423899" y="1810866"/>
            <a:ext cx="106532" cy="101729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Text Box 198">
            <a:extLst>
              <a:ext uri="{FF2B5EF4-FFF2-40B4-BE49-F238E27FC236}">
                <a16:creationId xmlns:a16="http://schemas.microsoft.com/office/drawing/2014/main" id="{CDF8E826-1109-1DBB-4F79-92718C93F5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9970" y="1757302"/>
            <a:ext cx="880331" cy="208856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전개중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/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이슈 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해결중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1" name="직사각형 46">
            <a:extLst>
              <a:ext uri="{FF2B5EF4-FFF2-40B4-BE49-F238E27FC236}">
                <a16:creationId xmlns:a16="http://schemas.microsoft.com/office/drawing/2014/main" id="{9BBF337B-4E0A-0090-5BF2-917ED0013EBE}"/>
              </a:ext>
            </a:extLst>
          </p:cNvPr>
          <p:cNvSpPr/>
          <p:nvPr/>
        </p:nvSpPr>
        <p:spPr>
          <a:xfrm>
            <a:off x="6742091" y="1810866"/>
            <a:ext cx="106532" cy="10172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" name="Text Box 198">
            <a:extLst>
              <a:ext uri="{FF2B5EF4-FFF2-40B4-BE49-F238E27FC236}">
                <a16:creationId xmlns:a16="http://schemas.microsoft.com/office/drawing/2014/main" id="{DB778A11-7B5C-1DF2-F090-84B9F3ECEF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18162" y="1762328"/>
            <a:ext cx="477631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전개 시작</a:t>
            </a:r>
          </a:p>
        </p:txBody>
      </p:sp>
      <p:sp>
        <p:nvSpPr>
          <p:cNvPr id="15" name="직사각형 48">
            <a:extLst>
              <a:ext uri="{FF2B5EF4-FFF2-40B4-BE49-F238E27FC236}">
                <a16:creationId xmlns:a16="http://schemas.microsoft.com/office/drawing/2014/main" id="{9486154D-FD39-908D-FB3A-F4907C8DEC5C}"/>
              </a:ext>
            </a:extLst>
          </p:cNvPr>
          <p:cNvSpPr/>
          <p:nvPr/>
        </p:nvSpPr>
        <p:spPr>
          <a:xfrm>
            <a:off x="8549840" y="1810866"/>
            <a:ext cx="106532" cy="101729"/>
          </a:xfrm>
          <a:prstGeom prst="rect">
            <a:avLst/>
          </a:prstGeom>
          <a:solidFill>
            <a:schemeClr val="accent6">
              <a:lumMod val="5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" name="Text Box 198">
            <a:extLst>
              <a:ext uri="{FF2B5EF4-FFF2-40B4-BE49-F238E27FC236}">
                <a16:creationId xmlns:a16="http://schemas.microsoft.com/office/drawing/2014/main" id="{4A322D17-9D93-B5F6-FCD5-07BD2FF00D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0184" y="1749510"/>
            <a:ext cx="414031" cy="211623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전개 완료</a:t>
            </a:r>
          </a:p>
        </p:txBody>
      </p:sp>
      <p:sp>
        <p:nvSpPr>
          <p:cNvPr id="19" name="직사각형 27">
            <a:extLst>
              <a:ext uri="{FF2B5EF4-FFF2-40B4-BE49-F238E27FC236}">
                <a16:creationId xmlns:a16="http://schemas.microsoft.com/office/drawing/2014/main" id="{024C03BC-B002-7E63-BA3A-28D71C2178D9}"/>
              </a:ext>
            </a:extLst>
          </p:cNvPr>
          <p:cNvSpPr/>
          <p:nvPr/>
        </p:nvSpPr>
        <p:spPr>
          <a:xfrm>
            <a:off x="9202884" y="1810866"/>
            <a:ext cx="106532" cy="101729"/>
          </a:xfrm>
          <a:prstGeom prst="rect">
            <a:avLst/>
          </a:prstGeom>
          <a:solidFill>
            <a:schemeClr val="accent3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1" name="직사각형 51">
            <a:extLst>
              <a:ext uri="{FF2B5EF4-FFF2-40B4-BE49-F238E27FC236}">
                <a16:creationId xmlns:a16="http://schemas.microsoft.com/office/drawing/2014/main" id="{423BD07B-AD07-23DF-59C6-469F8CEEE120}"/>
              </a:ext>
            </a:extLst>
          </p:cNvPr>
          <p:cNvSpPr/>
          <p:nvPr/>
        </p:nvSpPr>
        <p:spPr>
          <a:xfrm>
            <a:off x="6284247" y="1810866"/>
            <a:ext cx="106532" cy="101729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Text Box 198">
            <a:extLst>
              <a:ext uri="{FF2B5EF4-FFF2-40B4-BE49-F238E27FC236}">
                <a16:creationId xmlns:a16="http://schemas.microsoft.com/office/drawing/2014/main" id="{4E725B02-4D67-937B-775D-5CD8B4A22A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0319" y="1762328"/>
            <a:ext cx="209682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준비</a:t>
            </a:r>
          </a:p>
        </p:txBody>
      </p:sp>
      <p:sp>
        <p:nvSpPr>
          <p:cNvPr id="29" name="Text Box 198">
            <a:extLst>
              <a:ext uri="{FF2B5EF4-FFF2-40B4-BE49-F238E27FC236}">
                <a16:creationId xmlns:a16="http://schemas.microsoft.com/office/drawing/2014/main" id="{1E3DCA6A-F7C2-43ED-4A37-600515388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68085" y="1752499"/>
            <a:ext cx="303503" cy="203078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안정화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14CA0C7-3DB1-F722-B886-AB09242AA436}"/>
              </a:ext>
            </a:extLst>
          </p:cNvPr>
          <p:cNvSpPr txBox="1"/>
          <p:nvPr/>
        </p:nvSpPr>
        <p:spPr>
          <a:xfrm>
            <a:off x="273992" y="835334"/>
            <a:ext cx="9503544" cy="40011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lang="en-US" altLang="ko-KR" sz="1000" b="1" dirty="0">
                <a:solidFill>
                  <a:prstClr val="black"/>
                </a:solidFill>
                <a:latin typeface="Arial Narrow"/>
                <a:ea typeface="LG스마트체 Regular"/>
              </a:rPr>
              <a:t>1) </a:t>
            </a:r>
            <a:r>
              <a:rPr lang="ko-KR" altLang="en-US" sz="1000" b="1" dirty="0">
                <a:solidFill>
                  <a:prstClr val="black"/>
                </a:solidFill>
                <a:latin typeface="Arial Narrow"/>
                <a:ea typeface="LG스마트체 Regular"/>
              </a:rPr>
              <a:t>신규 법인 LAMI 예측모델</a:t>
            </a:r>
            <a:r>
              <a:rPr lang="en-US" altLang="ko-KR" sz="1000" b="1" dirty="0">
                <a:solidFill>
                  <a:prstClr val="black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1000" b="1" dirty="0">
                <a:solidFill>
                  <a:prstClr val="black"/>
                </a:solidFill>
                <a:latin typeface="Arial Narrow"/>
                <a:ea typeface="LG스마트체 Regular"/>
              </a:rPr>
              <a:t>적용</a:t>
            </a:r>
            <a:br>
              <a:rPr lang="en-US" altLang="ko-KR" sz="1000" b="1" dirty="0">
                <a:latin typeface="Arial Narrow"/>
                <a:ea typeface="LG스마트체 Regular"/>
              </a:rPr>
            </a:br>
            <a:r>
              <a:rPr lang="en-US" altLang="ko-KR" sz="1000" b="1" dirty="0">
                <a:solidFill>
                  <a:srgbClr val="000000"/>
                </a:solidFill>
              </a:rPr>
              <a:t> </a:t>
            </a:r>
            <a:r>
              <a:rPr lang="en-US" altLang="ko-KR" sz="1000" b="1" dirty="0">
                <a:latin typeface="Arial Narrow"/>
                <a:ea typeface="LG스마트체 Regular"/>
              </a:rPr>
              <a:t>- LAMI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예측모델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재료교체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Y축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보정</a:t>
            </a:r>
            <a:r>
              <a:rPr lang="en-US" altLang="ko-KR" sz="1000" b="1" dirty="0">
                <a:latin typeface="Arial Narrow"/>
                <a:ea typeface="LG스마트체 Regular"/>
              </a:rPr>
              <a:t>,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설비</a:t>
            </a:r>
            <a:r>
              <a:rPr lang="en-US" altLang="ko-KR" sz="1000" b="1" dirty="0">
                <a:latin typeface="Arial Narrow"/>
                <a:ea typeface="LG스마트체 Regular"/>
              </a:rPr>
              <a:t> 가/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감속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X축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보정은</a:t>
            </a:r>
            <a:r>
              <a:rPr lang="en-US" altLang="ko-KR" sz="1000" b="1" dirty="0">
                <a:latin typeface="Arial Narrow"/>
                <a:ea typeface="LG스마트체 Regular"/>
              </a:rPr>
              <a:t> ESWA(5동, 8동)에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적용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중이며</a:t>
            </a:r>
            <a:r>
              <a:rPr lang="en-US" altLang="ko-KR" sz="1000" b="1" dirty="0">
                <a:latin typeface="Arial Narrow"/>
                <a:ea typeface="LG스마트체 Regular"/>
              </a:rPr>
              <a:t>,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이후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신규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Site에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APC와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병합되어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순차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적용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en-US" altLang="ko-KR" sz="1000" b="1" dirty="0" err="1">
                <a:latin typeface="Arial Narrow"/>
                <a:ea typeface="LG스마트체 Regular"/>
              </a:rPr>
              <a:t>예정입니다</a:t>
            </a:r>
            <a:r>
              <a:rPr lang="en-US" altLang="ko-KR" sz="1000" b="1" dirty="0">
                <a:latin typeface="Arial Narrow"/>
                <a:ea typeface="LG스마트체 Regular"/>
              </a:rPr>
              <a:t>.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CE63F292-B2EE-4FCA-F201-82C9D71BB8F8}"/>
              </a:ext>
            </a:extLst>
          </p:cNvPr>
          <p:cNvSpPr txBox="1"/>
          <p:nvPr/>
        </p:nvSpPr>
        <p:spPr>
          <a:xfrm>
            <a:off x="202963" y="584537"/>
            <a:ext cx="9305021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n-US" altLang="ko-KR" sz="1000" dirty="0">
                <a:solidFill>
                  <a:srgbClr val="0000FF"/>
                </a:solidFill>
                <a:latin typeface="+mj-ea"/>
                <a:ea typeface="+mj-ea"/>
              </a:rPr>
              <a:t>※ </a:t>
            </a:r>
            <a:r>
              <a:rPr lang="ko-KR" altLang="en-US" sz="1000" dirty="0">
                <a:solidFill>
                  <a:srgbClr val="0000FF"/>
                </a:solidFill>
                <a:latin typeface="+mj-ea"/>
                <a:ea typeface="+mj-ea"/>
              </a:rPr>
              <a:t>금주</a:t>
            </a:r>
            <a:r>
              <a:rPr lang="en-US" altLang="ko-KR" sz="1000" dirty="0">
                <a:solidFill>
                  <a:srgbClr val="0000FF"/>
                </a:solidFill>
                <a:latin typeface="+mj-ea"/>
                <a:ea typeface="+mj-ea"/>
              </a:rPr>
              <a:t>(W51). 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특이 사항 없습니다</a:t>
            </a:r>
            <a:endParaRPr lang="en-US" altLang="ko-KR" sz="1000" dirty="0">
              <a:solidFill>
                <a:srgbClr val="0000FF"/>
              </a:solidFill>
              <a:latin typeface="LG Smart_H Regular"/>
              <a:ea typeface="+mj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5AEA1D5-D265-3348-2BDF-FC3F0B13B537}"/>
              </a:ext>
            </a:extLst>
          </p:cNvPr>
          <p:cNvSpPr txBox="1"/>
          <p:nvPr/>
        </p:nvSpPr>
        <p:spPr>
          <a:xfrm>
            <a:off x="8303345" y="345423"/>
            <a:ext cx="1493999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4B3931D2-C2E1-887C-CB75-F908AE4F236D}"/>
              </a:ext>
            </a:extLst>
          </p:cNvPr>
          <p:cNvSpPr txBox="1">
            <a:spLocks/>
          </p:cNvSpPr>
          <p:nvPr/>
        </p:nvSpPr>
        <p:spPr>
          <a:xfrm>
            <a:off x="8303345" y="176146"/>
            <a:ext cx="852798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 err="1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임형찬S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 panose="020B0502040204020203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709828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D2BA5168-ADFD-4435-B791-C0FFB32FA4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7959639"/>
              </p:ext>
            </p:extLst>
          </p:nvPr>
        </p:nvGraphicFramePr>
        <p:xfrm>
          <a:off x="2641379" y="1653224"/>
          <a:ext cx="5989676" cy="661054"/>
        </p:xfrm>
        <a:graphic>
          <a:graphicData uri="http://schemas.openxmlformats.org/drawingml/2006/table">
            <a:tbl>
              <a:tblPr/>
              <a:tblGrid>
                <a:gridCol w="722606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988730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1409787820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1978639862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4075003826"/>
                    </a:ext>
                  </a:extLst>
                </a:gridCol>
              </a:tblGrid>
              <a:tr h="192660">
                <a:tc grid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진행 계획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안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9264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공통모듈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데이터 파이프 라인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3. 1Step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코드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활용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코터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4.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공통 로직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코드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5.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공정별 로직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코드 개발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(PKG)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6.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단기 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7.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양산 검증</a:t>
                      </a:r>
                      <a:b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대표호기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21502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‘24.11.30</a:t>
                      </a:r>
                      <a:endParaRPr kumimoji="0"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‘25.02.21</a:t>
                      </a: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~25.09.30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sng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graphicFrame>
        <p:nvGraphicFramePr>
          <p:cNvPr id="20" name="표 1">
            <a:extLst>
              <a:ext uri="{FF2B5EF4-FFF2-40B4-BE49-F238E27FC236}">
                <a16:creationId xmlns:a16="http://schemas.microsoft.com/office/drawing/2014/main" id="{2DA94209-4BE0-4B68-B69F-D3BFF8EDF9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4979667"/>
              </p:ext>
            </p:extLst>
          </p:nvPr>
        </p:nvGraphicFramePr>
        <p:xfrm>
          <a:off x="125047" y="866775"/>
          <a:ext cx="9644170" cy="5747089"/>
        </p:xfrm>
        <a:graphic>
          <a:graphicData uri="http://schemas.openxmlformats.org/drawingml/2006/table">
            <a:tbl>
              <a:tblPr/>
              <a:tblGrid>
                <a:gridCol w="7358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37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자동보정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코드 표준화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APC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  <a:t>적용 법인</a:t>
                      </a:r>
                      <a:b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</a:b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  <a:t> WA</a:t>
                      </a:r>
                      <a:b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</a:b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  <a:t> ST</a:t>
                      </a:r>
                      <a:b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</a:b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  <a:t> HD</a:t>
                      </a:r>
                      <a:b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</a:b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  <a:t> MI1</a:t>
                      </a:r>
                      <a:b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</a:b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  <a:t> MI2</a:t>
                      </a: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  <a:effectLst/>
                        <a:latin typeface="Malgun Gothic"/>
                        <a:ea typeface="Malgun Gothic"/>
                      </a:endParaRPr>
                    </a:p>
                    <a:p>
                      <a:pPr marL="0" lvl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  <a:cs typeface="+mn-cs"/>
                        </a:rPr>
                        <a:t>MI_LS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  <a:cs typeface="+mn-cs"/>
                        </a:rPr>
                        <a:t>HG</a:t>
                      </a:r>
                      <a:endParaRPr lang="ko-KR" altLang="en-US" sz="900" b="0" i="0" u="none" strike="noStrike" kern="1200">
                        <a:solidFill>
                          <a:srgbClr val="000000"/>
                        </a:solidFill>
                        <a:effectLst/>
                        <a:latin typeface="Malgun Gothic"/>
                        <a:ea typeface="Malgun Gothic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sng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’25.03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공통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박준오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라미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임형찬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S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김형원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A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스택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김태승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A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노칭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백승민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A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원통형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서재근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P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PKG</a:t>
                      </a:r>
                      <a:br>
                        <a:rPr lang="en-US" altLang="ko-KR" sz="9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en-US" altLang="ko-KR" sz="900" b="0" i="0" u="none" strike="noStrike" err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황재웅A</a:t>
                      </a:r>
                      <a:endParaRPr lang="en-US" altLang="ko-KR" sz="9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*</a:t>
                      </a:r>
                      <a:r>
                        <a:rPr lang="en-US" altLang="ko-KR" sz="900" b="0" i="0" u="none" strike="noStrike" err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공정별</a:t>
                      </a:r>
                      <a:r>
                        <a:rPr lang="en-US" altLang="ko-KR" sz="9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 </a:t>
                      </a:r>
                      <a:r>
                        <a:rPr lang="en-US" altLang="ko-KR" sz="900" b="0" i="0" u="none" strike="noStrike" err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지원</a:t>
                      </a:r>
                      <a:br>
                        <a:rPr lang="en-US" altLang="ko-KR" sz="900" b="0" i="0" u="none" strike="noStrike">
                          <a:solidFill>
                            <a:srgbClr val="BFBFBF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endParaRPr lang="en-US" altLang="ko-KR" sz="900" b="0" i="0" u="none" strike="noStrike">
                        <a:solidFill>
                          <a:srgbClr val="BFBFBF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코터</a:t>
                      </a:r>
                      <a:endParaRPr lang="en-US" altLang="ko-KR" sz="9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강호종</a:t>
                      </a:r>
                      <a:r>
                        <a:rPr lang="en-US" altLang="ko-KR" sz="9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롤프레스</a:t>
                      </a:r>
                      <a:endParaRPr lang="en-US" altLang="ko-KR" sz="9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김치완</a:t>
                      </a:r>
                      <a:r>
                        <a:rPr lang="en-US" altLang="ko-KR" sz="9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S</a:t>
                      </a:r>
                      <a:br>
                        <a:rPr lang="en-US" altLang="ko-KR" sz="900" b="0" i="0" u="none" strike="noStrike">
                          <a:solidFill>
                            <a:srgbClr val="BFBFBF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endParaRPr lang="en-US" altLang="ko-KR" sz="900" b="0" i="0" u="none" strike="noStrike">
                        <a:solidFill>
                          <a:srgbClr val="BFBFBF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노칭</a:t>
                      </a:r>
                      <a:endParaRPr lang="en-US" altLang="ko-KR" sz="9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신재우</a:t>
                      </a:r>
                      <a:r>
                        <a:rPr lang="en-US" altLang="ko-KR" sz="9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br>
                        <a:rPr lang="en-US" altLang="ko-KR" sz="900" b="0" i="0" u="none" strike="noStrike">
                          <a:solidFill>
                            <a:srgbClr val="BFBFBF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DAF7EAF6-6B27-4003-A330-1EB91BE77B96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92039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■ 자동보정 코드 표준화</a:t>
            </a:r>
          </a:p>
        </p:txBody>
      </p:sp>
      <p:sp>
        <p:nvSpPr>
          <p:cNvPr id="23" name="제목 1">
            <a:extLst>
              <a:ext uri="{FF2B5EF4-FFF2-40B4-BE49-F238E27FC236}">
                <a16:creationId xmlns:a16="http://schemas.microsoft.com/office/drawing/2014/main" id="{6D984AD0-E192-40C8-83F8-373E0C44F19B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47911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조립자동보정팀</a:t>
            </a:r>
            <a:r>
              <a:rPr lang="en-US" altLang="ko-KR" sz="1800">
                <a:latin typeface="Arial Narrow"/>
                <a:ea typeface="맑은 고딕" panose="020B0503020000020004" pitchFamily="50" charset="-127"/>
                <a:cs typeface="Malgun Gothic Semilight" panose="020B0502040204020203" pitchFamily="50" charset="-127"/>
              </a:rPr>
              <a:t> (</a:t>
            </a:r>
            <a:r>
              <a:rPr lang="ko-KR" altLang="en-US" sz="1800">
                <a:latin typeface="Arial Narrow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자동차</a:t>
            </a:r>
            <a:r>
              <a:rPr lang="en-US" altLang="ko-KR" sz="1800">
                <a:ea typeface="맑은 고딕" panose="020B0503020000020004" pitchFamily="50" charset="-127"/>
                <a:cs typeface="Malgun Gothic Semilight" panose="020B0502040204020203" pitchFamily="50" charset="-127"/>
              </a:rPr>
              <a:t>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EE25D773-57A8-4A35-B7A5-664A556DA1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5613991"/>
              </p:ext>
            </p:extLst>
          </p:nvPr>
        </p:nvGraphicFramePr>
        <p:xfrm>
          <a:off x="1650029" y="1092844"/>
          <a:ext cx="6972241" cy="547792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0218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32023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41186">
                <a:tc gridSpan="2"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(W51). 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라미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/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스택 로직 개발 일정 지연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전체 일정에는 변동 없도록 검증 일정을 단축시키도록 하겠습니다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라미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공정은 파이널 커터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(CS Gap)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검증 완료 하였고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스택 공정은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Cell No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별 로직 검증 완료하였습니다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605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22449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현수준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공정별 개발 인원 스와핑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개발지원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어렵고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코드 개발 시 많은 불필요한 시간이 소요됨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목표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전공정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개발언어를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‘Python’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일원화 하고 코드 구조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개발 방식을 표준화 하고자 함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공통 코드를 표준화 개발하고 각 공정 개발자는 이를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상속받아 재사용성을 높이고 유지보수를 용이하게 하는데 목적이 있습니다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ko-KR" altLang="en-US" sz="8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라미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스택 공정 코드 표준화 진행</a:t>
                      </a: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Config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정리 및 코드 개발 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~25.11.07 &gt;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완료​</a:t>
                      </a: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Data Pipeline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설계 및 코드 개발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~25.11.19 &gt;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완료</a:t>
                      </a: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데이터 수집 확인 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~25.11.21 &gt;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로직 정리 및 코드 개발 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~25.12.17 &gt;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중</a:t>
                      </a: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&gt; </a:t>
                      </a:r>
                      <a:r>
                        <a:rPr lang="ko-KR" altLang="en-US" sz="8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라미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스택 로직 개발 일정이 일부 지연되고 있습니다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. (ESWA Omron PLC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의 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APC/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예측모델 적용으로 인한 지연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전체일정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금년 내 개발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에 지연 발생되지 않도록 로직 검증 일정을 단축 시키도록 하겠습니다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&gt; </a:t>
                      </a:r>
                      <a:r>
                        <a:rPr lang="ko-KR" altLang="en-US" sz="8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라미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스택 공통 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Auto-ON,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알고리즘 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Status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처리 부 개발 완료</a:t>
                      </a: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&gt; </a:t>
                      </a:r>
                      <a:r>
                        <a:rPr lang="ko-KR" altLang="en-US" sz="8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라미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합치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치수 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Delta 1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델타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)​ 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로직 계산 개발 중</a:t>
                      </a: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         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음극 커터 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Theta, 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양극 커터 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Theta 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→ 로직 계산 개발 중 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김형원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A 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진행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로직별 클래스 구분되어 있어 별도 작업 가능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      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파이널 커터 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(CS Gap) 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→ 보정 값 검증 완료  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파이널 커버 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Theta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→ 보정 값 검증 중</a:t>
                      </a: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         (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수기 계산 값과 프로그램의 최종 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APC Write 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출력 값 비교 완료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※ </a:t>
                      </a:r>
                      <a:r>
                        <a:rPr lang="ko-KR" altLang="en-US" sz="8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라미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잔여건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(9)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음극 커터 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(TPA),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양극 커터 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(TPC), EPC 3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분리막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음극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양극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​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합치 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(AC Gap),</a:t>
                      </a: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                           </a:t>
                      </a:r>
                      <a:r>
                        <a:rPr lang="ko-KR" altLang="en-US" sz="8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장변실링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툴팁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제어 이상감지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Summary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처리</a:t>
                      </a: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endParaRPr lang="en-US" altLang="ko-KR" sz="8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3BC9799D-CC5C-4DBA-88A4-5E0AD149EB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5863954"/>
              </p:ext>
            </p:extLst>
          </p:nvPr>
        </p:nvGraphicFramePr>
        <p:xfrm>
          <a:off x="2641379" y="1653224"/>
          <a:ext cx="5989676" cy="699390"/>
        </p:xfrm>
        <a:graphic>
          <a:graphicData uri="http://schemas.openxmlformats.org/drawingml/2006/table">
            <a:tbl>
              <a:tblPr/>
              <a:tblGrid>
                <a:gridCol w="722606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988730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1409787820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1978639862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4075003826"/>
                    </a:ext>
                  </a:extLst>
                </a:gridCol>
              </a:tblGrid>
              <a:tr h="192660">
                <a:tc grid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진행 계획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안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9264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공통모듈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데이터 파이프 라인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3. 1Step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코드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활용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코터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4.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공통 로직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코드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5.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추가공정 코드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라미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스택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6.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로직 검증</a:t>
                      </a:r>
                      <a:b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(APC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검증서버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7.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양산 검증</a:t>
                      </a:r>
                      <a:b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대표호기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21502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‘24.11.30</a:t>
                      </a:r>
                      <a:endParaRPr kumimoji="0"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‘25.02.21</a:t>
                      </a: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~25.09.30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~25.09.30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8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~25.12.17</a:t>
                      </a:r>
                      <a:b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→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~25.12.24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~25.12.31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TBD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8BA0FECA-4BC7-4016-A5AE-0F85FBF50749}"/>
              </a:ext>
            </a:extLst>
          </p:cNvPr>
          <p:cNvSpPr txBox="1"/>
          <p:nvPr/>
        </p:nvSpPr>
        <p:spPr>
          <a:xfrm>
            <a:off x="1719701" y="1588838"/>
            <a:ext cx="78098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 계획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5CFA24C-71E0-49D1-B7CC-1A3F0CFC5EBE}"/>
              </a:ext>
            </a:extLst>
          </p:cNvPr>
          <p:cNvSpPr txBox="1"/>
          <p:nvPr/>
        </p:nvSpPr>
        <p:spPr>
          <a:xfrm>
            <a:off x="1860765" y="2286199"/>
            <a:ext cx="49885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배경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93EC94B-2C09-4F2C-AFB0-17D4D26A2000}"/>
              </a:ext>
            </a:extLst>
          </p:cNvPr>
          <p:cNvSpPr txBox="1"/>
          <p:nvPr/>
        </p:nvSpPr>
        <p:spPr>
          <a:xfrm>
            <a:off x="1712174" y="2852755"/>
            <a:ext cx="78098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</a:rPr>
              <a:t>진행 상황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AD209E6-8503-4953-BD33-89153A43AE3E}"/>
              </a:ext>
            </a:extLst>
          </p:cNvPr>
          <p:cNvGrpSpPr/>
          <p:nvPr/>
        </p:nvGrpSpPr>
        <p:grpSpPr>
          <a:xfrm>
            <a:off x="6044049" y="1726887"/>
            <a:ext cx="873941" cy="645028"/>
            <a:chOff x="2704720" y="1158377"/>
            <a:chExt cx="457896" cy="1006507"/>
          </a:xfrm>
        </p:grpSpPr>
        <p:sp>
          <p:nvSpPr>
            <p:cNvPr id="33" name="TextBox 354">
              <a:extLst>
                <a:ext uri="{FF2B5EF4-FFF2-40B4-BE49-F238E27FC236}">
                  <a16:creationId xmlns:a16="http://schemas.microsoft.com/office/drawing/2014/main" id="{934D11ED-BCB7-480E-B3C3-43F10E6A8CC0}"/>
                </a:ext>
              </a:extLst>
            </p:cNvPr>
            <p:cNvSpPr txBox="1"/>
            <p:nvPr/>
          </p:nvSpPr>
          <p:spPr>
            <a:xfrm rot="10800000" flipV="1">
              <a:off x="2847593" y="1158377"/>
              <a:ext cx="190560" cy="144093"/>
            </a:xfrm>
            <a:prstGeom prst="rect">
              <a:avLst/>
            </a:prstGeom>
            <a:noFill/>
            <a:ln w="9525" cmpd="sng">
              <a:noFill/>
            </a:ln>
            <a:effectLst/>
          </p:spPr>
          <p:txBody>
            <a:bodyPr wrap="square" lIns="36000" tIns="36000" rIns="36000" bIns="36000" rtlCol="0" anchor="ctr"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▼</a:t>
              </a:r>
              <a:endParaRPr kumimoji="0" lang="en-US" altLang="ko-KR" sz="16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0F7770D-CCA0-4B0D-9BEE-13800C9F66F8}"/>
                </a:ext>
              </a:extLst>
            </p:cNvPr>
            <p:cNvSpPr/>
            <p:nvPr/>
          </p:nvSpPr>
          <p:spPr>
            <a:xfrm>
              <a:off x="2704720" y="1336634"/>
              <a:ext cx="457896" cy="828250"/>
            </a:xfrm>
            <a:prstGeom prst="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4B607C20-34A3-458F-B33F-9AB5B042D7E0}"/>
              </a:ext>
            </a:extLst>
          </p:cNvPr>
          <p:cNvSpPr txBox="1"/>
          <p:nvPr/>
        </p:nvSpPr>
        <p:spPr>
          <a:xfrm>
            <a:off x="923861" y="4428152"/>
            <a:ext cx="111120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※APC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미적용 법인은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추가 개발 예정</a:t>
            </a:r>
          </a:p>
        </p:txBody>
      </p:sp>
      <p:sp>
        <p:nvSpPr>
          <p:cNvPr id="37" name="직사각형 8">
            <a:extLst>
              <a:ext uri="{FF2B5EF4-FFF2-40B4-BE49-F238E27FC236}">
                <a16:creationId xmlns:a16="http://schemas.microsoft.com/office/drawing/2014/main" id="{04AC4B74-7B1A-4433-90F6-92CCB675D50B}"/>
              </a:ext>
            </a:extLst>
          </p:cNvPr>
          <p:cNvSpPr/>
          <p:nvPr/>
        </p:nvSpPr>
        <p:spPr>
          <a:xfrm>
            <a:off x="5868753" y="292361"/>
            <a:ext cx="2753517" cy="230832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ko-KR" altLang="en-US" sz="900">
                <a:latin typeface="+mn-ea"/>
              </a:rPr>
              <a:t>[ 과제번호 : 조립자동보정-#1</a:t>
            </a:r>
            <a:r>
              <a:rPr lang="en-US" altLang="ko-KR" sz="900">
                <a:latin typeface="+mn-ea"/>
              </a:rPr>
              <a:t>4</a:t>
            </a:r>
            <a:r>
              <a:rPr lang="ko-KR" altLang="en-US" sz="900">
                <a:latin typeface="+mn-ea"/>
              </a:rPr>
              <a:t>, 진행 상태 : </a:t>
            </a:r>
            <a:r>
              <a:rPr lang="ko-KR" altLang="en-US" sz="9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900">
                <a:latin typeface="+mn-ea"/>
              </a:rPr>
              <a:t>]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35A19147-95B2-445E-9EA9-7C629BED958D}"/>
              </a:ext>
            </a:extLst>
          </p:cNvPr>
          <p:cNvSpPr txBox="1"/>
          <p:nvPr/>
        </p:nvSpPr>
        <p:spPr>
          <a:xfrm>
            <a:off x="8216782" y="345423"/>
            <a:ext cx="1580562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12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/16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18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42" name="내용 개체 틀 20">
            <a:extLst>
              <a:ext uri="{FF2B5EF4-FFF2-40B4-BE49-F238E27FC236}">
                <a16:creationId xmlns:a16="http://schemas.microsoft.com/office/drawing/2014/main" id="{34EBA0D0-5974-49C4-92BD-1C771FE62C66}"/>
              </a:ext>
            </a:extLst>
          </p:cNvPr>
          <p:cNvSpPr txBox="1">
            <a:spLocks/>
          </p:cNvSpPr>
          <p:nvPr/>
        </p:nvSpPr>
        <p:spPr>
          <a:xfrm>
            <a:off x="8303345" y="176146"/>
            <a:ext cx="891270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 err="1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박준오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P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 panose="020B0502040204020203" pitchFamily="50" charset="-127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07A58491-D39D-3D34-656A-F94E3E83EECA}"/>
              </a:ext>
            </a:extLst>
          </p:cNvPr>
          <p:cNvGrpSpPr/>
          <p:nvPr/>
        </p:nvGrpSpPr>
        <p:grpSpPr>
          <a:xfrm>
            <a:off x="2719818" y="4443245"/>
            <a:ext cx="4094180" cy="1396601"/>
            <a:chOff x="2719818" y="4013493"/>
            <a:chExt cx="4094180" cy="1396601"/>
          </a:xfrm>
        </p:grpSpPr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9B13617C-CB9B-67A4-2D64-C2978355B933}"/>
                </a:ext>
              </a:extLst>
            </p:cNvPr>
            <p:cNvGrpSpPr/>
            <p:nvPr/>
          </p:nvGrpSpPr>
          <p:grpSpPr>
            <a:xfrm>
              <a:off x="3470831" y="4013493"/>
              <a:ext cx="3343167" cy="893447"/>
              <a:chOff x="2673993" y="4013493"/>
              <a:chExt cx="3343167" cy="893447"/>
            </a:xfrm>
          </p:grpSpPr>
          <p:pic>
            <p:nvPicPr>
              <p:cNvPr id="7" name="그림 6">
                <a:extLst>
                  <a:ext uri="{FF2B5EF4-FFF2-40B4-BE49-F238E27FC236}">
                    <a16:creationId xmlns:a16="http://schemas.microsoft.com/office/drawing/2014/main" id="{0D4A1593-AE62-1BBB-A1DF-86CA787E8D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2673993" y="4019839"/>
                <a:ext cx="1571436" cy="887101"/>
              </a:xfrm>
              <a:prstGeom prst="rect">
                <a:avLst/>
              </a:prstGeom>
            </p:spPr>
          </p:pic>
          <p:pic>
            <p:nvPicPr>
              <p:cNvPr id="9" name="그림 8">
                <a:extLst>
                  <a:ext uri="{FF2B5EF4-FFF2-40B4-BE49-F238E27FC236}">
                    <a16:creationId xmlns:a16="http://schemas.microsoft.com/office/drawing/2014/main" id="{B3761B6F-D7AE-A5C0-0FE8-9CE0AF35D2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4319875" y="4013493"/>
                <a:ext cx="1697285" cy="887101"/>
              </a:xfrm>
              <a:prstGeom prst="rect">
                <a:avLst/>
              </a:prstGeom>
            </p:spPr>
          </p:pic>
        </p:grpSp>
        <p:pic>
          <p:nvPicPr>
            <p:cNvPr id="11" name="그림 10">
              <a:extLst>
                <a:ext uri="{FF2B5EF4-FFF2-40B4-BE49-F238E27FC236}">
                  <a16:creationId xmlns:a16="http://schemas.microsoft.com/office/drawing/2014/main" id="{CDF743A7-4E00-D7A0-1C2E-08DE9719D1D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470831" y="5126663"/>
              <a:ext cx="3049171" cy="283431"/>
            </a:xfrm>
            <a:prstGeom prst="rect">
              <a:avLst/>
            </a:prstGeom>
          </p:spPr>
        </p:pic>
        <p:sp>
          <p:nvSpPr>
            <p:cNvPr id="12" name="화살표: 아래쪽 11">
              <a:extLst>
                <a:ext uri="{FF2B5EF4-FFF2-40B4-BE49-F238E27FC236}">
                  <a16:creationId xmlns:a16="http://schemas.microsoft.com/office/drawing/2014/main" id="{1469A10B-A195-6836-69DF-211360439023}"/>
                </a:ext>
              </a:extLst>
            </p:cNvPr>
            <p:cNvSpPr/>
            <p:nvPr/>
          </p:nvSpPr>
          <p:spPr>
            <a:xfrm>
              <a:off x="4829995" y="4946099"/>
              <a:ext cx="570915" cy="161263"/>
            </a:xfrm>
            <a:prstGeom prst="downArrow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500">
                <a:solidFill>
                  <a:schemeClr val="tx1"/>
                </a:solidFill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E33107DB-62FF-C2D7-90DE-24141AE29748}"/>
                </a:ext>
              </a:extLst>
            </p:cNvPr>
            <p:cNvSpPr txBox="1"/>
            <p:nvPr/>
          </p:nvSpPr>
          <p:spPr>
            <a:xfrm>
              <a:off x="2719818" y="4013493"/>
              <a:ext cx="63671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[tnrlLG스마트체 Regular (본문)"/>
                </a:rPr>
                <a:t>[</a:t>
              </a:r>
              <a:r>
                <a:rPr kumimoji="0" lang="ko-KR" altLang="en-US" sz="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[tnrlLG스마트체 Regular (본문)"/>
                </a:rPr>
                <a:t>수기 계산</a:t>
              </a:r>
              <a:r>
                <a:rPr kumimoji="0" lang="en-US" altLang="ko-KR" sz="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[tnrlLG스마트체 Regular (본문)"/>
                </a:rPr>
                <a:t>]</a:t>
              </a:r>
              <a:endPara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[tnrlLG스마트체 Regular (본문)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21761C8-470B-4368-A54C-2FFBCEC1E258}"/>
                </a:ext>
              </a:extLst>
            </p:cNvPr>
            <p:cNvSpPr txBox="1"/>
            <p:nvPr/>
          </p:nvSpPr>
          <p:spPr>
            <a:xfrm>
              <a:off x="2719818" y="5097054"/>
              <a:ext cx="81945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[tnrlLG스마트체 Regular (본문)"/>
                </a:rPr>
                <a:t>[</a:t>
              </a:r>
              <a:r>
                <a:rPr kumimoji="0" lang="ko-KR" altLang="en-US" sz="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[tnrlLG스마트체 Regular (본문)"/>
                </a:rPr>
                <a:t>알고리즘 출력</a:t>
              </a:r>
              <a:r>
                <a:rPr kumimoji="0" lang="en-US" altLang="ko-KR" sz="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[tnrlLG스마트체 Regular (본문)"/>
                </a:rPr>
                <a:t>]</a:t>
              </a:r>
              <a:endPara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[tnrlLG스마트체 Regular (본문)"/>
              </a:endParaRPr>
            </a:p>
          </p:txBody>
        </p: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CC26A7D1-B841-9F4B-0669-2E564B5C6EDF}"/>
              </a:ext>
            </a:extLst>
          </p:cNvPr>
          <p:cNvSpPr txBox="1"/>
          <p:nvPr/>
        </p:nvSpPr>
        <p:spPr>
          <a:xfrm>
            <a:off x="8215386" y="6341934"/>
            <a:ext cx="533594" cy="14542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계속</a:t>
            </a: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..)</a:t>
            </a:r>
            <a:endParaRPr lang="ko-KR" altLang="en-US" sz="105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0679494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D2BA5168-ADFD-4435-B791-C0FFB32FA49C}"/>
              </a:ext>
            </a:extLst>
          </p:cNvPr>
          <p:cNvGraphicFramePr>
            <a:graphicFrameLocks noGrp="1"/>
          </p:cNvGraphicFramePr>
          <p:nvPr/>
        </p:nvGraphicFramePr>
        <p:xfrm>
          <a:off x="2641379" y="1653224"/>
          <a:ext cx="5989676" cy="661054"/>
        </p:xfrm>
        <a:graphic>
          <a:graphicData uri="http://schemas.openxmlformats.org/drawingml/2006/table">
            <a:tbl>
              <a:tblPr/>
              <a:tblGrid>
                <a:gridCol w="722606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988730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1409787820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1978639862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855668">
                  <a:extLst>
                    <a:ext uri="{9D8B030D-6E8A-4147-A177-3AD203B41FA5}">
                      <a16:colId xmlns:a16="http://schemas.microsoft.com/office/drawing/2014/main" val="4075003826"/>
                    </a:ext>
                  </a:extLst>
                </a:gridCol>
              </a:tblGrid>
              <a:tr h="192660">
                <a:tc grid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진행 계획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안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9264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공통모듈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데이터 파이프 라인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3. 1Step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코드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활용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코터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4.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공통 로직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코드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5.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공정별 로직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코드 개발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(PKG)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6.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단기 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7.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양산 검증</a:t>
                      </a:r>
                      <a:b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대표호기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21502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‘24.11.30</a:t>
                      </a:r>
                      <a:endParaRPr kumimoji="0"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‘25.02.21</a:t>
                      </a: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~25.09.30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sng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graphicFrame>
        <p:nvGraphicFramePr>
          <p:cNvPr id="20" name="표 1">
            <a:extLst>
              <a:ext uri="{FF2B5EF4-FFF2-40B4-BE49-F238E27FC236}">
                <a16:creationId xmlns:a16="http://schemas.microsoft.com/office/drawing/2014/main" id="{2DA94209-4BE0-4B68-B69F-D3BFF8EDF9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2601845"/>
              </p:ext>
            </p:extLst>
          </p:nvPr>
        </p:nvGraphicFramePr>
        <p:xfrm>
          <a:off x="125047" y="866775"/>
          <a:ext cx="9644170" cy="5747089"/>
        </p:xfrm>
        <a:graphic>
          <a:graphicData uri="http://schemas.openxmlformats.org/drawingml/2006/table">
            <a:tbl>
              <a:tblPr/>
              <a:tblGrid>
                <a:gridCol w="7358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37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자동보정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코드 표준화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APC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  <a:t>적용 법인</a:t>
                      </a:r>
                      <a:b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</a:b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  <a:t> WA</a:t>
                      </a:r>
                      <a:b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</a:b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  <a:t> ST</a:t>
                      </a:r>
                      <a:b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</a:b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  <a:t> HD</a:t>
                      </a:r>
                      <a:b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</a:b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  <a:t> MI1</a:t>
                      </a:r>
                      <a:b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</a:b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</a:rPr>
                        <a:t> MI2</a:t>
                      </a: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  <a:effectLst/>
                        <a:latin typeface="Malgun Gothic"/>
                        <a:ea typeface="Malgun Gothic"/>
                      </a:endParaRPr>
                    </a:p>
                    <a:p>
                      <a:pPr marL="0" lvl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  <a:cs typeface="+mn-cs"/>
                        </a:rPr>
                        <a:t>MI_LS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Malgun Gothic"/>
                          <a:ea typeface="Malgun Gothic"/>
                          <a:cs typeface="+mn-cs"/>
                        </a:rPr>
                        <a:t>HG</a:t>
                      </a:r>
                      <a:endParaRPr lang="ko-KR" altLang="en-US" sz="900" b="0" i="0" u="none" strike="noStrike" kern="1200">
                        <a:solidFill>
                          <a:srgbClr val="000000"/>
                        </a:solidFill>
                        <a:effectLst/>
                        <a:latin typeface="Malgun Gothic"/>
                        <a:ea typeface="Malgun Gothic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sng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’25.03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공통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박준오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라미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임형찬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김형원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A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스택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김태승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A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노칭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백승민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A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원통형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서재근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P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PKG</a:t>
                      </a:r>
                      <a:br>
                        <a:rPr lang="en-US" altLang="ko-KR" sz="9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en-US" altLang="ko-KR" sz="900" b="0" i="0" u="none" strike="noStrike" err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황재웅A</a:t>
                      </a:r>
                      <a:endParaRPr lang="en-US" altLang="ko-KR" sz="9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*</a:t>
                      </a:r>
                      <a:r>
                        <a:rPr lang="en-US" altLang="ko-KR" sz="900" b="0" i="0" u="none" strike="noStrike" err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공정별</a:t>
                      </a:r>
                      <a:r>
                        <a:rPr lang="en-US" altLang="ko-KR" sz="9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 </a:t>
                      </a:r>
                      <a:r>
                        <a:rPr lang="en-US" altLang="ko-KR" sz="900" b="0" i="0" u="none" strike="noStrike" err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지원</a:t>
                      </a:r>
                      <a:br>
                        <a:rPr lang="en-US" altLang="ko-KR" sz="900" b="0" i="0" u="none" strike="noStrike">
                          <a:solidFill>
                            <a:srgbClr val="BFBFBF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endParaRPr lang="en-US" altLang="ko-KR" sz="900" b="0" i="0" u="none" strike="noStrike">
                        <a:solidFill>
                          <a:srgbClr val="BFBFBF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코터</a:t>
                      </a:r>
                      <a:endParaRPr lang="en-US" altLang="ko-KR" sz="9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강호종</a:t>
                      </a:r>
                      <a:r>
                        <a:rPr lang="en-US" altLang="ko-KR" sz="9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롤프레스</a:t>
                      </a:r>
                      <a:endParaRPr lang="en-US" altLang="ko-KR" sz="9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김치완</a:t>
                      </a:r>
                      <a:r>
                        <a:rPr lang="en-US" altLang="ko-KR" sz="9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S</a:t>
                      </a:r>
                      <a:br>
                        <a:rPr lang="en-US" altLang="ko-KR" sz="900" b="0" i="0" u="none" strike="noStrike">
                          <a:solidFill>
                            <a:srgbClr val="BFBFBF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endParaRPr lang="en-US" altLang="ko-KR" sz="900" b="0" i="0" u="none" strike="noStrike">
                        <a:solidFill>
                          <a:srgbClr val="BFBFBF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노칭</a:t>
                      </a:r>
                      <a:endParaRPr lang="en-US" altLang="ko-KR" sz="9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신재우</a:t>
                      </a:r>
                      <a:r>
                        <a:rPr lang="en-US" altLang="ko-KR" sz="9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  <a:ea typeface="맑은 고딕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br>
                        <a:rPr lang="en-US" altLang="ko-KR" sz="900" b="0" i="0" u="none" strike="noStrike">
                          <a:solidFill>
                            <a:srgbClr val="BFBFBF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DAF7EAF6-6B27-4003-A330-1EB91BE77B96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92039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■ 자동보정 코드 표준화</a:t>
            </a:r>
          </a:p>
        </p:txBody>
      </p:sp>
      <p:sp>
        <p:nvSpPr>
          <p:cNvPr id="23" name="제목 1">
            <a:extLst>
              <a:ext uri="{FF2B5EF4-FFF2-40B4-BE49-F238E27FC236}">
                <a16:creationId xmlns:a16="http://schemas.microsoft.com/office/drawing/2014/main" id="{6D984AD0-E192-40C8-83F8-373E0C44F19B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47911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조립자동보정팀</a:t>
            </a:r>
            <a:r>
              <a:rPr lang="en-US" altLang="ko-KR" sz="1800">
                <a:latin typeface="Arial Narrow"/>
                <a:ea typeface="맑은 고딕" panose="020B0503020000020004" pitchFamily="50" charset="-127"/>
                <a:cs typeface="Malgun Gothic Semilight" panose="020B0502040204020203" pitchFamily="50" charset="-127"/>
              </a:rPr>
              <a:t> (</a:t>
            </a:r>
            <a:r>
              <a:rPr lang="ko-KR" altLang="en-US" sz="1800">
                <a:latin typeface="Arial Narrow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자동차</a:t>
            </a:r>
            <a:r>
              <a:rPr lang="en-US" altLang="ko-KR" sz="1800">
                <a:ea typeface="맑은 고딕" panose="020B0503020000020004" pitchFamily="50" charset="-127"/>
                <a:cs typeface="Malgun Gothic Semilight" panose="020B0502040204020203" pitchFamily="50" charset="-127"/>
              </a:rPr>
              <a:t>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EE25D773-57A8-4A35-B7A5-664A556DA1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9469275"/>
              </p:ext>
            </p:extLst>
          </p:nvPr>
        </p:nvGraphicFramePr>
        <p:xfrm>
          <a:off x="1650029" y="1092844"/>
          <a:ext cx="6972241" cy="54727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0218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32023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41186">
                <a:tc gridSpan="2"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605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22449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스택 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보정 사이클 요건 충족 개발 완료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     Gripper(Clamp)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별 보정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→ 로직 계산 개발 중</a:t>
                      </a: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     Cell No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별 로직 계산 개발 완료 → 보정 값 검증 완료</a:t>
                      </a: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     (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수기 계산 값과 프로그램의 최종 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APC Write 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출력 값 비교 완료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※ </a:t>
                      </a:r>
                      <a:r>
                        <a:rPr lang="ko-KR" altLang="en-US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스택 </a:t>
                      </a:r>
                      <a:r>
                        <a:rPr lang="ko-KR" altLang="en-US" sz="8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잔여건</a:t>
                      </a:r>
                      <a: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(2)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제어 이상감지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Summary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처리</a:t>
                      </a: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로직 검증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(APC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검증서버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: ~25.12.31</a:t>
                      </a: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공정 개발자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노칭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라미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스택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원통형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와 공통 코드 관련하여 추가 필요한 항목 검토 및 개발 중 입니다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8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</a:rPr>
                        <a:t>   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&gt; 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개발 완료 ④ 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Zero Set 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제어 이상감지 기능 추가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특정 시간 내에 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PLC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에서 조건 반영 후 값을 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‘0’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으로 변경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  <a:b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→ 예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 </a:t>
                      </a:r>
                      <a:r>
                        <a:rPr lang="ko-KR" altLang="en-US" sz="800" b="0" baseline="0" err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라미의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경우 보정 영역에 보정 값을 기록하면 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PLC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에서 보정 값 적용 후 보정 영역 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‘0’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으로 리셋 해야함</a:t>
                      </a:r>
                      <a:b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&gt; 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개발 완료 ⑤ 보정 값 적용 제어 이상감지 기능 추가 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특정 시간 내에 보정 값이 적용되어 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PLC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영역에서 확인 되어야 함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  <a:b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※ 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이상감지 공통 코드 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공정 별 이상감지 리스트만 셋팅 하면 자동으로 이상감지 동작되도록 공통 기능화 처리</a:t>
                      </a:r>
                      <a:b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→ 예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1) </a:t>
                      </a:r>
                      <a:r>
                        <a:rPr lang="ko-KR" altLang="en-US" sz="800" b="0" baseline="0" err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라미의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경우 현재 적용 중인 보정 값이 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0.12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 상태에서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이번에 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0.02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가 계산되어 출력되었다면 최종 보정 값이 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0.14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가 </a:t>
                      </a:r>
                      <a:r>
                        <a:rPr lang="ko-KR" altLang="en-US" sz="800" b="0" baseline="0" err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되야함</a:t>
                      </a:r>
                      <a:b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→ 예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2) 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스택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/PKG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의 경우 이번에 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0.07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로 계산되어 출력되었다면 최종 </a:t>
                      </a:r>
                      <a:r>
                        <a:rPr lang="ko-KR" altLang="en-US" sz="800" b="0" baseline="0" err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보정값이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0.07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이 </a:t>
                      </a:r>
                      <a:r>
                        <a:rPr lang="ko-KR" altLang="en-US" sz="800" b="0" baseline="0" err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되야함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누적을 자동보정에서 처리</a:t>
                      </a: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  <a:b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&gt; 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개발 완료 ⑥ 에러 발생 조건은 설비가 가동 중 </a:t>
                      </a:r>
                      <a:r>
                        <a:rPr lang="ko-KR" altLang="en-US" sz="800" b="0" baseline="0" err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일때만</a:t>
                      </a:r>
                      <a:r>
                        <a:rPr lang="ko-KR" altLang="en-US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작동하도록 변경</a:t>
                      </a:r>
                      <a:br>
                        <a:rPr lang="en-US" altLang="ko-KR" sz="800" b="0" baseline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&gt;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진행 중 ⑦ </a:t>
                      </a:r>
                      <a:r>
                        <a:rPr lang="ko-KR" altLang="en-US" sz="8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필터된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데이터를 폐기하지 말고 이상 있음만 표시하고 수집 될 수 있도록 기능 추가 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(NND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공정에 필요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  <a:endParaRPr lang="ko-KR" altLang="en-US" sz="8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&gt;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진행 중 ⑧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Auto-ON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조건에 공정별로 개별 조건을 추가 설정할 수 있도록 기능 개발 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특정 공정의 경우 추가 조건이 필요함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코드 표준화 문서 작성</a:t>
                      </a: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&gt;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양식 작성 중 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-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공통 코드 기능명세서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: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코드 개발자 대상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공통코드에 있는 클래스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/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함수의 기능 설명과 사용법 작성</a:t>
                      </a: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&gt;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양식 작성 중 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-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알람 조치 매뉴얼 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법인 담당자 대상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알람이 발생하는 조건 및 조치 방법 작성</a:t>
                      </a:r>
                      <a:endParaRPr lang="en-US" altLang="ko-KR" sz="8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31" name="TextBox 30">
            <a:extLst>
              <a:ext uri="{FF2B5EF4-FFF2-40B4-BE49-F238E27FC236}">
                <a16:creationId xmlns:a16="http://schemas.microsoft.com/office/drawing/2014/main" id="{D93EC94B-2C09-4F2C-AFB0-17D4D26A2000}"/>
              </a:ext>
            </a:extLst>
          </p:cNvPr>
          <p:cNvSpPr txBox="1"/>
          <p:nvPr/>
        </p:nvSpPr>
        <p:spPr>
          <a:xfrm>
            <a:off x="1712174" y="1852946"/>
            <a:ext cx="78098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</a:rPr>
              <a:t>진행 상황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4B607C20-34A3-458F-B33F-9AB5B042D7E0}"/>
              </a:ext>
            </a:extLst>
          </p:cNvPr>
          <p:cNvSpPr txBox="1"/>
          <p:nvPr/>
        </p:nvSpPr>
        <p:spPr>
          <a:xfrm>
            <a:off x="923861" y="4428152"/>
            <a:ext cx="111120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※APC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미적용 법인은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추가 개발 예정</a:t>
            </a:r>
          </a:p>
        </p:txBody>
      </p:sp>
      <p:sp>
        <p:nvSpPr>
          <p:cNvPr id="37" name="직사각형 8">
            <a:extLst>
              <a:ext uri="{FF2B5EF4-FFF2-40B4-BE49-F238E27FC236}">
                <a16:creationId xmlns:a16="http://schemas.microsoft.com/office/drawing/2014/main" id="{04AC4B74-7B1A-4433-90F6-92CCB675D50B}"/>
              </a:ext>
            </a:extLst>
          </p:cNvPr>
          <p:cNvSpPr/>
          <p:nvPr/>
        </p:nvSpPr>
        <p:spPr>
          <a:xfrm>
            <a:off x="5868753" y="292361"/>
            <a:ext cx="2753517" cy="230832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ko-KR" altLang="en-US" sz="900">
                <a:latin typeface="+mn-ea"/>
              </a:rPr>
              <a:t>[ 과제번호 : 조립자동보정-#1</a:t>
            </a:r>
            <a:r>
              <a:rPr lang="en-US" altLang="ko-KR" sz="900">
                <a:latin typeface="+mn-ea"/>
              </a:rPr>
              <a:t>4</a:t>
            </a:r>
            <a:r>
              <a:rPr lang="ko-KR" altLang="en-US" sz="900">
                <a:latin typeface="+mn-ea"/>
              </a:rPr>
              <a:t>, 진행 상태 : </a:t>
            </a:r>
            <a:r>
              <a:rPr lang="ko-KR" altLang="en-US" sz="9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900">
                <a:latin typeface="+mn-ea"/>
              </a:rPr>
              <a:t>]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35A19147-95B2-445E-9EA9-7C629BED958D}"/>
              </a:ext>
            </a:extLst>
          </p:cNvPr>
          <p:cNvSpPr txBox="1"/>
          <p:nvPr/>
        </p:nvSpPr>
        <p:spPr>
          <a:xfrm>
            <a:off x="8216782" y="345423"/>
            <a:ext cx="1580562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12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/16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18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42" name="내용 개체 틀 20">
            <a:extLst>
              <a:ext uri="{FF2B5EF4-FFF2-40B4-BE49-F238E27FC236}">
                <a16:creationId xmlns:a16="http://schemas.microsoft.com/office/drawing/2014/main" id="{34EBA0D0-5974-49C4-92BD-1C771FE62C66}"/>
              </a:ext>
            </a:extLst>
          </p:cNvPr>
          <p:cNvSpPr txBox="1">
            <a:spLocks/>
          </p:cNvSpPr>
          <p:nvPr/>
        </p:nvSpPr>
        <p:spPr>
          <a:xfrm>
            <a:off x="8303345" y="176146"/>
            <a:ext cx="891270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 err="1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박준오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P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 panose="020B0502040204020203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09E5402-F048-DBF6-3311-F9F94F10A463}"/>
              </a:ext>
            </a:extLst>
          </p:cNvPr>
          <p:cNvSpPr txBox="1"/>
          <p:nvPr/>
        </p:nvSpPr>
        <p:spPr>
          <a:xfrm>
            <a:off x="2641379" y="1703153"/>
            <a:ext cx="533594" cy="14542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(…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계속</a:t>
            </a: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05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D01C309-D6E5-498A-A7F8-83F6E4AB9E2C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462046" y="2502775"/>
            <a:ext cx="2873440" cy="815420"/>
          </a:xfrm>
          <a:prstGeom prst="rect">
            <a:avLst/>
          </a:prstGeom>
        </p:spPr>
      </p:pic>
      <p:sp>
        <p:nvSpPr>
          <p:cNvPr id="9" name="화살표: 아래쪽 8">
            <a:extLst>
              <a:ext uri="{FF2B5EF4-FFF2-40B4-BE49-F238E27FC236}">
                <a16:creationId xmlns:a16="http://schemas.microsoft.com/office/drawing/2014/main" id="{B5268966-411E-5384-233B-99E824102208}"/>
              </a:ext>
            </a:extLst>
          </p:cNvPr>
          <p:cNvSpPr/>
          <p:nvPr/>
        </p:nvSpPr>
        <p:spPr>
          <a:xfrm>
            <a:off x="4829995" y="3415790"/>
            <a:ext cx="570915" cy="161263"/>
          </a:xfrm>
          <a:prstGeom prst="downArrow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A479773-49B9-0F14-6160-1457EA8AC427}"/>
              </a:ext>
            </a:extLst>
          </p:cNvPr>
          <p:cNvSpPr txBox="1"/>
          <p:nvPr/>
        </p:nvSpPr>
        <p:spPr>
          <a:xfrm>
            <a:off x="2719818" y="2483184"/>
            <a:ext cx="63671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[tnrlLG스마트체 Regular (본문)"/>
              </a:rPr>
              <a:t>[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[tnrlLG스마트체 Regular (본문)"/>
              </a:rPr>
              <a:t>수기 계산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[tnrlLG스마트체 Regular (본문)"/>
              </a:rPr>
              <a:t>]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[tnrlLG스마트체 Regular (본문)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E039D3C-0B81-E79A-0581-19E7FB987A3C}"/>
              </a:ext>
            </a:extLst>
          </p:cNvPr>
          <p:cNvSpPr txBox="1"/>
          <p:nvPr/>
        </p:nvSpPr>
        <p:spPr>
          <a:xfrm>
            <a:off x="2719818" y="3566745"/>
            <a:ext cx="81945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[tnrlLG스마트체 Regular (본문)"/>
              </a:rPr>
              <a:t>[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[tnrlLG스마트체 Regular (본문)"/>
              </a:rPr>
              <a:t>알고리즘 출력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[tnrlLG스마트체 Regular (본문)"/>
              </a:rPr>
              <a:t>]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[tnrlLG스마트체 Regular (본문)"/>
            </a:endParaRPr>
          </a:p>
        </p:txBody>
      </p:sp>
      <p:pic>
        <p:nvPicPr>
          <p:cNvPr id="15" name="그림 14">
            <a:extLst>
              <a:ext uri="{FF2B5EF4-FFF2-40B4-BE49-F238E27FC236}">
                <a16:creationId xmlns:a16="http://schemas.microsoft.com/office/drawing/2014/main" id="{98C00D4A-4CE6-F949-F148-D3275358A0A8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453866" y="3587342"/>
            <a:ext cx="2912864" cy="3332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85361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E7E238-73F9-0A8B-6A71-B73D118AE6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CCB8AE76-AB5D-CEAA-BCF7-5B514F34E4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6116171"/>
              </p:ext>
            </p:extLst>
          </p:nvPr>
        </p:nvGraphicFramePr>
        <p:xfrm>
          <a:off x="125047" y="866775"/>
          <a:ext cx="9644176" cy="5701667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744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2507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STK Half-cell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자동보정 고도화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WA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‘25.12</a:t>
                      </a:r>
                      <a:endParaRPr lang="en-US" sz="900" b="0" i="0" u="none" strike="noStrike" kern="120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성연욱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김태승A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이기홍A</a:t>
                      </a: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9" name="표 13">
            <a:extLst>
              <a:ext uri="{FF2B5EF4-FFF2-40B4-BE49-F238E27FC236}">
                <a16:creationId xmlns:a16="http://schemas.microsoft.com/office/drawing/2014/main" id="{6E3DE1AF-98C0-1DAE-A5F1-AF6F8C5E04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3720244"/>
              </p:ext>
            </p:extLst>
          </p:nvPr>
        </p:nvGraphicFramePr>
        <p:xfrm>
          <a:off x="1650029" y="1092844"/>
          <a:ext cx="7024841" cy="5471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6656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78185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43534">
                <a:tc gridSpan="2"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ko-KR" sz="900" b="0" i="0" u="none" strike="noStrike" baseline="0" noProof="0">
                          <a:solidFill>
                            <a:srgbClr val="0000FF"/>
                          </a:solidFill>
                          <a:uFillTx/>
                          <a:latin typeface="+mn-ea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uFillTx/>
                          <a:latin typeface="+mn-ea"/>
                          <a:ea typeface="+mn-ea"/>
                        </a:rPr>
                        <a:t>(W51)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uFillTx/>
                          <a:latin typeface="+mn-ea"/>
                          <a:ea typeface="+mn-ea"/>
                        </a:rPr>
                        <a:t> 특이사항 없습니다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uFillTx/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109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  <a:uFillTx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uFillTx/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uFillTx/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18402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>
                        <a:solidFill>
                          <a:schemeClr val="tx1"/>
                        </a:solidFill>
                        <a:uFillTx/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 배경</a:t>
                      </a:r>
                      <a:endParaRPr lang="ko-KR" altLang="en-US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라미 재료교체 신재료부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STK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유입 시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특정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Table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에서 산포 발생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Half-cell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은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Table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별 적재 특성 고려하지 않은 로직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mono stacking table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에 따른 하프셀 스태킹 보정값 산출 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기존 하프셀 스태킹 자동보정 고도화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2) 목표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-  Table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별 적재특성을 고려한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Half-cell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자동보정 고도화를 통해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HC-overhang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수율 개선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3)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분석결과</a:t>
                      </a:r>
                      <a:endParaRPr kumimoji="0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Mono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stacking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Table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Half-cell stacking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비전 항목에서의 경향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. ESWA Normal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라인에서 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Table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별로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Mono-cell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의 틀어짐 정도가 다른 것 확인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② Normal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라인의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Mono stacking Table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별로 불량률 또한 상이한 것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확인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4) </a:t>
                      </a:r>
                      <a:r>
                        <a:rPr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현황</a:t>
                      </a:r>
                      <a:endParaRPr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대표설비 적용검증 완료</a:t>
                      </a:r>
                      <a:r>
                        <a:rPr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(#18-2, 11/13)</a:t>
                      </a:r>
                      <a:br>
                        <a:rPr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모니터링 및 효과 분석</a:t>
                      </a:r>
                      <a:r>
                        <a:rPr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0.1437%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저감 확인</a:t>
                      </a:r>
                      <a:r>
                        <a:rPr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(12/03),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Table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별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ROI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Cpk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산포를 줄여줌으로서 품질 향상 확인</a:t>
                      </a:r>
                      <a:endParaRPr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-</a:t>
                      </a:r>
                      <a:r>
                        <a:rPr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객관성 확보 위해 장기 데이터 추가 필요</a:t>
                      </a:r>
                      <a:r>
                        <a:rPr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(‘26.01~)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E6C2192D-E0D5-EF6D-92E0-AD6DD27494D6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476180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맑은 고딕"/>
                <a:cs typeface="Malgun Gothic Semilight"/>
              </a:rPr>
              <a:t>■ STK </a:t>
            </a:r>
            <a:r>
              <a:rPr lang="en-US" altLang="ko-KR" sz="1400" b="1">
                <a:solidFill>
                  <a:prstClr val="black"/>
                </a:solidFill>
                <a:ea typeface="맑은 고딕"/>
                <a:cs typeface="Malgun Gothic Semilight"/>
              </a:rPr>
              <a:t>Half-cell </a:t>
            </a:r>
            <a:r>
              <a:rPr lang="ko-KR" altLang="en-US" sz="1400" b="1">
                <a:solidFill>
                  <a:prstClr val="black"/>
                </a:solidFill>
                <a:ea typeface="맑은 고딕"/>
                <a:cs typeface="Malgun Gothic Semilight"/>
              </a:rPr>
              <a:t>자동보정 고도화</a:t>
            </a:r>
          </a:p>
        </p:txBody>
      </p:sp>
      <p:sp>
        <p:nvSpPr>
          <p:cNvPr id="7" name="제목 1">
            <a:extLst>
              <a:ext uri="{FF2B5EF4-FFF2-40B4-BE49-F238E27FC236}">
                <a16:creationId xmlns:a16="http://schemas.microsoft.com/office/drawing/2014/main" id="{2D4584A6-A519-D553-F2F9-4E493FA0038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1744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en-US" altLang="ko-KR" sz="1800">
                <a:cs typeface="Malgun Gothic Semilight"/>
              </a:rPr>
              <a:t>1. </a:t>
            </a:r>
            <a:r>
              <a:rPr lang="ko-KR" altLang="en-US" sz="1800">
                <a:cs typeface="Malgun Gothic Semilight"/>
              </a:rPr>
              <a:t>과제 진행 현황</a:t>
            </a:r>
            <a:r>
              <a:rPr lang="en-US" altLang="ko-KR" sz="1800">
                <a:cs typeface="Malgun Gothic Semilight"/>
              </a:rPr>
              <a:t>_</a:t>
            </a:r>
            <a:r>
              <a:rPr lang="ko-KR" altLang="en-US" sz="1800">
                <a:cs typeface="Malgun Gothic Semilight"/>
              </a:rPr>
              <a:t>조립</a:t>
            </a:r>
            <a:r>
              <a:rPr lang="en-US" altLang="ko-KR" sz="1800" err="1">
                <a:cs typeface="Malgun Gothic Semilight"/>
              </a:rPr>
              <a:t>자동보정</a:t>
            </a:r>
            <a:r>
              <a:rPr lang="ko-KR" altLang="en-US" sz="1800">
                <a:cs typeface="Malgun Gothic Semilight"/>
              </a:rPr>
              <a:t>팀</a:t>
            </a:r>
            <a:r>
              <a:rPr lang="en-US" altLang="ko-KR" sz="1800">
                <a:cs typeface="Malgun Gothic Semilight"/>
              </a:rPr>
              <a:t> (</a:t>
            </a:r>
            <a:r>
              <a:rPr lang="ko-KR" altLang="en-US" sz="1800">
                <a:cs typeface="Malgun Gothic Semilight"/>
              </a:rPr>
              <a:t>자동차</a:t>
            </a:r>
            <a:r>
              <a:rPr lang="en-US" altLang="ko-KR" sz="1800">
                <a:cs typeface="Malgun Gothic Semilight"/>
              </a:rPr>
              <a:t>)</a:t>
            </a:r>
            <a:endParaRPr lang="ko-KR" altLang="en-US" sz="1800">
              <a:cs typeface="Malgun Gothic Semilight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39DCAA6-8194-72DD-79B6-20151011D799}"/>
              </a:ext>
            </a:extLst>
          </p:cNvPr>
          <p:cNvSpPr txBox="1"/>
          <p:nvPr/>
        </p:nvSpPr>
        <p:spPr>
          <a:xfrm>
            <a:off x="8049566" y="332405"/>
            <a:ext cx="1493999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sz="1000"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: 12/16 13</a:t>
            </a:r>
            <a:r>
              <a:rPr lang="ko-KR" altLang="en-US" sz="1000"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63" name="내용 개체 틀 20">
            <a:extLst>
              <a:ext uri="{FF2B5EF4-FFF2-40B4-BE49-F238E27FC236}">
                <a16:creationId xmlns:a16="http://schemas.microsoft.com/office/drawing/2014/main" id="{D7D5B927-13B0-4931-ABE7-B6AA4E706B2D}"/>
              </a:ext>
            </a:extLst>
          </p:cNvPr>
          <p:cNvSpPr txBox="1">
            <a:spLocks/>
          </p:cNvSpPr>
          <p:nvPr/>
        </p:nvSpPr>
        <p:spPr>
          <a:xfrm>
            <a:off x="8074664" y="163128"/>
            <a:ext cx="865622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작성자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이기홍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A</a:t>
            </a:r>
          </a:p>
        </p:txBody>
      </p:sp>
      <p:graphicFrame>
        <p:nvGraphicFramePr>
          <p:cNvPr id="10" name="개체 9">
            <a:hlinkClick r:id="" action="ppaction://ole?verb=0"/>
            <a:extLst>
              <a:ext uri="{FF2B5EF4-FFF2-40B4-BE49-F238E27FC236}">
                <a16:creationId xmlns:a16="http://schemas.microsoft.com/office/drawing/2014/main" id="{D89AA6AE-E73B-4B84-976E-837C037DB77C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159424688"/>
              </p:ext>
            </p:extLst>
          </p:nvPr>
        </p:nvGraphicFramePr>
        <p:xfrm>
          <a:off x="7389035" y="2634438"/>
          <a:ext cx="660531" cy="55732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Presentation" showAsIcon="1" r:id="rId3" imgW="914400" imgH="771480" progId="PowerPoint.Show.12">
                  <p:embed/>
                </p:oleObj>
              </mc:Choice>
              <mc:Fallback>
                <p:oleObj name="Presentation" showAsIcon="1" r:id="rId3" imgW="914400" imgH="771480" progId="PowerPoint.Show.12">
                  <p:embed/>
                  <p:pic>
                    <p:nvPicPr>
                      <p:cNvPr id="10" name="개체 9">
                        <a:hlinkClick r:id="" action="ppaction://ole?verb=0"/>
                        <a:extLst>
                          <a:ext uri="{FF2B5EF4-FFF2-40B4-BE49-F238E27FC236}">
                            <a16:creationId xmlns:a16="http://schemas.microsoft.com/office/drawing/2014/main" id="{D89AA6AE-E73B-4B84-976E-837C037DB77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389035" y="2634438"/>
                        <a:ext cx="660531" cy="557322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6" name="TextBox 35">
            <a:extLst>
              <a:ext uri="{FF2B5EF4-FFF2-40B4-BE49-F238E27FC236}">
                <a16:creationId xmlns:a16="http://schemas.microsoft.com/office/drawing/2014/main" id="{29A508CC-243C-4CD6-B042-F1C44F454EAD}"/>
              </a:ext>
            </a:extLst>
          </p:cNvPr>
          <p:cNvSpPr txBox="1"/>
          <p:nvPr/>
        </p:nvSpPr>
        <p:spPr>
          <a:xfrm>
            <a:off x="1655701" y="2431344"/>
            <a:ext cx="841898" cy="261610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lang="ko-KR" altLang="en-US" sz="1100">
                <a:solidFill>
                  <a:prstClr val="black"/>
                </a:solidFill>
                <a:latin typeface="+mn-ea"/>
              </a:rPr>
              <a:t>배경</a:t>
            </a:r>
            <a:r>
              <a:rPr lang="en-US" altLang="ko-KR" sz="1100">
                <a:solidFill>
                  <a:prstClr val="black"/>
                </a:solidFill>
                <a:latin typeface="+mn-ea"/>
              </a:rPr>
              <a:t>/</a:t>
            </a:r>
            <a:r>
              <a:rPr lang="ko-KR" altLang="en-US" sz="1100">
                <a:solidFill>
                  <a:prstClr val="black"/>
                </a:solidFill>
                <a:latin typeface="+mn-ea"/>
              </a:rPr>
              <a:t>목표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25EF3A5-B701-4660-808F-460AE58D5A12}"/>
              </a:ext>
            </a:extLst>
          </p:cNvPr>
          <p:cNvSpPr txBox="1"/>
          <p:nvPr/>
        </p:nvSpPr>
        <p:spPr>
          <a:xfrm>
            <a:off x="4176070" y="1673292"/>
            <a:ext cx="96788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en-US" altLang="ko-KR" sz="1100">
                <a:latin typeface="Arial Narrow"/>
                <a:ea typeface="LG스마트체 Regular"/>
              </a:rPr>
              <a:t>[</a:t>
            </a:r>
            <a:r>
              <a:rPr lang="ko-KR" altLang="en-US" sz="1100">
                <a:latin typeface="Arial Narrow"/>
                <a:ea typeface="LG스마트체 Regular"/>
              </a:rPr>
              <a:t>진행 계획</a:t>
            </a:r>
            <a:r>
              <a:rPr lang="en-US" altLang="ko-KR" sz="1100">
                <a:latin typeface="Arial Narrow"/>
                <a:ea typeface="LG스마트체 Regular"/>
              </a:rPr>
              <a:t>] </a:t>
            </a:r>
            <a:endParaRPr lang="ko-KR" altLang="en-US" sz="1100">
              <a:latin typeface="Arial Narrow"/>
              <a:ea typeface="LG스마트체 Regular"/>
            </a:endParaRPr>
          </a:p>
        </p:txBody>
      </p:sp>
      <p:graphicFrame>
        <p:nvGraphicFramePr>
          <p:cNvPr id="47" name="표 26">
            <a:extLst>
              <a:ext uri="{FF2B5EF4-FFF2-40B4-BE49-F238E27FC236}">
                <a16:creationId xmlns:a16="http://schemas.microsoft.com/office/drawing/2014/main" id="{BE2E67CF-94A8-4BDD-BE84-DEC3D2A34F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9881699"/>
              </p:ext>
            </p:extLst>
          </p:nvPr>
        </p:nvGraphicFramePr>
        <p:xfrm>
          <a:off x="2656206" y="1682262"/>
          <a:ext cx="5896139" cy="726107"/>
        </p:xfrm>
        <a:graphic>
          <a:graphicData uri="http://schemas.openxmlformats.org/drawingml/2006/table">
            <a:tbl>
              <a:tblPr/>
              <a:tblGrid>
                <a:gridCol w="868827">
                  <a:extLst>
                    <a:ext uri="{9D8B030D-6E8A-4147-A177-3AD203B41FA5}">
                      <a16:colId xmlns:a16="http://schemas.microsoft.com/office/drawing/2014/main" val="4158735420"/>
                    </a:ext>
                  </a:extLst>
                </a:gridCol>
                <a:gridCol w="1256828">
                  <a:extLst>
                    <a:ext uri="{9D8B030D-6E8A-4147-A177-3AD203B41FA5}">
                      <a16:colId xmlns:a16="http://schemas.microsoft.com/office/drawing/2014/main" val="3049118925"/>
                    </a:ext>
                  </a:extLst>
                </a:gridCol>
                <a:gridCol w="1256828">
                  <a:extLst>
                    <a:ext uri="{9D8B030D-6E8A-4147-A177-3AD203B41FA5}">
                      <a16:colId xmlns:a16="http://schemas.microsoft.com/office/drawing/2014/main" val="531376357"/>
                    </a:ext>
                  </a:extLst>
                </a:gridCol>
                <a:gridCol w="1256828">
                  <a:extLst>
                    <a:ext uri="{9D8B030D-6E8A-4147-A177-3AD203B41FA5}">
                      <a16:colId xmlns:a16="http://schemas.microsoft.com/office/drawing/2014/main" val="2949029446"/>
                    </a:ext>
                  </a:extLst>
                </a:gridCol>
                <a:gridCol w="1256828">
                  <a:extLst>
                    <a:ext uri="{9D8B030D-6E8A-4147-A177-3AD203B41FA5}">
                      <a16:colId xmlns:a16="http://schemas.microsoft.com/office/drawing/2014/main" val="2637651032"/>
                    </a:ext>
                  </a:extLst>
                </a:gridCol>
              </a:tblGrid>
              <a:tr h="10825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일정</a:t>
                      </a: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프로그램 개발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7872" marB="0" anchor="ctr"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시뮬레이션 검증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PLC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대표호기 적용 및 검증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수평전개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63543"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목표 시기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’25.10.17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’25.11.10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’25.11.13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’26.01.05~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5483190"/>
                  </a:ext>
                </a:extLst>
              </a:tr>
            </a:tbl>
          </a:graphicData>
        </a:graphic>
      </p:graphicFrame>
      <p:sp>
        <p:nvSpPr>
          <p:cNvPr id="48" name="TextBox 354">
            <a:extLst>
              <a:ext uri="{FF2B5EF4-FFF2-40B4-BE49-F238E27FC236}">
                <a16:creationId xmlns:a16="http://schemas.microsoft.com/office/drawing/2014/main" id="{B37AAD3B-3C8E-4C45-AAC1-1E342DFF1167}"/>
              </a:ext>
            </a:extLst>
          </p:cNvPr>
          <p:cNvSpPr txBox="1"/>
          <p:nvPr/>
        </p:nvSpPr>
        <p:spPr>
          <a:xfrm rot="10800000" flipV="1">
            <a:off x="6408745" y="1519025"/>
            <a:ext cx="529764" cy="107698"/>
          </a:xfrm>
          <a:prstGeom prst="rect">
            <a:avLst/>
          </a:prstGeom>
          <a:noFill/>
          <a:ln w="9525" cmpd="sng">
            <a:noFill/>
          </a:ln>
          <a:effectLst/>
        </p:spPr>
        <p:txBody>
          <a:bodyPr wrap="square" lIns="36000" tIns="36000" rIns="36000" bIns="36000" rtlCol="0" anchor="ctr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▼</a:t>
            </a:r>
            <a:endParaRPr kumimoji="0" lang="en-US" altLang="ko-KR" sz="1600" b="0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9" name="직사각형 17">
            <a:extLst>
              <a:ext uri="{FF2B5EF4-FFF2-40B4-BE49-F238E27FC236}">
                <a16:creationId xmlns:a16="http://schemas.microsoft.com/office/drawing/2014/main" id="{BB302125-F526-476C-BF9D-29E967E4FDDC}"/>
              </a:ext>
            </a:extLst>
          </p:cNvPr>
          <p:cNvSpPr/>
          <p:nvPr/>
        </p:nvSpPr>
        <p:spPr>
          <a:xfrm>
            <a:off x="6049818" y="1654292"/>
            <a:ext cx="1247619" cy="735077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7A87931D-DCA2-46B7-84B3-5FC43D00C5C7}"/>
              </a:ext>
            </a:extLst>
          </p:cNvPr>
          <p:cNvSpPr txBox="1"/>
          <p:nvPr/>
        </p:nvSpPr>
        <p:spPr>
          <a:xfrm>
            <a:off x="1568933" y="4236032"/>
            <a:ext cx="100617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진행현황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C33AB3FC-D91C-41EB-836E-2DB433A6A862}"/>
              </a:ext>
            </a:extLst>
          </p:cNvPr>
          <p:cNvSpPr txBox="1"/>
          <p:nvPr/>
        </p:nvSpPr>
        <p:spPr>
          <a:xfrm>
            <a:off x="1568933" y="3566782"/>
            <a:ext cx="100617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데이터분석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7E4D464-7304-4EB9-B318-5D9694F06655}"/>
              </a:ext>
            </a:extLst>
          </p:cNvPr>
          <p:cNvSpPr txBox="1"/>
          <p:nvPr/>
        </p:nvSpPr>
        <p:spPr>
          <a:xfrm>
            <a:off x="2646524" y="4841147"/>
            <a:ext cx="2147117" cy="1246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900">
                <a:latin typeface="+mn-ea"/>
              </a:rPr>
              <a:t>[</a:t>
            </a:r>
            <a:r>
              <a:rPr lang="ko-KR" altLang="en-US" sz="900">
                <a:latin typeface="+mn-ea"/>
              </a:rPr>
              <a:t>고도화 적용 전 후 </a:t>
            </a:r>
            <a:r>
              <a:rPr lang="en-US" altLang="ko-KR" sz="900">
                <a:latin typeface="+mn-ea"/>
              </a:rPr>
              <a:t>#18-2 </a:t>
            </a:r>
            <a:r>
              <a:rPr lang="ko-KR" altLang="en-US" sz="900">
                <a:latin typeface="+mn-ea"/>
              </a:rPr>
              <a:t>효과분석</a:t>
            </a:r>
            <a:r>
              <a:rPr lang="en-US" altLang="ko-KR" sz="900">
                <a:latin typeface="+mn-ea"/>
              </a:rPr>
              <a:t>]</a:t>
            </a:r>
            <a:endParaRPr lang="ko-KR" altLang="en-US" sz="900">
              <a:latin typeface="+mn-ea"/>
            </a:endParaRP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D935E034-E881-4304-AF09-65EB3DF6A0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7896580"/>
              </p:ext>
            </p:extLst>
          </p:nvPr>
        </p:nvGraphicFramePr>
        <p:xfrm>
          <a:off x="2614225" y="4969315"/>
          <a:ext cx="4403431" cy="161215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16473">
                  <a:extLst>
                    <a:ext uri="{9D8B030D-6E8A-4147-A177-3AD203B41FA5}">
                      <a16:colId xmlns:a16="http://schemas.microsoft.com/office/drawing/2014/main" val="3553092583"/>
                    </a:ext>
                  </a:extLst>
                </a:gridCol>
                <a:gridCol w="1704284">
                  <a:extLst>
                    <a:ext uri="{9D8B030D-6E8A-4147-A177-3AD203B41FA5}">
                      <a16:colId xmlns:a16="http://schemas.microsoft.com/office/drawing/2014/main" val="771536213"/>
                    </a:ext>
                  </a:extLst>
                </a:gridCol>
                <a:gridCol w="1382674">
                  <a:extLst>
                    <a:ext uri="{9D8B030D-6E8A-4147-A177-3AD203B41FA5}">
                      <a16:colId xmlns:a16="http://schemas.microsoft.com/office/drawing/2014/main" val="1558854440"/>
                    </a:ext>
                  </a:extLst>
                </a:gridCol>
              </a:tblGrid>
              <a:tr h="231937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#18-2(</a:t>
                      </a:r>
                      <a:r>
                        <a:rPr lang="ko-KR" altLang="en-US" sz="7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대표설비</a:t>
                      </a:r>
                      <a:r>
                        <a:rPr lang="en-US" altLang="ko-KR" sz="7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ctr" latinLnBrk="1"/>
                      <a:r>
                        <a:rPr lang="en-US" altLang="ko-KR" sz="7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HC-Overhang </a:t>
                      </a:r>
                      <a:r>
                        <a:rPr lang="ko-KR" altLang="en-US" sz="7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효과</a:t>
                      </a:r>
                      <a:endParaRPr lang="en-US" altLang="ko-KR" sz="7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>
                          <a:solidFill>
                            <a:schemeClr val="tx1"/>
                          </a:solidFill>
                        </a:rPr>
                        <a:t>고도화 적용 전 </a:t>
                      </a:r>
                      <a:r>
                        <a:rPr lang="en-US" altLang="ko-KR" sz="700" b="0">
                          <a:solidFill>
                            <a:schemeClr val="tx1"/>
                          </a:solidFill>
                        </a:rPr>
                        <a:t>ROI</a:t>
                      </a:r>
                      <a:r>
                        <a:rPr lang="ko-KR" altLang="en-US" sz="700" b="0">
                          <a:solidFill>
                            <a:schemeClr val="tx1"/>
                          </a:solidFill>
                        </a:rPr>
                        <a:t>별 </a:t>
                      </a:r>
                      <a:r>
                        <a:rPr lang="en-US" altLang="ko-KR" sz="700" b="0">
                          <a:solidFill>
                            <a:schemeClr val="tx1"/>
                          </a:solidFill>
                        </a:rPr>
                        <a:t>Cpk </a:t>
                      </a:r>
                      <a:r>
                        <a:rPr lang="ko-KR" altLang="en-US" sz="700" b="0">
                          <a:solidFill>
                            <a:schemeClr val="tx1"/>
                          </a:solidFill>
                        </a:rPr>
                        <a:t>표준편차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>
                          <a:solidFill>
                            <a:schemeClr val="tx1"/>
                          </a:solidFill>
                        </a:rPr>
                        <a:t>고도화 적용 후 </a:t>
                      </a:r>
                      <a:r>
                        <a:rPr lang="en-US" altLang="ko-KR" sz="700" b="0">
                          <a:solidFill>
                            <a:schemeClr val="tx1"/>
                          </a:solidFill>
                        </a:rPr>
                        <a:t>ROI</a:t>
                      </a:r>
                      <a:r>
                        <a:rPr lang="ko-KR" altLang="en-US" sz="700" b="0">
                          <a:solidFill>
                            <a:schemeClr val="tx1"/>
                          </a:solidFill>
                        </a:rPr>
                        <a:t>별 </a:t>
                      </a:r>
                      <a:r>
                        <a:rPr lang="en-US" altLang="ko-KR" sz="700" b="0">
                          <a:solidFill>
                            <a:schemeClr val="tx1"/>
                          </a:solidFill>
                        </a:rPr>
                        <a:t>Cpk </a:t>
                      </a:r>
                      <a:r>
                        <a:rPr lang="ko-KR" altLang="en-US" sz="700" b="0">
                          <a:solidFill>
                            <a:schemeClr val="tx1"/>
                          </a:solidFill>
                        </a:rPr>
                        <a:t>표준편차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09966073"/>
                  </a:ext>
                </a:extLst>
              </a:tr>
              <a:tr h="156556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25.11.07 ~ 25.11.12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25.11.15 ~ 25.11.20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8417059"/>
                  </a:ext>
                </a:extLst>
              </a:tr>
              <a:tr h="16990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Table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#1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0.936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0.779(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▼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0.158)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5579493"/>
                  </a:ext>
                </a:extLst>
              </a:tr>
              <a:tr h="16990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Table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#2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0.863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0.808(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▼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0.055)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6438731"/>
                  </a:ext>
                </a:extLst>
              </a:tr>
              <a:tr h="16990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Table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#3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0.809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0.718(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▼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0.091)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0826670"/>
                  </a:ext>
                </a:extLst>
              </a:tr>
              <a:tr h="16990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Table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#4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0.866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0.784(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▼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0.081)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3097402"/>
                  </a:ext>
                </a:extLst>
              </a:tr>
              <a:tr h="2319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0.855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0.770(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▼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0.086)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9844270"/>
                  </a:ext>
                </a:extLst>
              </a:tr>
              <a:tr h="16990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종합리포트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(#18-2)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0.267%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0.133%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754702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32361D05-4A8E-4899-93D8-1203F4844B11}"/>
              </a:ext>
            </a:extLst>
          </p:cNvPr>
          <p:cNvSpPr txBox="1"/>
          <p:nvPr/>
        </p:nvSpPr>
        <p:spPr>
          <a:xfrm>
            <a:off x="2632363" y="6613236"/>
            <a:ext cx="1717964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*#18-2 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는 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11.14 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정기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PM 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수행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A3107C4-48BE-96F4-24EB-38406FAAB25A}"/>
              </a:ext>
            </a:extLst>
          </p:cNvPr>
          <p:cNvSpPr txBox="1"/>
          <p:nvPr/>
        </p:nvSpPr>
        <p:spPr>
          <a:xfrm>
            <a:off x="5604275" y="4822450"/>
            <a:ext cx="3253839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각 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Table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별 </a:t>
            </a:r>
            <a:r>
              <a:rPr lang="en-US" altLang="ko-KR" sz="800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Cpk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의 산포를 </a:t>
            </a:r>
            <a:r>
              <a:rPr lang="ko-KR" altLang="en-US" sz="800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줄여줌으로서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800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Cpk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가 낮은 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ROI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에 대해 보상 </a:t>
            </a:r>
          </a:p>
        </p:txBody>
      </p:sp>
      <p:graphicFrame>
        <p:nvGraphicFramePr>
          <p:cNvPr id="13" name="개체 12">
            <a:extLst>
              <a:ext uri="{FF2B5EF4-FFF2-40B4-BE49-F238E27FC236}">
                <a16:creationId xmlns:a16="http://schemas.microsoft.com/office/drawing/2014/main" id="{A62A0279-D0A4-D28F-0DF8-F7F7FA3E1806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784723300"/>
              </p:ext>
            </p:extLst>
          </p:nvPr>
        </p:nvGraphicFramePr>
        <p:xfrm>
          <a:off x="7493891" y="4027128"/>
          <a:ext cx="667747" cy="55732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Worksheet" showAsIcon="1" r:id="rId5" imgW="914400" imgH="792480" progId="Excel.Sheet.12">
                  <p:embed/>
                </p:oleObj>
              </mc:Choice>
              <mc:Fallback>
                <p:oleObj name="Worksheet" showAsIcon="1" r:id="rId5" imgW="914400" imgH="792480" progId="Excel.Sheet.12">
                  <p:embed/>
                  <p:pic>
                    <p:nvPicPr>
                      <p:cNvPr id="13" name="개체 12">
                        <a:extLst>
                          <a:ext uri="{FF2B5EF4-FFF2-40B4-BE49-F238E27FC236}">
                            <a16:creationId xmlns:a16="http://schemas.microsoft.com/office/drawing/2014/main" id="{A62A0279-D0A4-D28F-0DF8-F7F7FA3E180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7493891" y="4027128"/>
                        <a:ext cx="667747" cy="557323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39071961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EAC011-D953-5FB5-9BF6-FC83DBAE57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제목 1">
            <a:extLst>
              <a:ext uri="{FF2B5EF4-FFF2-40B4-BE49-F238E27FC236}">
                <a16:creationId xmlns:a16="http://schemas.microsoft.com/office/drawing/2014/main" id="{7DACC726-EC1E-97DF-4768-F4808998FA59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5110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en-US" altLang="ko-KR" sz="1800">
                <a:cs typeface="Malgun Gothic Semilight"/>
              </a:rPr>
              <a:t>1. </a:t>
            </a:r>
            <a:r>
              <a:rPr lang="ko-KR" altLang="en-US" sz="1800">
                <a:cs typeface="Malgun Gothic Semilight"/>
              </a:rPr>
              <a:t>과제 진행 현황</a:t>
            </a:r>
            <a:r>
              <a:rPr lang="en-US" altLang="ko-KR" sz="1800">
                <a:cs typeface="Malgun Gothic Semilight"/>
              </a:rPr>
              <a:t>_</a:t>
            </a:r>
            <a:r>
              <a:rPr lang="ko-KR" altLang="en-US" sz="1800">
                <a:cs typeface="Malgun Gothic Semilight"/>
              </a:rPr>
              <a:t>조립</a:t>
            </a:r>
            <a:r>
              <a:rPr lang="en-US" altLang="ko-KR" sz="1800" err="1">
                <a:cs typeface="Malgun Gothic Semilight"/>
              </a:rPr>
              <a:t>자동보정</a:t>
            </a:r>
            <a:r>
              <a:rPr lang="ko-KR" altLang="en-US" sz="1800">
                <a:cs typeface="Malgun Gothic Semilight"/>
              </a:rPr>
              <a:t>팀 </a:t>
            </a:r>
            <a:r>
              <a:rPr lang="en-US" altLang="ko-KR" sz="1800">
                <a:cs typeface="Malgun Gothic Semilight"/>
              </a:rPr>
              <a:t>(</a:t>
            </a:r>
            <a:r>
              <a:rPr lang="ko-KR" altLang="en-US" sz="1800">
                <a:cs typeface="Malgun Gothic Semilight"/>
              </a:rPr>
              <a:t>자동차</a:t>
            </a:r>
            <a:r>
              <a:rPr lang="en-US" altLang="ko-KR" sz="1800">
                <a:cs typeface="Malgun Gothic Semilight"/>
              </a:rPr>
              <a:t>)</a:t>
            </a:r>
            <a:endParaRPr lang="ko-KR" altLang="en-US" sz="1800">
              <a:cs typeface="Malgun Gothic Semilight"/>
            </a:endParaRP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711E8893-0D9A-70ED-8EF0-5FD963002509}"/>
              </a:ext>
            </a:extLst>
          </p:cNvPr>
          <p:cNvSpPr txBox="1">
            <a:spLocks/>
          </p:cNvSpPr>
          <p:nvPr/>
        </p:nvSpPr>
        <p:spPr>
          <a:xfrm>
            <a:off x="8316902" y="173438"/>
            <a:ext cx="1439497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강현웅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S, 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심은찬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S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3BB1961-3F71-0018-CA2B-9894ED0A96D8}"/>
              </a:ext>
            </a:extLst>
          </p:cNvPr>
          <p:cNvSpPr txBox="1"/>
          <p:nvPr/>
        </p:nvSpPr>
        <p:spPr>
          <a:xfrm>
            <a:off x="8313566" y="343599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11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graphicFrame>
        <p:nvGraphicFramePr>
          <p:cNvPr id="5" name="표 1">
            <a:extLst>
              <a:ext uri="{FF2B5EF4-FFF2-40B4-BE49-F238E27FC236}">
                <a16:creationId xmlns:a16="http://schemas.microsoft.com/office/drawing/2014/main" id="{03A8162C-C521-077A-0120-8EB01DA19A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50870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  <a:endParaRPr lang="ko-KR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각형 AZS STK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 적용</a:t>
                      </a:r>
                      <a:endParaRPr lang="en-US" altLang="ko-KR" sz="900" b="0" i="0" u="none" strike="noStrike" baseline="0" err="1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EP1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각형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Pilot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’25.09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대표호기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강현웅S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심은찬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안다현A</a:t>
                      </a:r>
                      <a:endParaRPr lang="ko-KR" altLang="en-US" sz="900" b="0" i="0" u="none" strike="noStrike" baseline="0" err="1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9" name="표 13">
            <a:extLst>
              <a:ext uri="{FF2B5EF4-FFF2-40B4-BE49-F238E27FC236}">
                <a16:creationId xmlns:a16="http://schemas.microsoft.com/office/drawing/2014/main" id="{459FC5F3-1FD5-01E7-B1BA-B398131205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0924481"/>
              </p:ext>
            </p:extLst>
          </p:nvPr>
        </p:nvGraphicFramePr>
        <p:xfrm>
          <a:off x="1649866" y="1085382"/>
          <a:ext cx="7024843" cy="559266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731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77532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282134">
                <a:tc gridSpan="2"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ko-KR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(W51) 자</a:t>
                      </a:r>
                      <a:r>
                        <a:rPr lang="ko-KR" altLang="en-US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동보정 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Offset </a:t>
                      </a:r>
                      <a:r>
                        <a:rPr lang="ko-KR" altLang="en-US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적용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 Sequence 변경으로 </a:t>
                      </a:r>
                      <a:r>
                        <a:rPr lang="ko-KR" altLang="en-US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인한 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검사기 / PLC Program 수정 완료(12/15)되었고, 자동보정 정상동작 확인 중입니다. (~12/17)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8213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i="0" cap="all" spc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cap="all" spc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0" i="0" cap="all" spc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64213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i="0" cap="all" spc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endParaRPr kumimoji="0"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1) 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배경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① 각형 AZS 신규 공정 도입에 따른 자동보정 개발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기존 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AZS 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자동보정 기반 고도화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b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- 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차이점</a:t>
                      </a:r>
                      <a:b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  . 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기존 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AZS : 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양 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 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음극 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가지 전극 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Type Stack</a:t>
                      </a:r>
                      <a:r>
                        <a:rPr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각형 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AZS : 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양 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A,B / 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음극 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A, B 4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가지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Type Stack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2) 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목표</a:t>
                      </a:r>
                      <a:b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① 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Stack 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품질 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Cpk </a:t>
                      </a:r>
                      <a:r>
                        <a:rPr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1.33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이상 </a:t>
                      </a:r>
                      <a:b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② 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AZS </a:t>
                      </a:r>
                      <a:r>
                        <a:rPr kumimoji="0"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적용 기술 적용</a:t>
                      </a:r>
                      <a:r>
                        <a:rPr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(Stack 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Align</a:t>
                      </a:r>
                      <a:r>
                        <a:rPr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낱장보정</a:t>
                      </a:r>
                      <a:r>
                        <a:rPr lang="en-US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분리막보정)</a:t>
                      </a:r>
                      <a:r>
                        <a:rPr kumimoji="0" lang="en-US" altLang="ko-KR" sz="900" b="0" i="0" u="none" strike="noStrike" kern="1200" cap="all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① 자동보정 적용 환경 구성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자동보정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concept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공유 및 개발 환경 요청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  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AZS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설비기술팀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AR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설비개발팀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AR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Pilot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운영팀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PRI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내용 공유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8/13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   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대표호기 적용 일정 협의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중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(PRI와 9월 첫째주 중,  Pilot 3, 4호기 적용 계획 중)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   - Pilot 3,4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호기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FAT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실패로 인해 대표호기 변경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(Pilot 3,4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호기 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pilot 5,6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호기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9/18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출장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출장 결과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Pilot 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호기에서 전극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Align,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낱장 자동보정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분리막 자동보정 적용 확인하였습니다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                              검사기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프로그램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pilot 1~4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호기 설치 예정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(~10/17)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_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설비개조로 인한 일정 연기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(~10/15)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   - 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오류 수정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(HMI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구성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자동보정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Count)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기능 추가를 위한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plc address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추가 완료 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   . 125스택 낱장 PLC interface test 완료 (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5호기,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9/4)</a:t>
                      </a:r>
                      <a:endParaRPr lang="en-US" altLang="ko-KR" sz="900" b="0" i="0" u="none" strike="noStrike" kern="1200" cap="all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7F0A9077-BAE3-8EBB-C0B8-456E6C6202F9}"/>
              </a:ext>
            </a:extLst>
          </p:cNvPr>
          <p:cNvSpPr txBox="1">
            <a:spLocks/>
          </p:cNvSpPr>
          <p:nvPr/>
        </p:nvSpPr>
        <p:spPr>
          <a:xfrm>
            <a:off x="128831" y="612730"/>
            <a:ext cx="8951690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각형 </a:t>
            </a:r>
            <a:r>
              <a:rPr lang="ko-KR" altLang="en-US" sz="1400" b="1" err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Pilot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 호기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AZS STK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자동보정 적용 건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(1/3)</a:t>
            </a:r>
            <a:endParaRPr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AEF01FA-DD68-4CC5-B0B9-E819C460418D}"/>
              </a:ext>
            </a:extLst>
          </p:cNvPr>
          <p:cNvSpPr txBox="1"/>
          <p:nvPr/>
        </p:nvSpPr>
        <p:spPr>
          <a:xfrm>
            <a:off x="1637354" y="1707601"/>
            <a:ext cx="96788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en-US" altLang="ko-KR" sz="1100">
                <a:latin typeface="Arial Narrow"/>
                <a:ea typeface="LG스마트체 Regular"/>
              </a:rPr>
              <a:t>[</a:t>
            </a:r>
            <a:r>
              <a:rPr lang="ko-KR" altLang="en-US" sz="1100">
                <a:latin typeface="Arial Narrow"/>
                <a:ea typeface="LG스마트체 Regular"/>
              </a:rPr>
              <a:t>진행 계획</a:t>
            </a:r>
            <a:r>
              <a:rPr lang="en-US" altLang="ko-KR" sz="1100">
                <a:latin typeface="Arial Narrow"/>
                <a:ea typeface="LG스마트체 Regular"/>
              </a:rPr>
              <a:t>] </a:t>
            </a:r>
            <a:endParaRPr lang="ko-KR" altLang="en-US" sz="1100">
              <a:latin typeface="Arial Narrow"/>
              <a:ea typeface="LG스마트체 Regular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B52D2FC-9CE8-4F7B-9FA1-D0255C1E2E32}"/>
              </a:ext>
            </a:extLst>
          </p:cNvPr>
          <p:cNvSpPr txBox="1"/>
          <p:nvPr/>
        </p:nvSpPr>
        <p:spPr>
          <a:xfrm>
            <a:off x="1596642" y="2586749"/>
            <a:ext cx="100617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배경/목표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33" name="표 26">
            <a:extLst>
              <a:ext uri="{FF2B5EF4-FFF2-40B4-BE49-F238E27FC236}">
                <a16:creationId xmlns:a16="http://schemas.microsoft.com/office/drawing/2014/main" id="{0EBD5018-B5BC-42C0-83A8-B30ED54BB6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4130025"/>
              </p:ext>
            </p:extLst>
          </p:nvPr>
        </p:nvGraphicFramePr>
        <p:xfrm>
          <a:off x="2656206" y="1736520"/>
          <a:ext cx="5896138" cy="788011"/>
        </p:xfrm>
        <a:graphic>
          <a:graphicData uri="http://schemas.openxmlformats.org/drawingml/2006/table">
            <a:tbl>
              <a:tblPr/>
              <a:tblGrid>
                <a:gridCol w="716168">
                  <a:extLst>
                    <a:ext uri="{9D8B030D-6E8A-4147-A177-3AD203B41FA5}">
                      <a16:colId xmlns:a16="http://schemas.microsoft.com/office/drawing/2014/main" val="4158735420"/>
                    </a:ext>
                  </a:extLst>
                </a:gridCol>
                <a:gridCol w="1035994">
                  <a:extLst>
                    <a:ext uri="{9D8B030D-6E8A-4147-A177-3AD203B41FA5}">
                      <a16:colId xmlns:a16="http://schemas.microsoft.com/office/drawing/2014/main" val="3049118925"/>
                    </a:ext>
                  </a:extLst>
                </a:gridCol>
                <a:gridCol w="1035994">
                  <a:extLst>
                    <a:ext uri="{9D8B030D-6E8A-4147-A177-3AD203B41FA5}">
                      <a16:colId xmlns:a16="http://schemas.microsoft.com/office/drawing/2014/main" val="531376357"/>
                    </a:ext>
                  </a:extLst>
                </a:gridCol>
                <a:gridCol w="1035994">
                  <a:extLst>
                    <a:ext uri="{9D8B030D-6E8A-4147-A177-3AD203B41FA5}">
                      <a16:colId xmlns:a16="http://schemas.microsoft.com/office/drawing/2014/main" val="3743305356"/>
                    </a:ext>
                  </a:extLst>
                </a:gridCol>
                <a:gridCol w="1035994">
                  <a:extLst>
                    <a:ext uri="{9D8B030D-6E8A-4147-A177-3AD203B41FA5}">
                      <a16:colId xmlns:a16="http://schemas.microsoft.com/office/drawing/2014/main" val="2949029446"/>
                    </a:ext>
                  </a:extLst>
                </a:gridCol>
                <a:gridCol w="1035994">
                  <a:extLst>
                    <a:ext uri="{9D8B030D-6E8A-4147-A177-3AD203B41FA5}">
                      <a16:colId xmlns:a16="http://schemas.microsoft.com/office/drawing/2014/main" val="2637651032"/>
                    </a:ext>
                  </a:extLst>
                </a:gridCol>
              </a:tblGrid>
              <a:tr h="10825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구분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일정</a:t>
                      </a: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분석</a:t>
                      </a:r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과제성</a:t>
                      </a:r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검토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7872" marB="0" anchor="ctr"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로직 개발</a:t>
                      </a: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시뮬레이션 검증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4" marR="9524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검사기/PLC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 기능 검증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대표호기 완료 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63543"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E41 Pilot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25.08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~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’25.09.12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~’25.11.11</a:t>
                      </a:r>
                    </a:p>
                  </a:txBody>
                  <a:tcPr marL="9524" marR="9524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'25.12.12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→’25.12.17</a:t>
                      </a: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~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’25.12.24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(Pilot 3, 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</a:t>
                      </a:r>
                      <a:endParaRPr kumimoji="0" lang="en-US" altLang="ko-KR" baseline="0">
                        <a:solidFill>
                          <a:srgbClr val="1414FE"/>
                        </a:solidFill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5483190"/>
                  </a:ext>
                </a:extLst>
              </a:tr>
            </a:tbl>
          </a:graphicData>
        </a:graphic>
      </p:graphicFrame>
      <p:sp>
        <p:nvSpPr>
          <p:cNvPr id="34" name="TextBox 354">
            <a:extLst>
              <a:ext uri="{FF2B5EF4-FFF2-40B4-BE49-F238E27FC236}">
                <a16:creationId xmlns:a16="http://schemas.microsoft.com/office/drawing/2014/main" id="{AB9A3232-71E4-4B39-904E-BFEC1A410C4E}"/>
              </a:ext>
            </a:extLst>
          </p:cNvPr>
          <p:cNvSpPr txBox="1"/>
          <p:nvPr/>
        </p:nvSpPr>
        <p:spPr>
          <a:xfrm rot="10800000" flipV="1">
            <a:off x="6730581" y="1738842"/>
            <a:ext cx="529764" cy="107698"/>
          </a:xfrm>
          <a:prstGeom prst="rect">
            <a:avLst/>
          </a:prstGeom>
          <a:noFill/>
          <a:ln w="9525" cmpd="sng">
            <a:noFill/>
          </a:ln>
          <a:effectLst/>
        </p:spPr>
        <p:txBody>
          <a:bodyPr wrap="square" lIns="36000" tIns="36000" rIns="36000" bIns="36000" rtlCol="0" anchor="ctr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▼</a:t>
            </a:r>
            <a:endParaRPr kumimoji="0" lang="en-US" altLang="ko-KR" sz="1600" b="0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6" name="직사각형 17">
            <a:extLst>
              <a:ext uri="{FF2B5EF4-FFF2-40B4-BE49-F238E27FC236}">
                <a16:creationId xmlns:a16="http://schemas.microsoft.com/office/drawing/2014/main" id="{8D1BA2F2-B5C1-4A41-A51D-07C00BF7AA75}"/>
              </a:ext>
            </a:extLst>
          </p:cNvPr>
          <p:cNvSpPr/>
          <p:nvPr/>
        </p:nvSpPr>
        <p:spPr>
          <a:xfrm>
            <a:off x="6477000" y="1855511"/>
            <a:ext cx="1036926" cy="669020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38" name="표 26">
            <a:extLst>
              <a:ext uri="{FF2B5EF4-FFF2-40B4-BE49-F238E27FC236}">
                <a16:creationId xmlns:a16="http://schemas.microsoft.com/office/drawing/2014/main" id="{0F772664-10D1-48DE-8E1D-F2F16ED538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063480"/>
              </p:ext>
            </p:extLst>
          </p:nvPr>
        </p:nvGraphicFramePr>
        <p:xfrm>
          <a:off x="2872509" y="3953738"/>
          <a:ext cx="5693814" cy="891711"/>
        </p:xfrm>
        <a:graphic>
          <a:graphicData uri="http://schemas.openxmlformats.org/drawingml/2006/table">
            <a:tbl>
              <a:tblPr/>
              <a:tblGrid>
                <a:gridCol w="421566">
                  <a:extLst>
                    <a:ext uri="{9D8B030D-6E8A-4147-A177-3AD203B41FA5}">
                      <a16:colId xmlns:a16="http://schemas.microsoft.com/office/drawing/2014/main" val="4158735420"/>
                    </a:ext>
                  </a:extLst>
                </a:gridCol>
                <a:gridCol w="2192325">
                  <a:extLst>
                    <a:ext uri="{9D8B030D-6E8A-4147-A177-3AD203B41FA5}">
                      <a16:colId xmlns:a16="http://schemas.microsoft.com/office/drawing/2014/main" val="3049118925"/>
                    </a:ext>
                  </a:extLst>
                </a:gridCol>
                <a:gridCol w="3079923">
                  <a:extLst>
                    <a:ext uri="{9D8B030D-6E8A-4147-A177-3AD203B41FA5}">
                      <a16:colId xmlns:a16="http://schemas.microsoft.com/office/drawing/2014/main" val="531376357"/>
                    </a:ext>
                  </a:extLst>
                </a:gridCol>
              </a:tblGrid>
              <a:tr h="189828">
                <a:tc>
                  <a:txBody>
                    <a:bodyPr/>
                    <a:lstStyle/>
                    <a:p>
                      <a:pPr latinLnBrk="1"/>
                      <a:endParaRPr lang="ko-KR" altLang="en-US" sz="800"/>
                    </a:p>
                  </a:txBody>
                  <a:tcP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기존 파우치형 공정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AZS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7872" marB="0" anchor="ctr"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신규 각형 공정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AZS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4" marR="9524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678351"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공정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비교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5483190"/>
                  </a:ext>
                </a:extLst>
              </a:tr>
            </a:tbl>
          </a:graphicData>
        </a:graphic>
      </p:graphicFrame>
      <p:pic>
        <p:nvPicPr>
          <p:cNvPr id="41" name="Picture 9">
            <a:extLst>
              <a:ext uri="{FF2B5EF4-FFF2-40B4-BE49-F238E27FC236}">
                <a16:creationId xmlns:a16="http://schemas.microsoft.com/office/drawing/2014/main" id="{1B41D6AD-923E-4130-883B-DD7A8BE8EB43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399188" y="4198841"/>
            <a:ext cx="1023441" cy="575495"/>
          </a:xfrm>
          <a:prstGeom prst="rect">
            <a:avLst/>
          </a:prstGeom>
        </p:spPr>
      </p:pic>
      <p:pic>
        <p:nvPicPr>
          <p:cNvPr id="42" name="Picture 10">
            <a:extLst>
              <a:ext uri="{FF2B5EF4-FFF2-40B4-BE49-F238E27FC236}">
                <a16:creationId xmlns:a16="http://schemas.microsoft.com/office/drawing/2014/main" id="{605186CD-E600-48EB-8B63-8276FD8614A0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39928" y="4185265"/>
            <a:ext cx="1003760" cy="575495"/>
          </a:xfrm>
          <a:prstGeom prst="rect">
            <a:avLst/>
          </a:prstGeom>
        </p:spPr>
      </p:pic>
      <p:sp>
        <p:nvSpPr>
          <p:cNvPr id="43" name="직사각형 42">
            <a:extLst>
              <a:ext uri="{FF2B5EF4-FFF2-40B4-BE49-F238E27FC236}">
                <a16:creationId xmlns:a16="http://schemas.microsoft.com/office/drawing/2014/main" id="{58F95025-1909-4926-814C-900158E2BC73}"/>
              </a:ext>
            </a:extLst>
          </p:cNvPr>
          <p:cNvSpPr/>
          <p:nvPr/>
        </p:nvSpPr>
        <p:spPr>
          <a:xfrm>
            <a:off x="4478860" y="4233677"/>
            <a:ext cx="1218330" cy="134396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/>
          <a:p>
            <a:pPr>
              <a:lnSpc>
                <a:spcPts val="1100"/>
              </a:lnSpc>
            </a:pPr>
            <a:r>
              <a:rPr lang="ko-KR" altLang="en-US" sz="900">
                <a:latin typeface="Arial Narrow" panose="020B0606020202030204" pitchFamily="34" charset="0"/>
                <a:ea typeface="LG스마트체 Regular"/>
              </a:rPr>
              <a:t>음극</a:t>
            </a:r>
            <a:r>
              <a:rPr lang="en-US" altLang="ko-KR" sz="900">
                <a:latin typeface="Arial Narrow" panose="020B0606020202030204" pitchFamily="34" charset="0"/>
                <a:ea typeface="LG스마트체 Regular"/>
              </a:rPr>
              <a:t>/</a:t>
            </a:r>
            <a:r>
              <a:rPr lang="ko-KR" altLang="en-US" sz="900">
                <a:latin typeface="Arial Narrow" panose="020B0606020202030204" pitchFamily="34" charset="0"/>
                <a:ea typeface="LG스마트체 Regular"/>
              </a:rPr>
              <a:t>양극 교차 투입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791D342-A0FF-48F5-85E8-D44AA19563EA}"/>
              </a:ext>
            </a:extLst>
          </p:cNvPr>
          <p:cNvSpPr/>
          <p:nvPr/>
        </p:nvSpPr>
        <p:spPr>
          <a:xfrm>
            <a:off x="6700218" y="4233677"/>
            <a:ext cx="1741328" cy="41652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/>
          <a:p>
            <a:pPr>
              <a:lnSpc>
                <a:spcPts val="1100"/>
              </a:lnSpc>
            </a:pPr>
            <a:r>
              <a:rPr lang="ko-KR" altLang="en-US" sz="900">
                <a:latin typeface="Arial Narrow" panose="020B0606020202030204" pitchFamily="34" charset="0"/>
                <a:ea typeface="LG스마트체 Regular"/>
              </a:rPr>
              <a:t>음극 </a:t>
            </a:r>
            <a:r>
              <a:rPr lang="en-US" altLang="ko-KR" sz="900">
                <a:latin typeface="Arial Narrow" panose="020B0606020202030204" pitchFamily="34" charset="0"/>
                <a:ea typeface="LG스마트체 Regular"/>
              </a:rPr>
              <a:t>A type /</a:t>
            </a:r>
            <a:r>
              <a:rPr lang="ko-KR" altLang="en-US" sz="900">
                <a:latin typeface="Arial Narrow" panose="020B0606020202030204" pitchFamily="34" charset="0"/>
                <a:ea typeface="LG스마트체 Regular"/>
              </a:rPr>
              <a:t>양극 </a:t>
            </a:r>
            <a:r>
              <a:rPr lang="en-US" altLang="ko-KR" sz="900">
                <a:latin typeface="Arial Narrow" panose="020B0606020202030204" pitchFamily="34" charset="0"/>
                <a:ea typeface="LG스마트체 Regular"/>
              </a:rPr>
              <a:t>A type</a:t>
            </a:r>
            <a:r>
              <a:rPr lang="ko-KR" altLang="en-US" sz="900">
                <a:latin typeface="Arial Narrow" panose="020B0606020202030204" pitchFamily="34" charset="0"/>
                <a:ea typeface="LG스마트체 Regular"/>
              </a:rPr>
              <a:t> 교차 투입 후</a:t>
            </a:r>
            <a:endParaRPr lang="en-US" altLang="ko-KR" sz="900">
              <a:latin typeface="Arial Narrow" panose="020B0606020202030204" pitchFamily="34" charset="0"/>
              <a:ea typeface="LG스마트체 Regular"/>
            </a:endParaRPr>
          </a:p>
          <a:p>
            <a:pPr>
              <a:lnSpc>
                <a:spcPts val="1100"/>
              </a:lnSpc>
            </a:pPr>
            <a:r>
              <a:rPr lang="ko-KR" altLang="en-US" sz="900">
                <a:latin typeface="Arial Narrow" panose="020B0606020202030204" pitchFamily="34" charset="0"/>
              </a:rPr>
              <a:t>음극 </a:t>
            </a:r>
            <a:r>
              <a:rPr lang="en-US" altLang="ko-KR" sz="900">
                <a:latin typeface="Arial Narrow" panose="020B0606020202030204" pitchFamily="34" charset="0"/>
              </a:rPr>
              <a:t>B type /</a:t>
            </a:r>
            <a:r>
              <a:rPr lang="ko-KR" altLang="en-US" sz="900">
                <a:latin typeface="Arial Narrow" panose="020B0606020202030204" pitchFamily="34" charset="0"/>
              </a:rPr>
              <a:t>양극 </a:t>
            </a:r>
            <a:r>
              <a:rPr lang="en-US" altLang="ko-KR" sz="900">
                <a:latin typeface="Arial Narrow" panose="020B0606020202030204" pitchFamily="34" charset="0"/>
              </a:rPr>
              <a:t>B type</a:t>
            </a:r>
            <a:r>
              <a:rPr lang="ko-KR" altLang="en-US" sz="900">
                <a:latin typeface="Arial Narrow" panose="020B0606020202030204" pitchFamily="34" charset="0"/>
              </a:rPr>
              <a:t> 교차 투입</a:t>
            </a:r>
            <a:br>
              <a:rPr lang="en-US" altLang="ko-KR" sz="900">
                <a:latin typeface="Arial Narrow" panose="020B0606020202030204" pitchFamily="34" charset="0"/>
              </a:rPr>
            </a:br>
            <a:r>
              <a:rPr lang="en-US" altLang="ko-KR" sz="900">
                <a:latin typeface="Arial Narrow" panose="020B0606020202030204" pitchFamily="34" charset="0"/>
              </a:rPr>
              <a:t>-&gt; </a:t>
            </a:r>
            <a:r>
              <a:rPr lang="ko-KR" altLang="en-US" sz="900">
                <a:latin typeface="Arial Narrow" panose="020B0606020202030204" pitchFamily="34" charset="0"/>
              </a:rPr>
              <a:t>전극 </a:t>
            </a:r>
            <a:r>
              <a:rPr lang="en-US" altLang="ko-KR" sz="900">
                <a:latin typeface="Arial Narrow" panose="020B0606020202030204" pitchFamily="34" charset="0"/>
              </a:rPr>
              <a:t>Type</a:t>
            </a:r>
            <a:r>
              <a:rPr lang="ko-KR" altLang="en-US" sz="900">
                <a:latin typeface="Arial Narrow" panose="020B0606020202030204" pitchFamily="34" charset="0"/>
              </a:rPr>
              <a:t>별 자동보정 필요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3347B64-F7FE-453A-97F1-BE527C900A87}"/>
              </a:ext>
            </a:extLst>
          </p:cNvPr>
          <p:cNvSpPr txBox="1"/>
          <p:nvPr/>
        </p:nvSpPr>
        <p:spPr>
          <a:xfrm>
            <a:off x="6700218" y="3680282"/>
            <a:ext cx="1858505" cy="24622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>
              <a:defRPr/>
            </a:pP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/>
              </a:rPr>
              <a:t>각형 전극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/>
              </a:rPr>
              <a:t>Type</a:t>
            </a:r>
          </a:p>
          <a:p>
            <a:pPr>
              <a:defRPr/>
            </a:pP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/>
              </a:rPr>
              <a:t>A type :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/>
              </a:rPr>
              <a:t>탭 </a:t>
            </a:r>
            <a:r>
              <a:rPr lang="ko-KR" altLang="en-US" sz="800" err="1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/>
              </a:rPr>
              <a:t>좌측쏠림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/>
              </a:rPr>
              <a:t>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/>
              </a:rPr>
              <a:t>/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/>
              </a:rPr>
              <a:t>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/>
              </a:rPr>
              <a:t>B type :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/>
              </a:rPr>
              <a:t>탭 </a:t>
            </a:r>
            <a:r>
              <a:rPr lang="ko-KR" altLang="en-US" sz="800" err="1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/>
              </a:rPr>
              <a:t>우측쏠림</a:t>
            </a:r>
            <a:endParaRPr lang="en-US" altLang="ko-KR" sz="800">
              <a:solidFill>
                <a:srgbClr val="006600"/>
              </a:solidFill>
              <a:latin typeface="LG스마트체 Regular" panose="020B0600000101010101" pitchFamily="50" charset="-127"/>
              <a:ea typeface="LG스마트체 Regular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6C449D7-1D88-3CB9-C382-BE8C6B0A7A4B}"/>
              </a:ext>
            </a:extLst>
          </p:cNvPr>
          <p:cNvSpPr txBox="1"/>
          <p:nvPr/>
        </p:nvSpPr>
        <p:spPr>
          <a:xfrm>
            <a:off x="1609483" y="5019594"/>
            <a:ext cx="993337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진행상황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9744679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EAC011-D953-5FB5-9BF6-FC83DBAE57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제목 1">
            <a:extLst>
              <a:ext uri="{FF2B5EF4-FFF2-40B4-BE49-F238E27FC236}">
                <a16:creationId xmlns:a16="http://schemas.microsoft.com/office/drawing/2014/main" id="{7DACC726-EC1E-97DF-4768-F4808998FA59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5110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en-US" altLang="ko-KR" sz="1800">
                <a:cs typeface="Malgun Gothic Semilight"/>
              </a:rPr>
              <a:t>1. </a:t>
            </a:r>
            <a:r>
              <a:rPr lang="ko-KR" altLang="en-US" sz="1800">
                <a:cs typeface="Malgun Gothic Semilight"/>
              </a:rPr>
              <a:t>과제 진행 현황</a:t>
            </a:r>
            <a:r>
              <a:rPr lang="en-US" altLang="ko-KR" sz="1800">
                <a:cs typeface="Malgun Gothic Semilight"/>
              </a:rPr>
              <a:t>_</a:t>
            </a:r>
            <a:r>
              <a:rPr lang="ko-KR" altLang="en-US" sz="1800">
                <a:cs typeface="Malgun Gothic Semilight"/>
              </a:rPr>
              <a:t>조립</a:t>
            </a:r>
            <a:r>
              <a:rPr lang="en-US" altLang="ko-KR" sz="1800" err="1">
                <a:cs typeface="Malgun Gothic Semilight"/>
              </a:rPr>
              <a:t>자동보정</a:t>
            </a:r>
            <a:r>
              <a:rPr lang="ko-KR" altLang="en-US" sz="1800">
                <a:cs typeface="Malgun Gothic Semilight"/>
              </a:rPr>
              <a:t>팀 </a:t>
            </a:r>
            <a:r>
              <a:rPr lang="en-US" altLang="ko-KR" sz="1800">
                <a:cs typeface="Malgun Gothic Semilight"/>
              </a:rPr>
              <a:t>(</a:t>
            </a:r>
            <a:r>
              <a:rPr lang="ko-KR" altLang="en-US" sz="1800">
                <a:cs typeface="Malgun Gothic Semilight"/>
              </a:rPr>
              <a:t>자동차</a:t>
            </a:r>
            <a:r>
              <a:rPr lang="en-US" altLang="ko-KR" sz="1800">
                <a:cs typeface="Malgun Gothic Semilight"/>
              </a:rPr>
              <a:t>)</a:t>
            </a:r>
            <a:endParaRPr lang="ko-KR" altLang="en-US" sz="1800">
              <a:cs typeface="Malgun Gothic Semilight"/>
            </a:endParaRP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711E8893-0D9A-70ED-8EF0-5FD963002509}"/>
              </a:ext>
            </a:extLst>
          </p:cNvPr>
          <p:cNvSpPr txBox="1">
            <a:spLocks/>
          </p:cNvSpPr>
          <p:nvPr/>
        </p:nvSpPr>
        <p:spPr>
          <a:xfrm>
            <a:off x="8316902" y="173438"/>
            <a:ext cx="1439497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강현웅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S, 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심은찬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S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3BB1961-3F71-0018-CA2B-9894ED0A96D8}"/>
              </a:ext>
            </a:extLst>
          </p:cNvPr>
          <p:cNvSpPr txBox="1"/>
          <p:nvPr/>
        </p:nvSpPr>
        <p:spPr>
          <a:xfrm>
            <a:off x="8313566" y="343599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11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graphicFrame>
        <p:nvGraphicFramePr>
          <p:cNvPr id="5" name="표 1">
            <a:extLst>
              <a:ext uri="{FF2B5EF4-FFF2-40B4-BE49-F238E27FC236}">
                <a16:creationId xmlns:a16="http://schemas.microsoft.com/office/drawing/2014/main" id="{03A8162C-C521-077A-0120-8EB01DA19A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76056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  <a:endParaRPr lang="ko-KR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각형 AZS STK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 적용</a:t>
                      </a:r>
                      <a:endParaRPr lang="en-US" altLang="ko-KR" sz="900" b="0" i="0" u="none" strike="noStrike" baseline="0" err="1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EP1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각형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Pilot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’25.09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대표호기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강현웅S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심은찬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안다현A</a:t>
                      </a:r>
                      <a:endParaRPr lang="ko-KR" altLang="en-US" sz="900" b="0" i="0" u="none" strike="noStrike" baseline="0" err="1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9" name="표 13">
            <a:extLst>
              <a:ext uri="{FF2B5EF4-FFF2-40B4-BE49-F238E27FC236}">
                <a16:creationId xmlns:a16="http://schemas.microsoft.com/office/drawing/2014/main" id="{459FC5F3-1FD5-01E7-B1BA-B398131205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5160224"/>
              </p:ext>
            </p:extLst>
          </p:nvPr>
        </p:nvGraphicFramePr>
        <p:xfrm>
          <a:off x="1649866" y="1088377"/>
          <a:ext cx="7024843" cy="55254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731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77532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42160">
                <a:tc gridSpan="2"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ko-KR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(W51) 자</a:t>
                      </a:r>
                      <a:r>
                        <a:rPr lang="ko-KR" altLang="en-US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동보정 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Offset </a:t>
                      </a:r>
                      <a:r>
                        <a:rPr lang="ko-KR" altLang="en-US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적용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 Sequence 변경으로 </a:t>
                      </a:r>
                      <a:r>
                        <a:rPr lang="ko-KR" altLang="en-US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인한 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검사기 / PLC Program 수정 완료(12/15)되었고, 자동보정 정상동작 확인 중입니다. (~12/17)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7874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i="0" cap="none" spc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cap="none" spc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0" i="0" cap="none" spc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04583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i="0" cap="none" spc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3)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 현황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② 자동보정 프로그램 개발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검사 데이터를 활용하여 분리막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 보정값 계산 및 출력 기능 검증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각형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AZS CTQ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확인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(ESHG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와 동일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- Program Coding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1차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_Algin,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낱장 자동보정 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분리막 자동보정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및 시뮬레이션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(9/9)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- 9/4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출장 시 3,4호기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HMI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작업 미완료로 인한 검수 진행불가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→ 추후 5,6호기 에서 재검증 예정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9/17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까지 작업 완료 요청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</a:t>
                      </a:r>
                      <a:r>
                        <a:rPr lang="ko-KR" altLang="ko-KR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③ </a:t>
                      </a:r>
                      <a:r>
                        <a:rPr lang="en-US" altLang="ko-KR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Theta </a:t>
                      </a:r>
                      <a:r>
                        <a:rPr lang="ko-KR" altLang="en-US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자동보정 데이터 분석 진행</a:t>
                      </a:r>
                      <a:endParaRPr lang="en-US" altLang="ko-KR" sz="900" b="0" i="0" cap="none" spc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- Theta </a:t>
                      </a:r>
                      <a:r>
                        <a:rPr lang="ko-KR" altLang="en-US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자동보정 관련 설비팀에서 검토 요청</a:t>
                      </a:r>
                      <a:r>
                        <a:rPr lang="en-US" altLang="ko-KR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_</a:t>
                      </a:r>
                      <a:r>
                        <a:rPr lang="ko-KR" altLang="en-US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전극이 사다리꼴 형태로 생산되어</a:t>
                      </a:r>
                      <a:r>
                        <a:rPr lang="en-US" altLang="ko-KR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Theta</a:t>
                      </a:r>
                      <a:r>
                        <a:rPr lang="ko-KR" altLang="en-US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자동보정 수정 검토 중 입니다</a:t>
                      </a:r>
                      <a:r>
                        <a:rPr lang="en-US" altLang="ko-KR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  <a:endParaRPr lang="ko-KR" altLang="ko-KR" sz="900" b="0" i="0" cap="none" spc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ko-KR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</a:t>
                      </a:r>
                      <a:r>
                        <a:rPr lang="en-US" altLang="ko-KR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</a:t>
                      </a:r>
                      <a:r>
                        <a:rPr lang="ko-KR" altLang="ko-KR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- </a:t>
                      </a:r>
                      <a:r>
                        <a:rPr lang="en-US" sz="900" b="0" i="0" u="none" strike="noStrike" cap="none" spc="0" noProof="0">
                          <a:solidFill>
                            <a:schemeClr val="tx1"/>
                          </a:solidFill>
                          <a:latin typeface="Arial Narrow"/>
                        </a:rPr>
                        <a:t>DNC </a:t>
                      </a:r>
                      <a:r>
                        <a:rPr lang="ko-KR" altLang="en-US" sz="900" b="0" i="0" u="none" strike="noStrike" cap="none" spc="0" noProof="0">
                          <a:solidFill>
                            <a:schemeClr val="tx1"/>
                          </a:solidFill>
                          <a:latin typeface="Arial Narrow"/>
                        </a:rPr>
                        <a:t>공정에서의</a:t>
                      </a:r>
                      <a:r>
                        <a:rPr lang="en-US" sz="900" b="0" i="0" u="none" strike="noStrike" cap="none" spc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cap="none" spc="0" noProof="0">
                          <a:solidFill>
                            <a:schemeClr val="tx1"/>
                          </a:solidFill>
                          <a:latin typeface="Arial Narrow"/>
                        </a:rPr>
                        <a:t>사선커팅으로</a:t>
                      </a:r>
                      <a:r>
                        <a:rPr lang="en-US" sz="900" b="0" i="0" u="none" strike="noStrike" cap="none" spc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cap="none" spc="0" noProof="0">
                          <a:solidFill>
                            <a:schemeClr val="tx1"/>
                          </a:solidFill>
                          <a:latin typeface="Arial Narrow"/>
                        </a:rPr>
                        <a:t>인한</a:t>
                      </a:r>
                      <a:r>
                        <a:rPr lang="en-US" sz="900" b="0" i="0" u="none" strike="noStrike" cap="none" spc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cap="none" spc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사다리꼴</a:t>
                      </a:r>
                      <a:r>
                        <a:rPr lang="ko-KR" altLang="ko-KR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모양 전극</a:t>
                      </a:r>
                      <a:r>
                        <a:rPr lang="ko-KR" altLang="en-US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ko-KR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전체 비율의 3</a:t>
                      </a:r>
                      <a:r>
                        <a:rPr lang="en-US" altLang="ko-KR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%) 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       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전극의 Δx를 이용한 theta 보정값 계산이 아닌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ΔY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이용하여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Theta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보정값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계산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       → DNC 공정 안정화 이후에는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Δx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또는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ΔY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중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변화량이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적은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변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기준으로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ko-KR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보정값</a:t>
                      </a:r>
                      <a:r>
                        <a:rPr lang="en-US" altLang="ko-KR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계산 로직 구상 예정 </a:t>
                      </a:r>
                      <a:r>
                        <a:rPr lang="ko-KR" altLang="en-US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중 입니다</a:t>
                      </a:r>
                      <a:r>
                        <a:rPr lang="en-US" altLang="ko-KR" sz="900" b="0" i="0" cap="none" spc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       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→ Theta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보정값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계산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로직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구현 완료하였습니다.</a:t>
                      </a:r>
                      <a:endParaRPr lang="en-US"/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④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Pilot 1~5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호기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HMI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및 검사기 확산 전개 확인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(11/11)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⑤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Pilot 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호기 대상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Interface Test,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기능 검증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 중에 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→ 초기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Concept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과는 달리 양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음극 투입 방향이 반대 방향으로 변경되어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PLC config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수정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완료하였습니다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(11/20)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→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보정 방향성 및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Cell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No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Offset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적용되는지 확인 지연 중입니다.(~</a:t>
                      </a:r>
                      <a:r>
                        <a:rPr lang="en-US" altLang="ko-KR" sz="8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11/28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→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~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일정 지연중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~12/31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→ 검사기 업체 측에서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Apply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신호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On, Off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타이밍 수정 완료하여 확인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(~12/03)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※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검사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PC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를 통한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통신으로 인해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검증하는데 일정이 지연되고 있습니다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→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검사기에서 자동보정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Apply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신호 지속적 모니터링 및 검사기 자체에서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PLC Address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에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Block Read &amp; Write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제약 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PLC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측에서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Apply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신호 지속적으로 모니터링 및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자동보정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Offset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영역에서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PLC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영역으로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Block Read &amp; Write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하기로 변경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 → 계산된 자동보정 값들이 입력되어 의도한대로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설비 동작에 정확히 반영되는지 확인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 예정입니다.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(~12/17)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 Smart_H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       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(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검사기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Alignment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XYT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+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 자동보정 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XYT)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=&gt;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UVW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 변환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결과 확인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 Smart_H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7F0A9077-BAE3-8EBB-C0B8-456E6C6202F9}"/>
              </a:ext>
            </a:extLst>
          </p:cNvPr>
          <p:cNvSpPr txBox="1">
            <a:spLocks/>
          </p:cNvSpPr>
          <p:nvPr/>
        </p:nvSpPr>
        <p:spPr>
          <a:xfrm>
            <a:off x="128831" y="612730"/>
            <a:ext cx="8951690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각형 </a:t>
            </a:r>
            <a:r>
              <a:rPr lang="ko-KR" altLang="en-US" sz="1400" b="1" err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Pilot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 호기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AZS STK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자동보정 적용 건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(2/3)</a:t>
            </a:r>
            <a:endParaRPr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7AE8C7D-124D-48BC-AAC6-0AA585182C83}"/>
              </a:ext>
            </a:extLst>
          </p:cNvPr>
          <p:cNvSpPr txBox="1"/>
          <p:nvPr/>
        </p:nvSpPr>
        <p:spPr>
          <a:xfrm>
            <a:off x="1639005" y="1800852"/>
            <a:ext cx="993337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진행상황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3" name="직선 화살표 연결선 2">
            <a:extLst>
              <a:ext uri="{FF2B5EF4-FFF2-40B4-BE49-F238E27FC236}">
                <a16:creationId xmlns:a16="http://schemas.microsoft.com/office/drawing/2014/main" id="{2EEC018B-B654-4D35-90E5-0DD5FCC2E830}"/>
              </a:ext>
            </a:extLst>
          </p:cNvPr>
          <p:cNvCxnSpPr/>
          <p:nvPr/>
        </p:nvCxnSpPr>
        <p:spPr>
          <a:xfrm>
            <a:off x="2983344" y="2062462"/>
            <a:ext cx="550571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타원 3">
            <a:extLst>
              <a:ext uri="{FF2B5EF4-FFF2-40B4-BE49-F238E27FC236}">
                <a16:creationId xmlns:a16="http://schemas.microsoft.com/office/drawing/2014/main" id="{144FBEEE-49C1-4AD8-9F93-1C3279869964}"/>
              </a:ext>
            </a:extLst>
          </p:cNvPr>
          <p:cNvSpPr/>
          <p:nvPr/>
        </p:nvSpPr>
        <p:spPr>
          <a:xfrm>
            <a:off x="3112652" y="2022357"/>
            <a:ext cx="92364" cy="80210"/>
          </a:xfrm>
          <a:prstGeom prst="ellips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F6A2C9C-B9C4-4536-A050-B62C0CFC4DC0}"/>
              </a:ext>
            </a:extLst>
          </p:cNvPr>
          <p:cNvSpPr/>
          <p:nvPr/>
        </p:nvSpPr>
        <p:spPr>
          <a:xfrm>
            <a:off x="5037235" y="2022357"/>
            <a:ext cx="92364" cy="80210"/>
          </a:xfrm>
          <a:prstGeom prst="ellips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59575D38-71E8-4ED0-BC4B-C606B98C582A}"/>
              </a:ext>
            </a:extLst>
          </p:cNvPr>
          <p:cNvSpPr/>
          <p:nvPr/>
        </p:nvSpPr>
        <p:spPr>
          <a:xfrm>
            <a:off x="6068867" y="2022357"/>
            <a:ext cx="92364" cy="80210"/>
          </a:xfrm>
          <a:prstGeom prst="ellips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rgbClr val="0000FF"/>
              </a:solidFill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2B161954-6B8A-45E2-8791-7F6B208C2E3C}"/>
              </a:ext>
            </a:extLst>
          </p:cNvPr>
          <p:cNvSpPr/>
          <p:nvPr/>
        </p:nvSpPr>
        <p:spPr>
          <a:xfrm>
            <a:off x="7185038" y="2022357"/>
            <a:ext cx="92364" cy="80210"/>
          </a:xfrm>
          <a:prstGeom prst="ellips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rgbClr val="0000FF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5307311-6AD3-43EC-ACA4-479EC1D6D106}"/>
              </a:ext>
            </a:extLst>
          </p:cNvPr>
          <p:cNvSpPr txBox="1"/>
          <p:nvPr/>
        </p:nvSpPr>
        <p:spPr>
          <a:xfrm>
            <a:off x="4773999" y="1908195"/>
            <a:ext cx="618836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‘25.09.07</a:t>
            </a:r>
            <a:endParaRPr lang="ko-KR" altLang="en-US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B69B3ED-9450-4089-BEFD-B9F6EA54856F}"/>
              </a:ext>
            </a:extLst>
          </p:cNvPr>
          <p:cNvSpPr txBox="1"/>
          <p:nvPr/>
        </p:nvSpPr>
        <p:spPr>
          <a:xfrm>
            <a:off x="4632195" y="2149041"/>
            <a:ext cx="966722" cy="553998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1) Pilot 3,4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 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>
              <a:lnSpc>
                <a:spcPct val="90000"/>
              </a:lnSpc>
            </a:pP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적용 출장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>
              <a:lnSpc>
                <a:spcPct val="90000"/>
              </a:lnSpc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2) 3,4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FAT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실패로 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>
              <a:lnSpc>
                <a:spcPct val="90000"/>
              </a:lnSpc>
            </a:pP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Target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>
              <a:lnSpc>
                <a:spcPct val="90000"/>
              </a:lnSpc>
            </a:pP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Pilot 5,6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호기로 변경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9BC946AF-4459-4D86-BBFD-3F2D19233B2E}"/>
              </a:ext>
            </a:extLst>
          </p:cNvPr>
          <p:cNvSpPr txBox="1"/>
          <p:nvPr/>
        </p:nvSpPr>
        <p:spPr>
          <a:xfrm>
            <a:off x="2662165" y="2141168"/>
            <a:ext cx="1069324" cy="22159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1) Pilot 1,2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 기준 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>
              <a:lnSpc>
                <a:spcPct val="90000"/>
              </a:lnSpc>
            </a:pP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Concept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확인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1DCC1C0-3D6E-4027-ACF2-637E2CA1A623}"/>
              </a:ext>
            </a:extLst>
          </p:cNvPr>
          <p:cNvSpPr txBox="1"/>
          <p:nvPr/>
        </p:nvSpPr>
        <p:spPr>
          <a:xfrm>
            <a:off x="2849416" y="1894596"/>
            <a:ext cx="618836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‘25.07.10</a:t>
            </a:r>
            <a:endParaRPr lang="ko-KR" altLang="en-US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5C6BC29-EB14-45C3-BE8E-ABC83219BFF1}"/>
              </a:ext>
            </a:extLst>
          </p:cNvPr>
          <p:cNvSpPr txBox="1"/>
          <p:nvPr/>
        </p:nvSpPr>
        <p:spPr>
          <a:xfrm>
            <a:off x="3839414" y="1894596"/>
            <a:ext cx="618836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‘25.08.04</a:t>
            </a:r>
            <a:endParaRPr lang="ko-KR" altLang="en-US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9E6E4732-A419-4E5E-B911-671827FF3B44}"/>
              </a:ext>
            </a:extLst>
          </p:cNvPr>
          <p:cNvSpPr txBox="1"/>
          <p:nvPr/>
        </p:nvSpPr>
        <p:spPr>
          <a:xfrm>
            <a:off x="3719711" y="2141167"/>
            <a:ext cx="848588" cy="22159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1)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프로그램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>
              <a:lnSpc>
                <a:spcPct val="90000"/>
              </a:lnSpc>
            </a:pP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개발 진행</a:t>
            </a: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2C2DEF3A-7FD6-48BE-A24C-55C28F1D8425}"/>
              </a:ext>
            </a:extLst>
          </p:cNvPr>
          <p:cNvSpPr/>
          <p:nvPr/>
        </p:nvSpPr>
        <p:spPr>
          <a:xfrm>
            <a:off x="4090504" y="2026975"/>
            <a:ext cx="92364" cy="80210"/>
          </a:xfrm>
          <a:prstGeom prst="ellips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04DA26B4-84F2-40D9-8854-C3B15B653530}"/>
              </a:ext>
            </a:extLst>
          </p:cNvPr>
          <p:cNvSpPr txBox="1"/>
          <p:nvPr/>
        </p:nvSpPr>
        <p:spPr>
          <a:xfrm>
            <a:off x="5821167" y="1894596"/>
            <a:ext cx="618836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‘25.09.18</a:t>
            </a:r>
            <a:endParaRPr lang="ko-KR" altLang="en-US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4910B85-7E2F-442C-940A-1DC9E7960C9C}"/>
              </a:ext>
            </a:extLst>
          </p:cNvPr>
          <p:cNvSpPr txBox="1"/>
          <p:nvPr/>
        </p:nvSpPr>
        <p:spPr>
          <a:xfrm>
            <a:off x="5617710" y="2159633"/>
            <a:ext cx="994679" cy="22159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1) Pilot 5,6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 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>
              <a:lnSpc>
                <a:spcPct val="90000"/>
              </a:lnSpc>
            </a:pP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적용 출장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CC817144-4750-4FDF-8673-2296F1304CDD}"/>
              </a:ext>
            </a:extLst>
          </p:cNvPr>
          <p:cNvSpPr txBox="1"/>
          <p:nvPr/>
        </p:nvSpPr>
        <p:spPr>
          <a:xfrm>
            <a:off x="6919132" y="1871453"/>
            <a:ext cx="618836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altLang="ko-KR" sz="800" strike="sngStrike">
                <a:solidFill>
                  <a:srgbClr val="0000FF"/>
                </a:solidFill>
                <a:latin typeface="Arial Narrow"/>
                <a:ea typeface="LG스마트체 Regular"/>
              </a:rPr>
              <a:t>‘25.10 </a:t>
            </a:r>
            <a:r>
              <a:rPr lang="ko-KR" altLang="en-US" sz="800">
                <a:solidFill>
                  <a:srgbClr val="0000FF"/>
                </a:solidFill>
                <a:latin typeface="Arial Narrow"/>
                <a:ea typeface="LG스마트체 Regular"/>
              </a:rPr>
              <a:t>→ </a:t>
            </a:r>
            <a:r>
              <a:rPr lang="en-US" altLang="ko-KR" sz="800">
                <a:solidFill>
                  <a:srgbClr val="0000FF"/>
                </a:solidFill>
                <a:latin typeface="Arial Narrow"/>
                <a:ea typeface="LG스마트체 Regular"/>
              </a:rPr>
              <a:t>‘25/12</a:t>
            </a:r>
            <a:endParaRPr lang="ko-KR" altLang="en-US" sz="800">
              <a:solidFill>
                <a:srgbClr val="0000FF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2909DC3B-1493-415F-B95D-B57B9EB17B9F}"/>
              </a:ext>
            </a:extLst>
          </p:cNvPr>
          <p:cNvSpPr txBox="1"/>
          <p:nvPr/>
        </p:nvSpPr>
        <p:spPr>
          <a:xfrm>
            <a:off x="6708121" y="2194028"/>
            <a:ext cx="994679" cy="22159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altLang="ko-KR" sz="8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1) Pilot 3,4</a:t>
            </a:r>
            <a:r>
              <a:rPr lang="ko-KR" altLang="en-US" sz="8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 </a:t>
            </a:r>
            <a:endParaRPr lang="en-US" altLang="ko-KR" sz="800">
              <a:solidFill>
                <a:srgbClr val="0000FF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>
              <a:lnSpc>
                <a:spcPct val="90000"/>
              </a:lnSpc>
            </a:pPr>
            <a:r>
              <a:rPr lang="ko-KR" altLang="en-US" sz="8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적용 예정</a:t>
            </a:r>
            <a:endParaRPr lang="en-US" altLang="ko-KR" sz="800">
              <a:solidFill>
                <a:srgbClr val="0000FF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E32E6576-4054-4F11-BDBE-102DFDEF4712}"/>
              </a:ext>
            </a:extLst>
          </p:cNvPr>
          <p:cNvSpPr/>
          <p:nvPr/>
        </p:nvSpPr>
        <p:spPr>
          <a:xfrm>
            <a:off x="6919132" y="1740088"/>
            <a:ext cx="1866217" cy="969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90000"/>
              </a:lnSpc>
            </a:pPr>
            <a:r>
              <a:rPr lang="en-US" altLang="ko-KR" sz="700" b="1">
                <a:solidFill>
                  <a:srgbClr val="008000"/>
                </a:solidFill>
                <a:latin typeface="+mj-ea"/>
                <a:ea typeface="+mj-ea"/>
              </a:rPr>
              <a:t>※ </a:t>
            </a:r>
            <a:r>
              <a:rPr lang="ko-KR" altLang="en-US" sz="700" b="1">
                <a:solidFill>
                  <a:srgbClr val="008000"/>
                </a:solidFill>
                <a:latin typeface="+mj-ea"/>
                <a:ea typeface="+mj-ea"/>
              </a:rPr>
              <a:t>설비 개조 일정으로 인해 지연</a:t>
            </a:r>
          </a:p>
        </p:txBody>
      </p:sp>
    </p:spTree>
    <p:extLst>
      <p:ext uri="{BB962C8B-B14F-4D97-AF65-F5344CB8AC3E}">
        <p14:creationId xmlns:p14="http://schemas.microsoft.com/office/powerpoint/2010/main" val="300500904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EAC011-D953-5FB5-9BF6-FC83DBAE57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제목 1">
            <a:extLst>
              <a:ext uri="{FF2B5EF4-FFF2-40B4-BE49-F238E27FC236}">
                <a16:creationId xmlns:a16="http://schemas.microsoft.com/office/drawing/2014/main" id="{7DACC726-EC1E-97DF-4768-F4808998FA59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5110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en-US" altLang="ko-KR" sz="1800">
                <a:cs typeface="Malgun Gothic Semilight"/>
              </a:rPr>
              <a:t>1. </a:t>
            </a:r>
            <a:r>
              <a:rPr lang="ko-KR" altLang="en-US" sz="1800">
                <a:cs typeface="Malgun Gothic Semilight"/>
              </a:rPr>
              <a:t>과제 진행 현황</a:t>
            </a:r>
            <a:r>
              <a:rPr lang="en-US" altLang="ko-KR" sz="1800">
                <a:cs typeface="Malgun Gothic Semilight"/>
              </a:rPr>
              <a:t>_</a:t>
            </a:r>
            <a:r>
              <a:rPr lang="ko-KR" altLang="en-US" sz="1800">
                <a:cs typeface="Malgun Gothic Semilight"/>
              </a:rPr>
              <a:t>조립</a:t>
            </a:r>
            <a:r>
              <a:rPr lang="en-US" altLang="ko-KR" sz="1800" err="1">
                <a:cs typeface="Malgun Gothic Semilight"/>
              </a:rPr>
              <a:t>자동보정</a:t>
            </a:r>
            <a:r>
              <a:rPr lang="ko-KR" altLang="en-US" sz="1800">
                <a:cs typeface="Malgun Gothic Semilight"/>
              </a:rPr>
              <a:t>팀 </a:t>
            </a:r>
            <a:r>
              <a:rPr lang="en-US" altLang="ko-KR" sz="1800">
                <a:cs typeface="Malgun Gothic Semilight"/>
              </a:rPr>
              <a:t>(</a:t>
            </a:r>
            <a:r>
              <a:rPr lang="ko-KR" altLang="en-US" sz="1800">
                <a:cs typeface="Malgun Gothic Semilight"/>
              </a:rPr>
              <a:t>자동차</a:t>
            </a:r>
            <a:r>
              <a:rPr lang="en-US" altLang="ko-KR" sz="1800">
                <a:cs typeface="Malgun Gothic Semilight"/>
              </a:rPr>
              <a:t>)</a:t>
            </a:r>
            <a:endParaRPr lang="ko-KR" altLang="en-US" sz="1800">
              <a:cs typeface="Malgun Gothic Semilight"/>
            </a:endParaRP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711E8893-0D9A-70ED-8EF0-5FD963002509}"/>
              </a:ext>
            </a:extLst>
          </p:cNvPr>
          <p:cNvSpPr txBox="1">
            <a:spLocks/>
          </p:cNvSpPr>
          <p:nvPr/>
        </p:nvSpPr>
        <p:spPr>
          <a:xfrm>
            <a:off x="8316902" y="173438"/>
            <a:ext cx="1439497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강현웅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S, 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심은찬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S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3BB1961-3F71-0018-CA2B-9894ED0A96D8}"/>
              </a:ext>
            </a:extLst>
          </p:cNvPr>
          <p:cNvSpPr txBox="1"/>
          <p:nvPr/>
        </p:nvSpPr>
        <p:spPr>
          <a:xfrm>
            <a:off x="8313566" y="343599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11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graphicFrame>
        <p:nvGraphicFramePr>
          <p:cNvPr id="5" name="표 1">
            <a:extLst>
              <a:ext uri="{FF2B5EF4-FFF2-40B4-BE49-F238E27FC236}">
                <a16:creationId xmlns:a16="http://schemas.microsoft.com/office/drawing/2014/main" id="{03A8162C-C521-077A-0120-8EB01DA19A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8339719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  <a:endParaRPr lang="ko-KR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각형 AZS STK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 적용</a:t>
                      </a:r>
                      <a:endParaRPr lang="en-US" altLang="ko-KR" sz="900" b="0" i="0" u="none" strike="noStrike" baseline="0" err="1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EP1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각형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Pilot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’25.09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대표호기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강현웅S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심은찬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안다현A</a:t>
                      </a:r>
                      <a:endParaRPr lang="ko-KR" altLang="en-US" sz="900" b="0" i="0" u="none" strike="noStrike" baseline="0" err="1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9" name="표 13">
            <a:extLst>
              <a:ext uri="{FF2B5EF4-FFF2-40B4-BE49-F238E27FC236}">
                <a16:creationId xmlns:a16="http://schemas.microsoft.com/office/drawing/2014/main" id="{459FC5F3-1FD5-01E7-B1BA-B398131205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2344205"/>
              </p:ext>
            </p:extLst>
          </p:nvPr>
        </p:nvGraphicFramePr>
        <p:xfrm>
          <a:off x="1649866" y="1085382"/>
          <a:ext cx="7024843" cy="55323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731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77532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45152">
                <a:tc gridSpan="2"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ko-KR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(W51) 자</a:t>
                      </a:r>
                      <a:r>
                        <a:rPr lang="ko-KR" altLang="en-US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동보정 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Offset </a:t>
                      </a:r>
                      <a:r>
                        <a:rPr lang="ko-KR" altLang="en-US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적용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 Sequence 변경으로 </a:t>
                      </a:r>
                      <a:r>
                        <a:rPr lang="ko-KR" altLang="en-US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인한 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검사기 / PLC Program 수정 완료(12/15)되었고, 자동보정 정상동작 확인 중입니다. (~12/17)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76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i="0" cap="none" spc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cap="none" spc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0" i="0" cap="none" spc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11035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i="0" cap="none" spc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4)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차주 계획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① 자동보정 적용 환경 구성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(~ 9/4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 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② 자동보정 프로그램 개발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(~ 9/12)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③ 자동보정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Interface Test 및 기능 검증 Test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(~</a:t>
                      </a:r>
                      <a:r>
                        <a:rPr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11/28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→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~12/17 완료 예정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④ 양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음극 투입 방향 교체 설비개조 건 작업 진행으로 인한 자동보정 적용 일정 지연 중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(~10/15)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⑤ 자동보정 적용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(10/17, P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ilot 3, 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 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⑥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ESHG 법인 AZS 공정의 변경된 로직(전극: Align CY / 분리막: AS Gap 적용)을 적용 예정(~12/19)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   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⑦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자동보정 효과분석 진행(~12/19)</a:t>
                      </a:r>
                      <a:endParaRPr lang="en-US"/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⑧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자동보정 수평전개(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~12/24)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5)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자동보정 설비 적용 시퀀스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7F0A9077-BAE3-8EBB-C0B8-456E6C6202F9}"/>
              </a:ext>
            </a:extLst>
          </p:cNvPr>
          <p:cNvSpPr txBox="1">
            <a:spLocks/>
          </p:cNvSpPr>
          <p:nvPr/>
        </p:nvSpPr>
        <p:spPr>
          <a:xfrm>
            <a:off x="128831" y="612730"/>
            <a:ext cx="8951690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각형 </a:t>
            </a:r>
            <a:r>
              <a:rPr lang="ko-KR" altLang="en-US" sz="1400" b="1" err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Pilot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 호기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AZS STK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자동보정 적용 건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(3/3)</a:t>
            </a:r>
            <a:endParaRPr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7AE8C7D-124D-48BC-AAC6-0AA585182C83}"/>
              </a:ext>
            </a:extLst>
          </p:cNvPr>
          <p:cNvSpPr txBox="1"/>
          <p:nvPr/>
        </p:nvSpPr>
        <p:spPr>
          <a:xfrm>
            <a:off x="1639005" y="1800852"/>
            <a:ext cx="993337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진행상황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D09F4E2-C0DD-0D13-D57E-D14289964941}"/>
              </a:ext>
            </a:extLst>
          </p:cNvPr>
          <p:cNvSpPr txBox="1"/>
          <p:nvPr/>
        </p:nvSpPr>
        <p:spPr>
          <a:xfrm>
            <a:off x="2697493" y="3251283"/>
            <a:ext cx="5927668" cy="230832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ko-KR" altLang="en-US" sz="900" b="1">
                <a:latin typeface="Aptos Narrow"/>
                <a:ea typeface="LG스마트체 Regular"/>
              </a:rPr>
              <a:t>기존 방식</a:t>
            </a:r>
            <a:r>
              <a:rPr lang="ko-KR" altLang="en-US" sz="900">
                <a:latin typeface="Aptos Narrow"/>
                <a:ea typeface="LG스마트체 Regular"/>
              </a:rPr>
              <a:t>(HG, HM 법인 기준) </a:t>
            </a:r>
            <a:r>
              <a:rPr lang="en-US" altLang="ko-KR" sz="900">
                <a:latin typeface="Aptos Narrow"/>
                <a:ea typeface="LG스마트체 Regular"/>
              </a:rPr>
              <a:t>: </a:t>
            </a:r>
            <a:r>
              <a:rPr lang="ko-KR" altLang="en-US" sz="900">
                <a:latin typeface="Aptos Narrow"/>
                <a:ea typeface="LG스마트체 Regular"/>
              </a:rPr>
              <a:t>자동보정 </a:t>
            </a:r>
            <a:r>
              <a:rPr lang="en-US" altLang="ko-KR" sz="900">
                <a:latin typeface="Aptos Narrow"/>
                <a:ea typeface="LG스마트체 Regular"/>
              </a:rPr>
              <a:t>Offset X,Y,T</a:t>
            </a:r>
            <a:r>
              <a:rPr lang="ko-KR" altLang="en-US" sz="900">
                <a:latin typeface="Aptos Narrow"/>
                <a:ea typeface="LG스마트체 Regular"/>
              </a:rPr>
              <a:t>값을 </a:t>
            </a:r>
            <a:r>
              <a:rPr lang="en-US" altLang="ko-KR" sz="900">
                <a:latin typeface="Aptos Narrow"/>
                <a:ea typeface="LG스마트체 Regular"/>
              </a:rPr>
              <a:t>PLC</a:t>
            </a:r>
            <a:r>
              <a:rPr lang="ko-KR" altLang="en-US" sz="900">
                <a:latin typeface="Aptos Narrow"/>
                <a:ea typeface="LG스마트체 Regular"/>
              </a:rPr>
              <a:t>에서 </a:t>
            </a:r>
            <a:r>
              <a:rPr lang="en-US" altLang="ko-KR" sz="900">
                <a:latin typeface="Aptos Narrow"/>
                <a:ea typeface="LG스마트체 Regular"/>
              </a:rPr>
              <a:t>Read</a:t>
            </a:r>
            <a:r>
              <a:rPr lang="ko-KR" altLang="en-US" sz="900">
                <a:latin typeface="Aptos Narrow"/>
                <a:ea typeface="LG스마트체 Regular"/>
              </a:rPr>
              <a:t>후 실제 설비 동작에 필요한 값으로 </a:t>
            </a:r>
            <a:r>
              <a:rPr lang="en-US" altLang="ko-KR" sz="900">
                <a:latin typeface="Aptos Narrow"/>
                <a:ea typeface="LG스마트체 Regular"/>
              </a:rPr>
              <a:t>UVW</a:t>
            </a:r>
            <a:r>
              <a:rPr lang="ko-KR" altLang="en-US" sz="900">
                <a:latin typeface="Aptos Narrow"/>
                <a:ea typeface="LG스마트체 Regular"/>
              </a:rPr>
              <a:t> 변환하여 적용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3E8B27A-BB9B-FAD1-94CE-83603C8B7D0C}"/>
              </a:ext>
            </a:extLst>
          </p:cNvPr>
          <p:cNvSpPr txBox="1"/>
          <p:nvPr/>
        </p:nvSpPr>
        <p:spPr>
          <a:xfrm>
            <a:off x="2700642" y="4497627"/>
            <a:ext cx="6194923" cy="1200329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ko-KR" altLang="en-US" sz="900" b="1">
                <a:latin typeface="Aptos Narrow"/>
                <a:ea typeface="LG스마트체 Regular"/>
              </a:rPr>
              <a:t>각형 적용 방식 </a:t>
            </a:r>
            <a:r>
              <a:rPr lang="en-US" altLang="ko-KR" sz="900" b="1">
                <a:latin typeface="Aptos Narrow"/>
                <a:ea typeface="LG스마트체 Regular"/>
              </a:rPr>
              <a:t>:</a:t>
            </a:r>
            <a:r>
              <a:rPr lang="en-US" altLang="ko-KR" sz="900">
                <a:latin typeface="Aptos Narrow"/>
                <a:ea typeface="LG스마트체 Regular"/>
              </a:rPr>
              <a:t> </a:t>
            </a:r>
            <a:r>
              <a:rPr lang="ko-KR" altLang="en-US" sz="900">
                <a:latin typeface="Aptos Narrow"/>
                <a:ea typeface="LG스마트체 Regular"/>
              </a:rPr>
              <a:t>자동보정 </a:t>
            </a:r>
            <a:r>
              <a:rPr lang="en-US" altLang="ko-KR" sz="900">
                <a:latin typeface="Aptos Narrow"/>
                <a:ea typeface="LG스마트체 Regular"/>
              </a:rPr>
              <a:t>Offset X,Y,T</a:t>
            </a:r>
            <a:r>
              <a:rPr lang="ko-KR" altLang="en-US" sz="900">
                <a:latin typeface="Aptos Narrow"/>
                <a:ea typeface="LG스마트체 Regular"/>
              </a:rPr>
              <a:t>값을 검사기에서 </a:t>
            </a:r>
            <a:r>
              <a:rPr lang="en-US" altLang="ko-KR" sz="900">
                <a:latin typeface="Aptos Narrow"/>
                <a:ea typeface="LG스마트체 Regular"/>
              </a:rPr>
              <a:t>Read </a:t>
            </a:r>
            <a:r>
              <a:rPr lang="ko-KR" altLang="en-US" sz="900">
                <a:latin typeface="Aptos Narrow"/>
                <a:ea typeface="LG스마트체 Regular"/>
              </a:rPr>
              <a:t>후 U,V,W</a:t>
            </a:r>
            <a:r>
              <a:rPr lang="en-US" altLang="ko-KR" sz="900">
                <a:latin typeface="Aptos Narrow"/>
                <a:ea typeface="LG스마트체 Regular"/>
              </a:rPr>
              <a:t>로 </a:t>
            </a:r>
            <a:r>
              <a:rPr lang="ko-KR" altLang="en-US" sz="900">
                <a:latin typeface="Aptos Narrow"/>
                <a:ea typeface="LG스마트체 Regular"/>
              </a:rPr>
              <a:t>변환하여 실제 </a:t>
            </a:r>
            <a:r>
              <a:rPr lang="en-US" altLang="ko-KR" sz="900">
                <a:latin typeface="Aptos Narrow"/>
                <a:ea typeface="LG스마트체 Regular"/>
              </a:rPr>
              <a:t>PLC</a:t>
            </a:r>
            <a:r>
              <a:rPr lang="ko-KR" altLang="en-US" sz="900">
                <a:latin typeface="Aptos Narrow"/>
                <a:ea typeface="LG스마트체 Regular"/>
              </a:rPr>
              <a:t> 영역에 전달 및 설비동작 진행</a:t>
            </a:r>
          </a:p>
          <a:p>
            <a:r>
              <a:rPr lang="ko-KR" altLang="en-US" sz="900">
                <a:latin typeface="Aptos Narrow"/>
                <a:ea typeface="LG스마트체 Regular"/>
              </a:rPr>
              <a:t>  - 기존 AZS </a:t>
            </a:r>
            <a:r>
              <a:rPr lang="ko-KR" altLang="en-US" sz="900" err="1">
                <a:latin typeface="Aptos Narrow"/>
                <a:ea typeface="LG스마트체 Regular"/>
              </a:rPr>
              <a:t>tack</a:t>
            </a:r>
            <a:r>
              <a:rPr lang="ko-KR" altLang="en-US" sz="900">
                <a:latin typeface="Aptos Narrow"/>
                <a:ea typeface="LG스마트체 Regular"/>
              </a:rPr>
              <a:t> </a:t>
            </a:r>
            <a:r>
              <a:rPr lang="ko-KR" altLang="en-US" sz="900" err="1">
                <a:latin typeface="Aptos Narrow"/>
                <a:ea typeface="LG스마트체 Regular"/>
              </a:rPr>
              <a:t>time</a:t>
            </a:r>
            <a:r>
              <a:rPr lang="ko-KR" altLang="en-US" sz="900">
                <a:latin typeface="Aptos Narrow"/>
                <a:ea typeface="LG스마트체 Regular"/>
              </a:rPr>
              <a:t> (0.5s / 1sheet)</a:t>
            </a:r>
            <a:r>
              <a:rPr lang="ko-KR" altLang="en-US" sz="900" err="1">
                <a:latin typeface="Aptos Narrow"/>
                <a:ea typeface="LG스마트체 Regular"/>
              </a:rPr>
              <a:t>에</a:t>
            </a:r>
            <a:r>
              <a:rPr lang="ko-KR" altLang="en-US" sz="900">
                <a:latin typeface="Aptos Narrow"/>
                <a:ea typeface="LG스마트체 Regular"/>
              </a:rPr>
              <a:t> 비해 각형 AZS </a:t>
            </a:r>
            <a:r>
              <a:rPr lang="ko-KR" altLang="en-US" sz="900" err="1">
                <a:latin typeface="Aptos Narrow"/>
                <a:ea typeface="LG스마트체 Regular"/>
              </a:rPr>
              <a:t>tack</a:t>
            </a:r>
            <a:r>
              <a:rPr lang="ko-KR" altLang="en-US" sz="900">
                <a:latin typeface="Aptos Narrow"/>
                <a:ea typeface="LG스마트체 Regular"/>
              </a:rPr>
              <a:t> </a:t>
            </a:r>
            <a:r>
              <a:rPr lang="ko-KR" altLang="en-US" sz="900" err="1">
                <a:latin typeface="Aptos Narrow"/>
                <a:ea typeface="LG스마트체 Regular"/>
              </a:rPr>
              <a:t>time</a:t>
            </a:r>
            <a:r>
              <a:rPr lang="ko-KR" altLang="en-US" sz="900">
                <a:latin typeface="Aptos Narrow"/>
                <a:ea typeface="LG스마트체 Regular"/>
              </a:rPr>
              <a:t> (0.25s / 1sheet)로 </a:t>
            </a:r>
            <a:r>
              <a:rPr lang="ko-KR" altLang="en-US" sz="900" err="1">
                <a:latin typeface="Aptos Narrow"/>
                <a:ea typeface="LG스마트체 Regular"/>
              </a:rPr>
              <a:t>PLC에서</a:t>
            </a:r>
            <a:r>
              <a:rPr lang="ko-KR" altLang="en-US" sz="900">
                <a:latin typeface="Aptos Narrow"/>
                <a:ea typeface="LG스마트체 Regular"/>
              </a:rPr>
              <a:t> UVW 연산 시간 부족</a:t>
            </a:r>
          </a:p>
          <a:p>
            <a:r>
              <a:rPr lang="ko-KR" altLang="en-US" sz="900">
                <a:latin typeface="Aptos Narrow"/>
                <a:ea typeface="LG스마트체 Regular"/>
              </a:rPr>
              <a:t>  - 자동보정 프로그램 내 자체 U,V,W 변환도 고려해보았으나, 검사기에서 수행할 수 밖에 없는 구조적 이유</a:t>
            </a:r>
          </a:p>
          <a:p>
            <a:r>
              <a:rPr lang="ko-KR" altLang="en-US" sz="900">
                <a:latin typeface="Aptos Narrow"/>
                <a:ea typeface="LG스마트체 Regular"/>
              </a:rPr>
              <a:t>    1) </a:t>
            </a:r>
            <a:r>
              <a:rPr lang="ko-KR" altLang="en-US" sz="900" err="1">
                <a:latin typeface="Aptos Narrow"/>
                <a:ea typeface="LG스마트체 Regular"/>
              </a:rPr>
              <a:t>Alignment</a:t>
            </a:r>
            <a:r>
              <a:rPr lang="ko-KR" altLang="en-US" sz="900">
                <a:latin typeface="Aptos Narrow"/>
                <a:ea typeface="LG스마트체 Regular"/>
              </a:rPr>
              <a:t> 값이 ALIGNMENT 값이 검사기에서 설비 </a:t>
            </a:r>
            <a:r>
              <a:rPr lang="ko-KR" altLang="en-US" sz="900" err="1">
                <a:latin typeface="Aptos Narrow"/>
                <a:ea typeface="LG스마트체 Regular"/>
              </a:rPr>
              <a:t>PLC로</a:t>
            </a:r>
            <a:r>
              <a:rPr lang="ko-KR" altLang="en-US" sz="900">
                <a:latin typeface="Aptos Narrow"/>
                <a:ea typeface="LG스마트체 Regular"/>
              </a:rPr>
              <a:t> 전달되는 방식이기 때문에, UVW 변환 계산의 기준이 검사기 측에 위치</a:t>
            </a:r>
          </a:p>
          <a:p>
            <a:r>
              <a:rPr lang="ko-KR" altLang="en-US" sz="900">
                <a:latin typeface="Aptos Narrow"/>
                <a:ea typeface="LG스마트체 Regular"/>
                <a:cs typeface="+mn-lt"/>
              </a:rPr>
              <a:t>    2) (</a:t>
            </a:r>
            <a:r>
              <a:rPr lang="ko-KR" altLang="en-US" sz="900" err="1">
                <a:latin typeface="Aptos Narrow"/>
                <a:ea typeface="LG스마트체 Regular"/>
                <a:cs typeface="+mn-lt"/>
              </a:rPr>
              <a:t>보정값</a:t>
            </a:r>
            <a:r>
              <a:rPr lang="ko-KR" altLang="en-US" sz="900">
                <a:latin typeface="Aptos Narrow"/>
                <a:ea typeface="LG스마트체 Regular"/>
                <a:cs typeface="+mn-lt"/>
              </a:rPr>
              <a:t> XYT + 검사기 ALIGNMENT XYT) → UVW 와</a:t>
            </a:r>
            <a:endParaRPr lang="ko-KR">
              <a:latin typeface="Arial Narrow"/>
              <a:ea typeface="LG스마트체 Regular"/>
              <a:cs typeface="+mn-lt"/>
            </a:endParaRPr>
          </a:p>
          <a:p>
            <a:r>
              <a:rPr lang="ko-KR" altLang="en-US" sz="900">
                <a:latin typeface="Aptos Narrow"/>
                <a:ea typeface="LG스마트체 Regular"/>
                <a:cs typeface="+mn-lt"/>
              </a:rPr>
              <a:t>          (</a:t>
            </a:r>
            <a:r>
              <a:rPr lang="ko-KR" altLang="en-US" sz="900" err="1">
                <a:latin typeface="Aptos Narrow"/>
                <a:ea typeface="LG스마트체 Regular"/>
                <a:cs typeface="+mn-lt"/>
              </a:rPr>
              <a:t>보정값</a:t>
            </a:r>
            <a:r>
              <a:rPr lang="ko-KR" sz="900">
                <a:latin typeface="Aptos Narrow"/>
                <a:ea typeface="LG스마트체 Regular"/>
                <a:cs typeface="+mn-lt"/>
              </a:rPr>
              <a:t> XYT</a:t>
            </a:r>
            <a:r>
              <a:rPr lang="en-US" altLang="ko-KR" sz="900">
                <a:latin typeface="Aptos Narrow"/>
                <a:ea typeface="LG스마트체 Regular"/>
                <a:cs typeface="+mn-lt"/>
              </a:rPr>
              <a:t>)</a:t>
            </a:r>
            <a:r>
              <a:rPr lang="ko-KR" sz="900">
                <a:latin typeface="Aptos Narrow"/>
                <a:ea typeface="LG스마트체 Regular"/>
                <a:cs typeface="+mn-lt"/>
              </a:rPr>
              <a:t> → UVW 후 + </a:t>
            </a:r>
            <a:r>
              <a:rPr lang="en-US" altLang="ko-KR" sz="900">
                <a:latin typeface="Aptos Narrow"/>
                <a:ea typeface="LG스마트체 Regular"/>
                <a:cs typeface="+mn-lt"/>
              </a:rPr>
              <a:t>(</a:t>
            </a:r>
            <a:r>
              <a:rPr lang="ko-KR" sz="900">
                <a:latin typeface="Aptos Narrow"/>
                <a:ea typeface="LG스마트체 Regular"/>
                <a:cs typeface="+mn-lt"/>
              </a:rPr>
              <a:t>검사기 ALIGNMENT XYT</a:t>
            </a:r>
            <a:r>
              <a:rPr lang="en-US" altLang="ko-KR" sz="900">
                <a:latin typeface="Aptos Narrow"/>
                <a:ea typeface="LG스마트체 Regular"/>
                <a:cs typeface="+mn-lt"/>
              </a:rPr>
              <a:t>)</a:t>
            </a:r>
            <a:r>
              <a:rPr lang="ko-KR" sz="900">
                <a:latin typeface="Aptos Narrow"/>
                <a:ea typeface="LG스마트체 Regular"/>
                <a:cs typeface="+mn-lt"/>
              </a:rPr>
              <a:t> → </a:t>
            </a:r>
            <a:r>
              <a:rPr lang="ko-KR" sz="900" err="1">
                <a:latin typeface="Aptos Narrow"/>
                <a:ea typeface="LG스마트체 Regular"/>
                <a:cs typeface="+mn-lt"/>
              </a:rPr>
              <a:t>UVW의</a:t>
            </a:r>
            <a:r>
              <a:rPr lang="ko-KR" sz="900">
                <a:latin typeface="Aptos Narrow"/>
                <a:ea typeface="LG스마트체 Regular"/>
                <a:cs typeface="+mn-lt"/>
              </a:rPr>
              <a:t> 결과가 </a:t>
            </a:r>
            <a:r>
              <a:rPr lang="ko-KR" sz="900" err="1">
                <a:latin typeface="Aptos Narrow"/>
                <a:ea typeface="LG스마트체 Regular"/>
                <a:cs typeface="+mn-lt"/>
              </a:rPr>
              <a:t>세타</a:t>
            </a:r>
            <a:r>
              <a:rPr lang="ko-KR" sz="900">
                <a:latin typeface="Aptos Narrow"/>
                <a:ea typeface="LG스마트체 Regular"/>
                <a:cs typeface="+mn-lt"/>
              </a:rPr>
              <a:t>(</a:t>
            </a:r>
            <a:r>
              <a:rPr lang="ko-KR" sz="900" err="1">
                <a:latin typeface="Aptos Narrow"/>
                <a:ea typeface="LG스마트체 Regular"/>
                <a:cs typeface="+mn-lt"/>
              </a:rPr>
              <a:t>θ</a:t>
            </a:r>
            <a:r>
              <a:rPr lang="ko-KR" sz="900">
                <a:latin typeface="Aptos Narrow"/>
                <a:ea typeface="LG스마트체 Regular"/>
                <a:cs typeface="+mn-lt"/>
              </a:rPr>
              <a:t>) 항에 의해 </a:t>
            </a:r>
            <a:r>
              <a:rPr lang="ko-KR" altLang="en-US" sz="900">
                <a:latin typeface="Aptos Narrow"/>
                <a:ea typeface="LG스마트체 Regular"/>
                <a:cs typeface="+mn-lt"/>
              </a:rPr>
              <a:t>불일치</a:t>
            </a:r>
            <a:endParaRPr lang="ko-KR"/>
          </a:p>
          <a:p>
            <a:endParaRPr lang="ko-KR" altLang="en-US" sz="900">
              <a:latin typeface="Aptos Narrow"/>
              <a:ea typeface="LG스마트체 Regular"/>
              <a:cs typeface="+mn-lt"/>
            </a:endParaRPr>
          </a:p>
          <a:p>
            <a:endParaRPr lang="ko-KR" altLang="en-US" sz="900">
              <a:latin typeface="Aptos Narrow"/>
              <a:ea typeface="LG스마트체 Regular"/>
              <a:cs typeface="+mn-lt"/>
            </a:endParaRPr>
          </a:p>
        </p:txBody>
      </p:sp>
      <p:pic>
        <p:nvPicPr>
          <p:cNvPr id="136" name="그림 135">
            <a:extLst>
              <a:ext uri="{FF2B5EF4-FFF2-40B4-BE49-F238E27FC236}">
                <a16:creationId xmlns:a16="http://schemas.microsoft.com/office/drawing/2014/main" id="{339653D8-F68B-946C-AE64-6E14AB3F1944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927048" y="3485020"/>
            <a:ext cx="3567361" cy="1007678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1D5BD7E2-1FF2-BC73-3763-7D9EE35D0999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703450" y="5414824"/>
            <a:ext cx="5819235" cy="11094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5780617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851207-F497-A57C-F822-960CF6FF7A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제목 1">
            <a:extLst>
              <a:ext uri="{FF2B5EF4-FFF2-40B4-BE49-F238E27FC236}">
                <a16:creationId xmlns:a16="http://schemas.microsoft.com/office/drawing/2014/main" id="{13F61CF5-DA3D-B01D-468E-4C610EEDE9C2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5110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en-US" altLang="ko-KR" sz="1800">
                <a:cs typeface="Malgun Gothic Semilight"/>
              </a:rPr>
              <a:t>1. </a:t>
            </a:r>
            <a:r>
              <a:rPr lang="ko-KR" altLang="en-US" sz="1800">
                <a:cs typeface="Malgun Gothic Semilight"/>
              </a:rPr>
              <a:t>과제 진행 현황</a:t>
            </a:r>
            <a:r>
              <a:rPr lang="en-US" altLang="ko-KR" sz="1800">
                <a:cs typeface="Malgun Gothic Semilight"/>
              </a:rPr>
              <a:t>_</a:t>
            </a:r>
            <a:r>
              <a:rPr lang="ko-KR" altLang="en-US" sz="1800">
                <a:cs typeface="Malgun Gothic Semilight"/>
              </a:rPr>
              <a:t>조립</a:t>
            </a:r>
            <a:r>
              <a:rPr lang="en-US" altLang="ko-KR" sz="1800" err="1">
                <a:cs typeface="Malgun Gothic Semilight"/>
              </a:rPr>
              <a:t>자동보정</a:t>
            </a:r>
            <a:r>
              <a:rPr lang="ko-KR" altLang="en-US" sz="1800">
                <a:cs typeface="Malgun Gothic Semilight"/>
              </a:rPr>
              <a:t>팀 </a:t>
            </a:r>
            <a:r>
              <a:rPr lang="en-US" altLang="ko-KR" sz="1800">
                <a:cs typeface="Malgun Gothic Semilight"/>
              </a:rPr>
              <a:t>(</a:t>
            </a:r>
            <a:r>
              <a:rPr lang="ko-KR" altLang="en-US" sz="1800">
                <a:cs typeface="Malgun Gothic Semilight"/>
              </a:rPr>
              <a:t>자동차</a:t>
            </a:r>
            <a:r>
              <a:rPr lang="en-US" altLang="ko-KR" sz="1800">
                <a:cs typeface="Malgun Gothic Semilight"/>
              </a:rPr>
              <a:t>)</a:t>
            </a:r>
            <a:endParaRPr lang="ko-KR" altLang="en-US" sz="1800">
              <a:cs typeface="Malgun Gothic Semilight"/>
            </a:endParaRP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3BFAC446-7254-682D-E9E2-3DADF9F525CB}"/>
              </a:ext>
            </a:extLst>
          </p:cNvPr>
          <p:cNvSpPr txBox="1">
            <a:spLocks/>
          </p:cNvSpPr>
          <p:nvPr/>
        </p:nvSpPr>
        <p:spPr>
          <a:xfrm>
            <a:off x="8316902" y="173438"/>
            <a:ext cx="95539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 sz="1100" err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안다현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 A</a:t>
            </a:r>
            <a:endParaRPr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5773D21-E444-94AC-7BF3-D0B9E1BC9F91}"/>
              </a:ext>
            </a:extLst>
          </p:cNvPr>
          <p:cNvSpPr txBox="1"/>
          <p:nvPr/>
        </p:nvSpPr>
        <p:spPr>
          <a:xfrm>
            <a:off x="8313566" y="343599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11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graphicFrame>
        <p:nvGraphicFramePr>
          <p:cNvPr id="5" name="표 1">
            <a:extLst>
              <a:ext uri="{FF2B5EF4-FFF2-40B4-BE49-F238E27FC236}">
                <a16:creationId xmlns:a16="http://schemas.microsoft.com/office/drawing/2014/main" id="{121A634B-5A70-7493-F45C-36F3130C1F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3926874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  <a:endParaRPr lang="ko-KR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AZS 2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세대 설비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적용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HG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’25.12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대표호기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강현웅S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심은찬S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안다현A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9" name="표 13">
            <a:extLst>
              <a:ext uri="{FF2B5EF4-FFF2-40B4-BE49-F238E27FC236}">
                <a16:creationId xmlns:a16="http://schemas.microsoft.com/office/drawing/2014/main" id="{F9E76470-5813-4108-9658-C9DA922B60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0951987"/>
              </p:ext>
            </p:extLst>
          </p:nvPr>
        </p:nvGraphicFramePr>
        <p:xfrm>
          <a:off x="1649866" y="1085383"/>
          <a:ext cx="7024843" cy="553764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731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77532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38915">
                <a:tc gridSpan="2"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  <a:ea typeface="LG Smart_H Regular"/>
                        </a:rPr>
                        <a:t>금주</a:t>
                      </a:r>
                      <a:r>
                        <a:rPr 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(W51) ESHG APC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버전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양극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보정만 적용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)</a:t>
                      </a:r>
                      <a:r>
                        <a:rPr 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 1-C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수평전개</a:t>
                      </a:r>
                      <a:r>
                        <a:rPr 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완료</a:t>
                      </a:r>
                      <a:r>
                        <a:rPr 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(12/11)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하였습니다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.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풀링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Offset</a:t>
                      </a:r>
                      <a:r>
                        <a:rPr 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자동보정</a:t>
                      </a:r>
                      <a:r>
                        <a:rPr 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 1B3~6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에</a:t>
                      </a:r>
                      <a:r>
                        <a:rPr 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추가</a:t>
                      </a:r>
                      <a:r>
                        <a:rPr 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전개</a:t>
                      </a:r>
                      <a:r>
                        <a:rPr 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(12/12,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Local</a:t>
                      </a:r>
                      <a:r>
                        <a:rPr 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)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하여</a:t>
                      </a:r>
                      <a:r>
                        <a:rPr 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테스트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및 기능 검증 완료하였고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,</a:t>
                      </a:r>
                      <a:r>
                        <a:rPr 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 Pulling Offset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적용 버전 자동보정 </a:t>
                      </a:r>
                      <a:r>
                        <a:rPr 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APC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전환을 위한 작업 준비 진행 예정입니다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.</a:t>
                      </a:r>
                      <a:endParaRPr lang="en-US"/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468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82163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1)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배경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① AZS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세대 신규 공정 도입에 따른 자동보정 개발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AZS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자동보정 기반 고도화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차이점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(NG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배출 항목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  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: ALN-CY(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스택 테이블 기준 음극 중심치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  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AZS 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세대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DIFF-CY(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첫장 음극 기준 나머지 전극 위치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kumimoji="0" lang="en-US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2)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목표</a:t>
                      </a:r>
                      <a:b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①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Stack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품질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Cpk 1.34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이상 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②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AZS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적용 기술 적용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(Stack Align,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낱장보정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분리막 보정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 ~’25.10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3)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 현황</a:t>
                      </a:r>
                      <a:endParaRPr kumimoji="0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① 자동보정 적용 환경 구성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- IP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셋팅 및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Pulling Offset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적용 준비를 위한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Test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공정기술팀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  . AZS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설비기술팀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AZS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공정기술팀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법인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공정기술팀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설비기술팀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 IP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셋팅 및 테스트 진행 협의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(9/3)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 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풀링 Offset Test 진행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 Smart_H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    1. 풀링 offset 복귀 시점 변경 Test 진행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           1) CPC Bed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파이널 롤러 부터 스택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Stage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까지의 거리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약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13.5Pitch)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를 고려하여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Pitch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풀링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Offset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선적용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    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CPC Bed 모터 속도가 느려 첫째 장 타겟 도달X, 스택 층 틀어짐 유발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CPC Bed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모터 속도 이상 확인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2.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풀링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CPC Bed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모터 보정 속도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           1)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풀링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Offset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복귀 시점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CPC Bed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모터 속도 미달 확인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                 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→ CPC Bed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모터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보정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속도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0.5m/s -&gt; 5m/s, 풀링 Offset 적용 및 복귀 시점 정합화 후 Test 진행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② 자동보정 프로그램 개발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 - AZS 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세대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CTQ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확인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(ESHG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와 동일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kumimoji="0" lang="en-US" altLang="ko-KR" sz="900" cap="none"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2가지 Local Program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Coding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개발 및 시뮬레이션 진행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(9/8)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cap="none">
                          <a:latin typeface="+mn-lt"/>
                          <a:ea typeface="+mn-ea"/>
                        </a:rPr>
                        <a:t>          1.  </a:t>
                      </a:r>
                      <a:r>
                        <a:rPr lang="ko-KR" altLang="ko-KR" sz="900" cap="none">
                          <a:latin typeface="+mn-lt"/>
                          <a:ea typeface="+mn-ea"/>
                        </a:rPr>
                        <a:t>신규</a:t>
                      </a:r>
                      <a:r>
                        <a:rPr lang="en-US" altLang="ko-KR" sz="900" cap="none"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ko-KR" sz="900" cap="none">
                          <a:latin typeface="+mn-lt"/>
                          <a:ea typeface="+mn-ea"/>
                        </a:rPr>
                        <a:t>로직</a:t>
                      </a:r>
                      <a:r>
                        <a:rPr lang="en-US" altLang="ko-KR" sz="900" cap="none">
                          <a:latin typeface="+mn-lt"/>
                          <a:ea typeface="+mn-ea"/>
                        </a:rPr>
                        <a:t> : AS Gap(</a:t>
                      </a:r>
                      <a:r>
                        <a:rPr lang="ko-KR" altLang="ko-KR" sz="900" cap="none">
                          <a:latin typeface="+mn-lt"/>
                          <a:ea typeface="+mn-ea"/>
                        </a:rPr>
                        <a:t>음극</a:t>
                      </a:r>
                      <a:r>
                        <a:rPr lang="en-US" altLang="ko-KR" sz="900" cap="none"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ko-KR" sz="900" cap="none">
                          <a:latin typeface="+mn-lt"/>
                          <a:ea typeface="+mn-ea"/>
                        </a:rPr>
                        <a:t>분리막 위치</a:t>
                      </a:r>
                      <a:r>
                        <a:rPr lang="en-US" altLang="ko-KR" sz="900" cap="none"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ko-KR" sz="900" cap="none">
                          <a:latin typeface="+mn-lt"/>
                          <a:ea typeface="+mn-ea"/>
                        </a:rPr>
                        <a:t>와 </a:t>
                      </a:r>
                      <a:r>
                        <a:rPr lang="en-US" altLang="ko-KR" sz="900" cap="none">
                          <a:latin typeface="+mn-lt"/>
                          <a:ea typeface="+mn-ea"/>
                        </a:rPr>
                        <a:t>Diff-CY(</a:t>
                      </a:r>
                      <a:r>
                        <a:rPr lang="ko-KR" altLang="ko-KR" sz="900" cap="none">
                          <a:latin typeface="+mn-lt"/>
                          <a:ea typeface="+mn-ea"/>
                        </a:rPr>
                        <a:t>첫장 음극 대비 나머지 전극 위치</a:t>
                      </a:r>
                      <a:r>
                        <a:rPr lang="en-US" altLang="ko-KR" sz="900" cap="none"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ko-KR" sz="900" cap="none">
                          <a:latin typeface="+mn-lt"/>
                          <a:ea typeface="+mn-ea"/>
                        </a:rPr>
                        <a:t>중</a:t>
                      </a:r>
                      <a:r>
                        <a:rPr lang="en-US" altLang="ko-KR" sz="900" cap="none">
                          <a:latin typeface="+mn-lt"/>
                          <a:ea typeface="+mn-ea"/>
                        </a:rPr>
                        <a:t> limit 근접 비율로 자동보정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cap="none">
                          <a:latin typeface="+mn-lt"/>
                          <a:ea typeface="+mn-ea"/>
                        </a:rPr>
                        <a:t>          2.  HM과 동일 로직 : ALN-CY(스택 테이블 내 음극 중심치) 기준으로 분리막 정렬, 분리막 기준으로 전극 정렬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cap="none">
                          <a:latin typeface="+mn-lt"/>
                          <a:ea typeface="+mn-ea"/>
                        </a:rPr>
                        <a:t>  </a:t>
                      </a:r>
                      <a:r>
                        <a:rPr lang="en-US" altLang="ko-KR" sz="900" cap="none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- 위의 2가지 로직에 대해 APC Program Coding 개발 1</a:t>
                      </a:r>
                      <a:r>
                        <a:rPr lang="ko-KR" altLang="en-US" sz="900" cap="none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차</a:t>
                      </a:r>
                      <a:r>
                        <a:rPr lang="en-US" altLang="ko-KR" sz="900" cap="none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cap="none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완료하였습니다</a:t>
                      </a:r>
                      <a:r>
                        <a:rPr lang="en-US" altLang="ko-KR" sz="900" cap="none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(10/14)</a:t>
                      </a:r>
                      <a:endParaRPr lang="en-US" altLang="ko-KR" sz="900" b="0" i="0" u="none" strike="noStrike" cap="all" noProof="0">
                        <a:solidFill>
                          <a:schemeClr val="tx1"/>
                        </a:solidFill>
                        <a:latin typeface="LG Smart_H Light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674438B4-924E-0458-8259-7397A750543F}"/>
              </a:ext>
            </a:extLst>
          </p:cNvPr>
          <p:cNvSpPr txBox="1">
            <a:spLocks/>
          </p:cNvSpPr>
          <p:nvPr/>
        </p:nvSpPr>
        <p:spPr>
          <a:xfrm>
            <a:off x="128831" y="612730"/>
            <a:ext cx="8951690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ESHG AZS 2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세대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자동보정 적용 건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(1/2)</a:t>
            </a:r>
            <a:endParaRPr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721A971-592D-0774-FB6A-21F6AF8EA433}"/>
              </a:ext>
            </a:extLst>
          </p:cNvPr>
          <p:cNvSpPr txBox="1"/>
          <p:nvPr/>
        </p:nvSpPr>
        <p:spPr>
          <a:xfrm>
            <a:off x="1637354" y="1707601"/>
            <a:ext cx="96788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en-US" altLang="ko-KR" sz="1100">
                <a:latin typeface="Arial Narrow"/>
                <a:ea typeface="LG스마트체 Regular"/>
              </a:rPr>
              <a:t>[</a:t>
            </a:r>
            <a:r>
              <a:rPr lang="ko-KR" altLang="en-US" sz="1100">
                <a:latin typeface="Arial Narrow"/>
                <a:ea typeface="LG스마트체 Regular"/>
              </a:rPr>
              <a:t>진행 계획</a:t>
            </a:r>
            <a:r>
              <a:rPr lang="en-US" altLang="ko-KR" sz="1100">
                <a:latin typeface="Arial Narrow"/>
                <a:ea typeface="LG스마트체 Regular"/>
              </a:rPr>
              <a:t>] </a:t>
            </a:r>
            <a:endParaRPr lang="ko-KR" altLang="en-US" sz="1100">
              <a:latin typeface="Arial Narrow"/>
              <a:ea typeface="LG스마트체 Regular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FB6A56D-C6AF-7110-D1EB-DDCBD5D9BB3A}"/>
              </a:ext>
            </a:extLst>
          </p:cNvPr>
          <p:cNvSpPr txBox="1"/>
          <p:nvPr/>
        </p:nvSpPr>
        <p:spPr>
          <a:xfrm>
            <a:off x="1596642" y="2431108"/>
            <a:ext cx="100617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배경/목표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02267A5-6B2F-6EEA-37DA-E23ECEEF7CF8}"/>
              </a:ext>
            </a:extLst>
          </p:cNvPr>
          <p:cNvSpPr txBox="1"/>
          <p:nvPr/>
        </p:nvSpPr>
        <p:spPr>
          <a:xfrm>
            <a:off x="1639005" y="3582059"/>
            <a:ext cx="993337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진행상황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4" name="표 26">
            <a:extLst>
              <a:ext uri="{FF2B5EF4-FFF2-40B4-BE49-F238E27FC236}">
                <a16:creationId xmlns:a16="http://schemas.microsoft.com/office/drawing/2014/main" id="{11F3F06C-01B8-9F29-51A4-281DF5DF36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2105960"/>
              </p:ext>
            </p:extLst>
          </p:nvPr>
        </p:nvGraphicFramePr>
        <p:xfrm>
          <a:off x="2656206" y="1697793"/>
          <a:ext cx="5896138" cy="726107"/>
        </p:xfrm>
        <a:graphic>
          <a:graphicData uri="http://schemas.openxmlformats.org/drawingml/2006/table">
            <a:tbl>
              <a:tblPr/>
              <a:tblGrid>
                <a:gridCol w="716168">
                  <a:extLst>
                    <a:ext uri="{9D8B030D-6E8A-4147-A177-3AD203B41FA5}">
                      <a16:colId xmlns:a16="http://schemas.microsoft.com/office/drawing/2014/main" val="4158735420"/>
                    </a:ext>
                  </a:extLst>
                </a:gridCol>
                <a:gridCol w="1035994">
                  <a:extLst>
                    <a:ext uri="{9D8B030D-6E8A-4147-A177-3AD203B41FA5}">
                      <a16:colId xmlns:a16="http://schemas.microsoft.com/office/drawing/2014/main" val="3049118925"/>
                    </a:ext>
                  </a:extLst>
                </a:gridCol>
                <a:gridCol w="1035994">
                  <a:extLst>
                    <a:ext uri="{9D8B030D-6E8A-4147-A177-3AD203B41FA5}">
                      <a16:colId xmlns:a16="http://schemas.microsoft.com/office/drawing/2014/main" val="531376357"/>
                    </a:ext>
                  </a:extLst>
                </a:gridCol>
                <a:gridCol w="1035994">
                  <a:extLst>
                    <a:ext uri="{9D8B030D-6E8A-4147-A177-3AD203B41FA5}">
                      <a16:colId xmlns:a16="http://schemas.microsoft.com/office/drawing/2014/main" val="2949029446"/>
                    </a:ext>
                  </a:extLst>
                </a:gridCol>
                <a:gridCol w="1035994">
                  <a:extLst>
                    <a:ext uri="{9D8B030D-6E8A-4147-A177-3AD203B41FA5}">
                      <a16:colId xmlns:a16="http://schemas.microsoft.com/office/drawing/2014/main" val="3528663358"/>
                    </a:ext>
                  </a:extLst>
                </a:gridCol>
                <a:gridCol w="1035994">
                  <a:extLst>
                    <a:ext uri="{9D8B030D-6E8A-4147-A177-3AD203B41FA5}">
                      <a16:colId xmlns:a16="http://schemas.microsoft.com/office/drawing/2014/main" val="2637651032"/>
                    </a:ext>
                  </a:extLst>
                </a:gridCol>
              </a:tblGrid>
              <a:tr h="10825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구분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일정</a:t>
                      </a: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APC Setup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출장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7872" marB="0" anchor="ctr"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APC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기능 검증</a:t>
                      </a:r>
                    </a:p>
                  </a:txBody>
                  <a:tcPr marL="9524" marR="9524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Pulling Offset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테스트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4" marR="9524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고도화 로직 구현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4" marR="9524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대표호기 완료 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63543"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ESHG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~ ‘25.08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~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’25.11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~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’25.11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~’25.12</a:t>
                      </a:r>
                    </a:p>
                  </a:txBody>
                  <a:tcPr marL="9524" marR="9524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~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’25.12</a:t>
                      </a:r>
                      <a:endParaRPr kumimoji="0" lang="en-US" altLang="ko-KR"/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5483190"/>
                  </a:ext>
                </a:extLst>
              </a:tr>
            </a:tbl>
          </a:graphicData>
        </a:graphic>
      </p:graphicFrame>
      <p:grpSp>
        <p:nvGrpSpPr>
          <p:cNvPr id="8" name="그룹 7">
            <a:extLst>
              <a:ext uri="{FF2B5EF4-FFF2-40B4-BE49-F238E27FC236}">
                <a16:creationId xmlns:a16="http://schemas.microsoft.com/office/drawing/2014/main" id="{AA4FFEC3-08F9-CE08-4FA1-85609AD956FF}"/>
              </a:ext>
            </a:extLst>
          </p:cNvPr>
          <p:cNvGrpSpPr/>
          <p:nvPr/>
        </p:nvGrpSpPr>
        <p:grpSpPr>
          <a:xfrm>
            <a:off x="6464300" y="1719504"/>
            <a:ext cx="1045702" cy="716314"/>
            <a:chOff x="5207427" y="1757212"/>
            <a:chExt cx="1045702" cy="716314"/>
          </a:xfrm>
        </p:grpSpPr>
        <p:sp>
          <p:nvSpPr>
            <p:cNvPr id="10" name="TextBox 354">
              <a:extLst>
                <a:ext uri="{FF2B5EF4-FFF2-40B4-BE49-F238E27FC236}">
                  <a16:creationId xmlns:a16="http://schemas.microsoft.com/office/drawing/2014/main" id="{8EBEB619-AAAB-8A96-588D-0936D7966182}"/>
                </a:ext>
              </a:extLst>
            </p:cNvPr>
            <p:cNvSpPr txBox="1"/>
            <p:nvPr/>
          </p:nvSpPr>
          <p:spPr>
            <a:xfrm rot="10800000" flipV="1">
              <a:off x="5465396" y="1757212"/>
              <a:ext cx="529764" cy="107698"/>
            </a:xfrm>
            <a:prstGeom prst="rect">
              <a:avLst/>
            </a:prstGeom>
            <a:noFill/>
            <a:ln w="9525" cmpd="sng">
              <a:noFill/>
            </a:ln>
            <a:effectLst/>
          </p:spPr>
          <p:txBody>
            <a:bodyPr wrap="square" lIns="36000" tIns="36000" rIns="36000" bIns="36000" rtlCol="0" anchor="ctr"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▼</a:t>
              </a:r>
              <a:endParaRPr kumimoji="0" lang="en-US" altLang="ko-KR" sz="16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1" name="직사각형 17">
              <a:extLst>
                <a:ext uri="{FF2B5EF4-FFF2-40B4-BE49-F238E27FC236}">
                  <a16:creationId xmlns:a16="http://schemas.microsoft.com/office/drawing/2014/main" id="{A6A8B099-AB5E-20CE-7ED5-1E6D4D1B0DE3}"/>
                </a:ext>
              </a:extLst>
            </p:cNvPr>
            <p:cNvSpPr/>
            <p:nvPr/>
          </p:nvSpPr>
          <p:spPr>
            <a:xfrm>
              <a:off x="5207427" y="1873881"/>
              <a:ext cx="1045702" cy="599645"/>
            </a:xfrm>
            <a:prstGeom prst="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40" tIns="45720" rIns="91440" bIns="45720" rtlCol="0" anchor="ctr"/>
            <a:lstStyle/>
            <a:p>
              <a:pPr algn="ctr"/>
              <a:endPara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/>
              <a:endPara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5261439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9808FD-4BE9-5C95-88BC-7968270B29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제목 1">
            <a:extLst>
              <a:ext uri="{FF2B5EF4-FFF2-40B4-BE49-F238E27FC236}">
                <a16:creationId xmlns:a16="http://schemas.microsoft.com/office/drawing/2014/main" id="{B1A188A8-DBA4-9F1B-1BAF-719C1A28E4C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5110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en-US" altLang="ko-KR" sz="1800">
                <a:cs typeface="Malgun Gothic Semilight"/>
              </a:rPr>
              <a:t>1. </a:t>
            </a:r>
            <a:r>
              <a:rPr lang="ko-KR" altLang="en-US" sz="1800">
                <a:cs typeface="Malgun Gothic Semilight"/>
              </a:rPr>
              <a:t>과제 진행 현황</a:t>
            </a:r>
            <a:r>
              <a:rPr lang="en-US" altLang="ko-KR" sz="1800">
                <a:cs typeface="Malgun Gothic Semilight"/>
              </a:rPr>
              <a:t>_</a:t>
            </a:r>
            <a:r>
              <a:rPr lang="ko-KR" altLang="en-US" sz="1800">
                <a:cs typeface="Malgun Gothic Semilight"/>
              </a:rPr>
              <a:t>조립</a:t>
            </a:r>
            <a:r>
              <a:rPr lang="en-US" altLang="ko-KR" sz="1800" err="1">
                <a:cs typeface="Malgun Gothic Semilight"/>
              </a:rPr>
              <a:t>자동보정</a:t>
            </a:r>
            <a:r>
              <a:rPr lang="ko-KR" altLang="en-US" sz="1800">
                <a:cs typeface="Malgun Gothic Semilight"/>
              </a:rPr>
              <a:t>팀 </a:t>
            </a:r>
            <a:r>
              <a:rPr lang="en-US" altLang="ko-KR" sz="1800">
                <a:cs typeface="Malgun Gothic Semilight"/>
              </a:rPr>
              <a:t>(</a:t>
            </a:r>
            <a:r>
              <a:rPr lang="ko-KR" altLang="en-US" sz="1800">
                <a:cs typeface="Malgun Gothic Semilight"/>
              </a:rPr>
              <a:t>자동차</a:t>
            </a:r>
            <a:r>
              <a:rPr lang="en-US" altLang="ko-KR" sz="1800">
                <a:cs typeface="Malgun Gothic Semilight"/>
              </a:rPr>
              <a:t>)</a:t>
            </a:r>
            <a:endParaRPr lang="ko-KR" altLang="en-US" sz="1800">
              <a:cs typeface="Malgun Gothic Semilight"/>
            </a:endParaRP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428B54C7-C8FE-DCC1-1E5F-3CB28493B2BF}"/>
              </a:ext>
            </a:extLst>
          </p:cNvPr>
          <p:cNvSpPr txBox="1">
            <a:spLocks/>
          </p:cNvSpPr>
          <p:nvPr/>
        </p:nvSpPr>
        <p:spPr>
          <a:xfrm>
            <a:off x="8316902" y="173438"/>
            <a:ext cx="95539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 sz="1100" err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안다현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 A</a:t>
            </a:r>
            <a:endParaRPr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E1E8773-DC85-D4E2-9228-C2B401218374}"/>
              </a:ext>
            </a:extLst>
          </p:cNvPr>
          <p:cNvSpPr txBox="1"/>
          <p:nvPr/>
        </p:nvSpPr>
        <p:spPr>
          <a:xfrm>
            <a:off x="8313566" y="343599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11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graphicFrame>
        <p:nvGraphicFramePr>
          <p:cNvPr id="5" name="표 1">
            <a:extLst>
              <a:ext uri="{FF2B5EF4-FFF2-40B4-BE49-F238E27FC236}">
                <a16:creationId xmlns:a16="http://schemas.microsoft.com/office/drawing/2014/main" id="{334963D2-7BB3-DB88-7CD8-853B51F8D5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3131490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  <a:endParaRPr lang="ko-KR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AZS 2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세대 설비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적용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HG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’25.12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대표호기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강현웅S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심은찬S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안다현A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9" name="표 13">
            <a:extLst>
              <a:ext uri="{FF2B5EF4-FFF2-40B4-BE49-F238E27FC236}">
                <a16:creationId xmlns:a16="http://schemas.microsoft.com/office/drawing/2014/main" id="{6418FABD-9FDF-D221-AA86-B607557516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0004357"/>
              </p:ext>
            </p:extLst>
          </p:nvPr>
        </p:nvGraphicFramePr>
        <p:xfrm>
          <a:off x="1662202" y="1085383"/>
          <a:ext cx="7024843" cy="6113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731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77532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38915">
                <a:tc gridSpan="2"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  <a:ea typeface="LG Smart_H Regular"/>
                        </a:rPr>
                        <a:t>금주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(W51) ESHG APC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버전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양극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보정만 적용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) 1-C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수평전개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완료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(12/11)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하였습니다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.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풀링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Offset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자동보정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 1B3~6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에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추가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전개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(12/12, Local)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하여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테스트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및 기능 검증 완료하였고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, Pulling Offset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적용 버전 자동보정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APC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전환을 위한 작업 준비 진행 예정입니다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.</a:t>
                      </a:r>
                      <a:endParaRPr lang="en-US" altLang="ko-KR" sz="900"/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468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cap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cap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cap="none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82163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cap="none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3)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 현황</a:t>
                      </a:r>
                      <a:endParaRPr kumimoji="0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③ 법인, 공정기술팀과 풀링 테스트 및 APC 적용 일정 논의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- 법인 요청으로 양극 자동보정 우선적으로 적용 완료 (1라인)</a:t>
                      </a:r>
                      <a:br>
                        <a:rPr lang="en-US" altLang="ko-KR" sz="900" b="0" i="0" u="none" strike="noStrike" cap="none" noProof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 : Sample 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생산 시 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AC Gap X 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불량 이슈가 발생하여 전극 자동보정 선적용 요청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임시로 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AC Gap X,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Y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만 보정할 수 있는 로직 적용 </a:t>
                      </a:r>
                      <a:br>
                        <a:rPr lang="en-US" altLang="ko-KR" sz="900" b="0" i="0" u="none" strike="noStrike" cap="none" noProof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   검증하였습니다.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 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(AS Gap 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활용하여 음극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보정 시 분리막 사행에 의한 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Diff-CY 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불량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유발 가능성 있음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br>
                        <a:rPr lang="en-US" altLang="ko-KR" sz="900" b="0" i="0" u="none" strike="noStrike" cap="none" noProof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   AC_X : Cp 0.16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증가 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(1.34 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→ 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1.5) / Cpk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0.31 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증가 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(1.19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→ 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1.5)  / AC_Y : Cp 0.85 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증가 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(1.96 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→ 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2.81) / Cpk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1.37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증가 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(1.44 </a:t>
                      </a:r>
                      <a:r>
                        <a:rPr lang="ko-KR" altLang="en-US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→</a:t>
                      </a:r>
                      <a:r>
                        <a:rPr lang="en-US" altLang="ko-KR" sz="900" b="0" i="0" u="none" strike="noStrike" cap="non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2.81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cap="none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 : </a:t>
                      </a:r>
                      <a:r>
                        <a:rPr lang="ko-KR" altLang="en-US" sz="900" b="0" i="0" u="none" strike="noStrike" cap="none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대표호기 </a:t>
                      </a:r>
                      <a:r>
                        <a:rPr lang="en-US" altLang="ko-KR" sz="900" b="0" i="0" u="none" strike="noStrike" cap="none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(1-A4 ~ A6) APC </a:t>
                      </a:r>
                      <a:r>
                        <a:rPr lang="ko-KR" altLang="en-US" sz="900" b="0" i="0" u="none" strike="noStrike" cap="none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자동보정 설치 후 검증 완료하였으며</a:t>
                      </a:r>
                      <a:r>
                        <a:rPr lang="en-US" altLang="ko-KR" sz="900" b="0" i="0" u="none" strike="noStrike" cap="none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</a:t>
                      </a:r>
                      <a:r>
                        <a:rPr lang="en-US" altLang="ko-KR" sz="900" b="0" i="0" u="none" strike="noStrike" cap="none" baseline="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 1-C 라인 수평전개(12/11) 후 모니터링 진행 중입니다.</a:t>
                      </a:r>
                      <a:endParaRPr lang="ko-KR" altLang="en-US" sz="900" b="0" i="0" u="none" strike="noStrike" cap="none" baseline="0" noProof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cap="none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 : </a:t>
                      </a:r>
                      <a:r>
                        <a:rPr lang="ko-KR" altLang="en-US" sz="900" b="0" i="0" u="none" strike="noStrike" cap="none" spc="-50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대표호기 대상 수정된 자동보정 로직(Pulling 및 전극 자동보정) 검증(12/5) 하였으며</a:t>
                      </a:r>
                      <a:r>
                        <a:rPr lang="en-US" altLang="ko-KR" sz="900" b="0" i="0" u="none" strike="noStrike" cap="none" spc="-50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</a:t>
                      </a:r>
                      <a:r>
                        <a:rPr lang="ko-KR" altLang="en-US" sz="900" b="0" i="0" u="none" strike="noStrike" cap="none" spc="-50" baseline="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 1B3~6에 전개하여 추가 검증 진행하였습니다. (12/12~)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cap="none" baseline="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         : 전극의 보정량이 많을 경우</a:t>
                      </a:r>
                      <a:r>
                        <a:rPr lang="en-US" altLang="ko-KR" sz="900" b="0" i="0" u="none" strike="noStrike" cap="none" baseline="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cap="none" baseline="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분리막 보정 속도가 전극 보정 속도를 따라가지 못해 </a:t>
                      </a:r>
                      <a:r>
                        <a:rPr lang="en-US" altLang="ko-KR" sz="900" b="0" i="0" u="none" strike="noStrike" cap="none" baseline="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AS Gap </a:t>
                      </a:r>
                      <a:r>
                        <a:rPr lang="ko-KR" altLang="en-US" sz="900" b="0" i="0" u="none" strike="noStrike" cap="none" baseline="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불량 발생 → 로직 개선 필요 </a:t>
                      </a:r>
                      <a:endParaRPr lang="en-US" altLang="ko-KR" sz="900" b="0" i="0" u="none" strike="noStrike" cap="none" baseline="0" noProof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cap="none" baseline="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         :</a:t>
                      </a:r>
                      <a:r>
                        <a:rPr lang="ko-KR" altLang="en-US" sz="900" b="0" i="0" u="none" strike="noStrike" cap="none" baseline="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cap="none" baseline="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Pulling Offset</a:t>
                      </a:r>
                      <a:r>
                        <a:rPr lang="ko-KR" altLang="en-US" sz="900" b="0" i="0" u="none" strike="noStrike" cap="none" baseline="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 적용 시 첫 장 분리막이 의도한데로 움직이지 않아 원인 분석 필요 </a:t>
                      </a:r>
                      <a:r>
                        <a:rPr lang="en-US" altLang="ko-KR" sz="900" b="0" i="0" u="none" strike="noStrike" cap="none" baseline="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(w.AZS</a:t>
                      </a:r>
                      <a:r>
                        <a:rPr lang="ko-KR" altLang="en-US" sz="900" b="0" i="0" u="none" strike="noStrike" cap="none" baseline="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공정기술팀</a:t>
                      </a:r>
                      <a:r>
                        <a:rPr lang="en-US" altLang="ko-KR" sz="900" b="0" i="0" u="none" strike="noStrike" cap="none" baseline="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endParaRPr lang="ko-KR"/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/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/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/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/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cap="none" baseline="0" noProof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cap="none" baseline="0" noProof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cap="none" baseline="0" noProof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cap="none" baseline="0" noProof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cap="none" baseline="0" noProof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cap="none" baseline="0" noProof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cap="none" baseline="0" noProof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cap="none" baseline="0" noProof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cap="none" baseline="0" noProof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cap="none" baseline="0" noProof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cap="none" baseline="0" noProof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cap="none" baseline="0" noProof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cap="none" baseline="0" noProof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cap="none" baseline="0" noProof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cap="none" baseline="0" noProof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cap="none" baseline="0" noProof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160D009B-4742-EC89-F1C7-5B26EBC0981B}"/>
              </a:ext>
            </a:extLst>
          </p:cNvPr>
          <p:cNvSpPr txBox="1">
            <a:spLocks/>
          </p:cNvSpPr>
          <p:nvPr/>
        </p:nvSpPr>
        <p:spPr>
          <a:xfrm>
            <a:off x="128831" y="612730"/>
            <a:ext cx="8951690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ESHG AZS 2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세대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자동보정 적용 건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(2/2)</a:t>
            </a:r>
            <a:endParaRPr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71DBE42-7CC4-9E0A-7AD2-29BC76D69D2F}"/>
              </a:ext>
            </a:extLst>
          </p:cNvPr>
          <p:cNvSpPr txBox="1"/>
          <p:nvPr/>
        </p:nvSpPr>
        <p:spPr>
          <a:xfrm>
            <a:off x="1637354" y="1707601"/>
            <a:ext cx="96788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en-US" altLang="ko-KR" sz="1100">
                <a:latin typeface="Arial Narrow"/>
                <a:ea typeface="LG스마트체 Regular"/>
              </a:rPr>
              <a:t>[</a:t>
            </a:r>
            <a:r>
              <a:rPr lang="ko-KR" altLang="en-US" sz="1100">
                <a:latin typeface="Arial Narrow"/>
                <a:ea typeface="LG스마트체 Regular"/>
              </a:rPr>
              <a:t>진행 계획</a:t>
            </a:r>
            <a:r>
              <a:rPr lang="en-US" altLang="ko-KR" sz="1100">
                <a:latin typeface="Arial Narrow"/>
                <a:ea typeface="LG스마트체 Regular"/>
              </a:rPr>
              <a:t>] </a:t>
            </a:r>
            <a:endParaRPr lang="ko-KR" altLang="en-US" sz="1100">
              <a:latin typeface="Arial Narrow"/>
              <a:ea typeface="LG스마트체 Regular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DC24BAC5-9164-5041-878E-78D95DD053F1}"/>
              </a:ext>
            </a:extLst>
          </p:cNvPr>
          <p:cNvSpPr txBox="1"/>
          <p:nvPr/>
        </p:nvSpPr>
        <p:spPr>
          <a:xfrm>
            <a:off x="1639005" y="2440296"/>
            <a:ext cx="993337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진행상황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33" name="표 26">
            <a:extLst>
              <a:ext uri="{FF2B5EF4-FFF2-40B4-BE49-F238E27FC236}">
                <a16:creationId xmlns:a16="http://schemas.microsoft.com/office/drawing/2014/main" id="{DEEF6ACA-BB32-A91B-3DBC-0D3DFDE234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6208516"/>
              </p:ext>
            </p:extLst>
          </p:nvPr>
        </p:nvGraphicFramePr>
        <p:xfrm>
          <a:off x="2656206" y="1697793"/>
          <a:ext cx="5896138" cy="726107"/>
        </p:xfrm>
        <a:graphic>
          <a:graphicData uri="http://schemas.openxmlformats.org/drawingml/2006/table">
            <a:tbl>
              <a:tblPr/>
              <a:tblGrid>
                <a:gridCol w="716168">
                  <a:extLst>
                    <a:ext uri="{9D8B030D-6E8A-4147-A177-3AD203B41FA5}">
                      <a16:colId xmlns:a16="http://schemas.microsoft.com/office/drawing/2014/main" val="4158735420"/>
                    </a:ext>
                  </a:extLst>
                </a:gridCol>
                <a:gridCol w="1035994">
                  <a:extLst>
                    <a:ext uri="{9D8B030D-6E8A-4147-A177-3AD203B41FA5}">
                      <a16:colId xmlns:a16="http://schemas.microsoft.com/office/drawing/2014/main" val="3049118925"/>
                    </a:ext>
                  </a:extLst>
                </a:gridCol>
                <a:gridCol w="1035994">
                  <a:extLst>
                    <a:ext uri="{9D8B030D-6E8A-4147-A177-3AD203B41FA5}">
                      <a16:colId xmlns:a16="http://schemas.microsoft.com/office/drawing/2014/main" val="531376357"/>
                    </a:ext>
                  </a:extLst>
                </a:gridCol>
                <a:gridCol w="1035994">
                  <a:extLst>
                    <a:ext uri="{9D8B030D-6E8A-4147-A177-3AD203B41FA5}">
                      <a16:colId xmlns:a16="http://schemas.microsoft.com/office/drawing/2014/main" val="2949029446"/>
                    </a:ext>
                  </a:extLst>
                </a:gridCol>
                <a:gridCol w="1035994">
                  <a:extLst>
                    <a:ext uri="{9D8B030D-6E8A-4147-A177-3AD203B41FA5}">
                      <a16:colId xmlns:a16="http://schemas.microsoft.com/office/drawing/2014/main" val="3528663358"/>
                    </a:ext>
                  </a:extLst>
                </a:gridCol>
                <a:gridCol w="1035994">
                  <a:extLst>
                    <a:ext uri="{9D8B030D-6E8A-4147-A177-3AD203B41FA5}">
                      <a16:colId xmlns:a16="http://schemas.microsoft.com/office/drawing/2014/main" val="2637651032"/>
                    </a:ext>
                  </a:extLst>
                </a:gridCol>
              </a:tblGrid>
              <a:tr h="10825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구분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일정</a:t>
                      </a: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APC Setup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출장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7872" marB="0" anchor="ctr"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APC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기능 검증</a:t>
                      </a:r>
                    </a:p>
                  </a:txBody>
                  <a:tcPr marL="9524" marR="9524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Pulling Offset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테스트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4" marR="9524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고도화 로직 구현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4" marR="9524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대표호기 완료 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63543"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ESHG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~ ‘25.08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~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’25.11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~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’25.11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~’25.12</a:t>
                      </a:r>
                    </a:p>
                  </a:txBody>
                  <a:tcPr marL="9524" marR="9524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~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’25.12</a:t>
                      </a:r>
                      <a:endParaRPr kumimoji="0" lang="en-US" altLang="ko-KR"/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5483190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36D7FA36-36CF-F438-E512-646E3B07AE66}"/>
              </a:ext>
            </a:extLst>
          </p:cNvPr>
          <p:cNvGrpSpPr/>
          <p:nvPr/>
        </p:nvGrpSpPr>
        <p:grpSpPr>
          <a:xfrm>
            <a:off x="6464300" y="1719504"/>
            <a:ext cx="1045702" cy="716314"/>
            <a:chOff x="5207427" y="1757212"/>
            <a:chExt cx="1045702" cy="716314"/>
          </a:xfrm>
        </p:grpSpPr>
        <p:sp>
          <p:nvSpPr>
            <p:cNvPr id="11" name="TextBox 354">
              <a:extLst>
                <a:ext uri="{FF2B5EF4-FFF2-40B4-BE49-F238E27FC236}">
                  <a16:creationId xmlns:a16="http://schemas.microsoft.com/office/drawing/2014/main" id="{A4CBC0F1-1F2E-E46D-05CE-DFF0D1AACCCE}"/>
                </a:ext>
              </a:extLst>
            </p:cNvPr>
            <p:cNvSpPr txBox="1"/>
            <p:nvPr/>
          </p:nvSpPr>
          <p:spPr>
            <a:xfrm rot="10800000" flipV="1">
              <a:off x="5465396" y="1757212"/>
              <a:ext cx="529764" cy="107698"/>
            </a:xfrm>
            <a:prstGeom prst="rect">
              <a:avLst/>
            </a:prstGeom>
            <a:noFill/>
            <a:ln w="9525" cmpd="sng">
              <a:noFill/>
            </a:ln>
            <a:effectLst/>
          </p:spPr>
          <p:txBody>
            <a:bodyPr wrap="square" lIns="36000" tIns="36000" rIns="36000" bIns="36000" rtlCol="0" anchor="ctr"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▼</a:t>
              </a:r>
              <a:endParaRPr kumimoji="0" lang="en-US" altLang="ko-KR" sz="16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2" name="직사각형 17">
              <a:extLst>
                <a:ext uri="{FF2B5EF4-FFF2-40B4-BE49-F238E27FC236}">
                  <a16:creationId xmlns:a16="http://schemas.microsoft.com/office/drawing/2014/main" id="{7B0E357C-361F-99E5-19EA-830A5DFE2846}"/>
                </a:ext>
              </a:extLst>
            </p:cNvPr>
            <p:cNvSpPr/>
            <p:nvPr/>
          </p:nvSpPr>
          <p:spPr>
            <a:xfrm>
              <a:off x="5207427" y="1873881"/>
              <a:ext cx="1045702" cy="599645"/>
            </a:xfrm>
            <a:prstGeom prst="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40" tIns="45720" rIns="91440" bIns="45720" rtlCol="0" anchor="ctr"/>
            <a:lstStyle/>
            <a:p>
              <a:pPr algn="ctr"/>
              <a:endPara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/>
              <a:endPara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pic>
        <p:nvPicPr>
          <p:cNvPr id="14" name="Picture 13">
            <a:extLst>
              <a:ext uri="{FF2B5EF4-FFF2-40B4-BE49-F238E27FC236}">
                <a16:creationId xmlns:a16="http://schemas.microsoft.com/office/drawing/2014/main" id="{0CF53949-DD39-9560-EE77-6CBE817CEEE6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227304" y="3896413"/>
            <a:ext cx="4687971" cy="3221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72272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53C181-89E0-2E25-D58F-69322FA9A0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제목 1">
            <a:extLst>
              <a:ext uri="{FF2B5EF4-FFF2-40B4-BE49-F238E27FC236}">
                <a16:creationId xmlns:a16="http://schemas.microsoft.com/office/drawing/2014/main" id="{8C8C3AD6-7880-CD8E-B44D-1F97E8B5F849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5110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en-US" altLang="ko-KR" sz="1800">
                <a:cs typeface="Malgun Gothic Semilight"/>
              </a:rPr>
              <a:t>1. </a:t>
            </a:r>
            <a:r>
              <a:rPr lang="ko-KR" altLang="en-US" sz="1800">
                <a:cs typeface="Malgun Gothic Semilight"/>
              </a:rPr>
              <a:t>과제 진행 현황</a:t>
            </a:r>
            <a:r>
              <a:rPr lang="en-US" altLang="ko-KR" sz="1800">
                <a:cs typeface="Malgun Gothic Semilight"/>
              </a:rPr>
              <a:t>_</a:t>
            </a:r>
            <a:r>
              <a:rPr lang="ko-KR" altLang="en-US" sz="1800">
                <a:cs typeface="Malgun Gothic Semilight"/>
              </a:rPr>
              <a:t>조립</a:t>
            </a:r>
            <a:r>
              <a:rPr lang="en-US" altLang="ko-KR" sz="1800" err="1">
                <a:cs typeface="Malgun Gothic Semilight"/>
              </a:rPr>
              <a:t>자동보정</a:t>
            </a:r>
            <a:r>
              <a:rPr lang="ko-KR" altLang="en-US" sz="1800">
                <a:cs typeface="Malgun Gothic Semilight"/>
              </a:rPr>
              <a:t>팀 </a:t>
            </a:r>
            <a:r>
              <a:rPr lang="en-US" altLang="ko-KR" sz="1800">
                <a:cs typeface="Malgun Gothic Semilight"/>
              </a:rPr>
              <a:t>(</a:t>
            </a:r>
            <a:r>
              <a:rPr lang="ko-KR" altLang="en-US" sz="1800">
                <a:cs typeface="Malgun Gothic Semilight"/>
              </a:rPr>
              <a:t>자동차</a:t>
            </a:r>
            <a:r>
              <a:rPr lang="en-US" altLang="ko-KR" sz="1800">
                <a:cs typeface="Malgun Gothic Semilight"/>
              </a:rPr>
              <a:t>)</a:t>
            </a:r>
            <a:endParaRPr lang="ko-KR" altLang="en-US" sz="1800">
              <a:cs typeface="Malgun Gothic Semilight"/>
            </a:endParaRP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5EEB56BB-12F0-E539-01AB-D71B1622537D}"/>
              </a:ext>
            </a:extLst>
          </p:cNvPr>
          <p:cNvSpPr txBox="1">
            <a:spLocks/>
          </p:cNvSpPr>
          <p:nvPr/>
        </p:nvSpPr>
        <p:spPr>
          <a:xfrm>
            <a:off x="8316902" y="173438"/>
            <a:ext cx="1439497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강현웅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S, 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심은찬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S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3CFA496-A814-27C3-3FB8-E454A7B5C13A}"/>
              </a:ext>
            </a:extLst>
          </p:cNvPr>
          <p:cNvSpPr txBox="1"/>
          <p:nvPr/>
        </p:nvSpPr>
        <p:spPr>
          <a:xfrm>
            <a:off x="8313566" y="343599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11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graphicFrame>
        <p:nvGraphicFramePr>
          <p:cNvPr id="5" name="표 1">
            <a:extLst>
              <a:ext uri="{FF2B5EF4-FFF2-40B4-BE49-F238E27FC236}">
                <a16:creationId xmlns:a16="http://schemas.microsoft.com/office/drawing/2014/main" id="{90FA0DD6-FD75-6357-BD16-BBD64CC6F1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8390467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  <a:endParaRPr lang="ko-KR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파우치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E-Cutter,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AZS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 적용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 err="1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EP1 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Pilot 4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’25.12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강현웅S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심은찬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안다현A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9" name="표 13">
            <a:extLst>
              <a:ext uri="{FF2B5EF4-FFF2-40B4-BE49-F238E27FC236}">
                <a16:creationId xmlns:a16="http://schemas.microsoft.com/office/drawing/2014/main" id="{8FDB63AD-0852-F4A6-4748-366EC5BD26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7035524"/>
              </p:ext>
            </p:extLst>
          </p:nvPr>
        </p:nvGraphicFramePr>
        <p:xfrm>
          <a:off x="1649866" y="1085383"/>
          <a:ext cx="7024843" cy="55284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731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77532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42345">
                <a:tc gridSpan="2"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ko-KR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(W51) PLC</a:t>
                      </a:r>
                      <a:r>
                        <a:rPr lang="ko-KR" altLang="en-US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 문제점 수정 후 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자동보정 정상 동작 확인 </a:t>
                      </a:r>
                      <a:r>
                        <a:rPr lang="ko-KR" altLang="en-US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하였고(12/12), </a:t>
                      </a:r>
                      <a:r>
                        <a:rPr lang="ko-KR" altLang="en-US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자동보정 적용 효과 분석하여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 파우치형제품기술팀에 </a:t>
                      </a:r>
                      <a:r>
                        <a:rPr lang="ko-KR" altLang="en-US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공유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 예정입니다. (12/16)</a:t>
                      </a:r>
                      <a:endParaRPr lang="en-US" altLang="ko-KR" sz="900" b="0" i="0" u="none" strike="noStrike" cap="none" spc="0" baseline="0" noProof="0">
                        <a:solidFill>
                          <a:srgbClr val="1414FE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7889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i="0" cap="none" spc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cap="none" spc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0" i="0" cap="none" spc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07241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i="0" cap="none" spc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[]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배경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① 파우치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Pilot 4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호기 재가동 및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수율 개선 위한 자동보정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적용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기존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ESNB 법인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AZS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자동보정 기반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목표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①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Stack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품질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Cpk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1.33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이상 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②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AZS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적용 기술 적용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(Stack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Align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낱장보정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분리막보정)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~25.11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[AZS STK]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①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Pilot 4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호기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AZS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STK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자동보정 적용 관련 협의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(9/10)</a:t>
                      </a:r>
                      <a:endParaRPr kumimoji="0" lang="en-US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-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유관부서와 일정 확인 및 필요사항 요청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하였으며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ROI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추가 및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PLC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Address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추가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등 추석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연휴 이후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협의 완료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②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Pilot 4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호기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AZS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검사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ROI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영역 추가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및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PLC Address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추가 확인 완료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  - DAT : 안홍규 부장, V one : 김도형 팀장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③ 금년도 고도화 및 개발한 항목을 제외한 전체 항목 적용 예정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분리막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Align,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Align,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낱장 자동보정 적용 예정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분리막 교체시점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풀링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와인딩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Align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Table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자동보정 제외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④ 자동 보정 관련된 자동보정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onfig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File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수정 예정 (~10/23)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⑤ 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자동보정 관련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PLC Program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수정 완료 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PLC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Interface Test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 예정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(~10/24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⑥ PLC 관련 Interface Test 및 HMI 작화 확인 완료(10/28)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⑦ 자동보정 적용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기능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Test 진행 예정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 (10/29 16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Pilot 4호기)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⑧ 장기가동 시 자동보정 적용 모니터링 예정 입니다 (현재 전극 수량 부족으로 인해 추후 일정 협의 예정)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⑨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Pilot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4-3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호기 자동보정 적용 확인 되었으며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, Pilot 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–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1,2,3,4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확산전개 완료되었습니다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.11/13)</a:t>
                      </a:r>
                      <a:endParaRPr lang="ko-KR" altLang="ko-KR" sz="90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⑩ 모델 변경 이후 양산 시 모니터링 예정 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.(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</a:t>
                      </a:r>
                      <a:r>
                        <a:rPr lang="en-US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11/24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→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12/8~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⑪ 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문제점 수정 완료 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전극(낱장, align), 분리막 자동보정 정상 동작 확인하였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⑫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자동보정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적용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효과 분석 후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파우치형제품기술팀에 공유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</a:t>
                      </a: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5D088266-AF27-FFE8-7C30-4A2868E62E56}"/>
              </a:ext>
            </a:extLst>
          </p:cNvPr>
          <p:cNvSpPr txBox="1">
            <a:spLocks/>
          </p:cNvSpPr>
          <p:nvPr/>
        </p:nvSpPr>
        <p:spPr>
          <a:xfrm>
            <a:off x="128831" y="612730"/>
            <a:ext cx="8951690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파우치 Pilot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4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호기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E-Cutter, AZS STK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자동보정 적용 건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(1/2)</a:t>
            </a:r>
            <a:endParaRPr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74CA4FE-9853-2A92-57D0-AFB1361A609A}"/>
              </a:ext>
            </a:extLst>
          </p:cNvPr>
          <p:cNvSpPr txBox="1"/>
          <p:nvPr/>
        </p:nvSpPr>
        <p:spPr>
          <a:xfrm>
            <a:off x="1637354" y="1707601"/>
            <a:ext cx="96788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en-US" altLang="ko-KR" sz="1100">
                <a:latin typeface="Arial Narrow"/>
                <a:ea typeface="LG스마트체 Regular"/>
              </a:rPr>
              <a:t>[</a:t>
            </a:r>
            <a:r>
              <a:rPr lang="ko-KR" altLang="en-US" sz="1100">
                <a:latin typeface="Arial Narrow"/>
                <a:ea typeface="LG스마트체 Regular"/>
              </a:rPr>
              <a:t>진행 계획</a:t>
            </a:r>
            <a:r>
              <a:rPr lang="en-US" altLang="ko-KR" sz="1100">
                <a:latin typeface="Arial Narrow"/>
                <a:ea typeface="LG스마트체 Regular"/>
              </a:rPr>
              <a:t>] </a:t>
            </a:r>
            <a:endParaRPr lang="ko-KR" altLang="en-US" sz="1100">
              <a:latin typeface="Arial Narrow"/>
              <a:ea typeface="LG스마트체 Regular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153D426-AEEF-2A28-CD82-ADFABF448780}"/>
              </a:ext>
            </a:extLst>
          </p:cNvPr>
          <p:cNvSpPr txBox="1"/>
          <p:nvPr/>
        </p:nvSpPr>
        <p:spPr>
          <a:xfrm>
            <a:off x="1596642" y="2431108"/>
            <a:ext cx="100617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배경/목표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33" name="표 26">
            <a:extLst>
              <a:ext uri="{FF2B5EF4-FFF2-40B4-BE49-F238E27FC236}">
                <a16:creationId xmlns:a16="http://schemas.microsoft.com/office/drawing/2014/main" id="{67856034-6F0B-6455-EFA4-67D009132D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4513359"/>
              </p:ext>
            </p:extLst>
          </p:nvPr>
        </p:nvGraphicFramePr>
        <p:xfrm>
          <a:off x="2656206" y="1754890"/>
          <a:ext cx="5896139" cy="726107"/>
        </p:xfrm>
        <a:graphic>
          <a:graphicData uri="http://schemas.openxmlformats.org/drawingml/2006/table">
            <a:tbl>
              <a:tblPr/>
              <a:tblGrid>
                <a:gridCol w="868827">
                  <a:extLst>
                    <a:ext uri="{9D8B030D-6E8A-4147-A177-3AD203B41FA5}">
                      <a16:colId xmlns:a16="http://schemas.microsoft.com/office/drawing/2014/main" val="4158735420"/>
                    </a:ext>
                  </a:extLst>
                </a:gridCol>
                <a:gridCol w="1256828">
                  <a:extLst>
                    <a:ext uri="{9D8B030D-6E8A-4147-A177-3AD203B41FA5}">
                      <a16:colId xmlns:a16="http://schemas.microsoft.com/office/drawing/2014/main" val="3049118925"/>
                    </a:ext>
                  </a:extLst>
                </a:gridCol>
                <a:gridCol w="1256828">
                  <a:extLst>
                    <a:ext uri="{9D8B030D-6E8A-4147-A177-3AD203B41FA5}">
                      <a16:colId xmlns:a16="http://schemas.microsoft.com/office/drawing/2014/main" val="531376357"/>
                    </a:ext>
                  </a:extLst>
                </a:gridCol>
                <a:gridCol w="1256828">
                  <a:extLst>
                    <a:ext uri="{9D8B030D-6E8A-4147-A177-3AD203B41FA5}">
                      <a16:colId xmlns:a16="http://schemas.microsoft.com/office/drawing/2014/main" val="2949029446"/>
                    </a:ext>
                  </a:extLst>
                </a:gridCol>
                <a:gridCol w="1256828">
                  <a:extLst>
                    <a:ext uri="{9D8B030D-6E8A-4147-A177-3AD203B41FA5}">
                      <a16:colId xmlns:a16="http://schemas.microsoft.com/office/drawing/2014/main" val="2637651032"/>
                    </a:ext>
                  </a:extLst>
                </a:gridCol>
              </a:tblGrid>
              <a:tr h="10825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구분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일정</a:t>
                      </a: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분석</a:t>
                      </a:r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과제성</a:t>
                      </a:r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검토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7872" marB="0" anchor="ctr"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PLC, Vision 협의 및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로직 개발</a:t>
                      </a: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시뮬레이션 검증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PLC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적용 완료 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63543"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E41 Pilot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25.09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25.10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25.11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25.12(Pilot 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</a:t>
                      </a:r>
                      <a:endParaRPr kumimoji="0" lang="en-US" altLang="ko-KR" baseline="0">
                        <a:solidFill>
                          <a:srgbClr val="1414FE"/>
                        </a:solidFill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5483190"/>
                  </a:ext>
                </a:extLst>
              </a:tr>
            </a:tbl>
          </a:graphicData>
        </a:graphic>
      </p:graphicFrame>
      <p:grpSp>
        <p:nvGrpSpPr>
          <p:cNvPr id="2" name="그룹 1">
            <a:extLst>
              <a:ext uri="{FF2B5EF4-FFF2-40B4-BE49-F238E27FC236}">
                <a16:creationId xmlns:a16="http://schemas.microsoft.com/office/drawing/2014/main" id="{755CC5B4-B35C-4E2E-8BB1-12697952A07A}"/>
              </a:ext>
            </a:extLst>
          </p:cNvPr>
          <p:cNvGrpSpPr/>
          <p:nvPr/>
        </p:nvGrpSpPr>
        <p:grpSpPr>
          <a:xfrm>
            <a:off x="7282327" y="1757212"/>
            <a:ext cx="1257320" cy="716314"/>
            <a:chOff x="6039547" y="1757212"/>
            <a:chExt cx="1257320" cy="716314"/>
          </a:xfrm>
        </p:grpSpPr>
        <p:sp>
          <p:nvSpPr>
            <p:cNvPr id="34" name="TextBox 354">
              <a:extLst>
                <a:ext uri="{FF2B5EF4-FFF2-40B4-BE49-F238E27FC236}">
                  <a16:creationId xmlns:a16="http://schemas.microsoft.com/office/drawing/2014/main" id="{8C85C46C-8A87-999B-2CA8-6D71FF186B73}"/>
                </a:ext>
              </a:extLst>
            </p:cNvPr>
            <p:cNvSpPr txBox="1"/>
            <p:nvPr/>
          </p:nvSpPr>
          <p:spPr>
            <a:xfrm rot="10800000" flipV="1">
              <a:off x="6434824" y="1757212"/>
              <a:ext cx="529764" cy="107698"/>
            </a:xfrm>
            <a:prstGeom prst="rect">
              <a:avLst/>
            </a:prstGeom>
            <a:noFill/>
            <a:ln w="9525" cmpd="sng">
              <a:noFill/>
            </a:ln>
            <a:effectLst/>
          </p:spPr>
          <p:txBody>
            <a:bodyPr wrap="square" lIns="36000" tIns="36000" rIns="36000" bIns="36000" rtlCol="0" anchor="ctr"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▼</a:t>
              </a:r>
              <a:endParaRPr kumimoji="0" lang="en-US" altLang="ko-KR" sz="16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36" name="직사각형 17">
              <a:extLst>
                <a:ext uri="{FF2B5EF4-FFF2-40B4-BE49-F238E27FC236}">
                  <a16:creationId xmlns:a16="http://schemas.microsoft.com/office/drawing/2014/main" id="{D74AEC31-FDDF-D9DA-9732-45EDDCC18C3D}"/>
                </a:ext>
              </a:extLst>
            </p:cNvPr>
            <p:cNvSpPr/>
            <p:nvPr/>
          </p:nvSpPr>
          <p:spPr>
            <a:xfrm>
              <a:off x="6039547" y="1873881"/>
              <a:ext cx="1257320" cy="599645"/>
            </a:xfrm>
            <a:prstGeom prst="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40" tIns="45720" rIns="91440" bIns="45720" rtlCol="0" anchor="ctr"/>
            <a:lstStyle/>
            <a:p>
              <a:pPr algn="ctr"/>
              <a:endPara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/>
              <a:endPara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5A5B356C-1BAD-4112-A057-324BD1758050}"/>
              </a:ext>
            </a:extLst>
          </p:cNvPr>
          <p:cNvSpPr txBox="1"/>
          <p:nvPr/>
        </p:nvSpPr>
        <p:spPr>
          <a:xfrm>
            <a:off x="1639005" y="3465326"/>
            <a:ext cx="993337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진행상황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8497946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53C181-89E0-2E25-D58F-69322FA9A0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제목 1">
            <a:extLst>
              <a:ext uri="{FF2B5EF4-FFF2-40B4-BE49-F238E27FC236}">
                <a16:creationId xmlns:a16="http://schemas.microsoft.com/office/drawing/2014/main" id="{8C8C3AD6-7880-CD8E-B44D-1F97E8B5F849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5110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en-US" altLang="ko-KR" sz="1800">
                <a:cs typeface="Malgun Gothic Semilight"/>
              </a:rPr>
              <a:t>1. </a:t>
            </a:r>
            <a:r>
              <a:rPr lang="ko-KR" altLang="en-US" sz="1800">
                <a:cs typeface="Malgun Gothic Semilight"/>
              </a:rPr>
              <a:t>과제 진행 현황</a:t>
            </a:r>
            <a:r>
              <a:rPr lang="en-US" altLang="ko-KR" sz="1800">
                <a:cs typeface="Malgun Gothic Semilight"/>
              </a:rPr>
              <a:t>_</a:t>
            </a:r>
            <a:r>
              <a:rPr lang="ko-KR" altLang="en-US" sz="1800">
                <a:cs typeface="Malgun Gothic Semilight"/>
              </a:rPr>
              <a:t>조립</a:t>
            </a:r>
            <a:r>
              <a:rPr lang="en-US" altLang="ko-KR" sz="1800" err="1">
                <a:cs typeface="Malgun Gothic Semilight"/>
              </a:rPr>
              <a:t>자동보정</a:t>
            </a:r>
            <a:r>
              <a:rPr lang="ko-KR" altLang="en-US" sz="1800">
                <a:cs typeface="Malgun Gothic Semilight"/>
              </a:rPr>
              <a:t>팀 </a:t>
            </a:r>
            <a:r>
              <a:rPr lang="en-US" altLang="ko-KR" sz="1800">
                <a:cs typeface="Malgun Gothic Semilight"/>
              </a:rPr>
              <a:t>(</a:t>
            </a:r>
            <a:r>
              <a:rPr lang="ko-KR" altLang="en-US" sz="1800">
                <a:cs typeface="Malgun Gothic Semilight"/>
              </a:rPr>
              <a:t>자동차</a:t>
            </a:r>
            <a:r>
              <a:rPr lang="en-US" altLang="ko-KR" sz="1800">
                <a:cs typeface="Malgun Gothic Semilight"/>
              </a:rPr>
              <a:t>)</a:t>
            </a:r>
            <a:endParaRPr lang="ko-KR" altLang="en-US" sz="1800">
              <a:cs typeface="Malgun Gothic Semilight"/>
            </a:endParaRP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5EEB56BB-12F0-E539-01AB-D71B1622537D}"/>
              </a:ext>
            </a:extLst>
          </p:cNvPr>
          <p:cNvSpPr txBox="1">
            <a:spLocks/>
          </p:cNvSpPr>
          <p:nvPr/>
        </p:nvSpPr>
        <p:spPr>
          <a:xfrm>
            <a:off x="8316902" y="173438"/>
            <a:ext cx="1439497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강현웅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S, 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심은찬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S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3CFA496-A814-27C3-3FB8-E454A7B5C13A}"/>
              </a:ext>
            </a:extLst>
          </p:cNvPr>
          <p:cNvSpPr txBox="1"/>
          <p:nvPr/>
        </p:nvSpPr>
        <p:spPr>
          <a:xfrm>
            <a:off x="8313566" y="343599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11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graphicFrame>
        <p:nvGraphicFramePr>
          <p:cNvPr id="5" name="표 1">
            <a:extLst>
              <a:ext uri="{FF2B5EF4-FFF2-40B4-BE49-F238E27FC236}">
                <a16:creationId xmlns:a16="http://schemas.microsoft.com/office/drawing/2014/main" id="{90FA0DD6-FD75-6357-BD16-BBD64CC6F1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1627059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  <a:endParaRPr lang="ko-KR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파우치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E-Cutter,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AZS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 적용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 err="1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EP1 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Pilot 4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’25.12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강현웅S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심은찬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안다현A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9" name="표 13">
            <a:extLst>
              <a:ext uri="{FF2B5EF4-FFF2-40B4-BE49-F238E27FC236}">
                <a16:creationId xmlns:a16="http://schemas.microsoft.com/office/drawing/2014/main" id="{8FDB63AD-0852-F4A6-4748-366EC5BD26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2381477"/>
              </p:ext>
            </p:extLst>
          </p:nvPr>
        </p:nvGraphicFramePr>
        <p:xfrm>
          <a:off x="1649866" y="1085383"/>
          <a:ext cx="7024843" cy="55284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731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77532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42345">
                <a:tc gridSpan="2"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ko-KR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(W51) PLC</a:t>
                      </a:r>
                      <a:r>
                        <a:rPr lang="ko-KR" altLang="en-US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 문제점 수정 후 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자동보정 정상 동작 확인 </a:t>
                      </a:r>
                      <a:r>
                        <a:rPr lang="ko-KR" altLang="en-US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하였고(12/12), </a:t>
                      </a:r>
                      <a:r>
                        <a:rPr lang="ko-KR" altLang="en-US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자동보정 적용 효과 분석하여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 파우치형제품기술팀에 </a:t>
                      </a:r>
                      <a:r>
                        <a:rPr lang="ko-KR" altLang="en-US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공유</a:t>
                      </a:r>
                      <a:r>
                        <a:rPr lang="en-US" altLang="ko-KR" sz="900" b="0" i="0" u="none" strike="noStrike" cap="none" spc="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 예정입니다. (12/16)</a:t>
                      </a:r>
                      <a:endParaRPr lang="en-US" altLang="ko-KR" sz="900" b="0" i="0" u="none" strike="noStrike" cap="none" spc="0" baseline="0" noProof="0">
                        <a:solidFill>
                          <a:srgbClr val="1414FE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7889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i="0" cap="none" spc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cap="none" spc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0" i="0" cap="none" spc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07241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i="0" cap="none" spc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대표호기에서 자동보정 적용 확인하였으며 추후 양산 시점에 자동보정 전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후 데이터 확인 예정입니다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.(11/18~)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추후 양산 데이터 활용하여 재산출 예정입니다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5D088266-AF27-FFE8-7C30-4A2868E62E56}"/>
              </a:ext>
            </a:extLst>
          </p:cNvPr>
          <p:cNvSpPr txBox="1">
            <a:spLocks/>
          </p:cNvSpPr>
          <p:nvPr/>
        </p:nvSpPr>
        <p:spPr>
          <a:xfrm>
            <a:off x="128831" y="612730"/>
            <a:ext cx="8951690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파우치 Pilot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4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호기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E-Cutter, AZS STK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자동보정 적용 건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(2/2)</a:t>
            </a:r>
            <a:endParaRPr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74CA4FE-9853-2A92-57D0-AFB1361A609A}"/>
              </a:ext>
            </a:extLst>
          </p:cNvPr>
          <p:cNvSpPr txBox="1"/>
          <p:nvPr/>
        </p:nvSpPr>
        <p:spPr>
          <a:xfrm>
            <a:off x="1637354" y="1707601"/>
            <a:ext cx="96788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en-US" altLang="ko-KR" sz="1100">
                <a:latin typeface="Arial Narrow"/>
                <a:ea typeface="LG스마트체 Regular"/>
              </a:rPr>
              <a:t>[</a:t>
            </a:r>
            <a:r>
              <a:rPr lang="ko-KR" altLang="en-US" sz="1100">
                <a:latin typeface="Arial Narrow"/>
                <a:ea typeface="LG스마트체 Regular"/>
              </a:rPr>
              <a:t>진행 계획</a:t>
            </a:r>
            <a:r>
              <a:rPr lang="en-US" altLang="ko-KR" sz="1100">
                <a:latin typeface="Arial Narrow"/>
                <a:ea typeface="LG스마트체 Regular"/>
              </a:rPr>
              <a:t>] </a:t>
            </a:r>
            <a:endParaRPr lang="ko-KR" altLang="en-US" sz="1100">
              <a:latin typeface="Arial Narrow"/>
              <a:ea typeface="LG스마트체 Regular"/>
            </a:endParaRPr>
          </a:p>
        </p:txBody>
      </p:sp>
      <p:pic>
        <p:nvPicPr>
          <p:cNvPr id="11" name="그림 10">
            <a:extLst>
              <a:ext uri="{FF2B5EF4-FFF2-40B4-BE49-F238E27FC236}">
                <a16:creationId xmlns:a16="http://schemas.microsoft.com/office/drawing/2014/main" id="{4393ED8F-65E3-4CBD-A643-1572A92ED274}"/>
              </a:ext>
            </a:extLst>
          </p:cNvPr>
          <p:cNvPicPr preferRelativeResize="0">
            <a:picLocks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90956" y="1969211"/>
            <a:ext cx="2700000" cy="1060843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7E94355C-C810-41F4-9D96-3B01D8842ACD}"/>
              </a:ext>
            </a:extLst>
          </p:cNvPr>
          <p:cNvPicPr preferRelativeResize="0">
            <a:picLocks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694187" y="1969210"/>
            <a:ext cx="2700000" cy="1060843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676911E1-780D-4953-A755-722B66F1C930}"/>
              </a:ext>
            </a:extLst>
          </p:cNvPr>
          <p:cNvPicPr preferRelativeResize="0">
            <a:picLocks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90956" y="3082977"/>
            <a:ext cx="2700000" cy="1060843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75EAB23E-7EFF-4DD9-A6FA-91FE6C32B031}"/>
              </a:ext>
            </a:extLst>
          </p:cNvPr>
          <p:cNvPicPr preferRelativeResize="0">
            <a:picLocks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694187" y="3081203"/>
            <a:ext cx="2700000" cy="1060843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381873A3-CA3D-4595-84F1-416E6E82A768}"/>
              </a:ext>
            </a:extLst>
          </p:cNvPr>
          <p:cNvSpPr txBox="1"/>
          <p:nvPr/>
        </p:nvSpPr>
        <p:spPr>
          <a:xfrm>
            <a:off x="2703656" y="3115136"/>
            <a:ext cx="706886" cy="110800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적용 전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9DBC7CB-B46F-40D7-8844-25804EC626B6}"/>
              </a:ext>
            </a:extLst>
          </p:cNvPr>
          <p:cNvSpPr txBox="1"/>
          <p:nvPr/>
        </p:nvSpPr>
        <p:spPr>
          <a:xfrm>
            <a:off x="2703656" y="3618676"/>
            <a:ext cx="706886" cy="110800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적용 후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01F0E56-2A29-4726-A0D9-34EB49231DB8}"/>
              </a:ext>
            </a:extLst>
          </p:cNvPr>
          <p:cNvSpPr txBox="1"/>
          <p:nvPr/>
        </p:nvSpPr>
        <p:spPr>
          <a:xfrm>
            <a:off x="5713556" y="3105408"/>
            <a:ext cx="706886" cy="110800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적용 전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EFB8F42-7F46-4B8E-BEA3-8B945D058998}"/>
              </a:ext>
            </a:extLst>
          </p:cNvPr>
          <p:cNvSpPr txBox="1"/>
          <p:nvPr/>
        </p:nvSpPr>
        <p:spPr>
          <a:xfrm>
            <a:off x="5713556" y="3589492"/>
            <a:ext cx="706886" cy="110800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적용 후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268F61E-D06F-4982-B100-0E8E02E215F7}"/>
              </a:ext>
            </a:extLst>
          </p:cNvPr>
          <p:cNvGrpSpPr/>
          <p:nvPr/>
        </p:nvGrpSpPr>
        <p:grpSpPr>
          <a:xfrm>
            <a:off x="5706614" y="1980969"/>
            <a:ext cx="706886" cy="624064"/>
            <a:chOff x="5865364" y="3612919"/>
            <a:chExt cx="706886" cy="624064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2D447BC2-8BA5-4330-9133-9DAA33FC95F2}"/>
                </a:ext>
              </a:extLst>
            </p:cNvPr>
            <p:cNvSpPr txBox="1"/>
            <p:nvPr/>
          </p:nvSpPr>
          <p:spPr>
            <a:xfrm>
              <a:off x="5865364" y="3612919"/>
              <a:ext cx="706886" cy="1108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 anchor="t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ko-KR" altLang="en-US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자동보정 적용 전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CA77BCBC-E235-4195-BBB3-12588255049B}"/>
                </a:ext>
              </a:extLst>
            </p:cNvPr>
            <p:cNvSpPr txBox="1"/>
            <p:nvPr/>
          </p:nvSpPr>
          <p:spPr>
            <a:xfrm>
              <a:off x="5865364" y="4126183"/>
              <a:ext cx="706886" cy="1108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 anchor="t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ko-KR" altLang="en-US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자동보정 적용 후</a:t>
              </a: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200849F2-4FB7-4B88-A652-CCDE35F8CFC9}"/>
              </a:ext>
            </a:extLst>
          </p:cNvPr>
          <p:cNvGrpSpPr/>
          <p:nvPr/>
        </p:nvGrpSpPr>
        <p:grpSpPr>
          <a:xfrm>
            <a:off x="2703064" y="1987319"/>
            <a:ext cx="706886" cy="624064"/>
            <a:chOff x="5865364" y="3612919"/>
            <a:chExt cx="706886" cy="624064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4BEC012-71CC-4FFD-8728-900FA1E52C1E}"/>
                </a:ext>
              </a:extLst>
            </p:cNvPr>
            <p:cNvSpPr txBox="1"/>
            <p:nvPr/>
          </p:nvSpPr>
          <p:spPr>
            <a:xfrm>
              <a:off x="5865364" y="3612919"/>
              <a:ext cx="706886" cy="1108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 anchor="t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ko-KR" altLang="en-US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자동보정 적용 전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B706D928-31A9-4513-B1FD-6DDADCAECF10}"/>
                </a:ext>
              </a:extLst>
            </p:cNvPr>
            <p:cNvSpPr txBox="1"/>
            <p:nvPr/>
          </p:nvSpPr>
          <p:spPr>
            <a:xfrm>
              <a:off x="5865364" y="4126183"/>
              <a:ext cx="706886" cy="1108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 anchor="t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ko-KR" altLang="en-US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자동보정 적용 후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6F8F4010-230B-46CA-A49F-DD8E50A0ED25}"/>
              </a:ext>
            </a:extLst>
          </p:cNvPr>
          <p:cNvSpPr txBox="1"/>
          <p:nvPr/>
        </p:nvSpPr>
        <p:spPr>
          <a:xfrm>
            <a:off x="3587750" y="1980969"/>
            <a:ext cx="850900" cy="1246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AS_X</a:t>
            </a:r>
            <a:endParaRPr lang="ko-KR" altLang="en-US" sz="9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717B1FD-6FB5-419F-9EBC-1F267ED4EBD8}"/>
              </a:ext>
            </a:extLst>
          </p:cNvPr>
          <p:cNvSpPr txBox="1"/>
          <p:nvPr/>
        </p:nvSpPr>
        <p:spPr>
          <a:xfrm>
            <a:off x="6618737" y="1980394"/>
            <a:ext cx="850900" cy="1246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AS_Y</a:t>
            </a:r>
            <a:endParaRPr lang="ko-KR" altLang="en-US" sz="9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C3A95CA-539C-4B60-97F6-06DDC49C9F01}"/>
              </a:ext>
            </a:extLst>
          </p:cNvPr>
          <p:cNvSpPr txBox="1"/>
          <p:nvPr/>
        </p:nvSpPr>
        <p:spPr>
          <a:xfrm>
            <a:off x="6619329" y="3079029"/>
            <a:ext cx="850900" cy="1246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AC_Y</a:t>
            </a:r>
            <a:endParaRPr lang="ko-KR" altLang="en-US" sz="9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53EB9FB-4A77-49D5-A17D-2B27F629992F}"/>
              </a:ext>
            </a:extLst>
          </p:cNvPr>
          <p:cNvSpPr txBox="1"/>
          <p:nvPr/>
        </p:nvSpPr>
        <p:spPr>
          <a:xfrm>
            <a:off x="3588342" y="3090584"/>
            <a:ext cx="850900" cy="1246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AC_X</a:t>
            </a:r>
            <a:endParaRPr lang="ko-KR" altLang="en-US" sz="9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24BD8E1-C394-61D4-40A0-C4C98556C4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6847824"/>
              </p:ext>
            </p:extLst>
          </p:nvPr>
        </p:nvGraphicFramePr>
        <p:xfrm>
          <a:off x="2690956" y="4381585"/>
          <a:ext cx="5649375" cy="1676400"/>
        </p:xfrm>
        <a:graphic>
          <a:graphicData uri="http://schemas.openxmlformats.org/drawingml/2006/table">
            <a:tbl>
              <a:tblPr/>
              <a:tblGrid>
                <a:gridCol w="1129875">
                  <a:extLst>
                    <a:ext uri="{9D8B030D-6E8A-4147-A177-3AD203B41FA5}">
                      <a16:colId xmlns:a16="http://schemas.microsoft.com/office/drawing/2014/main" val="3580703439"/>
                    </a:ext>
                  </a:extLst>
                </a:gridCol>
                <a:gridCol w="1129875">
                  <a:extLst>
                    <a:ext uri="{9D8B030D-6E8A-4147-A177-3AD203B41FA5}">
                      <a16:colId xmlns:a16="http://schemas.microsoft.com/office/drawing/2014/main" val="2341210830"/>
                    </a:ext>
                  </a:extLst>
                </a:gridCol>
                <a:gridCol w="1129875">
                  <a:extLst>
                    <a:ext uri="{9D8B030D-6E8A-4147-A177-3AD203B41FA5}">
                      <a16:colId xmlns:a16="http://schemas.microsoft.com/office/drawing/2014/main" val="2834350852"/>
                    </a:ext>
                  </a:extLst>
                </a:gridCol>
                <a:gridCol w="1129875">
                  <a:extLst>
                    <a:ext uri="{9D8B030D-6E8A-4147-A177-3AD203B41FA5}">
                      <a16:colId xmlns:a16="http://schemas.microsoft.com/office/drawing/2014/main" val="2955237093"/>
                    </a:ext>
                  </a:extLst>
                </a:gridCol>
                <a:gridCol w="1129875">
                  <a:extLst>
                    <a:ext uri="{9D8B030D-6E8A-4147-A177-3AD203B41FA5}">
                      <a16:colId xmlns:a16="http://schemas.microsoft.com/office/drawing/2014/main" val="1970317894"/>
                    </a:ext>
                  </a:extLst>
                </a:gridCol>
              </a:tblGrid>
              <a:tr h="12133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 적용 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 적용후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7182433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Cp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Cpk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Cp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Cpk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7098887"/>
                  </a:ext>
                </a:extLst>
              </a:tr>
              <a:tr h="2426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AS_X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1.99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2.79</a:t>
                      </a:r>
                    </a:p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(0.29</a:t>
                      </a:r>
                      <a:r>
                        <a:rPr lang="ko-KR" altLang="en-US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↑</a:t>
                      </a:r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2.16</a:t>
                      </a:r>
                    </a:p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(0.17</a:t>
                      </a:r>
                      <a:r>
                        <a:rPr lang="ko-KR" altLang="en-US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↑</a:t>
                      </a:r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3444028"/>
                  </a:ext>
                </a:extLst>
              </a:tr>
              <a:tr h="2426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AS_Y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1.27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2.04</a:t>
                      </a:r>
                    </a:p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(0.77</a:t>
                      </a:r>
                      <a:r>
                        <a:rPr lang="ko-KR" altLang="en-US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↑</a:t>
                      </a:r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1.8</a:t>
                      </a:r>
                    </a:p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(0.63</a:t>
                      </a:r>
                      <a:r>
                        <a:rPr lang="ko-KR" altLang="en-US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↑</a:t>
                      </a:r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7652104"/>
                  </a:ext>
                </a:extLst>
              </a:tr>
              <a:tr h="2426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AC_X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0.62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0.57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1.16</a:t>
                      </a:r>
                    </a:p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(0.56</a:t>
                      </a:r>
                      <a:r>
                        <a:rPr lang="ko-KR" altLang="en-US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↑</a:t>
                      </a:r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1.13</a:t>
                      </a:r>
                    </a:p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(0.56</a:t>
                      </a:r>
                      <a:r>
                        <a:rPr lang="ko-KR" altLang="en-US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↑</a:t>
                      </a:r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7359596"/>
                  </a:ext>
                </a:extLst>
              </a:tr>
              <a:tr h="2426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AC_Y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0.62</a:t>
                      </a:r>
                    </a:p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(0.29</a:t>
                      </a:r>
                      <a:r>
                        <a:rPr lang="ko-KR" altLang="en-US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↑</a:t>
                      </a:r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0.51</a:t>
                      </a:r>
                    </a:p>
                    <a:p>
                      <a:pPr algn="ctr" fontAlgn="ctr"/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(0.31</a:t>
                      </a:r>
                      <a:r>
                        <a:rPr lang="ko-KR" altLang="en-US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↑</a:t>
                      </a:r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113192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E0625C5B-DB45-2AA3-9105-4FE4EB5FDA14}"/>
              </a:ext>
            </a:extLst>
          </p:cNvPr>
          <p:cNvSpPr txBox="1"/>
          <p:nvPr/>
        </p:nvSpPr>
        <p:spPr>
          <a:xfrm>
            <a:off x="4947135" y="6109135"/>
            <a:ext cx="3412795" cy="1246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ct val="90000"/>
              </a:lnSpc>
            </a:pPr>
            <a:r>
              <a:rPr lang="ko-KR" altLang="en-US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적용 전 </a:t>
            </a:r>
            <a:r>
              <a:rPr lang="en-US" altLang="ko-KR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25.11.06    </a:t>
            </a:r>
            <a:r>
              <a:rPr lang="ko-KR" altLang="en-US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적용 후 </a:t>
            </a:r>
            <a:r>
              <a:rPr lang="en-US" altLang="ko-KR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25.11.07</a:t>
            </a:r>
            <a:endParaRPr lang="ko-KR" altLang="en-US" sz="90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1058487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901481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  <a:endParaRPr lang="ko-KR" altLang="ko-KR" sz="90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AZS E-Cutter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Feed Forward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Gain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개별 적용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HM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’25.04 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대표호기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낱장별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Gain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적용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’25.05 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대표호기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고도화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임인섭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BF916D-8A9E-4800-92E6-357BE08183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882481"/>
              </p:ext>
            </p:extLst>
          </p:nvPr>
        </p:nvGraphicFramePr>
        <p:xfrm>
          <a:off x="1650029" y="1081122"/>
          <a:ext cx="7024843" cy="55166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731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77532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41413">
                <a:tc gridSpan="2"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(W51). ESHM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법인에서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2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라인 자동보정 고도화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(12/8)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 후 모니터링 진행 중이며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특이사항 없을 시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3, 4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라인 수평전개 진행 예정입니다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. (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일정 확인 중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)</a:t>
                      </a:r>
                      <a:endParaRPr lang="en-US" altLang="ko-KR" sz="900">
                        <a:latin typeface="+mn-lt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107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64563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endParaRPr lang="en-US" altLang="ko-KR" sz="900" b="0" baseline="0">
                        <a:solidFill>
                          <a:srgbClr val="000000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3ECAD9FC-D852-4063-9712-418387AA6A78}"/>
              </a:ext>
            </a:extLst>
          </p:cNvPr>
          <p:cNvSpPr txBox="1"/>
          <p:nvPr/>
        </p:nvSpPr>
        <p:spPr>
          <a:xfrm>
            <a:off x="1692352" y="1783974"/>
            <a:ext cx="78098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 계획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6" name="내용 개체 틀 20">
            <a:extLst>
              <a:ext uri="{FF2B5EF4-FFF2-40B4-BE49-F238E27FC236}">
                <a16:creationId xmlns:a16="http://schemas.microsoft.com/office/drawing/2014/main" id="{BA28898E-7869-4801-8EE5-06950318825F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6575005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AZS E-Cutter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자동보정 고도화 개발 :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E-Cutter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정지 후 가동 자동보정 낱장 별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Gain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적용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(1/2)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E8CB2A4E-E30D-4A14-83B6-5B87806155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8315678"/>
              </p:ext>
            </p:extLst>
          </p:nvPr>
        </p:nvGraphicFramePr>
        <p:xfrm>
          <a:off x="2656206" y="1792518"/>
          <a:ext cx="5942847" cy="532282"/>
        </p:xfrm>
        <a:graphic>
          <a:graphicData uri="http://schemas.openxmlformats.org/drawingml/2006/table">
            <a:tbl>
              <a:tblPr/>
              <a:tblGrid>
                <a:gridCol w="612171">
                  <a:extLst>
                    <a:ext uri="{9D8B030D-6E8A-4147-A177-3AD203B41FA5}">
                      <a16:colId xmlns:a16="http://schemas.microsoft.com/office/drawing/2014/main" val="4158735420"/>
                    </a:ext>
                  </a:extLst>
                </a:gridCol>
                <a:gridCol w="1332669">
                  <a:extLst>
                    <a:ext uri="{9D8B030D-6E8A-4147-A177-3AD203B41FA5}">
                      <a16:colId xmlns:a16="http://schemas.microsoft.com/office/drawing/2014/main" val="3049118925"/>
                    </a:ext>
                  </a:extLst>
                </a:gridCol>
                <a:gridCol w="1332669">
                  <a:extLst>
                    <a:ext uri="{9D8B030D-6E8A-4147-A177-3AD203B41FA5}">
                      <a16:colId xmlns:a16="http://schemas.microsoft.com/office/drawing/2014/main" val="2637651032"/>
                    </a:ext>
                  </a:extLst>
                </a:gridCol>
                <a:gridCol w="1332669">
                  <a:extLst>
                    <a:ext uri="{9D8B030D-6E8A-4147-A177-3AD203B41FA5}">
                      <a16:colId xmlns:a16="http://schemas.microsoft.com/office/drawing/2014/main" val="3481047895"/>
                    </a:ext>
                  </a:extLst>
                </a:gridCol>
                <a:gridCol w="1332669">
                  <a:extLst>
                    <a:ext uri="{9D8B030D-6E8A-4147-A177-3AD203B41FA5}">
                      <a16:colId xmlns:a16="http://schemas.microsoft.com/office/drawing/2014/main" val="1125230140"/>
                    </a:ext>
                  </a:extLst>
                </a:gridCol>
              </a:tblGrid>
              <a:tr h="10684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구분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일정</a:t>
                      </a: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661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프로그램 수정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대표호기 적용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안정화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효과 분석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61408"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ESHM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25.05.09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~25.05.22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~25.06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~25.11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5483190"/>
                  </a:ext>
                </a:extLst>
              </a:tr>
            </a:tbl>
          </a:graphicData>
        </a:graphic>
      </p:graphicFrame>
      <p:sp>
        <p:nvSpPr>
          <p:cNvPr id="31" name="직사각형 30">
            <a:extLst>
              <a:ext uri="{FF2B5EF4-FFF2-40B4-BE49-F238E27FC236}">
                <a16:creationId xmlns:a16="http://schemas.microsoft.com/office/drawing/2014/main" id="{CAA863A2-42AC-4E28-92E7-7EE5079EF7E0}"/>
              </a:ext>
            </a:extLst>
          </p:cNvPr>
          <p:cNvSpPr/>
          <p:nvPr/>
        </p:nvSpPr>
        <p:spPr>
          <a:xfrm>
            <a:off x="2599152" y="2328679"/>
            <a:ext cx="6076489" cy="2334998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ko-KR" sz="800">
                <a:latin typeface="Arial Narrow"/>
                <a:ea typeface="LG스마트체 Regular"/>
              </a:rPr>
              <a:t>1) 배경</a:t>
            </a:r>
            <a:endParaRPr lang="ko-KR" sz="1600"/>
          </a:p>
          <a:p>
            <a:r>
              <a:rPr lang="ko-KR" altLang="en-US" sz="800">
                <a:latin typeface="Arial Narrow"/>
                <a:ea typeface="LG스마트체 Regular"/>
              </a:rPr>
              <a:t> </a:t>
            </a:r>
            <a:r>
              <a:rPr lang="ko-KR" sz="800">
                <a:latin typeface="Arial Narrow"/>
                <a:ea typeface="LG스마트체 Regular"/>
              </a:rPr>
              <a:t> -</a:t>
            </a:r>
            <a:r>
              <a:rPr lang="en-US" altLang="ko-KR" sz="800">
                <a:latin typeface="Arial Narrow"/>
                <a:ea typeface="LG스마트체 Regular"/>
              </a:rPr>
              <a:t> </a:t>
            </a:r>
            <a:r>
              <a:rPr lang="ko-KR" altLang="en-US" sz="800">
                <a:latin typeface="Arial Narrow"/>
                <a:ea typeface="LG스마트체 Regular"/>
              </a:rPr>
              <a:t>기존 </a:t>
            </a:r>
            <a:r>
              <a:rPr lang="en-US" altLang="ko-KR" sz="800">
                <a:latin typeface="Arial Narrow"/>
                <a:ea typeface="LG스마트체 Regular"/>
              </a:rPr>
              <a:t>E-Cutter </a:t>
            </a:r>
            <a:r>
              <a:rPr lang="ko-KR" altLang="en-US" sz="800">
                <a:latin typeface="Arial Narrow"/>
                <a:ea typeface="LG스마트체 Regular"/>
              </a:rPr>
              <a:t>공정에 </a:t>
            </a:r>
            <a:r>
              <a:rPr lang="en-US" altLang="ko-KR" sz="800">
                <a:latin typeface="Arial Narrow"/>
                <a:ea typeface="LG스마트체 Regular"/>
              </a:rPr>
              <a:t>Feed Forward </a:t>
            </a:r>
            <a:r>
              <a:rPr lang="ko-KR" altLang="en-US" sz="800">
                <a:latin typeface="Arial Narrow"/>
                <a:ea typeface="LG스마트체 Regular"/>
              </a:rPr>
              <a:t>자동보정을 적용하였으나</a:t>
            </a:r>
            <a:r>
              <a:rPr lang="en-US" altLang="ko-KR" sz="800">
                <a:latin typeface="Arial Narrow"/>
                <a:ea typeface="LG스마트체 Regular"/>
              </a:rPr>
              <a:t>, </a:t>
            </a:r>
            <a:r>
              <a:rPr lang="ko-KR" altLang="en-US" sz="800">
                <a:latin typeface="Arial Narrow"/>
                <a:ea typeface="LG스마트체 Regular"/>
              </a:rPr>
              <a:t>모든 가</a:t>
            </a:r>
            <a:r>
              <a:rPr lang="en-US" altLang="ko-KR" sz="800">
                <a:latin typeface="Arial Narrow"/>
                <a:ea typeface="LG스마트체 Regular"/>
              </a:rPr>
              <a:t>/</a:t>
            </a:r>
            <a:r>
              <a:rPr lang="ko-KR" altLang="en-US" sz="800">
                <a:latin typeface="Arial Narrow"/>
                <a:ea typeface="LG스마트체 Regular"/>
              </a:rPr>
              <a:t>감속 구간에 하나의 </a:t>
            </a:r>
            <a:r>
              <a:rPr lang="en-US" altLang="ko-KR" sz="800">
                <a:latin typeface="Arial Narrow"/>
                <a:ea typeface="LG스마트체 Regular"/>
              </a:rPr>
              <a:t>Gain</a:t>
            </a:r>
            <a:r>
              <a:rPr lang="ko-KR" altLang="en-US" sz="800">
                <a:latin typeface="Arial Narrow"/>
                <a:ea typeface="LG스마트체 Regular"/>
              </a:rPr>
              <a:t>만을 적용하면서</a:t>
            </a:r>
            <a:r>
              <a:rPr lang="en-US" altLang="ko-KR" sz="800">
                <a:latin typeface="Arial Narrow"/>
                <a:ea typeface="LG스마트체 Regular"/>
              </a:rPr>
              <a:t> </a:t>
            </a:r>
            <a:r>
              <a:rPr lang="ko-KR" altLang="en-US" sz="800">
                <a:latin typeface="Arial Narrow"/>
                <a:ea typeface="LG스마트체 Regular"/>
              </a:rPr>
              <a:t>가</a:t>
            </a:r>
            <a:r>
              <a:rPr lang="en-US" altLang="ko-KR" sz="800">
                <a:latin typeface="Arial Narrow"/>
                <a:ea typeface="LG스마트체 Regular"/>
              </a:rPr>
              <a:t>/</a:t>
            </a:r>
            <a:r>
              <a:rPr lang="ko-KR" altLang="en-US" sz="800">
                <a:latin typeface="Arial Narrow"/>
                <a:ea typeface="LG스마트체 Regular"/>
              </a:rPr>
              <a:t>감속 구간에서 </a:t>
            </a:r>
            <a:endParaRPr lang="en-US" altLang="ko-KR" sz="800">
              <a:latin typeface="Arial Narrow"/>
              <a:ea typeface="LG스마트체 Regular"/>
            </a:endParaRPr>
          </a:p>
          <a:p>
            <a:r>
              <a:rPr lang="en-US" altLang="ko-KR" sz="800">
                <a:latin typeface="Arial Narrow"/>
                <a:ea typeface="LG스마트체 Regular"/>
              </a:rPr>
              <a:t>    </a:t>
            </a:r>
            <a:r>
              <a:rPr lang="ko-KR" altLang="en-US" sz="800">
                <a:latin typeface="Arial Narrow"/>
                <a:ea typeface="LG스마트체 Regular"/>
              </a:rPr>
              <a:t>치수 불량 및 가속 치수의 하한 쏠림 현상이 발생하였습니다</a:t>
            </a:r>
            <a:r>
              <a:rPr lang="en-US" altLang="ko-KR" sz="800">
                <a:latin typeface="Arial Narrow"/>
                <a:ea typeface="LG스마트체 Regular"/>
              </a:rPr>
              <a:t>.</a:t>
            </a:r>
            <a:endParaRPr lang="ko-KR" altLang="en-US" sz="800">
              <a:latin typeface="Arial Narrow"/>
              <a:ea typeface="LG스마트체 Regular"/>
            </a:endParaRPr>
          </a:p>
          <a:p>
            <a:pPr>
              <a:lnSpc>
                <a:spcPts val="1100"/>
              </a:lnSpc>
            </a:pPr>
            <a:endParaRPr lang="ko-KR" altLang="en-US" sz="800">
              <a:latin typeface="Arial Narrow"/>
              <a:ea typeface="LG스마트체 Regular"/>
            </a:endParaRPr>
          </a:p>
          <a:p>
            <a:pPr>
              <a:lnSpc>
                <a:spcPts val="1100"/>
              </a:lnSpc>
            </a:pPr>
            <a:endParaRPr lang="ko-KR" altLang="en-US" sz="800">
              <a:latin typeface="Arial Narrow"/>
              <a:ea typeface="LG스마트체 Regular"/>
            </a:endParaRPr>
          </a:p>
          <a:p>
            <a:pPr>
              <a:lnSpc>
                <a:spcPts val="1100"/>
              </a:lnSpc>
            </a:pPr>
            <a:endParaRPr lang="ko-KR" altLang="en-US" sz="800">
              <a:latin typeface="Arial Narrow"/>
              <a:ea typeface="LG스마트체 Regular"/>
            </a:endParaRPr>
          </a:p>
          <a:p>
            <a:pPr>
              <a:lnSpc>
                <a:spcPts val="1100"/>
              </a:lnSpc>
            </a:pPr>
            <a:endParaRPr lang="ko-KR" altLang="en-US" sz="800">
              <a:latin typeface="Arial Narrow"/>
              <a:ea typeface="LG스마트체 Regular"/>
            </a:endParaRPr>
          </a:p>
          <a:p>
            <a:pPr>
              <a:lnSpc>
                <a:spcPts val="1100"/>
              </a:lnSpc>
            </a:pPr>
            <a:endParaRPr lang="en-US" altLang="ko-KR" sz="800">
              <a:latin typeface="Arial Narrow"/>
              <a:ea typeface="LG스마트체 Regular"/>
            </a:endParaRPr>
          </a:p>
          <a:p>
            <a:pPr>
              <a:lnSpc>
                <a:spcPts val="1100"/>
              </a:lnSpc>
            </a:pPr>
            <a:endParaRPr lang="en-US" altLang="ko-KR" sz="800">
              <a:latin typeface="Arial Narrow"/>
              <a:ea typeface="LG스마트체 Regular"/>
            </a:endParaRPr>
          </a:p>
          <a:p>
            <a:pPr>
              <a:lnSpc>
                <a:spcPts val="1100"/>
              </a:lnSpc>
            </a:pPr>
            <a:endParaRPr lang="en-US" altLang="ko-KR" sz="800">
              <a:latin typeface="Arial Narrow"/>
              <a:ea typeface="LG스마트체 Regular"/>
            </a:endParaRPr>
          </a:p>
          <a:p>
            <a:pPr>
              <a:lnSpc>
                <a:spcPts val="1100"/>
              </a:lnSpc>
            </a:pPr>
            <a:endParaRPr lang="en-US" altLang="ko-KR" sz="800">
              <a:latin typeface="Arial Narrow"/>
              <a:ea typeface="LG스마트체 Regular"/>
            </a:endParaRPr>
          </a:p>
          <a:p>
            <a:pPr>
              <a:lnSpc>
                <a:spcPts val="1100"/>
              </a:lnSpc>
            </a:pPr>
            <a:endParaRPr lang="en-US" altLang="ko-KR" sz="800">
              <a:latin typeface="Arial Narrow"/>
              <a:ea typeface="LG스마트체 Regular"/>
            </a:endParaRPr>
          </a:p>
          <a:p>
            <a:pPr>
              <a:lnSpc>
                <a:spcPts val="1100"/>
              </a:lnSpc>
            </a:pPr>
            <a:endParaRPr lang="en-US" altLang="ko-KR" sz="800">
              <a:latin typeface="Arial Narrow"/>
              <a:ea typeface="LG스마트체 Regular"/>
            </a:endParaRPr>
          </a:p>
          <a:p>
            <a:pPr>
              <a:lnSpc>
                <a:spcPts val="1100"/>
              </a:lnSpc>
            </a:pPr>
            <a:r>
              <a:rPr lang="en-US" altLang="ko-KR" sz="800">
                <a:latin typeface="Arial Narrow"/>
                <a:ea typeface="LG스마트체 Regular"/>
              </a:rPr>
              <a:t>2) </a:t>
            </a:r>
            <a:r>
              <a:rPr lang="ko-KR" altLang="en-US" sz="800">
                <a:latin typeface="Arial Narrow"/>
                <a:ea typeface="LG스마트체 Regular"/>
              </a:rPr>
              <a:t>목표</a:t>
            </a:r>
            <a:endParaRPr lang="en-US" altLang="ko-KR" sz="800">
              <a:latin typeface="Arial Narrow"/>
              <a:ea typeface="LG스마트체 Regular"/>
            </a:endParaRPr>
          </a:p>
          <a:p>
            <a:pPr>
              <a:lnSpc>
                <a:spcPts val="1100"/>
              </a:lnSpc>
            </a:pPr>
            <a:r>
              <a:rPr lang="en-US" altLang="ko-KR" sz="800">
                <a:latin typeface="Arial Narrow"/>
                <a:ea typeface="LG스마트체 Regular"/>
              </a:rPr>
              <a:t>  - </a:t>
            </a:r>
            <a:r>
              <a:rPr lang="ko-KR" altLang="en-US" sz="800">
                <a:latin typeface="Arial Narrow"/>
                <a:ea typeface="LG스마트체 Regular"/>
              </a:rPr>
              <a:t>감속 및 가속 구간의 </a:t>
            </a:r>
            <a:r>
              <a:rPr lang="en-US" altLang="ko-KR" sz="800">
                <a:latin typeface="Arial Narrow"/>
                <a:ea typeface="LG스마트체 Regular"/>
              </a:rPr>
              <a:t>Cell </a:t>
            </a:r>
            <a:r>
              <a:rPr lang="ko-KR" altLang="en-US" sz="800">
                <a:latin typeface="Arial Narrow"/>
                <a:ea typeface="LG스마트체 Regular"/>
              </a:rPr>
              <a:t>모두 타겟에 근접하게 생산함으로써 불량률 감소 및 </a:t>
            </a:r>
            <a:endParaRPr lang="en-US" altLang="ko-KR" sz="800">
              <a:latin typeface="Arial Narrow"/>
              <a:ea typeface="LG스마트체 Regular"/>
            </a:endParaRPr>
          </a:p>
          <a:p>
            <a:pPr>
              <a:lnSpc>
                <a:spcPts val="1100"/>
              </a:lnSpc>
            </a:pPr>
            <a:r>
              <a:rPr lang="en-US" altLang="ko-KR" sz="800">
                <a:latin typeface="Arial Narrow"/>
                <a:ea typeface="LG스마트체 Regular"/>
              </a:rPr>
              <a:t>    </a:t>
            </a:r>
            <a:r>
              <a:rPr lang="ko-KR" altLang="en-US" sz="800">
                <a:latin typeface="Arial Narrow"/>
                <a:ea typeface="LG스마트체 Regular"/>
              </a:rPr>
              <a:t>공정능력 향상을 목표로 하고 있습니다</a:t>
            </a:r>
            <a:r>
              <a:rPr lang="en-US" altLang="ko-KR" sz="800">
                <a:latin typeface="Arial Narrow"/>
                <a:ea typeface="LG스마트체 Regular"/>
              </a:rPr>
              <a:t>.</a:t>
            </a:r>
          </a:p>
        </p:txBody>
      </p:sp>
      <p:sp>
        <p:nvSpPr>
          <p:cNvPr id="24" name="제목 1">
            <a:extLst>
              <a:ext uri="{FF2B5EF4-FFF2-40B4-BE49-F238E27FC236}">
                <a16:creationId xmlns:a16="http://schemas.microsoft.com/office/drawing/2014/main" id="{18DA1C7A-CD6D-462F-8919-A617D67E50C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5110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en-US" altLang="ko-KR" sz="1800">
                <a:cs typeface="Malgun Gothic Semilight"/>
              </a:rPr>
              <a:t>1. </a:t>
            </a:r>
            <a:r>
              <a:rPr lang="ko-KR" altLang="en-US" sz="1800">
                <a:cs typeface="Malgun Gothic Semilight"/>
              </a:rPr>
              <a:t>과제 진행 현황</a:t>
            </a:r>
            <a:r>
              <a:rPr lang="en-US" altLang="ko-KR" sz="1800">
                <a:cs typeface="Malgun Gothic Semilight"/>
              </a:rPr>
              <a:t>_</a:t>
            </a:r>
            <a:r>
              <a:rPr lang="ko-KR" altLang="en-US" sz="1800">
                <a:cs typeface="Malgun Gothic Semilight"/>
              </a:rPr>
              <a:t>조립</a:t>
            </a:r>
            <a:r>
              <a:rPr lang="en-US" altLang="ko-KR" sz="1800" err="1">
                <a:cs typeface="Malgun Gothic Semilight"/>
              </a:rPr>
              <a:t>자동보정</a:t>
            </a:r>
            <a:r>
              <a:rPr lang="ko-KR" altLang="en-US" sz="1800">
                <a:cs typeface="Malgun Gothic Semilight"/>
              </a:rPr>
              <a:t>팀 </a:t>
            </a:r>
            <a:r>
              <a:rPr lang="en-US" altLang="ko-KR" sz="1800">
                <a:cs typeface="Malgun Gothic Semilight"/>
              </a:rPr>
              <a:t>(</a:t>
            </a:r>
            <a:r>
              <a:rPr lang="ko-KR" altLang="en-US" sz="1800">
                <a:cs typeface="Malgun Gothic Semilight"/>
              </a:rPr>
              <a:t>자동차</a:t>
            </a:r>
            <a:r>
              <a:rPr lang="en-US" altLang="ko-KR" sz="1800">
                <a:cs typeface="Malgun Gothic Semilight"/>
              </a:rPr>
              <a:t>)</a:t>
            </a:r>
            <a:endParaRPr lang="ko-KR" altLang="en-US" sz="1800">
              <a:cs typeface="Malgun Gothic Semilight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F9C2609-C287-4193-B74B-8D946EB076C3}"/>
              </a:ext>
            </a:extLst>
          </p:cNvPr>
          <p:cNvSpPr/>
          <p:nvPr/>
        </p:nvSpPr>
        <p:spPr>
          <a:xfrm>
            <a:off x="2602210" y="4518934"/>
            <a:ext cx="6076489" cy="787844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pPr>
              <a:lnSpc>
                <a:spcPts val="1100"/>
              </a:lnSpc>
            </a:pPr>
            <a:r>
              <a:rPr lang="en-US" altLang="ko-KR" sz="800">
                <a:latin typeface="Arial Narrow"/>
                <a:ea typeface="LG스마트체 Regular"/>
              </a:rPr>
              <a:t>3) </a:t>
            </a:r>
            <a:r>
              <a:rPr lang="ko-KR" altLang="en-US" sz="800">
                <a:latin typeface="Arial Narrow"/>
                <a:ea typeface="LG스마트체 Regular"/>
              </a:rPr>
              <a:t>진행 상황</a:t>
            </a:r>
            <a:endParaRPr lang="en-US" altLang="ko-KR" sz="800">
              <a:latin typeface="Arial Narrow"/>
              <a:ea typeface="LG스마트체 Regular"/>
            </a:endParaRPr>
          </a:p>
          <a:p>
            <a:pPr>
              <a:lnSpc>
                <a:spcPts val="1100"/>
              </a:lnSpc>
            </a:pPr>
            <a:r>
              <a:rPr lang="en-US" altLang="ko-KR" sz="800">
                <a:latin typeface="Arial Narrow"/>
                <a:ea typeface="LG스마트체 Regular"/>
              </a:rPr>
              <a:t> - </a:t>
            </a:r>
            <a:r>
              <a:rPr lang="ko-KR" altLang="en-US" sz="800">
                <a:latin typeface="Arial Narrow"/>
                <a:ea typeface="LG스마트체 Regular"/>
              </a:rPr>
              <a:t>자동보정은 </a:t>
            </a:r>
            <a:r>
              <a:rPr lang="en-US" altLang="ko-KR" sz="800">
                <a:latin typeface="Arial Narrow"/>
                <a:ea typeface="LG스마트체 Regular"/>
              </a:rPr>
              <a:t>Tab Side</a:t>
            </a:r>
            <a:r>
              <a:rPr lang="ko-KR" altLang="en-US" sz="800">
                <a:latin typeface="Arial Narrow"/>
                <a:ea typeface="LG스마트체 Regular"/>
              </a:rPr>
              <a:t>만을 보고</a:t>
            </a:r>
            <a:r>
              <a:rPr lang="en-US" altLang="ko-KR" sz="800">
                <a:latin typeface="Arial Narrow"/>
                <a:ea typeface="LG스마트체 Regular"/>
              </a:rPr>
              <a:t>, </a:t>
            </a:r>
            <a:r>
              <a:rPr lang="ko-KR" altLang="en-US" sz="800">
                <a:latin typeface="Arial Narrow"/>
                <a:ea typeface="LG스마트체 Regular"/>
              </a:rPr>
              <a:t>설비는 </a:t>
            </a:r>
            <a:r>
              <a:rPr lang="en-US" altLang="ko-KR" sz="800">
                <a:latin typeface="Arial Narrow"/>
                <a:ea typeface="LG스마트체 Regular"/>
              </a:rPr>
              <a:t>Tab Pitch </a:t>
            </a:r>
            <a:r>
              <a:rPr lang="ko-KR" altLang="en-US" sz="800" err="1">
                <a:latin typeface="Arial Narrow"/>
                <a:ea typeface="LG스마트체 Regular"/>
              </a:rPr>
              <a:t>센서값으로</a:t>
            </a:r>
            <a:r>
              <a:rPr lang="ko-KR" altLang="en-US" sz="800">
                <a:latin typeface="Arial Narrow"/>
                <a:ea typeface="LG스마트체 Regular"/>
              </a:rPr>
              <a:t> 전극 폭 보정을 하고  있으며</a:t>
            </a:r>
            <a:r>
              <a:rPr lang="en-US" altLang="ko-KR" sz="800">
                <a:latin typeface="Arial Narrow"/>
                <a:ea typeface="LG스마트체 Regular"/>
              </a:rPr>
              <a:t>, </a:t>
            </a:r>
            <a:r>
              <a:rPr lang="ko-KR" altLang="en-US" sz="800">
                <a:latin typeface="Arial Narrow"/>
                <a:ea typeface="LG스마트체 Regular"/>
              </a:rPr>
              <a:t>두 로직의 충돌 여부 확인 중에 있습니다</a:t>
            </a:r>
            <a:r>
              <a:rPr lang="en-US" altLang="ko-KR" sz="800">
                <a:latin typeface="Arial Narrow"/>
                <a:ea typeface="LG스마트체 Regular"/>
              </a:rPr>
              <a:t>.    </a:t>
            </a:r>
          </a:p>
          <a:p>
            <a:pPr>
              <a:lnSpc>
                <a:spcPts val="1100"/>
              </a:lnSpc>
            </a:pPr>
            <a:r>
              <a:rPr lang="en-US" altLang="ko-KR" sz="800">
                <a:latin typeface="Arial Narrow"/>
                <a:ea typeface="LG스마트체 Regular"/>
              </a:rPr>
              <a:t>    -&gt;</a:t>
            </a:r>
            <a:r>
              <a:rPr lang="ko-KR" altLang="en-US" sz="800">
                <a:latin typeface="Arial Narrow"/>
                <a:ea typeface="LG스마트체 Regular"/>
              </a:rPr>
              <a:t> </a:t>
            </a:r>
            <a:r>
              <a:rPr lang="en-US" altLang="ko-KR" sz="800">
                <a:latin typeface="Arial Narrow"/>
                <a:ea typeface="LG스마트체 Regular"/>
              </a:rPr>
              <a:t>Tap Pitch</a:t>
            </a:r>
            <a:r>
              <a:rPr lang="ko-KR" altLang="en-US" sz="800">
                <a:latin typeface="Arial Narrow"/>
                <a:ea typeface="LG스마트체 Regular"/>
              </a:rPr>
              <a:t>값의</a:t>
            </a:r>
            <a:r>
              <a:rPr lang="en-US" altLang="ko-KR" sz="800">
                <a:latin typeface="Arial Narrow"/>
                <a:ea typeface="LG스마트체 Regular"/>
              </a:rPr>
              <a:t> </a:t>
            </a:r>
            <a:r>
              <a:rPr lang="ko-KR" altLang="en-US" sz="800" err="1">
                <a:latin typeface="Arial Narrow"/>
                <a:ea typeface="LG스마트체 Regular"/>
              </a:rPr>
              <a:t>노칭</a:t>
            </a:r>
            <a:r>
              <a:rPr lang="ko-KR" altLang="en-US" sz="800">
                <a:latin typeface="Arial Narrow"/>
                <a:ea typeface="LG스마트체 Regular"/>
              </a:rPr>
              <a:t> 비전 데이터와 </a:t>
            </a:r>
            <a:r>
              <a:rPr lang="en-US" altLang="ko-KR" sz="800">
                <a:latin typeface="Arial Narrow"/>
                <a:ea typeface="LG스마트체 Regular"/>
              </a:rPr>
              <a:t>E-Cutter</a:t>
            </a:r>
            <a:r>
              <a:rPr lang="ko-KR" altLang="en-US" sz="800">
                <a:latin typeface="Arial Narrow"/>
                <a:ea typeface="LG스마트체 Regular"/>
              </a:rPr>
              <a:t> </a:t>
            </a:r>
            <a:r>
              <a:rPr lang="en-US" altLang="ko-KR" sz="800">
                <a:latin typeface="Arial Narrow"/>
                <a:ea typeface="LG스마트체 Regular"/>
              </a:rPr>
              <a:t>Tab Sensor </a:t>
            </a:r>
            <a:r>
              <a:rPr lang="ko-KR" altLang="en-US" sz="800">
                <a:latin typeface="Arial Narrow"/>
                <a:ea typeface="LG스마트체 Regular"/>
              </a:rPr>
              <a:t>데이터를 비교한  결과 동일한 </a:t>
            </a:r>
            <a:r>
              <a:rPr lang="en-US" altLang="ko-KR" sz="800">
                <a:latin typeface="Arial Narrow"/>
                <a:ea typeface="LG스마트체 Regular"/>
              </a:rPr>
              <a:t>Lot</a:t>
            </a:r>
            <a:r>
              <a:rPr lang="ko-KR" altLang="en-US" sz="800">
                <a:latin typeface="Arial Narrow"/>
                <a:ea typeface="LG스마트체 Regular"/>
              </a:rPr>
              <a:t>임에도 </a:t>
            </a:r>
            <a:r>
              <a:rPr lang="en-US" altLang="ko-KR" sz="800">
                <a:latin typeface="Arial Narrow"/>
                <a:ea typeface="LG스마트체 Regular"/>
              </a:rPr>
              <a:t> </a:t>
            </a:r>
            <a:r>
              <a:rPr lang="ko-KR" altLang="en-US" sz="800" err="1">
                <a:latin typeface="Arial Narrow"/>
                <a:ea typeface="LG스마트체 Regular"/>
              </a:rPr>
              <a:t>노칭</a:t>
            </a:r>
            <a:r>
              <a:rPr lang="ko-KR" altLang="en-US" sz="800">
                <a:latin typeface="Arial Narrow"/>
                <a:ea typeface="LG스마트체 Regular"/>
              </a:rPr>
              <a:t> 비전 데이터는 </a:t>
            </a:r>
            <a:r>
              <a:rPr lang="en-US" altLang="ko-KR" sz="800">
                <a:latin typeface="Arial Narrow"/>
                <a:ea typeface="LG스마트체 Regular"/>
              </a:rPr>
              <a:t>Target</a:t>
            </a:r>
            <a:r>
              <a:rPr lang="ko-KR" altLang="en-US" sz="800">
                <a:latin typeface="Arial Narrow"/>
                <a:ea typeface="LG스마트체 Regular"/>
              </a:rPr>
              <a:t>을 중심으로 생산이 되고 있는 반면</a:t>
            </a:r>
            <a:r>
              <a:rPr lang="en-US" altLang="ko-KR" sz="800">
                <a:latin typeface="Arial Narrow"/>
                <a:ea typeface="LG스마트체 Regular"/>
              </a:rPr>
              <a:t>, Tab Sensor</a:t>
            </a:r>
            <a:r>
              <a:rPr lang="ko-KR" altLang="en-US" sz="800">
                <a:latin typeface="Arial Narrow"/>
                <a:ea typeface="LG스마트체 Regular"/>
              </a:rPr>
              <a:t>는 </a:t>
            </a:r>
            <a:r>
              <a:rPr lang="en-US" altLang="ko-KR" sz="800">
                <a:latin typeface="Arial Narrow"/>
                <a:ea typeface="LG스마트체 Regular"/>
              </a:rPr>
              <a:t>Target </a:t>
            </a:r>
            <a:r>
              <a:rPr lang="ko-KR" altLang="en-US" sz="800">
                <a:latin typeface="Arial Narrow"/>
                <a:ea typeface="LG스마트체 Regular"/>
              </a:rPr>
              <a:t>밑에 존재하며</a:t>
            </a:r>
            <a:r>
              <a:rPr lang="en-US" altLang="ko-KR" sz="800">
                <a:latin typeface="Arial Narrow"/>
                <a:ea typeface="LG스마트체 Regular"/>
              </a:rPr>
              <a:t>, </a:t>
            </a:r>
            <a:r>
              <a:rPr lang="ko-KR" altLang="en-US" sz="800">
                <a:latin typeface="Arial Narrow"/>
                <a:ea typeface="LG스마트체 Regular"/>
              </a:rPr>
              <a:t>줄어드는 경향을 보이고 있습니다</a:t>
            </a:r>
            <a:r>
              <a:rPr lang="en-US" altLang="ko-KR" sz="800">
                <a:latin typeface="Arial Narrow"/>
                <a:ea typeface="LG스마트체 Regular"/>
              </a:rPr>
              <a:t>.</a:t>
            </a:r>
          </a:p>
          <a:p>
            <a:pPr>
              <a:lnSpc>
                <a:spcPts val="1100"/>
              </a:lnSpc>
            </a:pPr>
            <a:r>
              <a:rPr lang="en-US" altLang="ko-KR" sz="800">
                <a:latin typeface="Arial Narrow"/>
                <a:ea typeface="LG스마트체 Regular"/>
              </a:rPr>
              <a:t>        - </a:t>
            </a:r>
            <a:r>
              <a:rPr lang="ko-KR" altLang="en-US" sz="800">
                <a:latin typeface="Arial Narrow"/>
                <a:ea typeface="LG스마트체 Regular"/>
              </a:rPr>
              <a:t>업체 보정으로 모든 데이터가 </a:t>
            </a:r>
            <a:r>
              <a:rPr lang="en-US" altLang="ko-KR" sz="800">
                <a:latin typeface="Arial Narrow"/>
                <a:ea typeface="LG스마트체 Regular"/>
              </a:rPr>
              <a:t>Target</a:t>
            </a:r>
            <a:r>
              <a:rPr lang="ko-KR" altLang="en-US" sz="800">
                <a:latin typeface="Arial Narrow"/>
                <a:ea typeface="LG스마트체 Regular"/>
              </a:rPr>
              <a:t>아래에 있음에도 전극의 폭을 </a:t>
            </a:r>
            <a:r>
              <a:rPr lang="en-US" altLang="ko-KR" sz="800">
                <a:latin typeface="Arial Narrow"/>
                <a:ea typeface="LG스마트체 Regular"/>
              </a:rPr>
              <a:t>Target</a:t>
            </a:r>
            <a:r>
              <a:rPr lang="ko-KR" altLang="en-US" sz="800">
                <a:latin typeface="Arial Narrow"/>
                <a:ea typeface="LG스마트체 Regular"/>
              </a:rPr>
              <a:t>에 맞추는 것은 문제가  발생할 것으로 보입니다</a:t>
            </a:r>
            <a:r>
              <a:rPr lang="en-US" altLang="ko-KR" sz="800">
                <a:latin typeface="Arial Narrow"/>
                <a:ea typeface="LG스마트체 Regular"/>
              </a:rPr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545B495-B50E-9C37-AB02-6EFD11C77479}"/>
              </a:ext>
            </a:extLst>
          </p:cNvPr>
          <p:cNvSpPr txBox="1"/>
          <p:nvPr/>
        </p:nvSpPr>
        <p:spPr>
          <a:xfrm>
            <a:off x="8321748" y="342250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11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0BAB823A-6945-DA5B-D810-FF2A2EDFF227}"/>
              </a:ext>
            </a:extLst>
          </p:cNvPr>
          <p:cNvSpPr txBox="1">
            <a:spLocks/>
          </p:cNvSpPr>
          <p:nvPr/>
        </p:nvSpPr>
        <p:spPr>
          <a:xfrm>
            <a:off x="8321748" y="172973"/>
            <a:ext cx="95539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원종래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P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A475551-8A91-8DF8-A486-4DB912A72E49}"/>
              </a:ext>
            </a:extLst>
          </p:cNvPr>
          <p:cNvSpPr txBox="1"/>
          <p:nvPr/>
        </p:nvSpPr>
        <p:spPr>
          <a:xfrm>
            <a:off x="1660480" y="2460653"/>
            <a:ext cx="845103" cy="261610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algn="ctr"/>
            <a:r>
              <a:rPr lang="ko-KR" altLang="en-US" sz="1100">
                <a:latin typeface="Arial Narrow"/>
                <a:ea typeface="LG스마트체 Regular"/>
              </a:rPr>
              <a:t>[배경 / 목표]</a:t>
            </a:r>
            <a:endParaRPr lang="en-US" altLang="ko-KR" sz="1100">
              <a:latin typeface="Arial Narrow"/>
              <a:ea typeface="LG스마트체 Regular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B8E7AAC-6677-F531-050B-65EBD6537F9C}"/>
              </a:ext>
            </a:extLst>
          </p:cNvPr>
          <p:cNvSpPr txBox="1"/>
          <p:nvPr/>
        </p:nvSpPr>
        <p:spPr>
          <a:xfrm>
            <a:off x="1660506" y="4514947"/>
            <a:ext cx="845103" cy="261610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algn="ctr"/>
            <a:r>
              <a:rPr lang="en-US" altLang="ko-KR" sz="1100">
                <a:latin typeface="Arial Narrow"/>
                <a:ea typeface="LG스마트체 Regular"/>
              </a:rPr>
              <a:t>[</a:t>
            </a:r>
            <a:r>
              <a:rPr lang="ko-KR" altLang="en-US" sz="1100">
                <a:latin typeface="Arial Narrow"/>
                <a:ea typeface="LG스마트체 Regular"/>
              </a:rPr>
              <a:t>진행 상황</a:t>
            </a:r>
            <a:r>
              <a:rPr lang="en-US" altLang="ko-KR" sz="1100">
                <a:latin typeface="Arial Narrow"/>
                <a:ea typeface="LG스마트체 Regular"/>
              </a:rPr>
              <a:t>]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CF3035EC-E57C-58AE-7277-E34D9302B5E0}"/>
              </a:ext>
            </a:extLst>
          </p:cNvPr>
          <p:cNvGrpSpPr/>
          <p:nvPr/>
        </p:nvGrpSpPr>
        <p:grpSpPr>
          <a:xfrm>
            <a:off x="2792449" y="2804732"/>
            <a:ext cx="3773101" cy="1397318"/>
            <a:chOff x="2792449" y="3100006"/>
            <a:chExt cx="5577468" cy="2065540"/>
          </a:xfrm>
        </p:grpSpPr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54FA3CF2-CAB1-40E3-9B83-3BBFE0BDF269}"/>
                </a:ext>
              </a:extLst>
            </p:cNvPr>
            <p:cNvGrpSpPr/>
            <p:nvPr/>
          </p:nvGrpSpPr>
          <p:grpSpPr>
            <a:xfrm>
              <a:off x="2792449" y="3100006"/>
              <a:ext cx="4365484" cy="2065540"/>
              <a:chOff x="392891" y="2315961"/>
              <a:chExt cx="4365484" cy="2065540"/>
            </a:xfrm>
          </p:grpSpPr>
          <p:pic>
            <p:nvPicPr>
              <p:cNvPr id="20" name="그림 19">
                <a:extLst>
                  <a:ext uri="{FF2B5EF4-FFF2-40B4-BE49-F238E27FC236}">
                    <a16:creationId xmlns:a16="http://schemas.microsoft.com/office/drawing/2014/main" id="{FC2FD892-9305-4D63-931A-0099FE7535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392891" y="2367327"/>
                <a:ext cx="4365484" cy="1810452"/>
              </a:xfrm>
              <a:prstGeom prst="rect">
                <a:avLst/>
              </a:prstGeom>
            </p:spPr>
          </p:pic>
          <p:sp>
            <p:nvSpPr>
              <p:cNvPr id="21" name="TextBox 51">
                <a:extLst>
                  <a:ext uri="{FF2B5EF4-FFF2-40B4-BE49-F238E27FC236}">
                    <a16:creationId xmlns:a16="http://schemas.microsoft.com/office/drawing/2014/main" id="{B08AEC51-AA0D-4387-83A6-06063D904CA9}"/>
                  </a:ext>
                </a:extLst>
              </p:cNvPr>
              <p:cNvSpPr txBox="1"/>
              <p:nvPr/>
            </p:nvSpPr>
            <p:spPr>
              <a:xfrm>
                <a:off x="2470303" y="4228896"/>
                <a:ext cx="746758" cy="152605"/>
              </a:xfrm>
              <a:prstGeom prst="rect">
                <a:avLst/>
              </a:prstGeom>
              <a:noFill/>
              <a:ln w="6350">
                <a:noFill/>
              </a:ln>
            </p:spPr>
            <p:txBody>
              <a:bodyPr wrap="square" rtlCol="0" anchor="ctr">
                <a:noAutofit/>
              </a:bodyPr>
              <a:lstStyle>
                <a:lvl1pPr marL="0" indent="0">
                  <a:defRPr sz="1100"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600" err="1">
                    <a:latin typeface="Arial monospaced for SAP" panose="020B0609020202030204" pitchFamily="49" charset="0"/>
                    <a:ea typeface="LG스마트체 Regular" panose="020B0600000101010101" pitchFamily="50" charset="-127"/>
                  </a:rPr>
                  <a:t>배출닙롤러</a:t>
                </a:r>
                <a:endParaRPr lang="ko-KR" altLang="en-US" sz="600">
                  <a:latin typeface="Arial monospaced for SAP" panose="020B0609020202030204" pitchFamily="49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2" name="TextBox 51">
                <a:extLst>
                  <a:ext uri="{FF2B5EF4-FFF2-40B4-BE49-F238E27FC236}">
                    <a16:creationId xmlns:a16="http://schemas.microsoft.com/office/drawing/2014/main" id="{BDDD2F18-B29B-4850-BC6A-F649F699F34C}"/>
                  </a:ext>
                </a:extLst>
              </p:cNvPr>
              <p:cNvSpPr txBox="1"/>
              <p:nvPr/>
            </p:nvSpPr>
            <p:spPr>
              <a:xfrm>
                <a:off x="3147387" y="4228896"/>
                <a:ext cx="430044" cy="152605"/>
              </a:xfrm>
              <a:prstGeom prst="rect">
                <a:avLst/>
              </a:prstGeom>
              <a:noFill/>
              <a:ln w="6350">
                <a:noFill/>
              </a:ln>
            </p:spPr>
            <p:txBody>
              <a:bodyPr wrap="square" rtlCol="0" anchor="ctr">
                <a:noAutofit/>
              </a:bodyPr>
              <a:lstStyle>
                <a:lvl1pPr marL="0" indent="0">
                  <a:defRPr sz="1100"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600">
                    <a:latin typeface="Arial monospaced for SAP" panose="020B0609020202030204" pitchFamily="49" charset="0"/>
                    <a:ea typeface="LG스마트체 Regular" panose="020B0600000101010101" pitchFamily="50" charset="-127"/>
                  </a:rPr>
                  <a:t>커터</a:t>
                </a:r>
              </a:p>
            </p:txBody>
          </p:sp>
          <p:cxnSp>
            <p:nvCxnSpPr>
              <p:cNvPr id="23" name="연결선: 꺾임 22">
                <a:extLst>
                  <a:ext uri="{FF2B5EF4-FFF2-40B4-BE49-F238E27FC236}">
                    <a16:creationId xmlns:a16="http://schemas.microsoft.com/office/drawing/2014/main" id="{A94BC77A-5D62-4D8B-BED0-68729A30203C}"/>
                  </a:ext>
                </a:extLst>
              </p:cNvPr>
              <p:cNvCxnSpPr>
                <a:cxnSpLocks/>
                <a:stCxn id="21" idx="0"/>
                <a:endCxn id="25" idx="4"/>
              </p:cNvCxnSpPr>
              <p:nvPr/>
            </p:nvCxnSpPr>
            <p:spPr bwMode="auto">
              <a:xfrm rot="5400000" flipH="1" flipV="1">
                <a:off x="2848709" y="4019285"/>
                <a:ext cx="204584" cy="214638"/>
              </a:xfrm>
              <a:prstGeom prst="bentConnector3">
                <a:avLst>
                  <a:gd name="adj1" fmla="val 50000"/>
                </a:avLst>
              </a:prstGeom>
              <a:noFill/>
              <a:ln w="63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sp>
            <p:nvSpPr>
              <p:cNvPr id="25" name="타원 24">
                <a:extLst>
                  <a:ext uri="{FF2B5EF4-FFF2-40B4-BE49-F238E27FC236}">
                    <a16:creationId xmlns:a16="http://schemas.microsoft.com/office/drawing/2014/main" id="{D759CAB1-E231-4228-8FF1-92ABEEDD10BC}"/>
                  </a:ext>
                </a:extLst>
              </p:cNvPr>
              <p:cNvSpPr/>
              <p:nvPr/>
            </p:nvSpPr>
            <p:spPr bwMode="auto">
              <a:xfrm>
                <a:off x="3024982" y="3962400"/>
                <a:ext cx="66675" cy="61912"/>
              </a:xfrm>
              <a:prstGeom prst="ellipse">
                <a:avLst/>
              </a:prstGeom>
              <a:noFill/>
              <a:ln w="63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marL="84138" marR="0" indent="-84138" algn="l" defTabSz="914400" rtl="0" eaLnBrk="1" fontAlgn="base" latinLnBrk="1" hangingPunct="1">
                  <a:lnSpc>
                    <a:spcPct val="105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Char char="•"/>
                  <a:tabLst>
                    <a:tab pos="979488" algn="l"/>
                  </a:tabLst>
                </a:pPr>
                <a:endParaRPr kumimoji="1" lang="ko-KR" altLang="en-US" sz="1100" b="1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돋움" pitchFamily="50" charset="-127"/>
                </a:endParaRPr>
              </a:p>
            </p:txBody>
          </p:sp>
          <p:sp>
            <p:nvSpPr>
              <p:cNvPr id="28" name="타원 27">
                <a:extLst>
                  <a:ext uri="{FF2B5EF4-FFF2-40B4-BE49-F238E27FC236}">
                    <a16:creationId xmlns:a16="http://schemas.microsoft.com/office/drawing/2014/main" id="{7528BECD-04F2-4074-BF1D-E52CF6031CE4}"/>
                  </a:ext>
                </a:extLst>
              </p:cNvPr>
              <p:cNvSpPr/>
              <p:nvPr/>
            </p:nvSpPr>
            <p:spPr bwMode="auto">
              <a:xfrm>
                <a:off x="3270251" y="3962400"/>
                <a:ext cx="66675" cy="61912"/>
              </a:xfrm>
              <a:prstGeom prst="ellipse">
                <a:avLst/>
              </a:prstGeom>
              <a:noFill/>
              <a:ln w="63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marL="84138" marR="0" indent="-84138" algn="l" defTabSz="914400" rtl="0" eaLnBrk="1" fontAlgn="base" latinLnBrk="1" hangingPunct="1">
                  <a:lnSpc>
                    <a:spcPct val="105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Char char="•"/>
                  <a:tabLst>
                    <a:tab pos="979488" algn="l"/>
                  </a:tabLst>
                </a:pPr>
                <a:endParaRPr kumimoji="1" lang="ko-KR" altLang="en-US" sz="1100" b="1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돋움" pitchFamily="50" charset="-127"/>
                </a:endParaRPr>
              </a:p>
            </p:txBody>
          </p:sp>
          <p:cxnSp>
            <p:nvCxnSpPr>
              <p:cNvPr id="29" name="연결선: 꺾임 28">
                <a:extLst>
                  <a:ext uri="{FF2B5EF4-FFF2-40B4-BE49-F238E27FC236}">
                    <a16:creationId xmlns:a16="http://schemas.microsoft.com/office/drawing/2014/main" id="{A78E90BC-45F1-4FB8-A424-B70DBBFC3A2D}"/>
                  </a:ext>
                </a:extLst>
              </p:cNvPr>
              <p:cNvCxnSpPr>
                <a:cxnSpLocks/>
                <a:stCxn id="22" idx="0"/>
                <a:endCxn id="28" idx="4"/>
              </p:cNvCxnSpPr>
              <p:nvPr/>
            </p:nvCxnSpPr>
            <p:spPr bwMode="auto">
              <a:xfrm rot="16200000" flipV="1">
                <a:off x="3230707" y="4097194"/>
                <a:ext cx="204584" cy="58820"/>
              </a:xfrm>
              <a:prstGeom prst="bentConnector3">
                <a:avLst>
                  <a:gd name="adj1" fmla="val 50000"/>
                </a:avLst>
              </a:prstGeom>
              <a:noFill/>
              <a:ln w="63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sp>
            <p:nvSpPr>
              <p:cNvPr id="30" name="TextBox 51">
                <a:extLst>
                  <a:ext uri="{FF2B5EF4-FFF2-40B4-BE49-F238E27FC236}">
                    <a16:creationId xmlns:a16="http://schemas.microsoft.com/office/drawing/2014/main" id="{2320A999-937F-4A29-9C56-FA64E5263FC4}"/>
                  </a:ext>
                </a:extLst>
              </p:cNvPr>
              <p:cNvSpPr txBox="1"/>
              <p:nvPr/>
            </p:nvSpPr>
            <p:spPr>
              <a:xfrm>
                <a:off x="1521786" y="4228896"/>
                <a:ext cx="682458" cy="152605"/>
              </a:xfrm>
              <a:prstGeom prst="rect">
                <a:avLst/>
              </a:prstGeom>
              <a:noFill/>
              <a:ln w="6350">
                <a:noFill/>
              </a:ln>
            </p:spPr>
            <p:txBody>
              <a:bodyPr wrap="square" rtlCol="0" anchor="ctr">
                <a:noAutofit/>
              </a:bodyPr>
              <a:lstStyle>
                <a:lvl1pPr marL="0" indent="0">
                  <a:defRPr sz="1100"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600" err="1">
                    <a:latin typeface="Arial monospaced for SAP" panose="020B0609020202030204" pitchFamily="49" charset="0"/>
                    <a:ea typeface="LG스마트체 Regular" panose="020B0600000101010101" pitchFamily="50" charset="-127"/>
                  </a:rPr>
                  <a:t>비전그리퍼</a:t>
                </a:r>
                <a:endParaRPr lang="ko-KR" altLang="en-US" sz="600">
                  <a:latin typeface="Arial monospaced for SAP" panose="020B0609020202030204" pitchFamily="49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32" name="왼쪽 중괄호 31">
                <a:extLst>
                  <a:ext uri="{FF2B5EF4-FFF2-40B4-BE49-F238E27FC236}">
                    <a16:creationId xmlns:a16="http://schemas.microsoft.com/office/drawing/2014/main" id="{C6EF2F7D-C56E-4313-8DE9-83F4C7C2E3FA}"/>
                  </a:ext>
                </a:extLst>
              </p:cNvPr>
              <p:cNvSpPr/>
              <p:nvPr/>
            </p:nvSpPr>
            <p:spPr bwMode="auto">
              <a:xfrm rot="16200000">
                <a:off x="1824915" y="3770709"/>
                <a:ext cx="76200" cy="469106"/>
              </a:xfrm>
              <a:prstGeom prst="leftBrace">
                <a:avLst/>
              </a:prstGeom>
              <a:noFill/>
              <a:ln w="63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marL="84138" marR="0" indent="-84138" algn="l" defTabSz="914400" rtl="0" eaLnBrk="1" fontAlgn="base" latinLnBrk="1" hangingPunct="1">
                  <a:lnSpc>
                    <a:spcPct val="105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Char char="•"/>
                  <a:tabLst>
                    <a:tab pos="979488" algn="l"/>
                  </a:tabLst>
                </a:pPr>
                <a:endParaRPr kumimoji="1" lang="ko-KR" altLang="en-US" sz="1100" b="1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돋움" pitchFamily="50" charset="-127"/>
                </a:endParaRPr>
              </a:p>
            </p:txBody>
          </p:sp>
          <p:cxnSp>
            <p:nvCxnSpPr>
              <p:cNvPr id="33" name="직선 화살표 연결선 32">
                <a:extLst>
                  <a:ext uri="{FF2B5EF4-FFF2-40B4-BE49-F238E27FC236}">
                    <a16:creationId xmlns:a16="http://schemas.microsoft.com/office/drawing/2014/main" id="{4426C49C-1195-4706-AEBB-E324D25A6611}"/>
                  </a:ext>
                </a:extLst>
              </p:cNvPr>
              <p:cNvCxnSpPr>
                <a:cxnSpLocks/>
                <a:stCxn id="30" idx="0"/>
                <a:endCxn id="32" idx="1"/>
              </p:cNvCxnSpPr>
              <p:nvPr/>
            </p:nvCxnSpPr>
            <p:spPr bwMode="auto">
              <a:xfrm flipV="1">
                <a:off x="1863015" y="4043362"/>
                <a:ext cx="0" cy="185534"/>
              </a:xfrm>
              <a:prstGeom prst="straightConnector1">
                <a:avLst/>
              </a:prstGeom>
              <a:noFill/>
              <a:ln w="63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sp>
            <p:nvSpPr>
              <p:cNvPr id="34" name="TextBox 51">
                <a:extLst>
                  <a:ext uri="{FF2B5EF4-FFF2-40B4-BE49-F238E27FC236}">
                    <a16:creationId xmlns:a16="http://schemas.microsoft.com/office/drawing/2014/main" id="{3C959C9A-A29E-4537-B446-D5BB46893BCD}"/>
                  </a:ext>
                </a:extLst>
              </p:cNvPr>
              <p:cNvSpPr txBox="1"/>
              <p:nvPr/>
            </p:nvSpPr>
            <p:spPr>
              <a:xfrm>
                <a:off x="3548631" y="2315961"/>
                <a:ext cx="682458" cy="152605"/>
              </a:xfrm>
              <a:prstGeom prst="rect">
                <a:avLst/>
              </a:prstGeom>
              <a:noFill/>
              <a:ln w="6350">
                <a:noFill/>
              </a:ln>
            </p:spPr>
            <p:txBody>
              <a:bodyPr wrap="square" rtlCol="0" anchor="ctr">
                <a:noAutofit/>
              </a:bodyPr>
              <a:lstStyle>
                <a:lvl1pPr marL="0" indent="0">
                  <a:defRPr sz="1100"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600">
                    <a:latin typeface="Arial monospaced for SAP" panose="020B0609020202030204" pitchFamily="49" charset="0"/>
                    <a:ea typeface="LG스마트체 Regular" panose="020B0600000101010101" pitchFamily="50" charset="-127"/>
                  </a:rPr>
                  <a:t>가속구간</a:t>
                </a:r>
              </a:p>
            </p:txBody>
          </p:sp>
          <p:sp>
            <p:nvSpPr>
              <p:cNvPr id="35" name="왼쪽 중괄호 34">
                <a:extLst>
                  <a:ext uri="{FF2B5EF4-FFF2-40B4-BE49-F238E27FC236}">
                    <a16:creationId xmlns:a16="http://schemas.microsoft.com/office/drawing/2014/main" id="{AB1507E3-F272-4DB7-B32F-7D14A079E126}"/>
                  </a:ext>
                </a:extLst>
              </p:cNvPr>
              <p:cNvSpPr/>
              <p:nvPr/>
            </p:nvSpPr>
            <p:spPr bwMode="auto">
              <a:xfrm rot="5400000">
                <a:off x="3860026" y="1958808"/>
                <a:ext cx="59669" cy="1137641"/>
              </a:xfrm>
              <a:prstGeom prst="leftBrace">
                <a:avLst/>
              </a:prstGeom>
              <a:noFill/>
              <a:ln w="63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marL="84138" marR="0" indent="-84138" algn="l" defTabSz="914400" rtl="0" eaLnBrk="1" fontAlgn="base" latinLnBrk="1" hangingPunct="1">
                  <a:lnSpc>
                    <a:spcPct val="105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Char char="•"/>
                  <a:tabLst>
                    <a:tab pos="979488" algn="l"/>
                  </a:tabLst>
                </a:pPr>
                <a:endParaRPr kumimoji="1" lang="ko-KR" altLang="en-US" sz="1100" b="1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돋움" pitchFamily="50" charset="-127"/>
                </a:endParaRPr>
              </a:p>
            </p:txBody>
          </p:sp>
          <p:sp>
            <p:nvSpPr>
              <p:cNvPr id="36" name="TextBox 51">
                <a:extLst>
                  <a:ext uri="{FF2B5EF4-FFF2-40B4-BE49-F238E27FC236}">
                    <a16:creationId xmlns:a16="http://schemas.microsoft.com/office/drawing/2014/main" id="{8C18C846-07FD-405C-96F7-10D439A3B2E2}"/>
                  </a:ext>
                </a:extLst>
              </p:cNvPr>
              <p:cNvSpPr txBox="1"/>
              <p:nvPr/>
            </p:nvSpPr>
            <p:spPr>
              <a:xfrm>
                <a:off x="2372291" y="2315961"/>
                <a:ext cx="682458" cy="152605"/>
              </a:xfrm>
              <a:prstGeom prst="rect">
                <a:avLst/>
              </a:prstGeom>
              <a:noFill/>
              <a:ln w="6350">
                <a:noFill/>
              </a:ln>
            </p:spPr>
            <p:txBody>
              <a:bodyPr wrap="square" rtlCol="0" anchor="ctr">
                <a:noAutofit/>
              </a:bodyPr>
              <a:lstStyle>
                <a:lvl1pPr marL="0" indent="0">
                  <a:defRPr sz="1100"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600">
                    <a:latin typeface="Arial monospaced for SAP" panose="020B0609020202030204" pitchFamily="49" charset="0"/>
                    <a:ea typeface="LG스마트체 Regular" panose="020B0600000101010101" pitchFamily="50" charset="-127"/>
                  </a:rPr>
                  <a:t>감속구간</a:t>
                </a:r>
              </a:p>
            </p:txBody>
          </p:sp>
          <p:sp>
            <p:nvSpPr>
              <p:cNvPr id="37" name="왼쪽 중괄호 36">
                <a:extLst>
                  <a:ext uri="{FF2B5EF4-FFF2-40B4-BE49-F238E27FC236}">
                    <a16:creationId xmlns:a16="http://schemas.microsoft.com/office/drawing/2014/main" id="{546473BB-438D-46C4-B245-0E59246EFEE7}"/>
                  </a:ext>
                </a:extLst>
              </p:cNvPr>
              <p:cNvSpPr/>
              <p:nvPr/>
            </p:nvSpPr>
            <p:spPr bwMode="auto">
              <a:xfrm rot="5400000">
                <a:off x="2683686" y="1958808"/>
                <a:ext cx="59669" cy="1137641"/>
              </a:xfrm>
              <a:prstGeom prst="leftBrace">
                <a:avLst/>
              </a:prstGeom>
              <a:noFill/>
              <a:ln w="63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marL="84138" marR="0" indent="-84138" algn="l" defTabSz="914400" rtl="0" eaLnBrk="1" fontAlgn="base" latinLnBrk="1" hangingPunct="1">
                  <a:lnSpc>
                    <a:spcPct val="105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Char char="•"/>
                  <a:tabLst>
                    <a:tab pos="979488" algn="l"/>
                  </a:tabLst>
                </a:pPr>
                <a:endParaRPr kumimoji="1" lang="ko-KR" altLang="en-US" sz="1100" b="1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돋움" pitchFamily="50" charset="-127"/>
                </a:endParaRPr>
              </a:p>
            </p:txBody>
          </p: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96255CF7-4EBA-438B-86AB-C8DE62703E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00413" y="2581275"/>
                <a:ext cx="0" cy="1390650"/>
              </a:xfrm>
              <a:prstGeom prst="line">
                <a:avLst/>
              </a:prstGeom>
              <a:noFill/>
              <a:ln w="6350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9" name="직선 연결선 38">
                <a:extLst>
                  <a:ext uri="{FF2B5EF4-FFF2-40B4-BE49-F238E27FC236}">
                    <a16:creationId xmlns:a16="http://schemas.microsoft.com/office/drawing/2014/main" id="{6072D2D8-A2E8-42B5-8A22-5C6374E745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009650" y="2957513"/>
                <a:ext cx="3490913" cy="0"/>
              </a:xfrm>
              <a:prstGeom prst="line">
                <a:avLst/>
              </a:prstGeom>
              <a:noFill/>
              <a:ln w="6350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2DDD9AE-E0B0-4FD3-A6D7-5795E4528680}"/>
                  </a:ext>
                </a:extLst>
              </p:cNvPr>
              <p:cNvSpPr txBox="1"/>
              <p:nvPr/>
            </p:nvSpPr>
            <p:spPr bwMode="auto">
              <a:xfrm>
                <a:off x="3214697" y="2652712"/>
                <a:ext cx="1357303" cy="20002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0000" tIns="46800" rIns="90000" bIns="468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1" hangingPunct="1">
                  <a:lnSpc>
                    <a:spcPct val="100000"/>
                  </a:lnSpc>
                  <a:buSzPct val="85000"/>
                </a:pPr>
                <a:r>
                  <a:rPr lang="ko-KR" altLang="en-US" sz="500" b="0" kern="0">
                    <a:solidFill>
                      <a:srgbClr val="0066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pitchFamily="34" charset="0"/>
                  </a:rPr>
                  <a:t>정지후 </a:t>
                </a:r>
                <a:r>
                  <a:rPr lang="ko-KR" altLang="en-US" sz="500" b="0" kern="0" err="1">
                    <a:solidFill>
                      <a:srgbClr val="0066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pitchFamily="34" charset="0"/>
                  </a:rPr>
                  <a:t>가속시</a:t>
                </a:r>
                <a:r>
                  <a:rPr lang="ko-KR" altLang="en-US" sz="500" b="0" kern="0">
                    <a:solidFill>
                      <a:srgbClr val="0066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pitchFamily="34" charset="0"/>
                  </a:rPr>
                  <a:t> </a:t>
                </a:r>
                <a:r>
                  <a:rPr lang="en-US" altLang="ko-KR" sz="500" b="0" kern="0">
                    <a:solidFill>
                      <a:srgbClr val="0066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pitchFamily="34" charset="0"/>
                  </a:rPr>
                  <a:t>5</a:t>
                </a:r>
                <a:r>
                  <a:rPr lang="ko-KR" altLang="en-US" sz="500" b="0" kern="0">
                    <a:solidFill>
                      <a:srgbClr val="0066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pitchFamily="34" charset="0"/>
                  </a:rPr>
                  <a:t>번째 전극부터 </a:t>
                </a:r>
                <a:br>
                  <a:rPr lang="en-US" altLang="ko-KR" sz="500" b="0" kern="0">
                    <a:solidFill>
                      <a:srgbClr val="0066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pitchFamily="34" charset="0"/>
                  </a:rPr>
                </a:br>
                <a:r>
                  <a:rPr lang="ko-KR" altLang="en-US" sz="500" b="0" kern="0">
                    <a:solidFill>
                      <a:srgbClr val="0066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pitchFamily="34" charset="0"/>
                  </a:rPr>
                  <a:t>중심치</a:t>
                </a:r>
                <a:r>
                  <a:rPr lang="ko-KR" altLang="en-US" sz="500" kern="0">
                    <a:solidFill>
                      <a:srgbClr val="0066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pitchFamily="34" charset="0"/>
                  </a:rPr>
                  <a:t>로 수렴함</a:t>
                </a:r>
                <a:endParaRPr lang="ko-KR" altLang="en-US" sz="500" b="0" kern="0">
                  <a:solidFill>
                    <a:srgbClr val="0066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pitchFamily="34" charset="0"/>
                </a:endParaRPr>
              </a:p>
            </p:txBody>
          </p:sp>
          <p:sp>
            <p:nvSpPr>
              <p:cNvPr id="41" name="화살표: 오른쪽 40">
                <a:extLst>
                  <a:ext uri="{FF2B5EF4-FFF2-40B4-BE49-F238E27FC236}">
                    <a16:creationId xmlns:a16="http://schemas.microsoft.com/office/drawing/2014/main" id="{E5B23A02-1AB3-4FAB-AD6F-63AA4BE602BD}"/>
                  </a:ext>
                </a:extLst>
              </p:cNvPr>
              <p:cNvSpPr/>
              <p:nvPr/>
            </p:nvSpPr>
            <p:spPr bwMode="auto">
              <a:xfrm rot="20598055">
                <a:off x="3583738" y="2993405"/>
                <a:ext cx="705369" cy="123825"/>
              </a:xfrm>
              <a:prstGeom prst="rightArrow">
                <a:avLst/>
              </a:prstGeom>
              <a:solidFill>
                <a:srgbClr val="FFC000">
                  <a:alpha val="50196"/>
                </a:srgbClr>
              </a:solidFill>
              <a:ln w="2857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marL="84138" marR="0" indent="-84138" algn="l" defTabSz="914400" rtl="0" eaLnBrk="1" fontAlgn="base" latinLnBrk="1" hangingPunct="1">
                  <a:lnSpc>
                    <a:spcPct val="105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Char char="•"/>
                  <a:tabLst>
                    <a:tab pos="979488" algn="l"/>
                  </a:tabLst>
                </a:pPr>
                <a:endParaRPr kumimoji="1" lang="ko-KR" altLang="en-US" sz="1100" b="1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돋움" pitchFamily="50" charset="-127"/>
                </a:endParaRPr>
              </a:p>
            </p:txBody>
          </p:sp>
          <p:sp>
            <p:nvSpPr>
              <p:cNvPr id="42" name="화살표: 오른쪽 41">
                <a:extLst>
                  <a:ext uri="{FF2B5EF4-FFF2-40B4-BE49-F238E27FC236}">
                    <a16:creationId xmlns:a16="http://schemas.microsoft.com/office/drawing/2014/main" id="{8F3236FA-30F9-403E-A835-991EB6F3BE62}"/>
                  </a:ext>
                </a:extLst>
              </p:cNvPr>
              <p:cNvSpPr/>
              <p:nvPr/>
            </p:nvSpPr>
            <p:spPr bwMode="auto">
              <a:xfrm rot="437304">
                <a:off x="1645756" y="3036118"/>
                <a:ext cx="1538772" cy="123825"/>
              </a:xfrm>
              <a:prstGeom prst="rightArrow">
                <a:avLst/>
              </a:prstGeom>
              <a:solidFill>
                <a:srgbClr val="FFC000">
                  <a:alpha val="50196"/>
                </a:srgbClr>
              </a:solidFill>
              <a:ln w="2857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marL="84138" marR="0" indent="-84138" algn="l" defTabSz="914400" rtl="0" eaLnBrk="1" fontAlgn="base" latinLnBrk="1" hangingPunct="1">
                  <a:lnSpc>
                    <a:spcPct val="105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Char char="•"/>
                  <a:tabLst>
                    <a:tab pos="979488" algn="l"/>
                  </a:tabLst>
                </a:pPr>
                <a:endParaRPr kumimoji="1" lang="ko-KR" altLang="en-US" sz="1100" b="1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돋움" pitchFamily="50" charset="-127"/>
                </a:endParaRPr>
              </a:p>
            </p:txBody>
          </p:sp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4E7CBDC-1BEE-4282-97D4-2C41186FC606}"/>
                  </a:ext>
                </a:extLst>
              </p:cNvPr>
              <p:cNvSpPr txBox="1"/>
              <p:nvPr/>
            </p:nvSpPr>
            <p:spPr bwMode="auto">
              <a:xfrm>
                <a:off x="1662122" y="2652712"/>
                <a:ext cx="1357303" cy="20002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0000" tIns="46800" rIns="90000" bIns="4680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1" hangingPunct="1">
                  <a:lnSpc>
                    <a:spcPct val="100000"/>
                  </a:lnSpc>
                  <a:buSzPct val="85000"/>
                </a:pPr>
                <a:r>
                  <a:rPr lang="ko-KR" altLang="en-US" sz="500" b="0" kern="0">
                    <a:solidFill>
                      <a:srgbClr val="0066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pitchFamily="34" charset="0"/>
                  </a:rPr>
                  <a:t>정지 신호 구간 후 정지까지 하한으로 </a:t>
                </a:r>
                <a:r>
                  <a:rPr lang="ko-KR" altLang="en-US" sz="500" b="0" kern="0" err="1">
                    <a:solidFill>
                      <a:srgbClr val="0066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pitchFamily="34" charset="0"/>
                  </a:rPr>
                  <a:t>쏠림현상</a:t>
                </a:r>
                <a:r>
                  <a:rPr lang="ko-KR" altLang="en-US" sz="500" b="0" kern="0">
                    <a:solidFill>
                      <a:srgbClr val="0066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pitchFamily="34" charset="0"/>
                  </a:rPr>
                  <a:t> 발생함</a:t>
                </a:r>
              </a:p>
            </p:txBody>
          </p:sp>
          <p:sp>
            <p:nvSpPr>
              <p:cNvPr id="44" name="TextBox 51">
                <a:extLst>
                  <a:ext uri="{FF2B5EF4-FFF2-40B4-BE49-F238E27FC236}">
                    <a16:creationId xmlns:a16="http://schemas.microsoft.com/office/drawing/2014/main" id="{F29DAF0A-5395-4CA3-A04D-EA15EAA1AA3F}"/>
                  </a:ext>
                </a:extLst>
              </p:cNvPr>
              <p:cNvSpPr txBox="1"/>
              <p:nvPr/>
            </p:nvSpPr>
            <p:spPr>
              <a:xfrm>
                <a:off x="1329799" y="2315961"/>
                <a:ext cx="842396" cy="152605"/>
              </a:xfrm>
              <a:prstGeom prst="rect">
                <a:avLst/>
              </a:prstGeom>
              <a:noFill/>
              <a:ln w="6350">
                <a:noFill/>
              </a:ln>
            </p:spPr>
            <p:txBody>
              <a:bodyPr wrap="square" rtlCol="0" anchor="ctr">
                <a:noAutofit/>
              </a:bodyPr>
              <a:lstStyle>
                <a:lvl1pPr marL="0" indent="0">
                  <a:defRPr sz="1100"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600">
                    <a:latin typeface="Arial monospaced for SAP" panose="020B0609020202030204" pitchFamily="49" charset="0"/>
                    <a:ea typeface="LG스마트체 Regular" panose="020B0600000101010101" pitchFamily="50" charset="-127"/>
                  </a:rPr>
                  <a:t>정지신호 발생</a:t>
                </a:r>
              </a:p>
            </p:txBody>
          </p:sp>
          <p:sp>
            <p:nvSpPr>
              <p:cNvPr id="45" name="왼쪽 중괄호 44">
                <a:extLst>
                  <a:ext uri="{FF2B5EF4-FFF2-40B4-BE49-F238E27FC236}">
                    <a16:creationId xmlns:a16="http://schemas.microsoft.com/office/drawing/2014/main" id="{6E7D3A35-D004-46E4-9F82-12B4824DA7B0}"/>
                  </a:ext>
                </a:extLst>
              </p:cNvPr>
              <p:cNvSpPr/>
              <p:nvPr/>
            </p:nvSpPr>
            <p:spPr bwMode="auto">
              <a:xfrm rot="5400000">
                <a:off x="1721163" y="2185628"/>
                <a:ext cx="59669" cy="684000"/>
              </a:xfrm>
              <a:prstGeom prst="leftBrace">
                <a:avLst/>
              </a:prstGeom>
              <a:noFill/>
              <a:ln w="63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marL="84138" marR="0" indent="-84138" algn="l" defTabSz="914400" rtl="0" eaLnBrk="1" fontAlgn="base" latinLnBrk="1" hangingPunct="1">
                  <a:lnSpc>
                    <a:spcPct val="105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Char char="•"/>
                  <a:tabLst>
                    <a:tab pos="979488" algn="l"/>
                  </a:tabLst>
                </a:pPr>
                <a:endParaRPr kumimoji="1" lang="ko-KR" altLang="en-US" sz="1100" b="1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돋움" pitchFamily="50" charset="-127"/>
                </a:endParaRPr>
              </a:p>
            </p:txBody>
          </p: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C3407B2A-BB04-4BB9-94E7-63B138CC29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119313" y="2581275"/>
                <a:ext cx="0" cy="1390650"/>
              </a:xfrm>
              <a:prstGeom prst="line">
                <a:avLst/>
              </a:prstGeom>
              <a:noFill/>
              <a:ln w="6350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4472144F-BD2C-4BB8-9D58-6CD51F112E4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54307" y="3365320"/>
              <a:ext cx="0" cy="1390650"/>
            </a:xfrm>
            <a:prstGeom prst="line">
              <a:avLst/>
            </a:prstGeom>
            <a:noFill/>
            <a:ln w="6350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34956AD3-A4E9-4964-A8DF-0520626A3C6B}"/>
                </a:ext>
              </a:extLst>
            </p:cNvPr>
            <p:cNvSpPr/>
            <p:nvPr/>
          </p:nvSpPr>
          <p:spPr>
            <a:xfrm>
              <a:off x="5457879" y="3626893"/>
              <a:ext cx="1230334" cy="769509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cxnSp>
          <p:nvCxnSpPr>
            <p:cNvPr id="8" name="직선 화살표 연결선 7">
              <a:extLst>
                <a:ext uri="{FF2B5EF4-FFF2-40B4-BE49-F238E27FC236}">
                  <a16:creationId xmlns:a16="http://schemas.microsoft.com/office/drawing/2014/main" id="{2AEA0001-DBC2-41AC-B8D6-E236A63A2178}"/>
                </a:ext>
              </a:extLst>
            </p:cNvPr>
            <p:cNvCxnSpPr/>
            <p:nvPr/>
          </p:nvCxnSpPr>
          <p:spPr>
            <a:xfrm>
              <a:off x="6688213" y="4000007"/>
              <a:ext cx="712180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직사각형 8">
              <a:extLst>
                <a:ext uri="{FF2B5EF4-FFF2-40B4-BE49-F238E27FC236}">
                  <a16:creationId xmlns:a16="http://schemas.microsoft.com/office/drawing/2014/main" id="{16CBE73A-187F-4F6E-93E4-549F7A5A8116}"/>
                </a:ext>
              </a:extLst>
            </p:cNvPr>
            <p:cNvSpPr/>
            <p:nvPr/>
          </p:nvSpPr>
          <p:spPr>
            <a:xfrm>
              <a:off x="7293650" y="3803416"/>
              <a:ext cx="1076267" cy="500457"/>
            </a:xfrm>
            <a:prstGeom prst="rect">
              <a:avLst/>
            </a:prstGeom>
          </p:spPr>
          <p:txBody>
            <a:bodyPr wrap="none" lIns="91440" tIns="45720" rIns="91440" bIns="45720" anchor="t">
              <a:spAutoFit/>
            </a:bodyPr>
            <a:lstStyle/>
            <a:p>
              <a:pPr algn="ctr"/>
              <a:r>
                <a:rPr lang="ko-KR" altLang="en-US" sz="800">
                  <a:latin typeface="+mn-ea"/>
                </a:rPr>
                <a:t>치수 불량 및 </a:t>
              </a:r>
              <a:endParaRPr lang="en-US" altLang="ko-KR" sz="800">
                <a:latin typeface="+mn-ea"/>
              </a:endParaRPr>
            </a:p>
            <a:p>
              <a:pPr algn="ctr"/>
              <a:r>
                <a:rPr lang="ko-KR" altLang="en-US" sz="800">
                  <a:latin typeface="+mn-ea"/>
                </a:rPr>
                <a:t>하한 쏠림</a:t>
              </a:r>
            </a:p>
          </p:txBody>
        </p:sp>
      </p:grpSp>
      <p:sp>
        <p:nvSpPr>
          <p:cNvPr id="49" name="TextBox 354">
            <a:extLst>
              <a:ext uri="{FF2B5EF4-FFF2-40B4-BE49-F238E27FC236}">
                <a16:creationId xmlns:a16="http://schemas.microsoft.com/office/drawing/2014/main" id="{E3C7BC88-148C-4EA0-9411-D2CB3E70139E}"/>
              </a:ext>
            </a:extLst>
          </p:cNvPr>
          <p:cNvSpPr txBox="1"/>
          <p:nvPr/>
        </p:nvSpPr>
        <p:spPr>
          <a:xfrm rot="10800000" flipV="1">
            <a:off x="7701867" y="1811577"/>
            <a:ext cx="422409" cy="107698"/>
          </a:xfrm>
          <a:prstGeom prst="rect">
            <a:avLst/>
          </a:prstGeom>
          <a:noFill/>
          <a:ln w="9525" cmpd="sng">
            <a:noFill/>
          </a:ln>
          <a:effectLst/>
        </p:spPr>
        <p:txBody>
          <a:bodyPr wrap="square" lIns="36000" tIns="36000" rIns="36000" bIns="36000" rtlCol="0" anchor="ctr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▼</a:t>
            </a:r>
            <a:endParaRPr kumimoji="0" lang="en-US" altLang="ko-KR" sz="1600" b="0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1" name="직사각형 17">
            <a:extLst>
              <a:ext uri="{FF2B5EF4-FFF2-40B4-BE49-F238E27FC236}">
                <a16:creationId xmlns:a16="http://schemas.microsoft.com/office/drawing/2014/main" id="{74002F24-203C-433B-ACBA-4B955DF4EF8C}"/>
              </a:ext>
            </a:extLst>
          </p:cNvPr>
          <p:cNvSpPr/>
          <p:nvPr/>
        </p:nvSpPr>
        <p:spPr>
          <a:xfrm>
            <a:off x="7251936" y="1950226"/>
            <a:ext cx="1331508" cy="368159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5599814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356264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  <a:endParaRPr lang="ko-KR" altLang="ko-KR" sz="90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AZS E-Cutter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Feed Forward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Gain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개별 적용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HM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’25.04 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대표호기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낱장별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Gain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적용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’25.05 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대표호기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고도화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임인섭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BF916D-8A9E-4800-92E6-357BE08183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9233691"/>
              </p:ext>
            </p:extLst>
          </p:nvPr>
        </p:nvGraphicFramePr>
        <p:xfrm>
          <a:off x="1650029" y="1081122"/>
          <a:ext cx="7024843" cy="55166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731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77532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41413">
                <a:tc gridSpan="2"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(W51). ESHM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법인에서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2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라인 자동보정 고도화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(12/8)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 후 모니터링 진행 중이며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특이사항 없을 시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3, 4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라인 수평전개 진행 예정입니다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. (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일정 확인 중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)</a:t>
                      </a:r>
                      <a:endParaRPr lang="en-US" altLang="ko-KR" sz="900">
                        <a:latin typeface="+mn-lt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107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64563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endParaRPr lang="en-US" altLang="ko-KR" sz="900" b="0" baseline="0">
                        <a:solidFill>
                          <a:srgbClr val="000000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6" name="내용 개체 틀 20">
            <a:extLst>
              <a:ext uri="{FF2B5EF4-FFF2-40B4-BE49-F238E27FC236}">
                <a16:creationId xmlns:a16="http://schemas.microsoft.com/office/drawing/2014/main" id="{BA28898E-7869-4801-8EE5-06950318825F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6656759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AZS E-Cutter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자동보정 고도화 개발 :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E-Cutter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정지 후 가동 자동보정 낱장 별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Gain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적용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(2/2)</a:t>
            </a:r>
          </a:p>
        </p:txBody>
      </p:sp>
      <p:sp>
        <p:nvSpPr>
          <p:cNvPr id="24" name="제목 1">
            <a:extLst>
              <a:ext uri="{FF2B5EF4-FFF2-40B4-BE49-F238E27FC236}">
                <a16:creationId xmlns:a16="http://schemas.microsoft.com/office/drawing/2014/main" id="{18DA1C7A-CD6D-462F-8919-A617D67E50C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5110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en-US" altLang="ko-KR" sz="1800">
                <a:cs typeface="Malgun Gothic Semilight"/>
              </a:rPr>
              <a:t>1. </a:t>
            </a:r>
            <a:r>
              <a:rPr lang="ko-KR" altLang="en-US" sz="1800">
                <a:cs typeface="Malgun Gothic Semilight"/>
              </a:rPr>
              <a:t>과제 진행 현황</a:t>
            </a:r>
            <a:r>
              <a:rPr lang="en-US" altLang="ko-KR" sz="1800">
                <a:cs typeface="Malgun Gothic Semilight"/>
              </a:rPr>
              <a:t>_</a:t>
            </a:r>
            <a:r>
              <a:rPr lang="ko-KR" altLang="en-US" sz="1800">
                <a:cs typeface="Malgun Gothic Semilight"/>
              </a:rPr>
              <a:t>조립</a:t>
            </a:r>
            <a:r>
              <a:rPr lang="en-US" altLang="ko-KR" sz="1800" err="1">
                <a:cs typeface="Malgun Gothic Semilight"/>
              </a:rPr>
              <a:t>자동보정</a:t>
            </a:r>
            <a:r>
              <a:rPr lang="ko-KR" altLang="en-US" sz="1800">
                <a:cs typeface="Malgun Gothic Semilight"/>
              </a:rPr>
              <a:t>팀 </a:t>
            </a:r>
            <a:r>
              <a:rPr lang="en-US" altLang="ko-KR" sz="1800">
                <a:cs typeface="Malgun Gothic Semilight"/>
              </a:rPr>
              <a:t>(</a:t>
            </a:r>
            <a:r>
              <a:rPr lang="ko-KR" altLang="en-US" sz="1800">
                <a:cs typeface="Malgun Gothic Semilight"/>
              </a:rPr>
              <a:t>자동차</a:t>
            </a:r>
            <a:r>
              <a:rPr lang="en-US" altLang="ko-KR" sz="1800">
                <a:cs typeface="Malgun Gothic Semilight"/>
              </a:rPr>
              <a:t>)</a:t>
            </a:r>
            <a:endParaRPr lang="ko-KR" altLang="en-US" sz="1800">
              <a:cs typeface="Malgun Gothic Semilight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F9C2609-C287-4193-B74B-8D946EB076C3}"/>
              </a:ext>
            </a:extLst>
          </p:cNvPr>
          <p:cNvSpPr/>
          <p:nvPr/>
        </p:nvSpPr>
        <p:spPr>
          <a:xfrm>
            <a:off x="2602210" y="1779544"/>
            <a:ext cx="6076489" cy="4770537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en-US" altLang="ko-KR" sz="800">
                <a:latin typeface="Arial Narrow"/>
                <a:ea typeface="LG스마트체 Regular"/>
              </a:rPr>
              <a:t>3) </a:t>
            </a:r>
            <a:r>
              <a:rPr lang="ko-KR" altLang="en-US" sz="800">
                <a:latin typeface="Arial Narrow"/>
                <a:ea typeface="LG스마트체 Regular"/>
              </a:rPr>
              <a:t>진행 상황</a:t>
            </a:r>
            <a:endParaRPr lang="en-US" altLang="ko-KR" sz="800">
              <a:latin typeface="Arial Narrow"/>
              <a:ea typeface="LG스마트체 Regular"/>
            </a:endParaRPr>
          </a:p>
          <a:p>
            <a:r>
              <a:rPr lang="en-US" altLang="ko-KR" sz="800">
                <a:latin typeface="Arial Narrow"/>
                <a:ea typeface="LG스마트체 Regular"/>
              </a:rPr>
              <a:t>       - </a:t>
            </a:r>
            <a:r>
              <a:rPr lang="ko-KR" altLang="en-US" sz="800">
                <a:latin typeface="Arial Narrow"/>
                <a:ea typeface="LG스마트체 Regular"/>
              </a:rPr>
              <a:t>아래 그래프는 하나의 </a:t>
            </a:r>
            <a:r>
              <a:rPr lang="en-US" altLang="ko-KR" sz="800">
                <a:latin typeface="Arial Narrow"/>
                <a:ea typeface="LG스마트체 Regular"/>
              </a:rPr>
              <a:t>Lot</a:t>
            </a:r>
            <a:r>
              <a:rPr lang="ko-KR" altLang="en-US" sz="800">
                <a:latin typeface="Arial Narrow"/>
                <a:ea typeface="LG스마트체 Regular"/>
              </a:rPr>
              <a:t>을 기준으로 전극의 </a:t>
            </a:r>
            <a:r>
              <a:rPr lang="en-US" altLang="ko-KR" sz="800">
                <a:latin typeface="Arial Narrow"/>
                <a:ea typeface="LG스마트체 Regular"/>
              </a:rPr>
              <a:t>Tab Pitch</a:t>
            </a:r>
            <a:r>
              <a:rPr lang="ko-KR" altLang="en-US" sz="800">
                <a:latin typeface="Arial Narrow"/>
                <a:ea typeface="LG스마트체 Regular"/>
              </a:rPr>
              <a:t>를</a:t>
            </a:r>
            <a:r>
              <a:rPr lang="en-US" altLang="ko-KR" sz="800">
                <a:latin typeface="Arial Narrow"/>
                <a:ea typeface="LG스마트체 Regular"/>
              </a:rPr>
              <a:t> </a:t>
            </a:r>
            <a:r>
              <a:rPr lang="ko-KR" altLang="en-US" sz="800">
                <a:latin typeface="Arial Narrow"/>
                <a:ea typeface="LG스마트체 Regular"/>
              </a:rPr>
              <a:t>각각 다른 검사기에서 확인한 데이터입니다</a:t>
            </a:r>
            <a:r>
              <a:rPr lang="en-US" altLang="ko-KR" sz="800">
                <a:latin typeface="Arial Narrow"/>
                <a:ea typeface="LG스마트체 Regular"/>
              </a:rPr>
              <a:t>. </a:t>
            </a:r>
            <a:br>
              <a:rPr lang="en-US" altLang="ko-KR" sz="800">
                <a:latin typeface="Arial Narrow"/>
                <a:ea typeface="LG스마트체 Regular"/>
              </a:rPr>
            </a:br>
            <a:r>
              <a:rPr lang="en-US" altLang="ko-KR" sz="800">
                <a:latin typeface="Arial Narrow"/>
                <a:ea typeface="LG스마트체 Regular"/>
              </a:rPr>
              <a:t>         (</a:t>
            </a:r>
            <a:r>
              <a:rPr lang="ko-KR" altLang="en-US" sz="800">
                <a:latin typeface="Arial Narrow"/>
                <a:ea typeface="LG스마트체 Regular"/>
              </a:rPr>
              <a:t>동일 </a:t>
            </a:r>
            <a:r>
              <a:rPr lang="en-US" altLang="ko-KR" sz="800">
                <a:latin typeface="Arial Narrow"/>
                <a:ea typeface="LG스마트체 Regular"/>
              </a:rPr>
              <a:t>Lot, </a:t>
            </a:r>
            <a:r>
              <a:rPr lang="ko-KR" altLang="en-US" sz="800">
                <a:latin typeface="Arial Narrow"/>
                <a:ea typeface="LG스마트체 Regular"/>
              </a:rPr>
              <a:t>대부분의 데이터가 동일한 트렌드를 보입니다</a:t>
            </a:r>
            <a:r>
              <a:rPr lang="en-US" altLang="ko-KR" sz="800">
                <a:latin typeface="Arial Narrow"/>
                <a:ea typeface="LG스마트체 Regular"/>
              </a:rPr>
              <a:t>)</a:t>
            </a:r>
          </a:p>
          <a:p>
            <a:r>
              <a:rPr lang="en-US" altLang="ko-KR" sz="800">
                <a:latin typeface="Arial Narrow"/>
                <a:ea typeface="LG스마트체 Regular"/>
              </a:rPr>
              <a:t>           </a:t>
            </a:r>
            <a:r>
              <a:rPr lang="ko-KR" altLang="en-US" sz="800">
                <a:latin typeface="Arial Narrow"/>
                <a:ea typeface="LG스마트체 Regular"/>
              </a:rPr>
              <a:t>→ </a:t>
            </a:r>
            <a:r>
              <a:rPr lang="en-US" altLang="ko-KR" sz="800">
                <a:latin typeface="Arial Narrow"/>
                <a:ea typeface="LG스마트체 Regular"/>
              </a:rPr>
              <a:t>Notching </a:t>
            </a:r>
            <a:r>
              <a:rPr lang="ko-KR" altLang="en-US" sz="800">
                <a:latin typeface="Arial Narrow"/>
                <a:ea typeface="LG스마트체 Regular"/>
              </a:rPr>
              <a:t>공정의 비전 검사기 </a:t>
            </a:r>
            <a:r>
              <a:rPr lang="en-US" altLang="ko-KR" sz="800">
                <a:latin typeface="Arial Narrow"/>
                <a:ea typeface="LG스마트체 Regular"/>
              </a:rPr>
              <a:t>(</a:t>
            </a:r>
            <a:r>
              <a:rPr lang="ko-KR" altLang="en-US" sz="800" err="1">
                <a:latin typeface="Arial Narrow"/>
                <a:ea typeface="LG스마트체 Regular"/>
              </a:rPr>
              <a:t>진파랑색</a:t>
            </a:r>
            <a:r>
              <a:rPr lang="en-US" altLang="ko-KR" sz="800">
                <a:latin typeface="Arial Narrow"/>
                <a:ea typeface="LG스마트체 Regular"/>
              </a:rPr>
              <a:t>)</a:t>
            </a:r>
          </a:p>
          <a:p>
            <a:r>
              <a:rPr lang="en-US" altLang="ko-KR" sz="800">
                <a:latin typeface="Arial Narrow"/>
                <a:ea typeface="LG스마트체 Regular"/>
              </a:rPr>
              <a:t>           </a:t>
            </a:r>
            <a:r>
              <a:rPr lang="ko-KR" altLang="en-US" sz="800">
                <a:latin typeface="Arial Narrow"/>
                <a:ea typeface="LG스마트체 Regular"/>
              </a:rPr>
              <a:t>→ </a:t>
            </a:r>
            <a:r>
              <a:rPr lang="en-US" altLang="ko-KR" sz="800">
                <a:latin typeface="Arial Narrow"/>
                <a:ea typeface="LG스마트체 Regular"/>
              </a:rPr>
              <a:t>E-Cutter </a:t>
            </a:r>
            <a:r>
              <a:rPr lang="ko-KR" altLang="en-US" sz="800">
                <a:latin typeface="Arial Narrow"/>
                <a:ea typeface="LG스마트체 Regular"/>
              </a:rPr>
              <a:t>공정의</a:t>
            </a:r>
            <a:r>
              <a:rPr lang="en-US" altLang="ko-KR" sz="800">
                <a:latin typeface="Arial Narrow"/>
                <a:ea typeface="LG스마트체 Regular"/>
              </a:rPr>
              <a:t> Tab Sensor </a:t>
            </a:r>
            <a:r>
              <a:rPr lang="ko-KR" altLang="en-US" sz="800">
                <a:latin typeface="Arial Narrow"/>
                <a:ea typeface="LG스마트체 Regular"/>
              </a:rPr>
              <a:t>검사기</a:t>
            </a:r>
            <a:r>
              <a:rPr lang="en-US" altLang="ko-KR" sz="800">
                <a:latin typeface="Arial Narrow"/>
                <a:ea typeface="LG스마트체 Regular"/>
              </a:rPr>
              <a:t> (</a:t>
            </a:r>
            <a:r>
              <a:rPr lang="ko-KR" altLang="en-US" sz="800">
                <a:latin typeface="Arial Narrow"/>
                <a:ea typeface="LG스마트체 Regular"/>
              </a:rPr>
              <a:t>주황색</a:t>
            </a:r>
            <a:r>
              <a:rPr lang="en-US" altLang="ko-KR" sz="800">
                <a:latin typeface="Arial Narrow"/>
                <a:ea typeface="LG스마트체 Regular"/>
              </a:rPr>
              <a:t>)</a:t>
            </a:r>
          </a:p>
          <a:p>
            <a:r>
              <a:rPr lang="en-US" altLang="ko-KR" sz="800">
                <a:latin typeface="Arial Narrow"/>
                <a:ea typeface="LG스마트체 Regular"/>
              </a:rPr>
              <a:t>           </a:t>
            </a:r>
            <a:r>
              <a:rPr lang="ko-KR" altLang="en-US" sz="800">
                <a:latin typeface="Arial Narrow"/>
                <a:ea typeface="LG스마트체 Regular"/>
              </a:rPr>
              <a:t>→ </a:t>
            </a:r>
            <a:r>
              <a:rPr lang="en-US" altLang="ko-KR" sz="800">
                <a:latin typeface="Arial Narrow"/>
                <a:ea typeface="LG스마트체 Regular"/>
              </a:rPr>
              <a:t>E-Cutter </a:t>
            </a:r>
            <a:r>
              <a:rPr lang="ko-KR" altLang="en-US" sz="800">
                <a:latin typeface="Arial Narrow"/>
                <a:ea typeface="LG스마트체 Regular"/>
              </a:rPr>
              <a:t>공정의 비전 검사기 </a:t>
            </a:r>
            <a:r>
              <a:rPr lang="en-US" altLang="ko-KR" sz="800">
                <a:latin typeface="Arial Narrow"/>
                <a:ea typeface="LG스마트체 Regular"/>
              </a:rPr>
              <a:t>(</a:t>
            </a:r>
            <a:r>
              <a:rPr lang="ko-KR" altLang="en-US" sz="800">
                <a:latin typeface="Arial Narrow"/>
                <a:ea typeface="LG스마트체 Regular"/>
              </a:rPr>
              <a:t>형광 파란색</a:t>
            </a:r>
            <a:r>
              <a:rPr lang="en-US" altLang="ko-KR" sz="800">
                <a:latin typeface="Arial Narrow"/>
                <a:ea typeface="LG스마트체 Regular"/>
              </a:rPr>
              <a:t>) </a:t>
            </a:r>
          </a:p>
          <a:p>
            <a:r>
              <a:rPr lang="en-US" altLang="ko-KR" sz="800" spc="-20">
                <a:latin typeface="Arial Narrow"/>
                <a:ea typeface="LG스마트체 Regular"/>
                <a:sym typeface="Wingdings" panose="05000000000000000000" pitchFamily="2" charset="2"/>
              </a:rPr>
              <a:t>                    </a:t>
            </a:r>
            <a:r>
              <a:rPr lang="ko-KR" altLang="en-US" sz="800" spc="-20">
                <a:latin typeface="Arial Narrow"/>
                <a:ea typeface="LG스마트체 Regular"/>
                <a:sym typeface="Wingdings" panose="05000000000000000000" pitchFamily="2" charset="2"/>
              </a:rPr>
              <a:t>비전 검사기의 </a:t>
            </a:r>
            <a:r>
              <a:rPr lang="en-US" altLang="ko-KR" sz="800" spc="-20">
                <a:latin typeface="Arial Narrow"/>
                <a:ea typeface="LG스마트체 Regular"/>
                <a:sym typeface="Wingdings" panose="05000000000000000000" pitchFamily="2" charset="2"/>
              </a:rPr>
              <a:t>Tab Pitch</a:t>
            </a:r>
            <a:r>
              <a:rPr lang="ko-KR" altLang="en-US" sz="800" spc="-20">
                <a:latin typeface="Arial Narrow"/>
                <a:ea typeface="LG스마트체 Regular"/>
                <a:sym typeface="Wingdings" panose="05000000000000000000" pitchFamily="2" charset="2"/>
              </a:rPr>
              <a:t>값은 비전 검사기의 </a:t>
            </a:r>
            <a:r>
              <a:rPr lang="ko-KR" altLang="en-US" sz="800" spc="-20" err="1">
                <a:latin typeface="Arial Narrow"/>
                <a:ea typeface="LG스마트체 Regular"/>
                <a:sym typeface="Wingdings" panose="05000000000000000000" pitchFamily="2" charset="2"/>
              </a:rPr>
              <a:t>전극폭</a:t>
            </a:r>
            <a:r>
              <a:rPr lang="ko-KR" altLang="en-US" sz="800" spc="-20">
                <a:latin typeface="Arial Narrow"/>
                <a:ea typeface="LG스마트체 Regular"/>
                <a:sym typeface="Wingdings" panose="05000000000000000000" pitchFamily="2" charset="2"/>
              </a:rPr>
              <a:t> </a:t>
            </a:r>
            <a:r>
              <a:rPr lang="en-US" altLang="ko-KR" sz="800" spc="-20">
                <a:latin typeface="Arial Narrow"/>
                <a:ea typeface="LG스마트체 Regular"/>
                <a:sym typeface="Wingdings" panose="05000000000000000000" pitchFamily="2" charset="2"/>
              </a:rPr>
              <a:t>– Tab</a:t>
            </a:r>
            <a:r>
              <a:rPr lang="ko-KR" altLang="en-US" sz="800" spc="-20">
                <a:latin typeface="Arial Narrow"/>
                <a:ea typeface="LG스마트체 Regular"/>
                <a:sym typeface="Wingdings" panose="05000000000000000000" pitchFamily="2" charset="2"/>
              </a:rPr>
              <a:t> </a:t>
            </a:r>
            <a:r>
              <a:rPr lang="en-US" altLang="ko-KR" sz="800" spc="-20">
                <a:latin typeface="Arial Narrow"/>
                <a:ea typeface="LG스마트체 Regular"/>
                <a:sym typeface="Wingdings" panose="05000000000000000000" pitchFamily="2" charset="2"/>
              </a:rPr>
              <a:t>Side</a:t>
            </a:r>
            <a:r>
              <a:rPr lang="ko-KR" altLang="en-US" sz="800" spc="-20">
                <a:latin typeface="Arial Narrow"/>
                <a:ea typeface="LG스마트체 Regular"/>
                <a:sym typeface="Wingdings" panose="05000000000000000000" pitchFamily="2" charset="2"/>
              </a:rPr>
              <a:t> </a:t>
            </a:r>
            <a:r>
              <a:rPr lang="en-US" altLang="ko-KR" sz="800" spc="-20">
                <a:latin typeface="Arial Narrow"/>
                <a:ea typeface="LG스마트체 Regular"/>
                <a:sym typeface="Wingdings" panose="05000000000000000000" pitchFamily="2" charset="2"/>
              </a:rPr>
              <a:t>Left</a:t>
            </a:r>
            <a:r>
              <a:rPr lang="en-US" altLang="ko-KR" sz="800" spc="-20" baseline="-25000">
                <a:latin typeface="Arial Narrow"/>
                <a:ea typeface="LG스마트체 Regular"/>
                <a:sym typeface="Wingdings" panose="05000000000000000000" pitchFamily="2" charset="2"/>
              </a:rPr>
              <a:t>(</a:t>
            </a:r>
            <a:r>
              <a:rPr lang="ko-KR" altLang="en-US" sz="800" spc="-20" baseline="-25000">
                <a:latin typeface="Arial Narrow"/>
                <a:ea typeface="LG스마트체 Regular"/>
                <a:sym typeface="Wingdings" panose="05000000000000000000" pitchFamily="2" charset="2"/>
              </a:rPr>
              <a:t>현재</a:t>
            </a:r>
            <a:r>
              <a:rPr lang="en-US" altLang="ko-KR" sz="800" spc="-20" baseline="-25000">
                <a:latin typeface="Arial Narrow"/>
                <a:ea typeface="LG스마트체 Regular"/>
                <a:sym typeface="Wingdings" panose="05000000000000000000" pitchFamily="2" charset="2"/>
              </a:rPr>
              <a:t>)</a:t>
            </a:r>
            <a:r>
              <a:rPr lang="en-US" altLang="ko-KR" sz="800" spc="-20">
                <a:latin typeface="Arial Narrow"/>
                <a:ea typeface="LG스마트체 Regular"/>
                <a:sym typeface="Wingdings" panose="05000000000000000000" pitchFamily="2" charset="2"/>
              </a:rPr>
              <a:t> + Tab Side Left</a:t>
            </a:r>
            <a:r>
              <a:rPr lang="en-US" altLang="ko-KR" sz="800" spc="-20" baseline="-25000">
                <a:latin typeface="Arial Narrow"/>
                <a:ea typeface="LG스마트체 Regular"/>
                <a:sym typeface="Wingdings" panose="05000000000000000000" pitchFamily="2" charset="2"/>
              </a:rPr>
              <a:t>(</a:t>
            </a:r>
            <a:r>
              <a:rPr lang="ko-KR" altLang="en-US" sz="800" spc="-20" baseline="-25000">
                <a:latin typeface="Arial Narrow"/>
                <a:ea typeface="LG스마트체 Regular"/>
                <a:sym typeface="Wingdings" panose="05000000000000000000" pitchFamily="2" charset="2"/>
              </a:rPr>
              <a:t>다음</a:t>
            </a:r>
            <a:r>
              <a:rPr lang="en-US" altLang="ko-KR" sz="800" spc="-20" baseline="-25000">
                <a:latin typeface="Arial Narrow"/>
                <a:ea typeface="LG스마트체 Regular"/>
                <a:sym typeface="Wingdings" panose="05000000000000000000" pitchFamily="2" charset="2"/>
              </a:rPr>
              <a:t>) </a:t>
            </a:r>
            <a:r>
              <a:rPr lang="en-US" altLang="ko-KR" sz="800" spc="-20">
                <a:latin typeface="Arial Narrow"/>
                <a:ea typeface="LG스마트체 Regular"/>
                <a:sym typeface="Wingdings" panose="05000000000000000000" pitchFamily="2" charset="2"/>
              </a:rPr>
              <a:t>Tab Pitch</a:t>
            </a:r>
            <a:r>
              <a:rPr lang="ko-KR" altLang="en-US" sz="800" spc="-20">
                <a:latin typeface="Arial Narrow"/>
                <a:ea typeface="LG스마트체 Regular"/>
                <a:sym typeface="Wingdings" panose="05000000000000000000" pitchFamily="2" charset="2"/>
              </a:rPr>
              <a:t> 공식으로 복원하였습니다</a:t>
            </a:r>
            <a:r>
              <a:rPr lang="en-US" altLang="ko-KR" sz="800" spc="-20">
                <a:latin typeface="Arial Narrow"/>
                <a:ea typeface="LG스마트체 Regular"/>
                <a:sym typeface="Wingdings" panose="05000000000000000000" pitchFamily="2" charset="2"/>
              </a:rPr>
              <a:t>.</a:t>
            </a:r>
            <a:endParaRPr lang="en-US" altLang="ko-KR" sz="800" spc="-20">
              <a:latin typeface="Arial Narrow"/>
              <a:ea typeface="LG스마트체 Regular"/>
            </a:endParaRPr>
          </a:p>
          <a:p>
            <a:endParaRPr lang="en-US" altLang="ko-KR" sz="800">
              <a:latin typeface="Arial Narrow"/>
              <a:ea typeface="LG스마트체 Regular"/>
            </a:endParaRPr>
          </a:p>
          <a:p>
            <a:endParaRPr lang="en-US" altLang="ko-KR" sz="800">
              <a:latin typeface="Arial Narrow"/>
              <a:ea typeface="LG스마트체 Regular"/>
            </a:endParaRPr>
          </a:p>
          <a:p>
            <a:endParaRPr lang="en-US" altLang="ko-KR" sz="800">
              <a:latin typeface="Arial Narrow"/>
              <a:ea typeface="LG스마트체 Regular"/>
            </a:endParaRPr>
          </a:p>
          <a:p>
            <a:endParaRPr lang="en-US" altLang="ko-KR" sz="800">
              <a:latin typeface="Arial Narrow"/>
              <a:ea typeface="LG스마트체 Regular"/>
            </a:endParaRPr>
          </a:p>
          <a:p>
            <a:endParaRPr lang="en-US" altLang="ko-KR" sz="800">
              <a:latin typeface="Arial Narrow"/>
              <a:ea typeface="LG스마트체 Regular"/>
            </a:endParaRPr>
          </a:p>
          <a:p>
            <a:endParaRPr lang="en-US" altLang="ko-KR" sz="800">
              <a:latin typeface="Arial Narrow"/>
              <a:ea typeface="LG스마트체 Regular"/>
            </a:endParaRPr>
          </a:p>
          <a:p>
            <a:endParaRPr lang="en-US" altLang="ko-KR" sz="800">
              <a:latin typeface="Arial Narrow"/>
              <a:ea typeface="LG스마트체 Regular"/>
            </a:endParaRPr>
          </a:p>
          <a:p>
            <a:endParaRPr lang="en-US" altLang="ko-KR" sz="800">
              <a:latin typeface="Arial Narrow"/>
              <a:ea typeface="LG스마트체 Regular"/>
            </a:endParaRPr>
          </a:p>
          <a:p>
            <a:endParaRPr lang="en-US" altLang="ko-KR" sz="800">
              <a:latin typeface="Arial Narrow"/>
              <a:ea typeface="LG스마트체 Regular"/>
            </a:endParaRPr>
          </a:p>
          <a:p>
            <a:endParaRPr lang="en-US" altLang="ko-KR" sz="800">
              <a:latin typeface="Arial Narrow"/>
              <a:ea typeface="LG스마트체 Regular"/>
            </a:endParaRPr>
          </a:p>
          <a:p>
            <a:r>
              <a:rPr lang="en-US" altLang="ko-KR" sz="800">
                <a:latin typeface="Arial Narrow"/>
                <a:ea typeface="LG스마트체 Regular"/>
              </a:rPr>
              <a:t>      </a:t>
            </a:r>
          </a:p>
          <a:p>
            <a:r>
              <a:rPr lang="en-US" altLang="ko-KR" sz="800">
                <a:latin typeface="Arial Narrow"/>
                <a:ea typeface="LG스마트체 Regular"/>
              </a:rPr>
              <a:t>    </a:t>
            </a:r>
            <a:r>
              <a:rPr lang="ko-KR" altLang="en-US" sz="800">
                <a:latin typeface="Arial Narrow"/>
                <a:ea typeface="LG스마트체 Regular"/>
              </a:rPr>
              <a:t>→</a:t>
            </a:r>
            <a:r>
              <a:rPr lang="en-US" altLang="ko-KR" sz="800">
                <a:latin typeface="Arial Narrow"/>
                <a:ea typeface="LG스마트체 Regular"/>
              </a:rPr>
              <a:t> </a:t>
            </a:r>
            <a:r>
              <a:rPr lang="ko-KR" altLang="en-US" sz="800">
                <a:latin typeface="Arial Narrow"/>
                <a:ea typeface="LG스마트체 Regular"/>
              </a:rPr>
              <a:t>위의 </a:t>
            </a:r>
            <a:r>
              <a:rPr lang="en-US" altLang="ko-KR" sz="800">
                <a:latin typeface="Arial Narrow"/>
                <a:ea typeface="LG스마트체 Regular"/>
              </a:rPr>
              <a:t>3</a:t>
            </a:r>
            <a:r>
              <a:rPr lang="ko-KR" altLang="en-US" sz="800">
                <a:latin typeface="Arial Narrow"/>
                <a:ea typeface="LG스마트체 Regular"/>
              </a:rPr>
              <a:t>개 그래프는 모두 동일한 값으로 측정되고</a:t>
            </a:r>
            <a:r>
              <a:rPr lang="en-US" altLang="ko-KR" sz="800">
                <a:latin typeface="Arial Narrow"/>
                <a:ea typeface="LG스마트체 Regular"/>
              </a:rPr>
              <a:t>, </a:t>
            </a:r>
            <a:r>
              <a:rPr lang="ko-KR" altLang="en-US" sz="800">
                <a:latin typeface="Arial Narrow"/>
                <a:ea typeface="LG스마트체 Regular"/>
              </a:rPr>
              <a:t>동일한 트렌드를 가지고 </a:t>
            </a:r>
            <a:r>
              <a:rPr lang="ko-KR" altLang="en-US" sz="800" err="1">
                <a:latin typeface="Arial Narrow"/>
                <a:ea typeface="LG스마트체 Regular"/>
              </a:rPr>
              <a:t>있어야하나</a:t>
            </a:r>
            <a:r>
              <a:rPr lang="en-US" altLang="ko-KR" sz="800">
                <a:latin typeface="Arial Narrow"/>
                <a:ea typeface="LG스마트체 Regular"/>
              </a:rPr>
              <a:t>,</a:t>
            </a:r>
            <a:r>
              <a:rPr lang="ko-KR" altLang="en-US" sz="800">
                <a:latin typeface="Arial Narrow"/>
                <a:ea typeface="LG스마트체 Regular"/>
              </a:rPr>
              <a:t> </a:t>
            </a:r>
            <a:r>
              <a:rPr lang="en-US" altLang="ko-KR" sz="800">
                <a:latin typeface="Arial Narrow"/>
                <a:ea typeface="LG스마트체 Regular"/>
              </a:rPr>
              <a:t>Notching</a:t>
            </a:r>
            <a:r>
              <a:rPr lang="ko-KR" altLang="en-US" sz="800">
                <a:latin typeface="Arial Narrow"/>
                <a:ea typeface="LG스마트체 Regular"/>
              </a:rPr>
              <a:t> 비전 데이터는 </a:t>
            </a:r>
            <a:r>
              <a:rPr lang="ko-KR" altLang="en-US" sz="800" err="1">
                <a:latin typeface="Arial Narrow"/>
                <a:ea typeface="LG스마트체 Regular"/>
              </a:rPr>
              <a:t>타겟값에</a:t>
            </a:r>
            <a:r>
              <a:rPr lang="ko-KR" altLang="en-US" sz="800">
                <a:latin typeface="Arial Narrow"/>
                <a:ea typeface="LG스마트체 Regular"/>
              </a:rPr>
              <a:t> </a:t>
            </a:r>
            <a:endParaRPr lang="en-US" altLang="ko-KR" sz="800">
              <a:latin typeface="Arial Narrow"/>
              <a:ea typeface="LG스마트체 Regular"/>
            </a:endParaRPr>
          </a:p>
          <a:p>
            <a:r>
              <a:rPr lang="en-US" altLang="ko-KR" sz="800">
                <a:latin typeface="Arial Narrow"/>
                <a:ea typeface="LG스마트체 Regular"/>
              </a:rPr>
              <a:t>          </a:t>
            </a:r>
            <a:r>
              <a:rPr lang="ko-KR" altLang="en-US" sz="800">
                <a:latin typeface="Arial Narrow"/>
                <a:ea typeface="LG스마트체 Regular"/>
              </a:rPr>
              <a:t>일정하게 유지되고 있고</a:t>
            </a:r>
            <a:r>
              <a:rPr lang="en-US" altLang="ko-KR" sz="800">
                <a:latin typeface="Arial Narrow"/>
                <a:ea typeface="LG스마트체 Regular"/>
              </a:rPr>
              <a:t>, E-Cutter</a:t>
            </a:r>
            <a:r>
              <a:rPr lang="ko-KR" altLang="en-US" sz="800">
                <a:latin typeface="Arial Narrow"/>
                <a:ea typeface="LG스마트체 Regular"/>
              </a:rPr>
              <a:t>의 </a:t>
            </a:r>
            <a:r>
              <a:rPr lang="en-US" altLang="ko-KR" sz="800">
                <a:latin typeface="Arial Narrow"/>
                <a:ea typeface="LG스마트체 Regular"/>
              </a:rPr>
              <a:t>Tab</a:t>
            </a:r>
            <a:r>
              <a:rPr lang="ko-KR" altLang="en-US" sz="800">
                <a:latin typeface="Arial Narrow"/>
                <a:ea typeface="LG스마트체 Regular"/>
              </a:rPr>
              <a:t> </a:t>
            </a:r>
            <a:r>
              <a:rPr lang="en-US" altLang="ko-KR" sz="800">
                <a:latin typeface="Arial Narrow"/>
                <a:ea typeface="LG스마트체 Regular"/>
              </a:rPr>
              <a:t>Sensor</a:t>
            </a:r>
            <a:r>
              <a:rPr lang="ko-KR" altLang="en-US" sz="800">
                <a:latin typeface="Arial Narrow"/>
                <a:ea typeface="LG스마트체 Regular"/>
              </a:rPr>
              <a:t>는 </a:t>
            </a:r>
            <a:r>
              <a:rPr lang="en-US" altLang="ko-KR" sz="800">
                <a:latin typeface="Arial Narrow"/>
                <a:ea typeface="LG스마트체 Regular"/>
              </a:rPr>
              <a:t>Target</a:t>
            </a:r>
            <a:r>
              <a:rPr lang="ko-KR" altLang="en-US" sz="800">
                <a:latin typeface="Arial Narrow"/>
                <a:ea typeface="LG스마트체 Regular"/>
              </a:rPr>
              <a:t>값 기준으로 </a:t>
            </a:r>
            <a:r>
              <a:rPr lang="en-US" altLang="ko-KR" sz="800">
                <a:latin typeface="Arial Narrow"/>
                <a:ea typeface="LG스마트체 Regular"/>
              </a:rPr>
              <a:t>0.05~0.1 </a:t>
            </a:r>
            <a:r>
              <a:rPr lang="ko-KR" altLang="en-US" sz="800">
                <a:latin typeface="Arial Narrow"/>
                <a:ea typeface="LG스마트체 Regular"/>
              </a:rPr>
              <a:t>아래로 측정하고 있습니다</a:t>
            </a:r>
            <a:r>
              <a:rPr lang="en-US" altLang="ko-KR" sz="800">
                <a:latin typeface="Arial Narrow"/>
                <a:ea typeface="LG스마트체 Regular"/>
              </a:rPr>
              <a:t>. </a:t>
            </a:r>
            <a:r>
              <a:rPr lang="ko-KR" altLang="en-US" sz="800">
                <a:latin typeface="Arial Narrow"/>
                <a:ea typeface="LG스마트체 Regular"/>
              </a:rPr>
              <a:t>마지막으로 </a:t>
            </a:r>
            <a:r>
              <a:rPr lang="en-US" altLang="ko-KR" sz="800">
                <a:latin typeface="Arial Narrow"/>
                <a:ea typeface="LG스마트체 Regular"/>
              </a:rPr>
              <a:t>E-Cutter</a:t>
            </a:r>
            <a:r>
              <a:rPr lang="ko-KR" altLang="en-US" sz="800">
                <a:latin typeface="Arial Narrow"/>
                <a:ea typeface="LG스마트체 Regular"/>
              </a:rPr>
              <a:t>의 </a:t>
            </a:r>
            <a:endParaRPr lang="en-US" altLang="ko-KR" sz="800">
              <a:latin typeface="Arial Narrow"/>
              <a:ea typeface="LG스마트체 Regular"/>
            </a:endParaRPr>
          </a:p>
          <a:p>
            <a:r>
              <a:rPr lang="en-US" altLang="ko-KR" sz="800">
                <a:latin typeface="Arial Narrow"/>
                <a:ea typeface="LG스마트체 Regular"/>
              </a:rPr>
              <a:t>          </a:t>
            </a:r>
            <a:r>
              <a:rPr lang="ko-KR" altLang="en-US" sz="800">
                <a:latin typeface="Arial Narrow"/>
                <a:ea typeface="LG스마트체 Regular"/>
              </a:rPr>
              <a:t>비전데이터로 복원한 </a:t>
            </a:r>
            <a:r>
              <a:rPr lang="en-US" altLang="ko-KR" sz="800">
                <a:latin typeface="Arial Narrow"/>
                <a:ea typeface="LG스마트체 Regular"/>
              </a:rPr>
              <a:t>Tab Pitch</a:t>
            </a:r>
            <a:r>
              <a:rPr lang="ko-KR" altLang="en-US" sz="800">
                <a:latin typeface="Arial Narrow"/>
                <a:ea typeface="LG스마트체 Regular"/>
              </a:rPr>
              <a:t>는 </a:t>
            </a:r>
            <a:r>
              <a:rPr lang="en-US" altLang="ko-KR" sz="800">
                <a:latin typeface="Arial Narrow"/>
                <a:ea typeface="LG스마트체 Regular"/>
              </a:rPr>
              <a:t>Target</a:t>
            </a:r>
            <a:r>
              <a:rPr lang="ko-KR" altLang="en-US" sz="800">
                <a:latin typeface="Arial Narrow"/>
                <a:ea typeface="LG스마트체 Regular"/>
              </a:rPr>
              <a:t>보다 </a:t>
            </a:r>
            <a:r>
              <a:rPr lang="en-US" altLang="ko-KR" sz="800">
                <a:latin typeface="Arial Narrow"/>
                <a:ea typeface="LG스마트체 Regular"/>
              </a:rPr>
              <a:t>0.05~0.02</a:t>
            </a:r>
            <a:r>
              <a:rPr lang="ko-KR" altLang="en-US" sz="800">
                <a:latin typeface="Arial Narrow"/>
                <a:ea typeface="LG스마트체 Regular"/>
              </a:rPr>
              <a:t>가량 높은 위치에 있으며 하강하고 있는 상태입니다</a:t>
            </a:r>
            <a:r>
              <a:rPr lang="en-US" altLang="ko-KR" sz="800">
                <a:latin typeface="Arial Narrow"/>
                <a:ea typeface="LG스마트체 Regular"/>
              </a:rPr>
              <a:t>.</a:t>
            </a:r>
          </a:p>
          <a:p>
            <a:r>
              <a:rPr lang="en-US" altLang="ko-KR" sz="800">
                <a:latin typeface="Arial Narrow"/>
                <a:ea typeface="LG스마트체 Regular"/>
              </a:rPr>
              <a:t>    </a:t>
            </a:r>
            <a:r>
              <a:rPr lang="ko-KR" altLang="en-US" sz="800">
                <a:latin typeface="Arial Narrow"/>
                <a:ea typeface="LG스마트체 Regular"/>
              </a:rPr>
              <a:t>→</a:t>
            </a:r>
            <a:r>
              <a:rPr lang="en-US" altLang="ko-KR" sz="800">
                <a:latin typeface="Arial Narrow"/>
                <a:ea typeface="LG스마트체 Regular"/>
              </a:rPr>
              <a:t> </a:t>
            </a:r>
            <a:r>
              <a:rPr lang="ko-KR" altLang="en-US" sz="800">
                <a:latin typeface="Arial Narrow"/>
                <a:ea typeface="LG스마트체 Regular"/>
              </a:rPr>
              <a:t>현재 설비</a:t>
            </a:r>
            <a:r>
              <a:rPr lang="en-US" altLang="ko-KR" sz="800">
                <a:latin typeface="Arial Narrow"/>
                <a:ea typeface="LG스마트체 Regular"/>
              </a:rPr>
              <a:t> </a:t>
            </a:r>
            <a:r>
              <a:rPr lang="ko-KR" altLang="en-US" sz="800">
                <a:latin typeface="Arial Narrow"/>
                <a:ea typeface="LG스마트체 Regular"/>
              </a:rPr>
              <a:t>업체의 전극 폭 보정은 </a:t>
            </a:r>
            <a:r>
              <a:rPr lang="en-US" altLang="ko-KR" sz="800">
                <a:latin typeface="Arial Narrow"/>
                <a:ea typeface="LG스마트체 Regular"/>
              </a:rPr>
              <a:t>E-Cutter</a:t>
            </a:r>
            <a:r>
              <a:rPr lang="ko-KR" altLang="en-US" sz="800">
                <a:latin typeface="Arial Narrow"/>
                <a:ea typeface="LG스마트체 Regular"/>
              </a:rPr>
              <a:t>의 </a:t>
            </a:r>
            <a:r>
              <a:rPr lang="en-US" altLang="ko-KR" sz="800">
                <a:latin typeface="Arial Narrow"/>
                <a:ea typeface="LG스마트체 Regular"/>
              </a:rPr>
              <a:t>Tab Sensor</a:t>
            </a:r>
            <a:r>
              <a:rPr lang="ko-KR" altLang="en-US" sz="800">
                <a:latin typeface="Arial Narrow"/>
                <a:ea typeface="LG스마트체 Regular"/>
              </a:rPr>
              <a:t>로 측정한 </a:t>
            </a:r>
            <a:r>
              <a:rPr lang="en-US" altLang="ko-KR" sz="800">
                <a:latin typeface="Arial Narrow"/>
                <a:ea typeface="LG스마트체 Regular"/>
              </a:rPr>
              <a:t>Tab Pitch</a:t>
            </a:r>
            <a:r>
              <a:rPr lang="ko-KR" altLang="en-US" sz="800">
                <a:latin typeface="Arial Narrow"/>
                <a:ea typeface="LG스마트체 Regular"/>
              </a:rPr>
              <a:t>를 이용해 보정하고 있으며</a:t>
            </a:r>
            <a:r>
              <a:rPr lang="en-US" altLang="ko-KR" sz="800">
                <a:latin typeface="Arial Narrow"/>
                <a:ea typeface="LG스마트체 Regular"/>
              </a:rPr>
              <a:t>, </a:t>
            </a:r>
            <a:r>
              <a:rPr lang="ko-KR" altLang="en-US" sz="800">
                <a:latin typeface="Arial Narrow"/>
                <a:ea typeface="LG스마트체 Regular"/>
              </a:rPr>
              <a:t>이로 인해 </a:t>
            </a:r>
            <a:r>
              <a:rPr lang="en-US" altLang="ko-KR" sz="800">
                <a:latin typeface="Arial Narrow"/>
                <a:ea typeface="LG스마트체 Regular"/>
              </a:rPr>
              <a:t>Target </a:t>
            </a:r>
            <a:r>
              <a:rPr lang="ko-KR" altLang="en-US" sz="800">
                <a:latin typeface="Arial Narrow"/>
                <a:ea typeface="LG스마트체 Regular"/>
              </a:rPr>
              <a:t>밑에 </a:t>
            </a:r>
            <a:endParaRPr lang="en-US" altLang="ko-KR" sz="800">
              <a:latin typeface="Arial Narrow"/>
              <a:ea typeface="LG스마트체 Regular"/>
            </a:endParaRPr>
          </a:p>
          <a:p>
            <a:r>
              <a:rPr lang="en-US" altLang="ko-KR" sz="800">
                <a:latin typeface="Arial Narrow"/>
                <a:ea typeface="LG스마트체 Regular"/>
              </a:rPr>
              <a:t>          </a:t>
            </a:r>
            <a:r>
              <a:rPr lang="ko-KR" altLang="en-US" sz="800">
                <a:latin typeface="Arial Narrow"/>
                <a:ea typeface="LG스마트체 Regular"/>
              </a:rPr>
              <a:t>있는 데이터를 기준으로 보정하고 있어</a:t>
            </a:r>
            <a:r>
              <a:rPr lang="en-US" altLang="ko-KR" sz="800">
                <a:latin typeface="Arial Narrow"/>
                <a:ea typeface="LG스마트체 Regular"/>
              </a:rPr>
              <a:t>, </a:t>
            </a:r>
            <a:r>
              <a:rPr lang="ko-KR" altLang="en-US" sz="800">
                <a:latin typeface="Arial Narrow"/>
                <a:ea typeface="LG스마트체 Regular"/>
              </a:rPr>
              <a:t>자동보정 로직과 충돌이 있을 것으로 예상됩니다</a:t>
            </a:r>
            <a:r>
              <a:rPr lang="en-US" altLang="ko-KR" sz="800">
                <a:latin typeface="Arial Narrow"/>
                <a:ea typeface="LG스마트체 Regular"/>
              </a:rPr>
              <a:t>.</a:t>
            </a:r>
            <a:br>
              <a:rPr lang="en-US" altLang="ko-KR" sz="800">
                <a:latin typeface="Arial Narrow"/>
                <a:ea typeface="LG스마트체 Regular"/>
              </a:rPr>
            </a:br>
            <a:r>
              <a:rPr lang="en-US" altLang="ko-KR" sz="800">
                <a:latin typeface="Arial Narrow"/>
                <a:ea typeface="LG스마트체 Regular"/>
              </a:rPr>
              <a:t>    </a:t>
            </a:r>
          </a:p>
          <a:p>
            <a:r>
              <a:rPr lang="en-US" altLang="ko-KR" sz="800">
                <a:latin typeface="Arial Narrow"/>
                <a:ea typeface="LG스마트체 Regular"/>
              </a:rPr>
              <a:t>     </a:t>
            </a:r>
            <a:r>
              <a:rPr lang="ko-KR" altLang="en-US" sz="800">
                <a:latin typeface="Arial Narrow"/>
                <a:ea typeface="LG스마트체 Regular"/>
              </a:rPr>
              <a:t>→ 전극 폭 불량이</a:t>
            </a:r>
            <a:r>
              <a:rPr lang="en-US" altLang="ko-KR" sz="800">
                <a:latin typeface="Arial Narrow"/>
                <a:ea typeface="LG스마트체 Regular"/>
              </a:rPr>
              <a:t> </a:t>
            </a:r>
            <a:r>
              <a:rPr lang="ko-KR" altLang="en-US" sz="800">
                <a:latin typeface="Arial Narrow"/>
                <a:ea typeface="LG스마트체 Regular"/>
              </a:rPr>
              <a:t>문제가 되는 설비인 </a:t>
            </a:r>
            <a:r>
              <a:rPr lang="en-US" altLang="ko-KR" sz="800">
                <a:latin typeface="Arial Narrow"/>
                <a:ea typeface="LG스마트체 Regular"/>
              </a:rPr>
              <a:t>1-B(-)</a:t>
            </a:r>
            <a:r>
              <a:rPr lang="ko-KR" altLang="en-US" sz="800">
                <a:latin typeface="Arial Narrow"/>
                <a:ea typeface="LG스마트체 Regular"/>
              </a:rPr>
              <a:t> 호기와 정상인 </a:t>
            </a:r>
            <a:r>
              <a:rPr lang="en-US" altLang="ko-KR" sz="800">
                <a:latin typeface="Arial Narrow"/>
                <a:ea typeface="LG스마트체 Regular"/>
              </a:rPr>
              <a:t>1-C(-)</a:t>
            </a:r>
            <a:r>
              <a:rPr lang="ko-KR" altLang="en-US" sz="800">
                <a:latin typeface="Arial Narrow"/>
                <a:ea typeface="LG스마트체 Regular"/>
              </a:rPr>
              <a:t>호기를 비교하였습니다</a:t>
            </a:r>
            <a:r>
              <a:rPr lang="en-US" altLang="ko-KR" sz="800">
                <a:latin typeface="Arial Narrow"/>
                <a:ea typeface="LG스마트체 Regular"/>
              </a:rPr>
              <a:t>. (11</a:t>
            </a:r>
            <a:r>
              <a:rPr lang="ko-KR" altLang="en-US" sz="800">
                <a:latin typeface="Arial Narrow"/>
                <a:ea typeface="LG스마트체 Regular"/>
              </a:rPr>
              <a:t>월 </a:t>
            </a:r>
            <a:r>
              <a:rPr lang="en-US" altLang="ko-KR" sz="800">
                <a:latin typeface="Arial Narrow"/>
                <a:ea typeface="LG스마트체 Regular"/>
              </a:rPr>
              <a:t>3</a:t>
            </a:r>
            <a:r>
              <a:rPr lang="ko-KR" altLang="en-US" sz="800">
                <a:latin typeface="Arial Narrow"/>
                <a:ea typeface="LG스마트체 Regular"/>
              </a:rPr>
              <a:t>일</a:t>
            </a:r>
            <a:r>
              <a:rPr lang="en-US" altLang="ko-KR" sz="800">
                <a:latin typeface="Arial Narrow"/>
                <a:ea typeface="LG스마트체 Regular"/>
              </a:rPr>
              <a:t>~5</a:t>
            </a:r>
            <a:r>
              <a:rPr lang="ko-KR" altLang="en-US" sz="800">
                <a:latin typeface="Arial Narrow"/>
                <a:ea typeface="LG스마트체 Regular"/>
              </a:rPr>
              <a:t>일</a:t>
            </a:r>
            <a:r>
              <a:rPr lang="en-US" altLang="ko-KR" sz="800">
                <a:latin typeface="Arial Narrow"/>
                <a:ea typeface="LG스마트체 Regular"/>
              </a:rPr>
              <a:t>)</a:t>
            </a:r>
          </a:p>
          <a:p>
            <a:r>
              <a:rPr lang="en-US" altLang="ko-KR" sz="800">
                <a:latin typeface="Arial Narrow"/>
                <a:ea typeface="LG스마트체 Regular"/>
              </a:rPr>
              <a:t>          - </a:t>
            </a:r>
            <a:r>
              <a:rPr lang="ko-KR" altLang="en-US" sz="800" spc="-30">
                <a:latin typeface="Arial Narrow"/>
                <a:ea typeface="LG스마트체 Regular"/>
              </a:rPr>
              <a:t>문제가 되는 항목은 </a:t>
            </a:r>
            <a:r>
              <a:rPr lang="en-US" altLang="ko-KR" sz="800" spc="-30">
                <a:latin typeface="Arial Narrow"/>
                <a:ea typeface="LG스마트체 Regular"/>
              </a:rPr>
              <a:t>Tab Side(Left, Right) </a:t>
            </a:r>
            <a:r>
              <a:rPr lang="ko-KR" altLang="en-US" sz="800" spc="-30">
                <a:latin typeface="Arial Narrow"/>
                <a:ea typeface="LG스마트체 Regular"/>
              </a:rPr>
              <a:t>항목이었으며</a:t>
            </a:r>
            <a:r>
              <a:rPr lang="en-US" altLang="ko-KR" sz="800" spc="-30">
                <a:latin typeface="Arial Narrow"/>
                <a:ea typeface="LG스마트체 Regular"/>
              </a:rPr>
              <a:t>, 1-B(-)</a:t>
            </a:r>
            <a:r>
              <a:rPr lang="ko-KR" altLang="en-US" sz="800" spc="-30">
                <a:latin typeface="Arial Narrow"/>
                <a:ea typeface="LG스마트체 Regular"/>
              </a:rPr>
              <a:t>호기의 차이는 약 </a:t>
            </a:r>
            <a:r>
              <a:rPr lang="en-US" altLang="ko-KR" sz="800" spc="-30">
                <a:latin typeface="Arial Narrow"/>
                <a:ea typeface="LG스마트체 Regular"/>
              </a:rPr>
              <a:t>0.32</a:t>
            </a:r>
            <a:r>
              <a:rPr lang="ko-KR" altLang="en-US" sz="800" spc="-30">
                <a:latin typeface="Arial Narrow"/>
                <a:ea typeface="LG스마트체 Regular"/>
              </a:rPr>
              <a:t>정도의 오차가 있었고</a:t>
            </a:r>
            <a:r>
              <a:rPr lang="en-US" altLang="ko-KR" sz="800" spc="-30">
                <a:latin typeface="Arial Narrow"/>
                <a:ea typeface="LG스마트체 Regular"/>
              </a:rPr>
              <a:t>, 1-C(-)</a:t>
            </a:r>
            <a:r>
              <a:rPr lang="ko-KR" altLang="en-US" sz="800" spc="-30">
                <a:latin typeface="Arial Narrow"/>
                <a:ea typeface="LG스마트체 Regular"/>
              </a:rPr>
              <a:t>호기는 </a:t>
            </a:r>
            <a:r>
              <a:rPr lang="en-US" altLang="ko-KR" sz="800" spc="-30">
                <a:latin typeface="Arial Narrow"/>
                <a:ea typeface="LG스마트체 Regular"/>
              </a:rPr>
              <a:t>0.18</a:t>
            </a:r>
            <a:r>
              <a:rPr lang="ko-KR" altLang="en-US" sz="800" spc="-30">
                <a:latin typeface="Arial Narrow"/>
                <a:ea typeface="LG스마트체 Regular"/>
              </a:rPr>
              <a:t>가량의 오차가 있었습니다</a:t>
            </a:r>
            <a:r>
              <a:rPr lang="en-US" altLang="ko-KR" sz="800" spc="-30">
                <a:latin typeface="Arial Narrow"/>
                <a:ea typeface="LG스마트체 Regular"/>
              </a:rPr>
              <a:t>. </a:t>
            </a:r>
          </a:p>
          <a:p>
            <a:r>
              <a:rPr lang="en-US" altLang="ko-KR" sz="800">
                <a:latin typeface="Arial Narrow"/>
                <a:ea typeface="LG스마트체 Regular"/>
              </a:rPr>
              <a:t>             </a:t>
            </a:r>
            <a:r>
              <a:rPr lang="ko-KR" altLang="en-US" sz="800">
                <a:latin typeface="Arial Narrow"/>
                <a:ea typeface="LG스마트체 Regular"/>
              </a:rPr>
              <a:t>▶ 문제가 있는 호기는 </a:t>
            </a:r>
            <a:r>
              <a:rPr lang="en-US" altLang="ko-KR" sz="800">
                <a:latin typeface="Arial Narrow"/>
                <a:ea typeface="LG스마트체 Regular"/>
              </a:rPr>
              <a:t>Tab Side Left</a:t>
            </a:r>
            <a:r>
              <a:rPr lang="ko-KR" altLang="en-US" sz="800">
                <a:latin typeface="Arial Narrow"/>
                <a:ea typeface="LG스마트체 Regular"/>
              </a:rPr>
              <a:t>의 경우는 </a:t>
            </a:r>
            <a:r>
              <a:rPr lang="en-US" altLang="ko-KR" sz="800">
                <a:latin typeface="Arial Narrow"/>
                <a:ea typeface="LG스마트체 Regular"/>
              </a:rPr>
              <a:t>0.32</a:t>
            </a:r>
            <a:r>
              <a:rPr lang="ko-KR" altLang="en-US" sz="800">
                <a:latin typeface="Arial Narrow"/>
                <a:ea typeface="LG스마트체 Regular"/>
              </a:rPr>
              <a:t>정도</a:t>
            </a:r>
            <a:r>
              <a:rPr lang="en-US" altLang="ko-KR" sz="800">
                <a:latin typeface="Arial Narrow"/>
                <a:ea typeface="LG스마트체 Regular"/>
              </a:rPr>
              <a:t> </a:t>
            </a:r>
            <a:r>
              <a:rPr lang="ko-KR" altLang="en-US" sz="800">
                <a:latin typeface="Arial Narrow"/>
                <a:ea typeface="LG스마트체 Regular"/>
              </a:rPr>
              <a:t>길게 측정</a:t>
            </a:r>
            <a:r>
              <a:rPr lang="en-US" altLang="ko-KR" sz="800">
                <a:latin typeface="Arial Narrow"/>
                <a:ea typeface="LG스마트체 Regular"/>
              </a:rPr>
              <a:t>, Tab Side Right</a:t>
            </a:r>
            <a:r>
              <a:rPr lang="ko-KR" altLang="en-US" sz="800">
                <a:latin typeface="Arial Narrow"/>
                <a:ea typeface="LG스마트체 Regular"/>
              </a:rPr>
              <a:t>은 </a:t>
            </a:r>
            <a:r>
              <a:rPr lang="en-US" altLang="ko-KR" sz="800">
                <a:latin typeface="Arial Narrow"/>
                <a:ea typeface="LG스마트체 Regular"/>
              </a:rPr>
              <a:t>0.31</a:t>
            </a:r>
            <a:r>
              <a:rPr lang="ko-KR" altLang="en-US" sz="800">
                <a:latin typeface="Arial Narrow"/>
                <a:ea typeface="LG스마트체 Regular"/>
              </a:rPr>
              <a:t>정도 짧게 측정되고 있었습니다</a:t>
            </a:r>
            <a:r>
              <a:rPr lang="en-US" altLang="ko-KR" sz="800">
                <a:latin typeface="Arial Narrow"/>
                <a:ea typeface="LG스마트체 Regular"/>
              </a:rPr>
              <a:t>. </a:t>
            </a:r>
            <a:r>
              <a:rPr lang="ko-KR" altLang="en-US" sz="800">
                <a:latin typeface="Arial Narrow"/>
                <a:ea typeface="LG스마트체 Regular"/>
              </a:rPr>
              <a:t>그리고 전극 폭은</a:t>
            </a:r>
            <a:endParaRPr lang="en-US" altLang="ko-KR" sz="800">
              <a:latin typeface="Arial Narrow"/>
              <a:ea typeface="LG스마트체 Regular"/>
            </a:endParaRPr>
          </a:p>
          <a:p>
            <a:r>
              <a:rPr lang="en-US" altLang="ko-KR" sz="800">
                <a:latin typeface="Arial Narrow"/>
                <a:ea typeface="LG스마트체 Regular"/>
              </a:rPr>
              <a:t>                   0.07</a:t>
            </a:r>
            <a:r>
              <a:rPr lang="ko-KR" altLang="en-US" sz="800">
                <a:latin typeface="Arial Narrow"/>
                <a:ea typeface="LG스마트체 Regular"/>
              </a:rPr>
              <a:t>로 상대적으로 오차가 없는 상태였습니다</a:t>
            </a:r>
            <a:r>
              <a:rPr lang="en-US" altLang="ko-KR" sz="800">
                <a:latin typeface="Arial Narrow"/>
                <a:ea typeface="LG스마트체 Regular"/>
              </a:rPr>
              <a:t>. </a:t>
            </a:r>
          </a:p>
          <a:p>
            <a:r>
              <a:rPr lang="en-US" altLang="ko-KR" sz="800">
                <a:latin typeface="Arial Narrow"/>
                <a:ea typeface="LG스마트체 Regular"/>
              </a:rPr>
              <a:t>             </a:t>
            </a:r>
            <a:r>
              <a:rPr lang="ko-KR" altLang="en-US" sz="800">
                <a:latin typeface="Arial Narrow"/>
                <a:ea typeface="LG스마트체 Regular"/>
              </a:rPr>
              <a:t>▶ 자동보정 프로그램은 </a:t>
            </a:r>
            <a:r>
              <a:rPr lang="en-US" altLang="ko-KR" sz="800">
                <a:latin typeface="Arial Narrow"/>
                <a:ea typeface="LG스마트체 Regular"/>
              </a:rPr>
              <a:t>Tab Side Left</a:t>
            </a:r>
            <a:r>
              <a:rPr lang="ko-KR" altLang="en-US" sz="800">
                <a:latin typeface="Arial Narrow"/>
                <a:ea typeface="LG스마트체 Regular"/>
              </a:rPr>
              <a:t>만을 보고 자동보정을 하고 있기 때문에</a:t>
            </a:r>
            <a:r>
              <a:rPr lang="en-US" altLang="ko-KR" sz="800">
                <a:latin typeface="Arial Narrow"/>
                <a:ea typeface="LG스마트체 Regular"/>
              </a:rPr>
              <a:t>, </a:t>
            </a:r>
            <a:r>
              <a:rPr lang="ko-KR" altLang="en-US" sz="800">
                <a:latin typeface="Arial Narrow"/>
                <a:ea typeface="LG스마트체 Regular"/>
              </a:rPr>
              <a:t>잘못된 데이터로 보정을 하면서 전극 폭 불량의 원인이 되는 </a:t>
            </a:r>
            <a:endParaRPr lang="en-US" altLang="ko-KR" sz="800">
              <a:latin typeface="Arial Narrow"/>
              <a:ea typeface="LG스마트체 Regular"/>
            </a:endParaRPr>
          </a:p>
          <a:p>
            <a:r>
              <a:rPr lang="en-US" altLang="ko-KR" sz="800">
                <a:latin typeface="Arial Narrow"/>
                <a:ea typeface="LG스마트체 Regular"/>
              </a:rPr>
              <a:t>                  </a:t>
            </a:r>
            <a:r>
              <a:rPr lang="ko-KR" altLang="en-US" sz="800">
                <a:latin typeface="Arial Narrow"/>
                <a:ea typeface="LG스마트체 Regular"/>
              </a:rPr>
              <a:t>것으로 확인되고 있습니다</a:t>
            </a:r>
            <a:r>
              <a:rPr lang="en-US" altLang="ko-KR" sz="800">
                <a:latin typeface="Arial Narrow"/>
                <a:ea typeface="LG스마트체 Regular"/>
              </a:rPr>
              <a:t>. </a:t>
            </a:r>
          </a:p>
          <a:p>
            <a:r>
              <a:rPr lang="en-US" altLang="ko-KR" sz="800">
                <a:latin typeface="Arial Narrow"/>
                <a:ea typeface="LG스마트체 Regular"/>
              </a:rPr>
              <a:t>      </a:t>
            </a:r>
            <a:r>
              <a:rPr lang="ko-KR" altLang="en-US" sz="800">
                <a:latin typeface="Arial Narrow"/>
                <a:ea typeface="LG스마트체 Regular"/>
              </a:rPr>
              <a:t>→ 위 문제의 원인 규명을 위해 공정기술 팀을 통해 법인에 검사기 점검을 요청할 예정이며</a:t>
            </a:r>
            <a:r>
              <a:rPr lang="en-US" altLang="ko-KR" sz="800">
                <a:latin typeface="Arial Narrow"/>
                <a:ea typeface="LG스마트체 Regular"/>
              </a:rPr>
              <a:t>(11</a:t>
            </a:r>
            <a:r>
              <a:rPr lang="ko-KR" altLang="en-US" sz="800">
                <a:latin typeface="Arial Narrow"/>
                <a:ea typeface="LG스마트체 Regular"/>
              </a:rPr>
              <a:t>월 </a:t>
            </a:r>
            <a:r>
              <a:rPr lang="en-US" altLang="ko-KR" sz="800">
                <a:latin typeface="Arial Narrow"/>
                <a:ea typeface="LG스마트체 Regular"/>
              </a:rPr>
              <a:t>5</a:t>
            </a:r>
            <a:r>
              <a:rPr lang="ko-KR" altLang="en-US" sz="800">
                <a:latin typeface="Arial Narrow"/>
                <a:ea typeface="LG스마트체 Regular"/>
              </a:rPr>
              <a:t>일</a:t>
            </a:r>
            <a:r>
              <a:rPr lang="en-US" altLang="ko-KR" sz="800">
                <a:latin typeface="Arial Narrow"/>
                <a:ea typeface="LG스마트체 Regular"/>
              </a:rPr>
              <a:t>), </a:t>
            </a:r>
            <a:r>
              <a:rPr lang="ko-KR" altLang="en-US" sz="800">
                <a:latin typeface="Arial Narrow"/>
                <a:ea typeface="LG스마트체 Regular"/>
              </a:rPr>
              <a:t>검사기 측정이 정상화되었을 때 다시 </a:t>
            </a:r>
            <a:endParaRPr lang="en-US" altLang="ko-KR" sz="800">
              <a:latin typeface="Arial Narrow"/>
              <a:ea typeface="LG스마트체 Regular"/>
            </a:endParaRPr>
          </a:p>
          <a:p>
            <a:r>
              <a:rPr lang="en-US" altLang="ko-KR" sz="800">
                <a:latin typeface="Arial Narrow"/>
                <a:ea typeface="LG스마트체 Regular"/>
              </a:rPr>
              <a:t>            </a:t>
            </a:r>
            <a:r>
              <a:rPr lang="ko-KR" altLang="en-US" sz="800">
                <a:latin typeface="Arial Narrow"/>
                <a:ea typeface="LG스마트체 Regular"/>
              </a:rPr>
              <a:t>자동보정 프로그램 테스트를 진행할 예정입니다</a:t>
            </a:r>
            <a:r>
              <a:rPr lang="en-US" altLang="ko-KR" sz="800">
                <a:latin typeface="Arial Narrow"/>
                <a:ea typeface="LG스마트체 Regular"/>
              </a:rPr>
              <a:t>.</a:t>
            </a:r>
          </a:p>
          <a:p>
            <a:r>
              <a:rPr lang="en-US" altLang="ko-KR" sz="800">
                <a:latin typeface="Arial Narrow"/>
                <a:ea typeface="LG스마트체 Regular"/>
              </a:rPr>
              <a:t>            - </a:t>
            </a:r>
            <a:r>
              <a:rPr lang="ko-KR" altLang="en-US" sz="800">
                <a:latin typeface="Arial Narrow"/>
                <a:ea typeface="LG스마트체 Regular"/>
              </a:rPr>
              <a:t>법인에 검사기 조정하는 시기는 추후 공유 받기로 하였습니다</a:t>
            </a:r>
            <a:r>
              <a:rPr lang="en-US" altLang="ko-KR" sz="800">
                <a:latin typeface="Arial Narrow"/>
                <a:ea typeface="LG스마트체 Regular"/>
              </a:rPr>
              <a:t>. </a:t>
            </a:r>
            <a:r>
              <a:rPr lang="ko-KR" altLang="en-US" sz="800">
                <a:latin typeface="Arial Narrow"/>
                <a:ea typeface="LG스마트체 Regular"/>
              </a:rPr>
              <a:t>검사기 조정이 완료된 이후 자동보정 프로그램 테스트를 할 예정입니다</a:t>
            </a:r>
            <a:r>
              <a:rPr lang="en-US" altLang="ko-KR" sz="800">
                <a:latin typeface="Arial Narrow"/>
                <a:ea typeface="LG스마트체 Regular"/>
              </a:rPr>
              <a:t>.</a:t>
            </a:r>
          </a:p>
          <a:p>
            <a:r>
              <a:rPr lang="en-US" altLang="ko-KR" sz="800">
                <a:latin typeface="Arial Narrow"/>
                <a:ea typeface="LG스마트체 Regular"/>
              </a:rPr>
              <a:t>            - </a:t>
            </a:r>
            <a:r>
              <a:rPr lang="ko-KR" altLang="en-US" sz="800">
                <a:latin typeface="Arial Narrow"/>
                <a:ea typeface="LG스마트체 Regular"/>
              </a:rPr>
              <a:t>법인의 검사기술팀에서 조정 완료</a:t>
            </a:r>
            <a:r>
              <a:rPr lang="en-US" altLang="ko-KR" sz="800">
                <a:latin typeface="Arial Narrow"/>
                <a:ea typeface="LG스마트체 Regular"/>
              </a:rPr>
              <a:t>(11/12)</a:t>
            </a:r>
            <a:r>
              <a:rPr lang="ko-KR" altLang="en-US" sz="800">
                <a:latin typeface="Arial Narrow"/>
                <a:ea typeface="LG스마트체 Regular"/>
              </a:rPr>
              <a:t>하였습니다. 조정 후 자동보정 테스트</a:t>
            </a:r>
            <a:r>
              <a:rPr lang="en-US" altLang="ko-KR" sz="800">
                <a:latin typeface="Arial Narrow"/>
                <a:ea typeface="LG스마트체 Regular"/>
              </a:rPr>
              <a:t>(11/17~18)</a:t>
            </a:r>
            <a:r>
              <a:rPr lang="ko-KR" altLang="en-US" sz="800">
                <a:latin typeface="Arial Narrow"/>
                <a:ea typeface="LG스마트체 Regular"/>
              </a:rPr>
              <a:t>하여 효과 분석 진행 예정입니다 </a:t>
            </a:r>
            <a:r>
              <a:rPr lang="en-US" altLang="ko-KR" sz="800">
                <a:latin typeface="Arial Narrow"/>
                <a:ea typeface="LG스마트체 Regular"/>
              </a:rPr>
              <a:t>(~11/20)</a:t>
            </a:r>
            <a:endParaRPr lang="ko-KR" altLang="en-US" sz="800">
              <a:latin typeface="Arial Narrow"/>
              <a:ea typeface="LG스마트체 Regular"/>
            </a:endParaRPr>
          </a:p>
          <a:p>
            <a:r>
              <a:rPr lang="ko-KR" altLang="en-US" sz="800">
                <a:latin typeface="Arial Narrow"/>
                <a:ea typeface="LG스마트체 Regular"/>
              </a:rPr>
              <a:t>               </a:t>
            </a:r>
            <a:r>
              <a:rPr lang="en-US" altLang="ko-KR" sz="800">
                <a:latin typeface="Arial Narrow"/>
                <a:ea typeface="LG스마트체 Regular"/>
              </a:rPr>
              <a:t>※</a:t>
            </a:r>
            <a:r>
              <a:rPr lang="ko-KR" altLang="en-US" sz="800">
                <a:latin typeface="Arial Narrow"/>
                <a:ea typeface="LG스마트체 Regular"/>
              </a:rPr>
              <a:t> </a:t>
            </a:r>
            <a:r>
              <a:rPr lang="ko-KR" altLang="en-US" sz="800" err="1">
                <a:latin typeface="Arial Narrow"/>
                <a:ea typeface="LG스마트체 Regular"/>
              </a:rPr>
              <a:t>Gain이</a:t>
            </a:r>
            <a:r>
              <a:rPr lang="ko-KR" altLang="en-US" sz="800">
                <a:latin typeface="Arial Narrow"/>
                <a:ea typeface="LG스마트체 Regular"/>
              </a:rPr>
              <a:t> 0.1로 작고, </a:t>
            </a:r>
            <a:r>
              <a:rPr lang="ko-KR" altLang="en-US" sz="800" err="1">
                <a:latin typeface="Arial Narrow"/>
                <a:ea typeface="LG스마트체 Regular"/>
              </a:rPr>
              <a:t>Cycle이</a:t>
            </a:r>
            <a:r>
              <a:rPr lang="ko-KR" altLang="en-US" sz="800">
                <a:latin typeface="Arial Narrow"/>
                <a:ea typeface="LG스마트체 Regular"/>
              </a:rPr>
              <a:t> (정지 8회 </a:t>
            </a:r>
            <a:r>
              <a:rPr lang="en-US" altLang="ko-KR" sz="800">
                <a:latin typeface="Arial Narrow"/>
                <a:ea typeface="LG스마트체 Regular"/>
              </a:rPr>
              <a:t>–</a:t>
            </a:r>
            <a:r>
              <a:rPr lang="ko-KR" altLang="en-US" sz="800">
                <a:latin typeface="Arial Narrow"/>
                <a:ea typeface="LG스마트체 Regular"/>
              </a:rPr>
              <a:t> 재료교체 제외 )로 긴 상태로 자동보정 정상 동작 검증을 위하여 장시간의 가동 기간이 필요함</a:t>
            </a:r>
            <a:r>
              <a:rPr lang="en-US" altLang="ko-KR" sz="800">
                <a:latin typeface="Arial Narrow"/>
                <a:ea typeface="LG스마트체 Regular"/>
              </a:rPr>
              <a:t>.</a:t>
            </a:r>
          </a:p>
          <a:p>
            <a:r>
              <a:rPr lang="en-US" altLang="ko-KR" sz="800">
                <a:latin typeface="Arial Narrow"/>
                <a:ea typeface="LG스마트체 Regular"/>
              </a:rPr>
              <a:t>            - </a:t>
            </a:r>
            <a:r>
              <a:rPr lang="ko-KR" altLang="en-US" sz="800">
                <a:latin typeface="Arial Narrow"/>
                <a:ea typeface="LG스마트체 Regular"/>
              </a:rPr>
              <a:t>현재 </a:t>
            </a:r>
            <a:r>
              <a:rPr lang="en-US" altLang="ko-KR" sz="800">
                <a:latin typeface="Arial Narrow"/>
                <a:ea typeface="LG스마트체 Regular"/>
              </a:rPr>
              <a:t>1-B(</a:t>
            </a:r>
            <a:r>
              <a:rPr lang="ko-KR" altLang="en-US" sz="800">
                <a:latin typeface="Arial Narrow"/>
                <a:ea typeface="LG스마트체 Regular"/>
              </a:rPr>
              <a:t>음극</a:t>
            </a:r>
            <a:r>
              <a:rPr lang="en-US" altLang="ko-KR" sz="800">
                <a:latin typeface="Arial Narrow"/>
                <a:ea typeface="LG스마트체 Regular"/>
              </a:rPr>
              <a:t>)</a:t>
            </a:r>
            <a:r>
              <a:rPr lang="ko-KR" altLang="en-US" sz="800">
                <a:latin typeface="Arial Narrow"/>
                <a:ea typeface="LG스마트체 Regular"/>
              </a:rPr>
              <a:t>의 검사기 점검 이후 가</a:t>
            </a:r>
            <a:r>
              <a:rPr lang="en-US" altLang="ko-KR" sz="800">
                <a:latin typeface="Arial Narrow"/>
                <a:ea typeface="LG스마트체 Regular"/>
              </a:rPr>
              <a:t>/</a:t>
            </a:r>
            <a:r>
              <a:rPr lang="ko-KR" altLang="en-US" sz="800">
                <a:latin typeface="Arial Narrow"/>
                <a:ea typeface="LG스마트체 Regular"/>
              </a:rPr>
              <a:t>감속 자동보정 정상동작 여부 검증 완료하였으며</a:t>
            </a:r>
            <a:r>
              <a:rPr lang="en-US" altLang="ko-KR" sz="800">
                <a:latin typeface="Arial Narrow"/>
                <a:ea typeface="LG스마트체 Regular"/>
              </a:rPr>
              <a:t>, </a:t>
            </a:r>
            <a:r>
              <a:rPr lang="ko-KR" altLang="en-US" sz="800">
                <a:latin typeface="Arial Narrow"/>
                <a:ea typeface="LG스마트체 Regular"/>
              </a:rPr>
              <a:t>법인과 수평전개 일정 논의 중에 있습니다</a:t>
            </a:r>
            <a:r>
              <a:rPr lang="en-US" altLang="ko-KR" sz="800">
                <a:latin typeface="Arial Narrow"/>
                <a:ea typeface="LG스마트체 Regular"/>
              </a:rPr>
              <a:t>.</a:t>
            </a:r>
          </a:p>
          <a:p>
            <a:r>
              <a:rPr lang="en-US" altLang="ko-KR" sz="800">
                <a:latin typeface="Arial Narrow"/>
                <a:ea typeface="LG스마트체 Regular"/>
              </a:rPr>
              <a:t>             </a:t>
            </a:r>
            <a:r>
              <a:rPr lang="ko-KR" altLang="en-US" sz="800">
                <a:latin typeface="Arial Narrow"/>
                <a:ea typeface="LG스마트체 Regular"/>
              </a:rPr>
              <a:t>▶ 자동보정 수평전개 시 </a:t>
            </a:r>
            <a:r>
              <a:rPr lang="ko-KR" altLang="en-US" sz="800" spc="-20">
                <a:latin typeface="Arial Narrow"/>
                <a:ea typeface="LG스마트체 Regular"/>
              </a:rPr>
              <a:t>검사기 점검을 진행하도록 법인에 요청하였습니다</a:t>
            </a:r>
            <a:r>
              <a:rPr lang="en-US" altLang="ko-KR" sz="800" spc="-20">
                <a:latin typeface="Arial Narrow"/>
                <a:ea typeface="LG스마트체 Regular"/>
              </a:rPr>
              <a:t>.</a:t>
            </a:r>
          </a:p>
          <a:p>
            <a:r>
              <a:rPr lang="en-US" altLang="ko-KR" sz="800" spc="-20">
                <a:solidFill>
                  <a:srgbClr val="0000FF"/>
                </a:solidFill>
                <a:latin typeface="Arial Narrow"/>
                <a:ea typeface="LG스마트체 Regular"/>
              </a:rPr>
              <a:t>             - 12</a:t>
            </a:r>
            <a:r>
              <a:rPr lang="ko-KR" altLang="en-US" sz="800" spc="-20">
                <a:solidFill>
                  <a:srgbClr val="0000FF"/>
                </a:solidFill>
                <a:latin typeface="Arial Narrow"/>
                <a:ea typeface="LG스마트체 Regular"/>
              </a:rPr>
              <a:t>월 </a:t>
            </a:r>
            <a:r>
              <a:rPr lang="en-US" altLang="ko-KR" sz="800" spc="-20">
                <a:solidFill>
                  <a:srgbClr val="0000FF"/>
                </a:solidFill>
                <a:latin typeface="Arial Narrow"/>
                <a:ea typeface="LG스마트체 Regular"/>
              </a:rPr>
              <a:t>8</a:t>
            </a:r>
            <a:r>
              <a:rPr lang="ko-KR" altLang="en-US" sz="800" spc="-20">
                <a:solidFill>
                  <a:srgbClr val="0000FF"/>
                </a:solidFill>
                <a:latin typeface="Arial Narrow"/>
                <a:ea typeface="LG스마트체 Regular"/>
              </a:rPr>
              <a:t>일 </a:t>
            </a:r>
            <a:r>
              <a:rPr lang="en-US" altLang="ko-KR" sz="800" spc="-20">
                <a:solidFill>
                  <a:srgbClr val="0000FF"/>
                </a:solidFill>
                <a:latin typeface="Arial Narrow"/>
                <a:ea typeface="LG스마트체 Regular"/>
              </a:rPr>
              <a:t>2</a:t>
            </a:r>
            <a:r>
              <a:rPr lang="ko-KR" altLang="en-US" sz="800" spc="-20">
                <a:solidFill>
                  <a:srgbClr val="0000FF"/>
                </a:solidFill>
                <a:latin typeface="Arial Narrow"/>
                <a:ea typeface="LG스마트체 Regular"/>
              </a:rPr>
              <a:t>라인 수평전개 완료 되었으며 법인에서 모니터링</a:t>
            </a:r>
            <a:r>
              <a:rPr lang="en-US" altLang="ko-KR" sz="800" spc="-2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800" spc="-20">
                <a:solidFill>
                  <a:srgbClr val="0000FF"/>
                </a:solidFill>
                <a:latin typeface="Arial Narrow"/>
                <a:ea typeface="LG스마트체 Regular"/>
              </a:rPr>
              <a:t>후 </a:t>
            </a:r>
            <a:r>
              <a:rPr lang="en-US" altLang="ko-KR" sz="800" spc="-20">
                <a:solidFill>
                  <a:srgbClr val="0000FF"/>
                </a:solidFill>
                <a:latin typeface="Arial Narrow"/>
                <a:ea typeface="LG스마트체 Regular"/>
              </a:rPr>
              <a:t>3, 4</a:t>
            </a:r>
            <a:r>
              <a:rPr lang="ko-KR" altLang="en-US" sz="800" spc="-20">
                <a:solidFill>
                  <a:srgbClr val="0000FF"/>
                </a:solidFill>
                <a:latin typeface="Arial Narrow"/>
                <a:ea typeface="LG스마트체 Regular"/>
              </a:rPr>
              <a:t>라인</a:t>
            </a:r>
            <a:r>
              <a:rPr lang="en-US" altLang="ko-KR" sz="800" spc="-2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800" spc="-20">
                <a:solidFill>
                  <a:srgbClr val="0000FF"/>
                </a:solidFill>
                <a:latin typeface="Arial Narrow"/>
                <a:ea typeface="LG스마트체 Regular"/>
              </a:rPr>
              <a:t>수평전개 진행 예정입니다</a:t>
            </a:r>
            <a:r>
              <a:rPr lang="en-US" altLang="ko-KR" sz="800" spc="-20">
                <a:solidFill>
                  <a:srgbClr val="0000FF"/>
                </a:solidFill>
                <a:latin typeface="Arial Narrow"/>
                <a:ea typeface="LG스마트체 Regular"/>
              </a:rPr>
              <a:t>. (</a:t>
            </a:r>
            <a:r>
              <a:rPr lang="ko-KR" altLang="en-US" sz="800" spc="-20">
                <a:solidFill>
                  <a:srgbClr val="0000FF"/>
                </a:solidFill>
                <a:latin typeface="Arial Narrow"/>
                <a:ea typeface="LG스마트체 Regular"/>
              </a:rPr>
              <a:t>법인에 수평전개 일정 문의 완료</a:t>
            </a:r>
            <a:r>
              <a:rPr lang="en-US" altLang="ko-KR" sz="800" spc="-20">
                <a:solidFill>
                  <a:srgbClr val="0000FF"/>
                </a:solidFill>
                <a:latin typeface="Arial Narrow"/>
                <a:ea typeface="LG스마트체 Regular"/>
              </a:rPr>
              <a:t>)</a:t>
            </a:r>
            <a:endParaRPr lang="ko-KR" altLang="en-US" sz="800" spc="-20">
              <a:solidFill>
                <a:srgbClr val="0000FF"/>
              </a:solidFill>
              <a:latin typeface="Arial Narrow"/>
              <a:ea typeface="LG스마트체 Regular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545B495-B50E-9C37-AB02-6EFD11C77479}"/>
              </a:ext>
            </a:extLst>
          </p:cNvPr>
          <p:cNvSpPr txBox="1"/>
          <p:nvPr/>
        </p:nvSpPr>
        <p:spPr>
          <a:xfrm>
            <a:off x="8321748" y="342250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11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0BAB823A-6945-DA5B-D810-FF2A2EDFF227}"/>
              </a:ext>
            </a:extLst>
          </p:cNvPr>
          <p:cNvSpPr txBox="1">
            <a:spLocks/>
          </p:cNvSpPr>
          <p:nvPr/>
        </p:nvSpPr>
        <p:spPr>
          <a:xfrm>
            <a:off x="8321748" y="172973"/>
            <a:ext cx="95539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원종래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P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B8E7AAC-6677-F531-050B-65EBD6537F9C}"/>
              </a:ext>
            </a:extLst>
          </p:cNvPr>
          <p:cNvSpPr txBox="1"/>
          <p:nvPr/>
        </p:nvSpPr>
        <p:spPr>
          <a:xfrm>
            <a:off x="1660506" y="1868902"/>
            <a:ext cx="845103" cy="261610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algn="ctr"/>
            <a:r>
              <a:rPr lang="en-US" altLang="ko-KR" sz="1100">
                <a:latin typeface="Arial Narrow"/>
                <a:ea typeface="LG스마트체 Regular"/>
              </a:rPr>
              <a:t>[</a:t>
            </a:r>
            <a:r>
              <a:rPr lang="ko-KR" altLang="en-US" sz="1100">
                <a:latin typeface="Arial Narrow"/>
                <a:ea typeface="LG스마트체 Regular"/>
              </a:rPr>
              <a:t>진행 상황</a:t>
            </a:r>
            <a:r>
              <a:rPr lang="en-US" altLang="ko-KR" sz="1100">
                <a:latin typeface="Arial Narrow"/>
                <a:ea typeface="LG스마트체 Regular"/>
              </a:rPr>
              <a:t>]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pic>
        <p:nvPicPr>
          <p:cNvPr id="60" name="그림 59">
            <a:extLst>
              <a:ext uri="{FF2B5EF4-FFF2-40B4-BE49-F238E27FC236}">
                <a16:creationId xmlns:a16="http://schemas.microsoft.com/office/drawing/2014/main" id="{3CAAE02D-F3C0-46CB-2AD2-C9FBFCCC7354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63477" y="2685414"/>
            <a:ext cx="2173343" cy="1251845"/>
          </a:xfrm>
          <a:prstGeom prst="rect">
            <a:avLst/>
          </a:prstGeom>
        </p:spPr>
      </p:pic>
      <p:sp>
        <p:nvSpPr>
          <p:cNvPr id="34" name="TextBox 51">
            <a:extLst>
              <a:ext uri="{FF2B5EF4-FFF2-40B4-BE49-F238E27FC236}">
                <a16:creationId xmlns:a16="http://schemas.microsoft.com/office/drawing/2014/main" id="{CFDA2849-2862-3644-8814-AE2179C68B5E}"/>
              </a:ext>
            </a:extLst>
          </p:cNvPr>
          <p:cNvSpPr txBox="1"/>
          <p:nvPr/>
        </p:nvSpPr>
        <p:spPr>
          <a:xfrm>
            <a:off x="7284720" y="2837815"/>
            <a:ext cx="1493520" cy="471169"/>
          </a:xfrm>
          <a:prstGeom prst="rect">
            <a:avLst/>
          </a:prstGeom>
          <a:noFill/>
          <a:ln w="6350">
            <a:noFill/>
          </a:ln>
        </p:spPr>
        <p:txBody>
          <a:bodyPr wrap="square" rtlCol="0" anchor="t">
            <a:no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600">
                <a:latin typeface="+mj-ea"/>
                <a:ea typeface="+mj-ea"/>
              </a:rPr>
              <a:t>Tab</a:t>
            </a:r>
            <a:r>
              <a:rPr lang="ko-KR" altLang="en-US" sz="600">
                <a:latin typeface="+mj-ea"/>
                <a:ea typeface="+mj-ea"/>
              </a:rPr>
              <a:t> </a:t>
            </a:r>
            <a:r>
              <a:rPr lang="en-US" altLang="ko-KR" sz="600">
                <a:latin typeface="+mj-ea"/>
                <a:ea typeface="+mj-ea"/>
              </a:rPr>
              <a:t>Pitch</a:t>
            </a:r>
            <a:r>
              <a:rPr lang="ko-KR" altLang="en-US" sz="600">
                <a:latin typeface="+mj-ea"/>
                <a:ea typeface="+mj-ea"/>
              </a:rPr>
              <a:t>는 아래 두 공정에서 측정하고 </a:t>
            </a:r>
            <a:endParaRPr lang="en-US" altLang="ko-KR" sz="600">
              <a:latin typeface="+mj-ea"/>
              <a:ea typeface="+mj-ea"/>
            </a:endParaRPr>
          </a:p>
          <a:p>
            <a:r>
              <a:rPr lang="ko-KR" altLang="en-US" sz="600">
                <a:latin typeface="+mj-ea"/>
                <a:ea typeface="+mj-ea"/>
              </a:rPr>
              <a:t>있습니다</a:t>
            </a:r>
            <a:r>
              <a:rPr lang="en-US" altLang="ko-KR" sz="600">
                <a:latin typeface="+mj-ea"/>
                <a:ea typeface="+mj-ea"/>
              </a:rPr>
              <a:t>.</a:t>
            </a:r>
          </a:p>
          <a:p>
            <a:r>
              <a:rPr lang="en-US" altLang="ko-KR" sz="600">
                <a:latin typeface="+mj-ea"/>
                <a:ea typeface="+mj-ea"/>
              </a:rPr>
              <a:t>- Notching</a:t>
            </a:r>
            <a:r>
              <a:rPr lang="ko-KR" altLang="en-US" sz="600">
                <a:latin typeface="+mj-ea"/>
                <a:ea typeface="+mj-ea"/>
              </a:rPr>
              <a:t>공정의 비전 검사기</a:t>
            </a:r>
            <a:endParaRPr lang="en-US" altLang="ko-KR" sz="600">
              <a:latin typeface="+mj-ea"/>
              <a:ea typeface="+mj-ea"/>
            </a:endParaRPr>
          </a:p>
          <a:p>
            <a:r>
              <a:rPr lang="en-US" altLang="ko-KR" sz="600">
                <a:latin typeface="+mj-ea"/>
                <a:ea typeface="+mj-ea"/>
              </a:rPr>
              <a:t>- E-Cutter</a:t>
            </a:r>
            <a:r>
              <a:rPr lang="ko-KR" altLang="en-US" sz="600">
                <a:latin typeface="+mj-ea"/>
                <a:ea typeface="+mj-ea"/>
              </a:rPr>
              <a:t>공정의 </a:t>
            </a:r>
            <a:r>
              <a:rPr lang="en-US" altLang="ko-KR" sz="600">
                <a:latin typeface="+mj-ea"/>
                <a:ea typeface="+mj-ea"/>
              </a:rPr>
              <a:t>Tab Sensor</a:t>
            </a:r>
          </a:p>
          <a:p>
            <a:r>
              <a:rPr lang="ko-KR" altLang="en-US" sz="600">
                <a:latin typeface="+mj-ea"/>
                <a:ea typeface="+mj-ea"/>
              </a:rPr>
              <a:t>그리고 전극 폭은 </a:t>
            </a:r>
            <a:r>
              <a:rPr lang="en-US" altLang="ko-KR" sz="600">
                <a:latin typeface="+mj-ea"/>
                <a:ea typeface="+mj-ea"/>
              </a:rPr>
              <a:t>E-Cutter</a:t>
            </a:r>
            <a:r>
              <a:rPr lang="ko-KR" altLang="en-US" sz="600">
                <a:latin typeface="+mj-ea"/>
                <a:ea typeface="+mj-ea"/>
              </a:rPr>
              <a:t>의 비전 </a:t>
            </a:r>
            <a:endParaRPr lang="en-US" altLang="ko-KR" sz="600">
              <a:latin typeface="+mj-ea"/>
              <a:ea typeface="+mj-ea"/>
            </a:endParaRPr>
          </a:p>
          <a:p>
            <a:r>
              <a:rPr lang="ko-KR" altLang="en-US" sz="600">
                <a:latin typeface="+mj-ea"/>
                <a:ea typeface="+mj-ea"/>
              </a:rPr>
              <a:t>검사기에서 측정하고 있습니다</a:t>
            </a:r>
            <a:r>
              <a:rPr lang="en-US" altLang="ko-KR" sz="600">
                <a:latin typeface="+mj-ea"/>
                <a:ea typeface="+mj-ea"/>
              </a:rPr>
              <a:t>.</a:t>
            </a: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75A2533C-D4AA-D33C-53D0-574104618CCC}"/>
              </a:ext>
            </a:extLst>
          </p:cNvPr>
          <p:cNvGrpSpPr/>
          <p:nvPr/>
        </p:nvGrpSpPr>
        <p:grpSpPr>
          <a:xfrm>
            <a:off x="5114929" y="2757690"/>
            <a:ext cx="2215517" cy="973131"/>
            <a:chOff x="6143625" y="2691019"/>
            <a:chExt cx="3094038" cy="1359011"/>
          </a:xfrm>
        </p:grpSpPr>
        <p:sp>
          <p:nvSpPr>
            <p:cNvPr id="2" name="직사각형 1">
              <a:extLst>
                <a:ext uri="{FF2B5EF4-FFF2-40B4-BE49-F238E27FC236}">
                  <a16:creationId xmlns:a16="http://schemas.microsoft.com/office/drawing/2014/main" id="{5C4F6CCE-4AF2-94BC-6143-877514371A2A}"/>
                </a:ext>
              </a:extLst>
            </p:cNvPr>
            <p:cNvSpPr/>
            <p:nvPr/>
          </p:nvSpPr>
          <p:spPr>
            <a:xfrm>
              <a:off x="6464300" y="2856230"/>
              <a:ext cx="323850" cy="19685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500">
                <a:solidFill>
                  <a:schemeClr val="tx1"/>
                </a:solidFill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561FB8F-12D3-1480-3DAE-B5B6370D4FD1}"/>
                </a:ext>
              </a:extLst>
            </p:cNvPr>
            <p:cNvSpPr/>
            <p:nvPr/>
          </p:nvSpPr>
          <p:spPr>
            <a:xfrm>
              <a:off x="6143625" y="3046730"/>
              <a:ext cx="3094038" cy="10033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500">
                <a:solidFill>
                  <a:schemeClr val="tx1"/>
                </a:solidFill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CD30D809-023A-E20A-3316-F4BD160A61FF}"/>
                </a:ext>
              </a:extLst>
            </p:cNvPr>
            <p:cNvSpPr/>
            <p:nvPr/>
          </p:nvSpPr>
          <p:spPr>
            <a:xfrm>
              <a:off x="7600156" y="2852261"/>
              <a:ext cx="323850" cy="19685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500">
                <a:solidFill>
                  <a:schemeClr val="tx1"/>
                </a:solidFill>
              </a:endParaRPr>
            </a:p>
          </p:txBody>
        </p:sp>
        <p:cxnSp>
          <p:nvCxnSpPr>
            <p:cNvPr id="11" name="직선 화살표 연결선 10">
              <a:extLst>
                <a:ext uri="{FF2B5EF4-FFF2-40B4-BE49-F238E27FC236}">
                  <a16:creationId xmlns:a16="http://schemas.microsoft.com/office/drawing/2014/main" id="{77C921EA-F9DF-842B-3BF9-B6C87682E256}"/>
                </a:ext>
              </a:extLst>
            </p:cNvPr>
            <p:cNvCxnSpPr>
              <a:cxnSpLocks/>
            </p:cNvCxnSpPr>
            <p:nvPr/>
          </p:nvCxnSpPr>
          <p:spPr>
            <a:xfrm>
              <a:off x="6461919" y="2807018"/>
              <a:ext cx="1124744" cy="0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72906C8E-8339-5909-9D8A-225C87E1AA72}"/>
                </a:ext>
              </a:extLst>
            </p:cNvPr>
            <p:cNvCxnSpPr>
              <a:cxnSpLocks/>
            </p:cNvCxnSpPr>
            <p:nvPr/>
          </p:nvCxnSpPr>
          <p:spPr>
            <a:xfrm>
              <a:off x="7237413" y="3046730"/>
              <a:ext cx="0" cy="995363"/>
            </a:xfrm>
            <a:prstGeom prst="line">
              <a:avLst/>
            </a:prstGeom>
            <a:ln w="19050" cap="flat" cmpd="sng" algn="ctr">
              <a:solidFill>
                <a:schemeClr val="accent1"/>
              </a:solidFill>
              <a:prstDash val="dash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4F194BE5-C582-AD01-E6F7-46CFAD95C07F}"/>
                </a:ext>
              </a:extLst>
            </p:cNvPr>
            <p:cNvCxnSpPr>
              <a:cxnSpLocks/>
            </p:cNvCxnSpPr>
            <p:nvPr/>
          </p:nvCxnSpPr>
          <p:spPr>
            <a:xfrm>
              <a:off x="8269288" y="3048316"/>
              <a:ext cx="0" cy="1000127"/>
            </a:xfrm>
            <a:prstGeom prst="line">
              <a:avLst/>
            </a:prstGeom>
            <a:ln w="19050" cap="flat" cmpd="sng" algn="ctr">
              <a:solidFill>
                <a:schemeClr val="accent1"/>
              </a:solidFill>
              <a:prstDash val="dash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tx1"/>
            </a:fontRef>
          </p:style>
        </p:cxnSp>
        <p:cxnSp>
          <p:nvCxnSpPr>
            <p:cNvPr id="22" name="직선 화살표 연결선 21">
              <a:extLst>
                <a:ext uri="{FF2B5EF4-FFF2-40B4-BE49-F238E27FC236}">
                  <a16:creationId xmlns:a16="http://schemas.microsoft.com/office/drawing/2014/main" id="{E2066BB1-52B1-D75D-5E3B-A62544066C69}"/>
                </a:ext>
              </a:extLst>
            </p:cNvPr>
            <p:cNvCxnSpPr>
              <a:cxnSpLocks/>
            </p:cNvCxnSpPr>
            <p:nvPr/>
          </p:nvCxnSpPr>
          <p:spPr>
            <a:xfrm>
              <a:off x="7239000" y="3303905"/>
              <a:ext cx="1025525" cy="0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화살표 연결선 24">
              <a:extLst>
                <a:ext uri="{FF2B5EF4-FFF2-40B4-BE49-F238E27FC236}">
                  <a16:creationId xmlns:a16="http://schemas.microsoft.com/office/drawing/2014/main" id="{7D35010C-1F9A-21DB-7DE4-8BA83E6DFAF0}"/>
                </a:ext>
              </a:extLst>
            </p:cNvPr>
            <p:cNvCxnSpPr/>
            <p:nvPr/>
          </p:nvCxnSpPr>
          <p:spPr>
            <a:xfrm flipV="1">
              <a:off x="7594600" y="2950686"/>
              <a:ext cx="332581" cy="4763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화살표 연결선 26">
              <a:extLst>
                <a:ext uri="{FF2B5EF4-FFF2-40B4-BE49-F238E27FC236}">
                  <a16:creationId xmlns:a16="http://schemas.microsoft.com/office/drawing/2014/main" id="{607DBB45-8E10-0919-D5D8-1AF41F92B7AF}"/>
                </a:ext>
              </a:extLst>
            </p:cNvPr>
            <p:cNvCxnSpPr>
              <a:cxnSpLocks/>
            </p:cNvCxnSpPr>
            <p:nvPr/>
          </p:nvCxnSpPr>
          <p:spPr>
            <a:xfrm>
              <a:off x="7235825" y="3043555"/>
              <a:ext cx="358775" cy="0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698A9F7F-DB6E-6A94-13BD-FE21C2AFDF96}"/>
                </a:ext>
              </a:extLst>
            </p:cNvPr>
            <p:cNvCxnSpPr/>
            <p:nvPr/>
          </p:nvCxnSpPr>
          <p:spPr>
            <a:xfrm>
              <a:off x="6457950" y="2700655"/>
              <a:ext cx="0" cy="349250"/>
            </a:xfrm>
            <a:prstGeom prst="line">
              <a:avLst/>
            </a:prstGeom>
            <a:ln w="19050" cap="flat" cmpd="sng" algn="ctr">
              <a:solidFill>
                <a:schemeClr val="accent6"/>
              </a:solidFill>
              <a:prstDash val="dash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A443307A-72F7-E101-C5DA-3C1E55BA7365}"/>
                </a:ext>
              </a:extLst>
            </p:cNvPr>
            <p:cNvCxnSpPr/>
            <p:nvPr/>
          </p:nvCxnSpPr>
          <p:spPr>
            <a:xfrm>
              <a:off x="7592219" y="2710974"/>
              <a:ext cx="0" cy="349250"/>
            </a:xfrm>
            <a:prstGeom prst="line">
              <a:avLst/>
            </a:prstGeom>
            <a:ln w="19050" cap="flat" cmpd="sng" algn="ctr">
              <a:solidFill>
                <a:schemeClr val="accent6"/>
              </a:solidFill>
              <a:prstDash val="dash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tx1"/>
            </a:fontRef>
          </p:style>
        </p:cxnSp>
        <p:sp>
          <p:nvSpPr>
            <p:cNvPr id="33" name="TextBox 51">
              <a:extLst>
                <a:ext uri="{FF2B5EF4-FFF2-40B4-BE49-F238E27FC236}">
                  <a16:creationId xmlns:a16="http://schemas.microsoft.com/office/drawing/2014/main" id="{EBA4A04A-3940-4243-8CA4-0F6DBD1B0CAC}"/>
                </a:ext>
              </a:extLst>
            </p:cNvPr>
            <p:cNvSpPr txBox="1"/>
            <p:nvPr/>
          </p:nvSpPr>
          <p:spPr>
            <a:xfrm>
              <a:off x="6695440" y="2691019"/>
              <a:ext cx="736600" cy="103236"/>
            </a:xfrm>
            <a:prstGeom prst="rect">
              <a:avLst/>
            </a:prstGeom>
            <a:noFill/>
            <a:ln w="6350">
              <a:noFill/>
            </a:ln>
          </p:spPr>
          <p:txBody>
            <a:bodyPr wrap="square" rtlCol="0" anchor="ctr">
              <a:no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600">
                  <a:latin typeface="+mj-ea"/>
                  <a:ea typeface="+mj-ea"/>
                </a:rPr>
                <a:t>Tab</a:t>
              </a:r>
              <a:r>
                <a:rPr lang="ko-KR" altLang="en-US" sz="600">
                  <a:latin typeface="+mj-ea"/>
                  <a:ea typeface="+mj-ea"/>
                </a:rPr>
                <a:t> </a:t>
              </a:r>
              <a:r>
                <a:rPr lang="en-US" altLang="ko-KR" sz="600">
                  <a:latin typeface="+mj-ea"/>
                  <a:ea typeface="+mj-ea"/>
                </a:rPr>
                <a:t>Pitch</a:t>
              </a:r>
              <a:endParaRPr lang="ko-KR" altLang="en-US" sz="600">
                <a:latin typeface="+mj-ea"/>
                <a:ea typeface="+mj-ea"/>
              </a:endParaRPr>
            </a:p>
          </p:txBody>
        </p:sp>
        <p:sp>
          <p:nvSpPr>
            <p:cNvPr id="36" name="TextBox 51">
              <a:extLst>
                <a:ext uri="{FF2B5EF4-FFF2-40B4-BE49-F238E27FC236}">
                  <a16:creationId xmlns:a16="http://schemas.microsoft.com/office/drawing/2014/main" id="{8C74CB3D-2E0E-4D7C-12B7-9DF3C4E377C3}"/>
                </a:ext>
              </a:extLst>
            </p:cNvPr>
            <p:cNvSpPr txBox="1"/>
            <p:nvPr/>
          </p:nvSpPr>
          <p:spPr>
            <a:xfrm>
              <a:off x="7146992" y="2875966"/>
              <a:ext cx="503107" cy="103236"/>
            </a:xfrm>
            <a:prstGeom prst="rect">
              <a:avLst/>
            </a:prstGeom>
            <a:noFill/>
            <a:ln w="6350">
              <a:noFill/>
            </a:ln>
          </p:spPr>
          <p:txBody>
            <a:bodyPr wrap="square" rtlCol="0" anchor="ctr">
              <a:no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600">
                  <a:latin typeface="+mj-ea"/>
                  <a:ea typeface="+mj-ea"/>
                </a:rPr>
                <a:t>Tab</a:t>
              </a:r>
              <a:r>
                <a:rPr lang="ko-KR" altLang="en-US" sz="600">
                  <a:latin typeface="+mj-ea"/>
                  <a:ea typeface="+mj-ea"/>
                </a:rPr>
                <a:t> </a:t>
              </a:r>
              <a:r>
                <a:rPr lang="en-US" altLang="ko-KR" sz="600">
                  <a:latin typeface="+mj-ea"/>
                  <a:ea typeface="+mj-ea"/>
                </a:rPr>
                <a:t>Side (Left) </a:t>
              </a:r>
              <a:r>
                <a:rPr lang="ko-KR" altLang="en-US" sz="600" baseline="-25000">
                  <a:latin typeface="+mj-ea"/>
                  <a:ea typeface="+mj-ea"/>
                </a:rPr>
                <a:t>현재</a:t>
              </a:r>
            </a:p>
          </p:txBody>
        </p:sp>
        <p:cxnSp>
          <p:nvCxnSpPr>
            <p:cNvPr id="40" name="직선 화살표 연결선 39">
              <a:extLst>
                <a:ext uri="{FF2B5EF4-FFF2-40B4-BE49-F238E27FC236}">
                  <a16:creationId xmlns:a16="http://schemas.microsoft.com/office/drawing/2014/main" id="{14F4DB58-550E-E714-EAA8-D04187EBD48E}"/>
                </a:ext>
              </a:extLst>
            </p:cNvPr>
            <p:cNvCxnSpPr>
              <a:cxnSpLocks/>
            </p:cNvCxnSpPr>
            <p:nvPr/>
          </p:nvCxnSpPr>
          <p:spPr>
            <a:xfrm>
              <a:off x="7915275" y="3046730"/>
              <a:ext cx="358775" cy="0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extBox 51">
              <a:extLst>
                <a:ext uri="{FF2B5EF4-FFF2-40B4-BE49-F238E27FC236}">
                  <a16:creationId xmlns:a16="http://schemas.microsoft.com/office/drawing/2014/main" id="{3EFDCEDE-24B9-DD9F-0F40-ED96BA74262A}"/>
                </a:ext>
              </a:extLst>
            </p:cNvPr>
            <p:cNvSpPr txBox="1"/>
            <p:nvPr/>
          </p:nvSpPr>
          <p:spPr>
            <a:xfrm>
              <a:off x="7839142" y="2882316"/>
              <a:ext cx="503107" cy="103236"/>
            </a:xfrm>
            <a:prstGeom prst="rect">
              <a:avLst/>
            </a:prstGeom>
            <a:noFill/>
            <a:ln w="6350">
              <a:noFill/>
            </a:ln>
          </p:spPr>
          <p:txBody>
            <a:bodyPr wrap="square" rtlCol="0" anchor="ctr">
              <a:no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600">
                  <a:latin typeface="+mj-ea"/>
                  <a:ea typeface="+mj-ea"/>
                </a:rPr>
                <a:t>Tab</a:t>
              </a:r>
              <a:r>
                <a:rPr lang="ko-KR" altLang="en-US" sz="600">
                  <a:latin typeface="+mj-ea"/>
                  <a:ea typeface="+mj-ea"/>
                </a:rPr>
                <a:t> </a:t>
              </a:r>
              <a:r>
                <a:rPr lang="en-US" altLang="ko-KR" sz="600">
                  <a:latin typeface="+mj-ea"/>
                  <a:ea typeface="+mj-ea"/>
                </a:rPr>
                <a:t>Side (Right)</a:t>
              </a:r>
              <a:endParaRPr lang="ko-KR" altLang="en-US" sz="600">
                <a:latin typeface="+mj-ea"/>
                <a:ea typeface="+mj-ea"/>
              </a:endParaRPr>
            </a:p>
          </p:txBody>
        </p:sp>
        <p:sp>
          <p:nvSpPr>
            <p:cNvPr id="42" name="TextBox 51">
              <a:extLst>
                <a:ext uri="{FF2B5EF4-FFF2-40B4-BE49-F238E27FC236}">
                  <a16:creationId xmlns:a16="http://schemas.microsoft.com/office/drawing/2014/main" id="{F45A257F-1BE6-21CD-E9C3-8E4852FEAA0F}"/>
                </a:ext>
              </a:extLst>
            </p:cNvPr>
            <p:cNvSpPr txBox="1"/>
            <p:nvPr/>
          </p:nvSpPr>
          <p:spPr>
            <a:xfrm>
              <a:off x="7381240" y="3315859"/>
              <a:ext cx="736600" cy="103236"/>
            </a:xfrm>
            <a:prstGeom prst="rect">
              <a:avLst/>
            </a:prstGeom>
            <a:noFill/>
            <a:ln w="6350">
              <a:noFill/>
            </a:ln>
          </p:spPr>
          <p:txBody>
            <a:bodyPr wrap="square" rtlCol="0" anchor="ctr">
              <a:no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600">
                  <a:latin typeface="+mj-ea"/>
                  <a:ea typeface="+mj-ea"/>
                </a:rPr>
                <a:t>전극 폭</a:t>
              </a:r>
            </a:p>
          </p:txBody>
        </p:sp>
        <p:sp>
          <p:nvSpPr>
            <p:cNvPr id="43" name="TextBox 51">
              <a:extLst>
                <a:ext uri="{FF2B5EF4-FFF2-40B4-BE49-F238E27FC236}">
                  <a16:creationId xmlns:a16="http://schemas.microsoft.com/office/drawing/2014/main" id="{DEC79E91-7A80-2947-5C38-72A4B4550344}"/>
                </a:ext>
              </a:extLst>
            </p:cNvPr>
            <p:cNvSpPr txBox="1"/>
            <p:nvPr/>
          </p:nvSpPr>
          <p:spPr>
            <a:xfrm>
              <a:off x="7381240" y="3018679"/>
              <a:ext cx="736600" cy="103236"/>
            </a:xfrm>
            <a:prstGeom prst="rect">
              <a:avLst/>
            </a:prstGeom>
            <a:noFill/>
            <a:ln w="6350">
              <a:noFill/>
            </a:ln>
          </p:spPr>
          <p:txBody>
            <a:bodyPr wrap="square" rtlCol="0" anchor="ctr">
              <a:no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600">
                  <a:latin typeface="+mj-ea"/>
                  <a:ea typeface="+mj-ea"/>
                </a:rPr>
                <a:t>탭 폭</a:t>
              </a: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41B242FB-C20C-7BED-A2D6-EE34ADA00959}"/>
                </a:ext>
              </a:extLst>
            </p:cNvPr>
            <p:cNvSpPr/>
            <p:nvPr/>
          </p:nvSpPr>
          <p:spPr>
            <a:xfrm>
              <a:off x="8595518" y="2866548"/>
              <a:ext cx="323850" cy="19685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500">
                <a:solidFill>
                  <a:schemeClr val="tx1"/>
                </a:solidFill>
              </a:endParaRPr>
            </a:p>
          </p:txBody>
        </p:sp>
        <p:sp>
          <p:nvSpPr>
            <p:cNvPr id="45" name="TextBox 51">
              <a:extLst>
                <a:ext uri="{FF2B5EF4-FFF2-40B4-BE49-F238E27FC236}">
                  <a16:creationId xmlns:a16="http://schemas.microsoft.com/office/drawing/2014/main" id="{AEA344AF-2467-84B0-637E-82D6D1116958}"/>
                </a:ext>
              </a:extLst>
            </p:cNvPr>
            <p:cNvSpPr txBox="1"/>
            <p:nvPr/>
          </p:nvSpPr>
          <p:spPr>
            <a:xfrm>
              <a:off x="8194806" y="2871201"/>
              <a:ext cx="503107" cy="103236"/>
            </a:xfrm>
            <a:prstGeom prst="rect">
              <a:avLst/>
            </a:prstGeom>
            <a:noFill/>
            <a:ln w="6350">
              <a:noFill/>
            </a:ln>
          </p:spPr>
          <p:txBody>
            <a:bodyPr wrap="square" rtlCol="0" anchor="ctr">
              <a:no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600">
                  <a:latin typeface="+mj-ea"/>
                  <a:ea typeface="+mj-ea"/>
                </a:rPr>
                <a:t>Tab</a:t>
              </a:r>
              <a:r>
                <a:rPr lang="ko-KR" altLang="en-US" sz="600">
                  <a:latin typeface="+mj-ea"/>
                  <a:ea typeface="+mj-ea"/>
                </a:rPr>
                <a:t> </a:t>
              </a:r>
              <a:r>
                <a:rPr lang="en-US" altLang="ko-KR" sz="600">
                  <a:latin typeface="+mj-ea"/>
                  <a:ea typeface="+mj-ea"/>
                </a:rPr>
                <a:t>Side (Left) </a:t>
              </a:r>
              <a:r>
                <a:rPr lang="ko-KR" altLang="en-US" sz="600" baseline="-25000">
                  <a:latin typeface="+mj-ea"/>
                  <a:ea typeface="+mj-ea"/>
                </a:rPr>
                <a:t>다음</a:t>
              </a:r>
            </a:p>
          </p:txBody>
        </p:sp>
        <p:cxnSp>
          <p:nvCxnSpPr>
            <p:cNvPr id="46" name="직선 화살표 연결선 45">
              <a:extLst>
                <a:ext uri="{FF2B5EF4-FFF2-40B4-BE49-F238E27FC236}">
                  <a16:creationId xmlns:a16="http://schemas.microsoft.com/office/drawing/2014/main" id="{236C32EF-7676-50C2-7098-B44350BB52A0}"/>
                </a:ext>
              </a:extLst>
            </p:cNvPr>
            <p:cNvCxnSpPr>
              <a:cxnSpLocks/>
            </p:cNvCxnSpPr>
            <p:nvPr/>
          </p:nvCxnSpPr>
          <p:spPr>
            <a:xfrm>
              <a:off x="8267700" y="3051492"/>
              <a:ext cx="358775" cy="0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" name="TextBox 51">
            <a:extLst>
              <a:ext uri="{FF2B5EF4-FFF2-40B4-BE49-F238E27FC236}">
                <a16:creationId xmlns:a16="http://schemas.microsoft.com/office/drawing/2014/main" id="{2C47BA87-0B5F-A008-1FB4-7AD7ED502A3D}"/>
              </a:ext>
            </a:extLst>
          </p:cNvPr>
          <p:cNvSpPr txBox="1"/>
          <p:nvPr/>
        </p:nvSpPr>
        <p:spPr>
          <a:xfrm>
            <a:off x="2553970" y="3080386"/>
            <a:ext cx="422910" cy="187960"/>
          </a:xfrm>
          <a:prstGeom prst="rect">
            <a:avLst/>
          </a:prstGeom>
          <a:noFill/>
          <a:ln w="6350">
            <a:noFill/>
          </a:ln>
        </p:spPr>
        <p:txBody>
          <a:bodyPr wrap="square" rtlCol="0" anchor="t">
            <a:no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600">
                <a:latin typeface="+mj-ea"/>
                <a:ea typeface="+mj-ea"/>
              </a:rPr>
              <a:t>Target</a:t>
            </a:r>
          </a:p>
        </p:txBody>
      </p:sp>
      <p:sp>
        <p:nvSpPr>
          <p:cNvPr id="48" name="TextBox 51">
            <a:extLst>
              <a:ext uri="{FF2B5EF4-FFF2-40B4-BE49-F238E27FC236}">
                <a16:creationId xmlns:a16="http://schemas.microsoft.com/office/drawing/2014/main" id="{22DF2C79-BC4A-0FC7-E0F6-36DAB26F0658}"/>
              </a:ext>
            </a:extLst>
          </p:cNvPr>
          <p:cNvSpPr txBox="1"/>
          <p:nvPr/>
        </p:nvSpPr>
        <p:spPr>
          <a:xfrm>
            <a:off x="3388360" y="2709546"/>
            <a:ext cx="1530350" cy="187960"/>
          </a:xfrm>
          <a:prstGeom prst="rect">
            <a:avLst/>
          </a:prstGeom>
          <a:noFill/>
          <a:ln w="6350">
            <a:noFill/>
          </a:ln>
        </p:spPr>
        <p:txBody>
          <a:bodyPr wrap="square" rtlCol="0" anchor="t">
            <a:no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600">
                <a:latin typeface="+mj-ea"/>
                <a:ea typeface="+mj-ea"/>
              </a:rPr>
              <a:t>데이터가 하강하는 것을 보이기 위한 기준선</a:t>
            </a:r>
            <a:endParaRPr lang="en-US" altLang="ko-KR" sz="600">
              <a:latin typeface="+mj-ea"/>
              <a:ea typeface="+mj-ea"/>
            </a:endParaRPr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9B802630-9256-4196-B4DF-3B36BDF4A934}"/>
              </a:ext>
            </a:extLst>
          </p:cNvPr>
          <p:cNvCxnSpPr>
            <a:cxnSpLocks/>
          </p:cNvCxnSpPr>
          <p:nvPr/>
        </p:nvCxnSpPr>
        <p:spPr>
          <a:xfrm>
            <a:off x="4747260" y="2859405"/>
            <a:ext cx="190500" cy="19431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E7DB146F-8455-2988-B186-DAB0A5076158}"/>
              </a:ext>
            </a:extLst>
          </p:cNvPr>
          <p:cNvCxnSpPr>
            <a:cxnSpLocks/>
          </p:cNvCxnSpPr>
          <p:nvPr/>
        </p:nvCxnSpPr>
        <p:spPr>
          <a:xfrm>
            <a:off x="4740910" y="2853055"/>
            <a:ext cx="139700" cy="45085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2197495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777D5E-6D59-1F39-5DF9-CE20E06CEB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">
            <a:extLst>
              <a:ext uri="{FF2B5EF4-FFF2-40B4-BE49-F238E27FC236}">
                <a16:creationId xmlns:a16="http://schemas.microsoft.com/office/drawing/2014/main" id="{FBE6FC08-D32A-4665-9AD7-FC1302241E89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5110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en-US" altLang="ko-KR" sz="1800">
                <a:cs typeface="Malgun Gothic Semilight"/>
              </a:rPr>
              <a:t>1. </a:t>
            </a:r>
            <a:r>
              <a:rPr lang="ko-KR" altLang="en-US" sz="1800">
                <a:cs typeface="Malgun Gothic Semilight"/>
              </a:rPr>
              <a:t>과제 진행 현황</a:t>
            </a:r>
            <a:r>
              <a:rPr lang="en-US" altLang="ko-KR" sz="1800">
                <a:cs typeface="Malgun Gothic Semilight"/>
              </a:rPr>
              <a:t>_</a:t>
            </a:r>
            <a:r>
              <a:rPr lang="ko-KR" altLang="en-US" sz="1800">
                <a:cs typeface="Malgun Gothic Semilight"/>
              </a:rPr>
              <a:t>조립</a:t>
            </a:r>
            <a:r>
              <a:rPr lang="en-US" altLang="ko-KR" sz="1800" err="1">
                <a:cs typeface="Malgun Gothic Semilight"/>
              </a:rPr>
              <a:t>자동보정</a:t>
            </a:r>
            <a:r>
              <a:rPr lang="ko-KR" altLang="en-US" sz="1800">
                <a:cs typeface="Malgun Gothic Semilight"/>
              </a:rPr>
              <a:t>팀 </a:t>
            </a:r>
            <a:r>
              <a:rPr lang="en-US" altLang="ko-KR" sz="1800">
                <a:cs typeface="Malgun Gothic Semilight"/>
              </a:rPr>
              <a:t>(</a:t>
            </a:r>
            <a:r>
              <a:rPr lang="ko-KR" altLang="en-US" sz="1800">
                <a:cs typeface="Malgun Gothic Semilight"/>
              </a:rPr>
              <a:t>자동차</a:t>
            </a:r>
            <a:r>
              <a:rPr lang="en-US" altLang="ko-KR" sz="1800">
                <a:cs typeface="Malgun Gothic Semilight"/>
              </a:rPr>
              <a:t>)</a:t>
            </a:r>
            <a:endParaRPr lang="ko-KR" altLang="en-US" sz="1800"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75C7B48-380F-4884-A079-536F4D26E969}"/>
              </a:ext>
            </a:extLst>
          </p:cNvPr>
          <p:cNvSpPr txBox="1"/>
          <p:nvPr/>
        </p:nvSpPr>
        <p:spPr>
          <a:xfrm>
            <a:off x="8301038" y="324471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10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26" name="내용 개체 틀 20">
            <a:extLst>
              <a:ext uri="{FF2B5EF4-FFF2-40B4-BE49-F238E27FC236}">
                <a16:creationId xmlns:a16="http://schemas.microsoft.com/office/drawing/2014/main" id="{86228BCB-6C0E-4049-9305-097F98515874}"/>
              </a:ext>
            </a:extLst>
          </p:cNvPr>
          <p:cNvSpPr txBox="1">
            <a:spLocks/>
          </p:cNvSpPr>
          <p:nvPr/>
        </p:nvSpPr>
        <p:spPr>
          <a:xfrm>
            <a:off x="8314368" y="155194"/>
            <a:ext cx="92333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: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황재웅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 S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graphicFrame>
        <p:nvGraphicFramePr>
          <p:cNvPr id="27" name="표 1">
            <a:extLst>
              <a:ext uri="{FF2B5EF4-FFF2-40B4-BE49-F238E27FC236}">
                <a16:creationId xmlns:a16="http://schemas.microsoft.com/office/drawing/2014/main" id="{44AAB40C-C086-43BD-BA65-E476147E42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6697879"/>
              </p:ext>
            </p:extLst>
          </p:nvPr>
        </p:nvGraphicFramePr>
        <p:xfrm>
          <a:off x="125047" y="857775"/>
          <a:ext cx="9644176" cy="5747089"/>
        </p:xfrm>
        <a:graphic>
          <a:graphicData uri="http://schemas.openxmlformats.org/drawingml/2006/table">
            <a:tbl>
              <a:tblPr/>
              <a:tblGrid>
                <a:gridCol w="7595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00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 (W51)</a:t>
                      </a:r>
                      <a:endParaRPr lang="ko-KR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PKG </a:t>
                      </a: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주액량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고도화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WA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’25.06 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대표호기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박준오P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황재웅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RSND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정대영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정소영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28" name="표 13">
            <a:extLst>
              <a:ext uri="{FF2B5EF4-FFF2-40B4-BE49-F238E27FC236}">
                <a16:creationId xmlns:a16="http://schemas.microsoft.com/office/drawing/2014/main" id="{8E00D5BE-64E4-47DA-BAA8-80A25CD019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7830063"/>
              </p:ext>
            </p:extLst>
          </p:nvPr>
        </p:nvGraphicFramePr>
        <p:xfrm>
          <a:off x="1650029" y="1080667"/>
          <a:ext cx="7024843" cy="55098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731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77532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47968">
                <a:tc gridSpan="2"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기술 검증 완료에 따라 글로벌 사이트 수평전개 진행중입니다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.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j-ea"/>
                        <a:ea typeface="+mj-ea"/>
                        <a:cs typeface="Malgun Gothic Semilight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1015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51678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800" b="0" baseline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800" b="0" baseline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800" b="0" baseline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800" b="0" baseline="0">
                          <a:solidFill>
                            <a:srgbClr val="000000"/>
                          </a:solidFill>
                          <a:latin typeface="+mj-ea"/>
                          <a:ea typeface="+mj-ea"/>
                        </a:rPr>
                      </a:br>
                      <a:r>
                        <a:rPr lang="en-US" altLang="ko-KR" sz="800" b="1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1) </a:t>
                      </a:r>
                      <a:r>
                        <a:rPr lang="ko-KR" altLang="en-US" sz="800" b="1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배경</a:t>
                      </a:r>
                      <a:r>
                        <a:rPr lang="en-US" altLang="ko-KR" sz="800" b="1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 ① </a:t>
                      </a:r>
                      <a:r>
                        <a:rPr lang="en-US" altLang="ko-KR" sz="800">
                          <a:latin typeface="+mj-ea"/>
                          <a:ea typeface="+mj-ea"/>
                        </a:rPr>
                        <a:t>CTQ 항목인 주액량 </a:t>
                      </a:r>
                      <a:r>
                        <a:rPr lang="ko-KR" altLang="en-US" sz="800">
                          <a:latin typeface="+mj-ea"/>
                          <a:ea typeface="+mj-ea"/>
                        </a:rPr>
                        <a:t>품질</a:t>
                      </a:r>
                      <a:r>
                        <a:rPr lang="en-US" altLang="ko-KR" sz="800">
                          <a:latin typeface="+mj-ea"/>
                          <a:ea typeface="+mj-ea"/>
                        </a:rPr>
                        <a:t> 개선 </a:t>
                      </a:r>
                      <a:r>
                        <a:rPr lang="ko-KR" altLang="en-US" sz="800">
                          <a:latin typeface="+mj-ea"/>
                          <a:ea typeface="+mj-ea"/>
                        </a:rPr>
                        <a:t>→ 주액 하한 생산</a:t>
                      </a:r>
                      <a:r>
                        <a:rPr lang="en-US" altLang="ko-KR" sz="80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>
                          <a:latin typeface="+mj-ea"/>
                          <a:ea typeface="+mj-ea"/>
                        </a:rPr>
                        <a:t>관리를 통한 생산 원가 절감</a:t>
                      </a:r>
                      <a:endParaRPr lang="en-US" altLang="ko-KR" sz="800" b="1" baseline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2) </a:t>
                      </a:r>
                      <a:r>
                        <a:rPr lang="ko-KR" altLang="en-US" sz="800" b="1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목표</a:t>
                      </a:r>
                      <a:br>
                        <a:rPr lang="en-US" altLang="ko-KR" sz="800" b="1" baseline="0">
                          <a:solidFill>
                            <a:srgbClr val="000000"/>
                          </a:solidFill>
                          <a:latin typeface="+mj-ea"/>
                          <a:ea typeface="+mj-ea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 </a:t>
                      </a:r>
                      <a:r>
                        <a:rPr lang="ko-KR" altLang="en-US" sz="800" b="1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① </a:t>
                      </a:r>
                      <a:r>
                        <a:rPr lang="ko-KR" altLang="en-US" sz="800" b="1">
                          <a:latin typeface="+mj-ea"/>
                          <a:ea typeface="+mj-ea"/>
                        </a:rPr>
                        <a:t>주액 </a:t>
                      </a:r>
                      <a:r>
                        <a:rPr lang="en-US" altLang="ko-KR" sz="800" b="1">
                          <a:latin typeface="+mj-ea"/>
                          <a:ea typeface="+mj-ea"/>
                        </a:rPr>
                        <a:t>Spec </a:t>
                      </a:r>
                      <a:r>
                        <a:rPr lang="ko-KR" altLang="en-US" sz="800" b="1">
                          <a:latin typeface="+mj-ea"/>
                          <a:ea typeface="+mj-ea"/>
                        </a:rPr>
                        <a:t>대비 </a:t>
                      </a:r>
                      <a:r>
                        <a:rPr lang="en-US" altLang="ko-KR" sz="800" b="1">
                          <a:latin typeface="+mj-ea"/>
                          <a:ea typeface="+mj-ea"/>
                        </a:rPr>
                        <a:t>0.3g </a:t>
                      </a:r>
                      <a:r>
                        <a:rPr lang="ko-KR" altLang="en-US" sz="800" b="1">
                          <a:latin typeface="+mj-ea"/>
                          <a:ea typeface="+mj-ea"/>
                        </a:rPr>
                        <a:t>하한 관리</a:t>
                      </a:r>
                      <a:endParaRPr lang="en-US" altLang="ko-KR" sz="800" b="1" baseline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b="1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3) </a:t>
                      </a:r>
                      <a:r>
                        <a:rPr lang="ko-KR" altLang="en-US" sz="800" b="1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진행 현황</a:t>
                      </a:r>
                      <a:endParaRPr lang="en-US" altLang="ko-KR" sz="800" b="1" baseline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b="1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① 예측 모델 적용 및 절감생산</a:t>
                      </a:r>
                      <a:br>
                        <a:rPr lang="en-US" altLang="ko-KR" sz="800" b="0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</a:b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 </a:t>
                      </a: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- ESWA #13-1(</a:t>
                      </a:r>
                      <a:r>
                        <a:rPr lang="ko-KR" altLang="en-US" sz="8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생산모델 </a:t>
                      </a: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: E77A)</a:t>
                      </a:r>
                      <a:r>
                        <a:rPr lang="ko-KR" altLang="en-US" sz="8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은 </a:t>
                      </a: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0.5g </a:t>
                      </a:r>
                      <a:r>
                        <a:rPr lang="ko-KR" altLang="en-US" sz="8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절감생산 시범 생산결과</a:t>
                      </a: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,</a:t>
                      </a:r>
                      <a:r>
                        <a:rPr lang="en-US" altLang="ko-KR" sz="800" b="0" kern="1200" noProof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 Normal 0.3g, Long 0.5g </a:t>
                      </a:r>
                      <a:r>
                        <a:rPr lang="ko-KR" altLang="en-US" sz="800" b="0" kern="1200" noProof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하한관리 가능할 것으로 보이고</a:t>
                      </a:r>
                      <a:r>
                        <a:rPr lang="en-US" altLang="ko-KR" sz="800" b="0" kern="1200" noProof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kern="1200" noProof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b="0" kern="1200" noProof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ESWA ’25</a:t>
                      </a:r>
                      <a:r>
                        <a:rPr lang="ko-KR" altLang="en-US" sz="800" b="0" kern="1200" noProof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년 기준 약 </a:t>
                      </a:r>
                      <a:r>
                        <a:rPr lang="en-US" altLang="ko-KR" sz="800" b="1" u="sng" kern="1200" noProof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1.4</a:t>
                      </a:r>
                      <a:r>
                        <a:rPr lang="ko-KR" altLang="en-US" sz="800" b="1" u="sng" kern="1200" noProof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억 절감</a:t>
                      </a:r>
                      <a:r>
                        <a:rPr lang="ko-KR" altLang="en-US" sz="800" b="0" kern="1200" noProof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 가능할 것으로 보입니다</a:t>
                      </a:r>
                      <a:r>
                        <a:rPr lang="en-US" altLang="ko-KR" sz="800" b="0" kern="1200" noProof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rgbClr val="1414FE"/>
                        </a:solidFill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rgbClr val="1414FE"/>
                        </a:solidFill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rgbClr val="1414FE"/>
                        </a:solidFill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rgbClr val="1414FE"/>
                        </a:solidFill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rgbClr val="1414FE"/>
                        </a:solidFill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rgbClr val="1414FE"/>
                        </a:solidFill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rgbClr val="1414FE"/>
                        </a:solidFill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rgbClr val="1414FE"/>
                        </a:solidFill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>
                        <a:solidFill>
                          <a:srgbClr val="1414FE"/>
                        </a:solidFill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800" b="0" kern="1200">
                          <a:solidFill>
                            <a:srgbClr val="0000FF"/>
                          </a:solidFill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lang="en-US" altLang="ko-KR" sz="800" b="1" kern="1200">
                          <a:solidFill>
                            <a:srgbClr val="0000FF"/>
                          </a:solidFill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   - ESWA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에 하한관리 잔여 호기들에 대한 추가 적용을 요청하였습니다</a:t>
                      </a: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이에</a:t>
                      </a: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, #10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라인</a:t>
                      </a: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,#20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라인</a:t>
                      </a: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,#22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라인</a:t>
                      </a: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 : 0.5g / #26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라인 </a:t>
                      </a: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: 1g 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절감생산 </a:t>
                      </a:r>
                      <a:b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시작했습니다</a:t>
                      </a: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.  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추가 적용 현황 </a:t>
                      </a: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follow-up 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하도록 하겠습니다</a:t>
                      </a: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800" b="1" kern="1200">
                          <a:solidFill>
                            <a:srgbClr val="0000FF"/>
                          </a:solidFill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lang="en-US" altLang="ko-KR" sz="800" b="0" kern="1200">
                          <a:solidFill>
                            <a:srgbClr val="0000FF"/>
                          </a:solidFill>
                          <a:latin typeface="+mj-ea"/>
                          <a:ea typeface="+mn-ea"/>
                          <a:cs typeface="+mn-cs"/>
                        </a:rPr>
                        <a:t>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8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</a:br>
                      <a:r>
                        <a:rPr lang="ko-KR" altLang="en-US" sz="800" b="1" kern="1200" baseline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②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로직 변경 사항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(11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월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)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: </a:t>
                      </a:r>
                      <a:endParaRPr lang="en-US" altLang="ko-KR" sz="800" b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>
                          <a:solidFill>
                            <a:srgbClr val="0000FF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</a:t>
                      </a:r>
                      <a:r>
                        <a:rPr lang="en-US" altLang="ko-KR" sz="800" b="1" kern="1200">
                          <a:solidFill>
                            <a:srgbClr val="0000FF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  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펌프 실링 교체 시기마다 산포가 커지는 현상이 있습니다</a:t>
                      </a: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 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해당 구간에 대한 이상감지 및 자동보정 일시 중단 기능 개발</a:t>
                      </a: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&amp;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적용 완료하였습니다</a:t>
                      </a: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800" b="1" kern="1200">
                        <a:solidFill>
                          <a:srgbClr val="0000FF"/>
                        </a:solidFill>
                        <a:latin typeface="+mj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1200">
                        <a:solidFill>
                          <a:srgbClr val="0000FF"/>
                        </a:solidFill>
                        <a:latin typeface="+mj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1200">
                        <a:solidFill>
                          <a:srgbClr val="0000FF"/>
                        </a:solidFill>
                        <a:latin typeface="+mj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1200">
                        <a:solidFill>
                          <a:srgbClr val="0000FF"/>
                        </a:solidFill>
                        <a:latin typeface="+mj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1200">
                        <a:solidFill>
                          <a:srgbClr val="0000FF"/>
                        </a:solidFill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1200">
                        <a:solidFill>
                          <a:srgbClr val="0000FF"/>
                        </a:solidFill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1200">
                        <a:solidFill>
                          <a:srgbClr val="0000FF"/>
                        </a:solidFill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  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예측보정 중 동시에 진행하는 피드백 자동보정의 파라미터</a:t>
                      </a: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주기</a:t>
                      </a: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,Gain)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최적화 진행중입니다</a:t>
                      </a: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b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(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장기 부동 후</a:t>
                      </a: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트렌드 자체변화에 대한 대응</a:t>
                      </a:r>
                      <a:r>
                        <a:rPr lang="en-US" altLang="ko-KR" sz="800" b="1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9" name="TextBox 28">
            <a:extLst>
              <a:ext uri="{FF2B5EF4-FFF2-40B4-BE49-F238E27FC236}">
                <a16:creationId xmlns:a16="http://schemas.microsoft.com/office/drawing/2014/main" id="{1F27CF5F-252F-44D0-85FB-F86C89B549B5}"/>
              </a:ext>
            </a:extLst>
          </p:cNvPr>
          <p:cNvSpPr txBox="1"/>
          <p:nvPr/>
        </p:nvSpPr>
        <p:spPr>
          <a:xfrm>
            <a:off x="1685001" y="1694714"/>
            <a:ext cx="845103" cy="261610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1100">
                <a:latin typeface="Arial Narrow"/>
                <a:ea typeface="LG스마트체 Regular"/>
              </a:rPr>
              <a:t>[</a:t>
            </a:r>
            <a:r>
              <a:rPr lang="ko-KR" altLang="en-US" sz="1100">
                <a:latin typeface="Arial Narrow"/>
                <a:ea typeface="LG스마트체 Regular"/>
              </a:rPr>
              <a:t>진행 계획</a:t>
            </a:r>
            <a:r>
              <a:rPr lang="en-US" altLang="ko-KR" sz="1100">
                <a:latin typeface="Arial Narrow"/>
                <a:ea typeface="LG스마트체 Regular"/>
              </a:rPr>
              <a:t>]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19979B5-42F7-4CD6-A2B3-922D0C827A3E}"/>
              </a:ext>
            </a:extLst>
          </p:cNvPr>
          <p:cNvSpPr txBox="1"/>
          <p:nvPr/>
        </p:nvSpPr>
        <p:spPr>
          <a:xfrm>
            <a:off x="1685001" y="2368758"/>
            <a:ext cx="845103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배경/목표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C44378AC-F215-403F-A455-A7190B7A83B5}"/>
              </a:ext>
            </a:extLst>
          </p:cNvPr>
          <p:cNvSpPr txBox="1"/>
          <p:nvPr/>
        </p:nvSpPr>
        <p:spPr>
          <a:xfrm>
            <a:off x="1685001" y="2892307"/>
            <a:ext cx="726481" cy="253916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진행상황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4" name="내용 개체 틀 20">
            <a:extLst>
              <a:ext uri="{FF2B5EF4-FFF2-40B4-BE49-F238E27FC236}">
                <a16:creationId xmlns:a16="http://schemas.microsoft.com/office/drawing/2014/main" id="{7AF85CDC-E4A6-4599-8E6D-47D8E54BF060}"/>
              </a:ext>
            </a:extLst>
          </p:cNvPr>
          <p:cNvSpPr txBox="1">
            <a:spLocks/>
          </p:cNvSpPr>
          <p:nvPr/>
        </p:nvSpPr>
        <p:spPr>
          <a:xfrm>
            <a:off x="108656" y="603730"/>
            <a:ext cx="3157916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PKG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전해액 </a:t>
            </a:r>
            <a:r>
              <a:rPr lang="ko-KR" altLang="en-US" sz="1400" b="1" err="1">
                <a:solidFill>
                  <a:prstClr val="black"/>
                </a:solidFill>
                <a:latin typeface="LG Smart_H Regular"/>
                <a:ea typeface="LG스마트체 Regular"/>
                <a:cs typeface="Malgun Gothic Semilight"/>
              </a:rPr>
              <a:t>주액량</a:t>
            </a:r>
            <a:r>
              <a:rPr lang="ko-KR" sz="1400" b="1">
                <a:solidFill>
                  <a:prstClr val="black"/>
                </a:solidFill>
                <a:latin typeface="LG Smart_H Regular"/>
                <a:ea typeface="LG스마트체 Regular"/>
                <a:cs typeface="Malgun Gothic Semilight"/>
              </a:rPr>
              <a:t> 자동보정</a:t>
            </a:r>
            <a:r>
              <a:rPr lang="en-US" altLang="ko-KR" sz="1400" b="1">
                <a:solidFill>
                  <a:prstClr val="black"/>
                </a:solidFill>
                <a:latin typeface="LG Smart_H Regular"/>
                <a:ea typeface="LG스마트체 Regular"/>
                <a:cs typeface="Malgun Gothic Semilight"/>
              </a:rPr>
              <a:t> </a:t>
            </a:r>
            <a:r>
              <a:rPr lang="ko-KR" altLang="en-US" sz="1400" b="1">
                <a:solidFill>
                  <a:prstClr val="black"/>
                </a:solidFill>
                <a:latin typeface="LG Smart_H Regular"/>
                <a:ea typeface="LG스마트체 Regular"/>
                <a:cs typeface="Malgun Gothic Semilight"/>
              </a:rPr>
              <a:t>고도화</a:t>
            </a:r>
            <a:r>
              <a:rPr lang="en-US" altLang="ko-KR" sz="1400" b="1">
                <a:solidFill>
                  <a:prstClr val="black"/>
                </a:solidFill>
                <a:latin typeface="LG Smart_H Regular"/>
                <a:ea typeface="LG스마트체 Regular"/>
                <a:cs typeface="Malgun Gothic Semilight"/>
              </a:rPr>
              <a:t>(1/2)</a:t>
            </a:r>
            <a:endParaRPr lang="en-US" altLang="ko-KR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graphicFrame>
        <p:nvGraphicFramePr>
          <p:cNvPr id="36" name="표 26">
            <a:extLst>
              <a:ext uri="{FF2B5EF4-FFF2-40B4-BE49-F238E27FC236}">
                <a16:creationId xmlns:a16="http://schemas.microsoft.com/office/drawing/2014/main" id="{885FE08D-72C7-4553-91A1-78F5EF1C38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9561016"/>
              </p:ext>
            </p:extLst>
          </p:nvPr>
        </p:nvGraphicFramePr>
        <p:xfrm>
          <a:off x="2656206" y="1697793"/>
          <a:ext cx="5966838" cy="726107"/>
        </p:xfrm>
        <a:graphic>
          <a:graphicData uri="http://schemas.openxmlformats.org/drawingml/2006/table">
            <a:tbl>
              <a:tblPr/>
              <a:tblGrid>
                <a:gridCol w="536294">
                  <a:extLst>
                    <a:ext uri="{9D8B030D-6E8A-4147-A177-3AD203B41FA5}">
                      <a16:colId xmlns:a16="http://schemas.microsoft.com/office/drawing/2014/main" val="4158735420"/>
                    </a:ext>
                  </a:extLst>
                </a:gridCol>
                <a:gridCol w="775792">
                  <a:extLst>
                    <a:ext uri="{9D8B030D-6E8A-4147-A177-3AD203B41FA5}">
                      <a16:colId xmlns:a16="http://schemas.microsoft.com/office/drawing/2014/main" val="3049118925"/>
                    </a:ext>
                  </a:extLst>
                </a:gridCol>
                <a:gridCol w="775792">
                  <a:extLst>
                    <a:ext uri="{9D8B030D-6E8A-4147-A177-3AD203B41FA5}">
                      <a16:colId xmlns:a16="http://schemas.microsoft.com/office/drawing/2014/main" val="531376357"/>
                    </a:ext>
                  </a:extLst>
                </a:gridCol>
                <a:gridCol w="775792">
                  <a:extLst>
                    <a:ext uri="{9D8B030D-6E8A-4147-A177-3AD203B41FA5}">
                      <a16:colId xmlns:a16="http://schemas.microsoft.com/office/drawing/2014/main" val="2949029446"/>
                    </a:ext>
                  </a:extLst>
                </a:gridCol>
                <a:gridCol w="775792">
                  <a:extLst>
                    <a:ext uri="{9D8B030D-6E8A-4147-A177-3AD203B41FA5}">
                      <a16:colId xmlns:a16="http://schemas.microsoft.com/office/drawing/2014/main" val="2637651032"/>
                    </a:ext>
                  </a:extLst>
                </a:gridCol>
                <a:gridCol w="775792">
                  <a:extLst>
                    <a:ext uri="{9D8B030D-6E8A-4147-A177-3AD203B41FA5}">
                      <a16:colId xmlns:a16="http://schemas.microsoft.com/office/drawing/2014/main" val="1621948530"/>
                    </a:ext>
                  </a:extLst>
                </a:gridCol>
                <a:gridCol w="775792">
                  <a:extLst>
                    <a:ext uri="{9D8B030D-6E8A-4147-A177-3AD203B41FA5}">
                      <a16:colId xmlns:a16="http://schemas.microsoft.com/office/drawing/2014/main" val="3389905596"/>
                    </a:ext>
                  </a:extLst>
                </a:gridCol>
                <a:gridCol w="775792">
                  <a:extLst>
                    <a:ext uri="{9D8B030D-6E8A-4147-A177-3AD203B41FA5}">
                      <a16:colId xmlns:a16="http://schemas.microsoft.com/office/drawing/2014/main" val="2994997893"/>
                    </a:ext>
                  </a:extLst>
                </a:gridCol>
              </a:tblGrid>
              <a:tr h="10825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구분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일정</a:t>
                      </a: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분석</a:t>
                      </a:r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과제성</a:t>
                      </a:r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검토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로직 개발</a:t>
                      </a: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시뮬레이션 검증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PLC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대표호기 완료 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로직 고도화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수평전개 완료 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효과분석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타 법인적용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63543"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ESWA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25.02 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~’25.03.31</a:t>
                      </a: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~’25.04.07</a:t>
                      </a:r>
                    </a:p>
                  </a:txBody>
                  <a:tcPr marL="9524" marR="9524" marT="7872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~’25.04.30</a:t>
                      </a:r>
                      <a:endParaRPr kumimoji="0" lang="en-US" altLang="ko-KR"/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~’25.09.10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~’25.’12.31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5483190"/>
                  </a:ext>
                </a:extLst>
              </a:tr>
            </a:tbl>
          </a:graphicData>
        </a:graphic>
      </p:graphicFrame>
      <p:sp>
        <p:nvSpPr>
          <p:cNvPr id="40" name="TextBox 354">
            <a:extLst>
              <a:ext uri="{FF2B5EF4-FFF2-40B4-BE49-F238E27FC236}">
                <a16:creationId xmlns:a16="http://schemas.microsoft.com/office/drawing/2014/main" id="{732BB72F-5E2B-453B-9E06-6A8E8F30DB17}"/>
              </a:ext>
            </a:extLst>
          </p:cNvPr>
          <p:cNvSpPr txBox="1"/>
          <p:nvPr/>
        </p:nvSpPr>
        <p:spPr>
          <a:xfrm rot="10800000" flipV="1">
            <a:off x="7183597" y="1712126"/>
            <a:ext cx="422409" cy="107698"/>
          </a:xfrm>
          <a:prstGeom prst="rect">
            <a:avLst/>
          </a:prstGeom>
          <a:noFill/>
          <a:ln w="9525" cmpd="sng">
            <a:noFill/>
          </a:ln>
          <a:effectLst/>
        </p:spPr>
        <p:txBody>
          <a:bodyPr wrap="square" lIns="36000" tIns="36000" rIns="36000" bIns="36000" rtlCol="0" anchor="ctr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▼</a:t>
            </a:r>
            <a:endParaRPr kumimoji="0" lang="en-US" altLang="ko-KR" sz="1600" b="0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1" name="직사각형 17">
            <a:extLst>
              <a:ext uri="{FF2B5EF4-FFF2-40B4-BE49-F238E27FC236}">
                <a16:creationId xmlns:a16="http://schemas.microsoft.com/office/drawing/2014/main" id="{F5784B95-182A-4933-8C49-37681CF39CE5}"/>
              </a:ext>
            </a:extLst>
          </p:cNvPr>
          <p:cNvSpPr/>
          <p:nvPr/>
        </p:nvSpPr>
        <p:spPr>
          <a:xfrm>
            <a:off x="7066627" y="1848275"/>
            <a:ext cx="763426" cy="575625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3" name="직사각형 8">
            <a:extLst>
              <a:ext uri="{FF2B5EF4-FFF2-40B4-BE49-F238E27FC236}">
                <a16:creationId xmlns:a16="http://schemas.microsoft.com/office/drawing/2014/main" id="{815AC9CE-52DB-480A-9EB4-CD0DDF6BC13E}"/>
              </a:ext>
            </a:extLst>
          </p:cNvPr>
          <p:cNvSpPr/>
          <p:nvPr/>
        </p:nvSpPr>
        <p:spPr>
          <a:xfrm>
            <a:off x="5889625" y="290127"/>
            <a:ext cx="2390398" cy="230832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900">
                <a:latin typeface="+mn-ea"/>
              </a:rPr>
              <a:t>[ 과제번호 : 조립자동보정-#1</a:t>
            </a:r>
            <a:r>
              <a:rPr lang="en-US" altLang="ko-KR" sz="900">
                <a:latin typeface="+mn-ea"/>
              </a:rPr>
              <a:t>5</a:t>
            </a:r>
            <a:r>
              <a:rPr lang="ko-KR" altLang="en-US" sz="900">
                <a:latin typeface="+mn-ea"/>
              </a:rPr>
              <a:t>, 진행 상태 : </a:t>
            </a:r>
            <a:r>
              <a:rPr lang="ko-KR" altLang="en-US" sz="9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900">
                <a:latin typeface="+mn-ea"/>
              </a:rPr>
              <a:t>]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A7B40F0-2AE0-41BB-86F6-96C95019C0F0}"/>
              </a:ext>
            </a:extLst>
          </p:cNvPr>
          <p:cNvSpPr txBox="1"/>
          <p:nvPr/>
        </p:nvSpPr>
        <p:spPr>
          <a:xfrm>
            <a:off x="8097413" y="6341934"/>
            <a:ext cx="533594" cy="19389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계속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..)</a:t>
            </a:r>
            <a:endParaRPr lang="ko-KR" altLang="en-US" sz="14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A7D1D9DA-3F20-4F02-8EA4-B999642B7B7B}"/>
              </a:ext>
            </a:extLst>
          </p:cNvPr>
          <p:cNvGrpSpPr/>
          <p:nvPr/>
        </p:nvGrpSpPr>
        <p:grpSpPr>
          <a:xfrm>
            <a:off x="5074599" y="3313623"/>
            <a:ext cx="3409931" cy="1444497"/>
            <a:chOff x="4313405" y="3489940"/>
            <a:chExt cx="4538618" cy="2326376"/>
          </a:xfrm>
        </p:grpSpPr>
        <p:pic>
          <p:nvPicPr>
            <p:cNvPr id="16" name="그림 15">
              <a:extLst>
                <a:ext uri="{FF2B5EF4-FFF2-40B4-BE49-F238E27FC236}">
                  <a16:creationId xmlns:a16="http://schemas.microsoft.com/office/drawing/2014/main" id="{CB40B70F-00F7-43C2-93B6-3E8A83FBBD3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715778" y="4836393"/>
              <a:ext cx="1959850" cy="979923"/>
            </a:xfrm>
            <a:prstGeom prst="rect">
              <a:avLst/>
            </a:prstGeom>
          </p:spPr>
        </p:pic>
        <p:pic>
          <p:nvPicPr>
            <p:cNvPr id="17" name="그림 16">
              <a:extLst>
                <a:ext uri="{FF2B5EF4-FFF2-40B4-BE49-F238E27FC236}">
                  <a16:creationId xmlns:a16="http://schemas.microsoft.com/office/drawing/2014/main" id="{581E251D-839D-43C3-A2E7-41471E87188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715778" y="3624430"/>
              <a:ext cx="1944216" cy="979923"/>
            </a:xfrm>
            <a:prstGeom prst="rect">
              <a:avLst/>
            </a:prstGeom>
          </p:spPr>
        </p:pic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8FBEA27-C139-4971-A476-07E8C81FF81B}"/>
                </a:ext>
              </a:extLst>
            </p:cNvPr>
            <p:cNvSpPr txBox="1"/>
            <p:nvPr/>
          </p:nvSpPr>
          <p:spPr>
            <a:xfrm>
              <a:off x="4334264" y="4053687"/>
              <a:ext cx="576969" cy="66917"/>
            </a:xfrm>
            <a:prstGeom prst="rect">
              <a:avLst/>
            </a:prstGeom>
            <a:solidFill>
              <a:schemeClr val="bg1">
                <a:alpha val="0"/>
              </a:schemeClr>
            </a:solidFill>
          </p:spPr>
          <p:txBody>
            <a:bodyPr wrap="square" lIns="0" tIns="0" rIns="0" bIns="0" rtlCol="0" anchor="ctr">
              <a:spAutoFit/>
            </a:bodyPr>
            <a:lstStyle>
              <a:defPPr>
                <a:defRPr lang="ko-KR"/>
              </a:defPPr>
              <a:lvl1pPr algn="ctr">
                <a:lnSpc>
                  <a:spcPct val="90000"/>
                </a:lnSpc>
                <a:defRPr sz="700">
                  <a:solidFill>
                    <a:srgbClr val="0000FF"/>
                  </a:solidFill>
                  <a:latin typeface="+mj-ea"/>
                  <a:ea typeface="+mj-ea"/>
                </a:defRPr>
              </a:lvl1pPr>
            </a:lstStyle>
            <a:p>
              <a:r>
                <a:rPr lang="en-US" altLang="ko-KR" sz="300">
                  <a:solidFill>
                    <a:schemeClr val="tx1"/>
                  </a:solidFill>
                </a:rPr>
                <a:t>REF : 170.0g</a:t>
              </a:r>
              <a:endParaRPr lang="ko-KR" altLang="en-US" sz="300">
                <a:solidFill>
                  <a:schemeClr val="tx1"/>
                </a:solidFill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A8D9B6E8-0AEB-407F-A461-68CE8B64C797}"/>
                </a:ext>
              </a:extLst>
            </p:cNvPr>
            <p:cNvSpPr txBox="1"/>
            <p:nvPr/>
          </p:nvSpPr>
          <p:spPr>
            <a:xfrm>
              <a:off x="4313405" y="4157933"/>
              <a:ext cx="612786" cy="178444"/>
            </a:xfrm>
            <a:prstGeom prst="rect">
              <a:avLst/>
            </a:prstGeom>
            <a:solidFill>
              <a:schemeClr val="bg1">
                <a:alpha val="0"/>
              </a:schemeClr>
            </a:solidFill>
          </p:spPr>
          <p:txBody>
            <a:bodyPr wrap="square" lIns="0" tIns="0" rIns="0" bIns="0" rtlCol="0" anchor="ctr">
              <a:spAutoFit/>
            </a:bodyPr>
            <a:lstStyle>
              <a:defPPr>
                <a:defRPr lang="ko-KR"/>
              </a:defPPr>
              <a:lvl1pPr algn="ctr">
                <a:lnSpc>
                  <a:spcPct val="90000"/>
                </a:lnSpc>
                <a:defRPr sz="700">
                  <a:latin typeface="+mj-ea"/>
                  <a:ea typeface="+mj-ea"/>
                </a:defRPr>
              </a:lvl1pPr>
            </a:lstStyle>
            <a:p>
              <a:r>
                <a:rPr lang="en-US" altLang="ko-KR" sz="400">
                  <a:solidFill>
                    <a:srgbClr val="0000FF"/>
                  </a:solidFill>
                </a:rPr>
                <a:t>Ref169.5g</a:t>
              </a:r>
            </a:p>
            <a:p>
              <a:r>
                <a:rPr lang="ko-KR" altLang="en-US" sz="400">
                  <a:solidFill>
                    <a:srgbClr val="0000FF"/>
                  </a:solidFill>
                </a:rPr>
                <a:t> 하한관리</a:t>
              </a:r>
              <a:r>
                <a:rPr lang="en-US" altLang="ko-KR" sz="400">
                  <a:solidFill>
                    <a:srgbClr val="0000FF"/>
                  </a:solidFill>
                </a:rPr>
                <a:t>(-0.5g)</a:t>
              </a:r>
              <a:endParaRPr lang="ko-KR" altLang="en-US" sz="400">
                <a:solidFill>
                  <a:srgbClr val="0000FF"/>
                </a:solidFill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907EE9A-4B4F-4E7E-8CE0-F5BB2803B8C2}"/>
                </a:ext>
              </a:extLst>
            </p:cNvPr>
            <p:cNvSpPr txBox="1"/>
            <p:nvPr/>
          </p:nvSpPr>
          <p:spPr>
            <a:xfrm>
              <a:off x="4866819" y="3798955"/>
              <a:ext cx="559848" cy="89222"/>
            </a:xfrm>
            <a:prstGeom prst="rect">
              <a:avLst/>
            </a:prstGeom>
            <a:solidFill>
              <a:schemeClr val="bg1">
                <a:alpha val="0"/>
              </a:schemeClr>
            </a:solidFill>
          </p:spPr>
          <p:txBody>
            <a:bodyPr wrap="square" lIns="0" tIns="0" rIns="0" bIns="0" rtlCol="0" anchor="ctr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ko-KR" sz="400">
                  <a:latin typeface="+mj-ea"/>
                  <a:ea typeface="+mj-ea"/>
                </a:rPr>
                <a:t>A-Lane</a:t>
              </a:r>
              <a:endParaRPr lang="ko-KR" altLang="en-US" sz="400">
                <a:latin typeface="+mj-ea"/>
                <a:ea typeface="+mj-ea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F26B137-224C-4096-9C72-7C063770A97F}"/>
                </a:ext>
              </a:extLst>
            </p:cNvPr>
            <p:cNvSpPr txBox="1"/>
            <p:nvPr/>
          </p:nvSpPr>
          <p:spPr>
            <a:xfrm>
              <a:off x="4313405" y="3777263"/>
              <a:ext cx="545875" cy="66917"/>
            </a:xfrm>
            <a:prstGeom prst="rect">
              <a:avLst/>
            </a:prstGeom>
            <a:solidFill>
              <a:schemeClr val="bg1">
                <a:alpha val="0"/>
              </a:schemeClr>
            </a:solidFill>
          </p:spPr>
          <p:txBody>
            <a:bodyPr wrap="square" lIns="0" tIns="0" rIns="0" bIns="0" rtlCol="0" anchor="ctr">
              <a:spAutoFit/>
            </a:bodyPr>
            <a:lstStyle>
              <a:defPPr>
                <a:defRPr lang="ko-KR"/>
              </a:defPPr>
              <a:lvl1pPr algn="ctr">
                <a:lnSpc>
                  <a:spcPct val="90000"/>
                </a:lnSpc>
                <a:defRPr sz="600">
                  <a:latin typeface="+mj-ea"/>
                  <a:ea typeface="+mj-ea"/>
                </a:defRPr>
              </a:lvl1pPr>
            </a:lstStyle>
            <a:p>
              <a:r>
                <a:rPr lang="en-US" altLang="ko-KR" sz="300">
                  <a:solidFill>
                    <a:srgbClr val="C00000"/>
                  </a:solidFill>
                </a:rPr>
                <a:t>USL : 172g</a:t>
              </a:r>
              <a:endParaRPr lang="ko-KR" altLang="en-US" sz="300">
                <a:solidFill>
                  <a:srgbClr val="C00000"/>
                </a:solidFill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1EAAE41-C64C-4F8A-95CB-EBE07A2D2D15}"/>
                </a:ext>
              </a:extLst>
            </p:cNvPr>
            <p:cNvSpPr txBox="1"/>
            <p:nvPr/>
          </p:nvSpPr>
          <p:spPr>
            <a:xfrm>
              <a:off x="4321053" y="4431956"/>
              <a:ext cx="538227" cy="66917"/>
            </a:xfrm>
            <a:prstGeom prst="rect">
              <a:avLst/>
            </a:prstGeom>
            <a:solidFill>
              <a:schemeClr val="bg1">
                <a:alpha val="0"/>
              </a:schemeClr>
            </a:solidFill>
          </p:spPr>
          <p:txBody>
            <a:bodyPr wrap="square" lIns="0" tIns="0" rIns="0" bIns="0" rtlCol="0" anchor="ctr">
              <a:spAutoFit/>
            </a:bodyPr>
            <a:lstStyle>
              <a:defPPr>
                <a:defRPr lang="ko-KR"/>
              </a:defPPr>
              <a:lvl1pPr algn="ctr">
                <a:lnSpc>
                  <a:spcPct val="90000"/>
                </a:lnSpc>
                <a:defRPr sz="600">
                  <a:latin typeface="+mj-ea"/>
                  <a:ea typeface="+mj-ea"/>
                </a:defRPr>
              </a:lvl1pPr>
            </a:lstStyle>
            <a:p>
              <a:r>
                <a:rPr lang="en-US" altLang="ko-KR" sz="300">
                  <a:solidFill>
                    <a:srgbClr val="C00000"/>
                  </a:solidFill>
                </a:rPr>
                <a:t>USL : 168g</a:t>
              </a:r>
              <a:endParaRPr lang="ko-KR" altLang="en-US" sz="300">
                <a:solidFill>
                  <a:srgbClr val="C00000"/>
                </a:solidFill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EA89038D-7A99-4032-9B99-15CFB0726E6B}"/>
                </a:ext>
              </a:extLst>
            </p:cNvPr>
            <p:cNvSpPr txBox="1"/>
            <p:nvPr/>
          </p:nvSpPr>
          <p:spPr>
            <a:xfrm>
              <a:off x="5459721" y="3489940"/>
              <a:ext cx="553198" cy="133833"/>
            </a:xfrm>
            <a:prstGeom prst="rect">
              <a:avLst/>
            </a:prstGeom>
            <a:solidFill>
              <a:schemeClr val="bg1">
                <a:alpha val="0"/>
              </a:schemeClr>
            </a:solidFill>
          </p:spPr>
          <p:txBody>
            <a:bodyPr wrap="square" lIns="0" tIns="0" rIns="0" bIns="0" rtlCol="0" anchor="ctr">
              <a:spAutoFit/>
            </a:bodyPr>
            <a:lstStyle>
              <a:defPPr>
                <a:defRPr lang="ko-KR"/>
              </a:defPPr>
              <a:lvl1pPr algn="ctr">
                <a:lnSpc>
                  <a:spcPct val="90000"/>
                </a:lnSpc>
                <a:defRPr sz="900">
                  <a:latin typeface="+mj-ea"/>
                  <a:ea typeface="+mj-ea"/>
                </a:defRPr>
              </a:lvl1pPr>
            </a:lstStyle>
            <a:p>
              <a:r>
                <a:rPr lang="ko-KR" altLang="en-US" sz="600"/>
                <a:t>적용 전</a:t>
              </a:r>
            </a:p>
          </p:txBody>
        </p:sp>
        <p:pic>
          <p:nvPicPr>
            <p:cNvPr id="30" name="그림 29">
              <a:extLst>
                <a:ext uri="{FF2B5EF4-FFF2-40B4-BE49-F238E27FC236}">
                  <a16:creationId xmlns:a16="http://schemas.microsoft.com/office/drawing/2014/main" id="{EA350311-BB19-4479-AE3A-BDA82FCA891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892173" y="4855269"/>
              <a:ext cx="1950843" cy="946677"/>
            </a:xfrm>
            <a:prstGeom prst="rect">
              <a:avLst/>
            </a:prstGeom>
          </p:spPr>
        </p:pic>
        <p:pic>
          <p:nvPicPr>
            <p:cNvPr id="33" name="그림 32">
              <a:extLst>
                <a:ext uri="{FF2B5EF4-FFF2-40B4-BE49-F238E27FC236}">
                  <a16:creationId xmlns:a16="http://schemas.microsoft.com/office/drawing/2014/main" id="{57BA1AB0-A2BE-48E5-AED8-5B56797A5A3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892173" y="3624429"/>
              <a:ext cx="1959850" cy="979923"/>
            </a:xfrm>
            <a:prstGeom prst="rect">
              <a:avLst/>
            </a:prstGeom>
          </p:spPr>
        </p:pic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67C0CAAF-DDE4-4C0D-B83F-D44CBF3E5828}"/>
                </a:ext>
              </a:extLst>
            </p:cNvPr>
            <p:cNvSpPr txBox="1"/>
            <p:nvPr/>
          </p:nvSpPr>
          <p:spPr>
            <a:xfrm>
              <a:off x="7125568" y="3798955"/>
              <a:ext cx="559848" cy="89222"/>
            </a:xfrm>
            <a:prstGeom prst="rect">
              <a:avLst/>
            </a:prstGeom>
            <a:solidFill>
              <a:schemeClr val="bg1">
                <a:alpha val="0"/>
              </a:schemeClr>
            </a:solidFill>
          </p:spPr>
          <p:txBody>
            <a:bodyPr wrap="square" lIns="0" tIns="0" rIns="0" bIns="0" rtlCol="0" anchor="ctr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ko-KR" sz="400">
                  <a:latin typeface="+mj-ea"/>
                  <a:ea typeface="+mj-ea"/>
                </a:rPr>
                <a:t>A-Lane</a:t>
              </a:r>
              <a:endParaRPr lang="ko-KR" altLang="en-US" sz="400">
                <a:latin typeface="+mj-ea"/>
                <a:ea typeface="+mj-ea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6A81A0D5-9EE8-4AEF-85AF-CF58BB968BC6}"/>
                </a:ext>
              </a:extLst>
            </p:cNvPr>
            <p:cNvSpPr txBox="1"/>
            <p:nvPr/>
          </p:nvSpPr>
          <p:spPr>
            <a:xfrm>
              <a:off x="4866819" y="5022886"/>
              <a:ext cx="559848" cy="89222"/>
            </a:xfrm>
            <a:prstGeom prst="rect">
              <a:avLst/>
            </a:prstGeom>
            <a:solidFill>
              <a:schemeClr val="bg1">
                <a:alpha val="0"/>
              </a:schemeClr>
            </a:solidFill>
          </p:spPr>
          <p:txBody>
            <a:bodyPr wrap="square" lIns="0" tIns="0" rIns="0" bIns="0" rtlCol="0" anchor="ctr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ko-KR" sz="400">
                  <a:latin typeface="+mj-ea"/>
                  <a:ea typeface="+mj-ea"/>
                </a:rPr>
                <a:t>B-Lane</a:t>
              </a:r>
              <a:endParaRPr lang="ko-KR" altLang="en-US" sz="400">
                <a:latin typeface="+mj-ea"/>
                <a:ea typeface="+mj-ea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C95D7036-B939-490E-89C1-2EC74B606D50}"/>
                </a:ext>
              </a:extLst>
            </p:cNvPr>
            <p:cNvSpPr txBox="1"/>
            <p:nvPr/>
          </p:nvSpPr>
          <p:spPr>
            <a:xfrm>
              <a:off x="7125568" y="5022886"/>
              <a:ext cx="559848" cy="89222"/>
            </a:xfrm>
            <a:prstGeom prst="rect">
              <a:avLst/>
            </a:prstGeom>
            <a:solidFill>
              <a:schemeClr val="bg1">
                <a:alpha val="0"/>
              </a:schemeClr>
            </a:solidFill>
          </p:spPr>
          <p:txBody>
            <a:bodyPr wrap="square" lIns="0" tIns="0" rIns="0" bIns="0" rtlCol="0" anchor="ctr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ko-KR" sz="400">
                  <a:latin typeface="+mj-ea"/>
                  <a:ea typeface="+mj-ea"/>
                </a:rPr>
                <a:t>B-Lane</a:t>
              </a:r>
              <a:endParaRPr lang="ko-KR" altLang="en-US" sz="400">
                <a:latin typeface="+mj-ea"/>
                <a:ea typeface="+mj-ea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17C7EAA6-1373-460F-9693-54366000C072}"/>
                </a:ext>
              </a:extLst>
            </p:cNvPr>
            <p:cNvSpPr txBox="1"/>
            <p:nvPr/>
          </p:nvSpPr>
          <p:spPr>
            <a:xfrm>
              <a:off x="7648263" y="3489940"/>
              <a:ext cx="553198" cy="133833"/>
            </a:xfrm>
            <a:prstGeom prst="rect">
              <a:avLst/>
            </a:prstGeom>
            <a:solidFill>
              <a:schemeClr val="bg1">
                <a:alpha val="0"/>
              </a:schemeClr>
            </a:solidFill>
          </p:spPr>
          <p:txBody>
            <a:bodyPr wrap="square" lIns="0" tIns="0" rIns="0" bIns="0" rtlCol="0" anchor="ctr">
              <a:spAutoFit/>
            </a:bodyPr>
            <a:lstStyle>
              <a:defPPr>
                <a:defRPr lang="ko-KR"/>
              </a:defPPr>
              <a:lvl1pPr algn="ctr">
                <a:lnSpc>
                  <a:spcPct val="90000"/>
                </a:lnSpc>
                <a:defRPr sz="900">
                  <a:latin typeface="+mj-ea"/>
                  <a:ea typeface="+mj-ea"/>
                </a:defRPr>
              </a:lvl1pPr>
            </a:lstStyle>
            <a:p>
              <a:r>
                <a:rPr lang="ko-KR" altLang="en-US" sz="600"/>
                <a:t>적용 후</a:t>
              </a:r>
            </a:p>
          </p:txBody>
        </p: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FE374E64-E015-497D-88F3-E107D410EC29}"/>
                </a:ext>
              </a:extLst>
            </p:cNvPr>
            <p:cNvCxnSpPr>
              <a:cxnSpLocks/>
            </p:cNvCxnSpPr>
            <p:nvPr/>
          </p:nvCxnSpPr>
          <p:spPr>
            <a:xfrm>
              <a:off x="4862543" y="4168416"/>
              <a:ext cx="3942210" cy="0"/>
            </a:xfrm>
            <a:prstGeom prst="line">
              <a:avLst/>
            </a:prstGeom>
            <a:ln w="12700">
              <a:solidFill>
                <a:srgbClr val="0000FF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A6B8C5A9-12FC-4908-ABD3-7BAEC12037B0}"/>
                </a:ext>
              </a:extLst>
            </p:cNvPr>
            <p:cNvCxnSpPr>
              <a:cxnSpLocks/>
            </p:cNvCxnSpPr>
            <p:nvPr/>
          </p:nvCxnSpPr>
          <p:spPr>
            <a:xfrm>
              <a:off x="4862543" y="5386148"/>
              <a:ext cx="3942210" cy="0"/>
            </a:xfrm>
            <a:prstGeom prst="line">
              <a:avLst/>
            </a:prstGeom>
            <a:ln w="12700">
              <a:solidFill>
                <a:srgbClr val="0000FF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DD7AED8-AAEB-4F02-867D-CACB37446295}"/>
                </a:ext>
              </a:extLst>
            </p:cNvPr>
            <p:cNvCxnSpPr>
              <a:cxnSpLocks/>
            </p:cNvCxnSpPr>
            <p:nvPr/>
          </p:nvCxnSpPr>
          <p:spPr>
            <a:xfrm>
              <a:off x="4862543" y="4087344"/>
              <a:ext cx="3942210" cy="0"/>
            </a:xfrm>
            <a:prstGeom prst="line">
              <a:avLst/>
            </a:prstGeom>
            <a:ln w="3175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872D2DCE-F48D-4472-9617-55E32A65788E}"/>
                </a:ext>
              </a:extLst>
            </p:cNvPr>
            <p:cNvCxnSpPr>
              <a:cxnSpLocks/>
            </p:cNvCxnSpPr>
            <p:nvPr/>
          </p:nvCxnSpPr>
          <p:spPr>
            <a:xfrm>
              <a:off x="4862543" y="5305910"/>
              <a:ext cx="3942210" cy="0"/>
            </a:xfrm>
            <a:prstGeom prst="line">
              <a:avLst/>
            </a:prstGeom>
            <a:ln w="3175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FE83588-273B-4E7B-A113-46C7B77E50CF}"/>
                </a:ext>
              </a:extLst>
            </p:cNvPr>
            <p:cNvSpPr txBox="1"/>
            <p:nvPr/>
          </p:nvSpPr>
          <p:spPr>
            <a:xfrm>
              <a:off x="4313405" y="5359270"/>
              <a:ext cx="612786" cy="178444"/>
            </a:xfrm>
            <a:prstGeom prst="rect">
              <a:avLst/>
            </a:prstGeom>
            <a:solidFill>
              <a:schemeClr val="bg1">
                <a:alpha val="0"/>
              </a:schemeClr>
            </a:solidFill>
          </p:spPr>
          <p:txBody>
            <a:bodyPr wrap="square" lIns="0" tIns="0" rIns="0" bIns="0" rtlCol="0" anchor="ctr">
              <a:spAutoFit/>
            </a:bodyPr>
            <a:lstStyle>
              <a:defPPr>
                <a:defRPr lang="ko-KR"/>
              </a:defPPr>
              <a:lvl1pPr algn="ctr">
                <a:lnSpc>
                  <a:spcPct val="90000"/>
                </a:lnSpc>
                <a:defRPr sz="700">
                  <a:latin typeface="+mj-ea"/>
                  <a:ea typeface="+mj-ea"/>
                </a:defRPr>
              </a:lvl1pPr>
            </a:lstStyle>
            <a:p>
              <a:r>
                <a:rPr lang="en-US" altLang="ko-KR" sz="400">
                  <a:solidFill>
                    <a:srgbClr val="0000FF"/>
                  </a:solidFill>
                </a:rPr>
                <a:t>Ref169.5g</a:t>
              </a:r>
            </a:p>
            <a:p>
              <a:r>
                <a:rPr lang="ko-KR" altLang="en-US" sz="400">
                  <a:solidFill>
                    <a:srgbClr val="0000FF"/>
                  </a:solidFill>
                </a:rPr>
                <a:t> 하한관리</a:t>
              </a:r>
              <a:r>
                <a:rPr lang="en-US" altLang="ko-KR" sz="400">
                  <a:solidFill>
                    <a:srgbClr val="0000FF"/>
                  </a:solidFill>
                </a:rPr>
                <a:t>(-0.5g)</a:t>
              </a:r>
              <a:endParaRPr lang="ko-KR" altLang="en-US" sz="400">
                <a:solidFill>
                  <a:srgbClr val="0000FF"/>
                </a:solidFill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06FEFB85-92CA-447B-B502-0A8445E8FF70}"/>
                </a:ext>
              </a:extLst>
            </p:cNvPr>
            <p:cNvSpPr txBox="1"/>
            <p:nvPr/>
          </p:nvSpPr>
          <p:spPr>
            <a:xfrm>
              <a:off x="4334264" y="5262399"/>
              <a:ext cx="576969" cy="66917"/>
            </a:xfrm>
            <a:prstGeom prst="rect">
              <a:avLst/>
            </a:prstGeom>
            <a:solidFill>
              <a:schemeClr val="bg1">
                <a:alpha val="0"/>
              </a:schemeClr>
            </a:solidFill>
          </p:spPr>
          <p:txBody>
            <a:bodyPr wrap="square" lIns="0" tIns="0" rIns="0" bIns="0" rtlCol="0" anchor="ctr">
              <a:spAutoFit/>
            </a:bodyPr>
            <a:lstStyle>
              <a:defPPr>
                <a:defRPr lang="ko-KR"/>
              </a:defPPr>
              <a:lvl1pPr algn="ctr">
                <a:lnSpc>
                  <a:spcPct val="90000"/>
                </a:lnSpc>
                <a:defRPr sz="700">
                  <a:solidFill>
                    <a:srgbClr val="0000FF"/>
                  </a:solidFill>
                  <a:latin typeface="+mj-ea"/>
                  <a:ea typeface="+mj-ea"/>
                </a:defRPr>
              </a:lvl1pPr>
            </a:lstStyle>
            <a:p>
              <a:r>
                <a:rPr lang="en-US" altLang="ko-KR" sz="300">
                  <a:solidFill>
                    <a:schemeClr val="tx1"/>
                  </a:solidFill>
                </a:rPr>
                <a:t>REF : 170.0g</a:t>
              </a:r>
              <a:endParaRPr lang="ko-KR" altLang="en-US" sz="300">
                <a:solidFill>
                  <a:schemeClr val="tx1"/>
                </a:solidFill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9C936ACD-8652-46EF-B49A-17120B984E88}"/>
                </a:ext>
              </a:extLst>
            </p:cNvPr>
            <p:cNvSpPr txBox="1"/>
            <p:nvPr/>
          </p:nvSpPr>
          <p:spPr>
            <a:xfrm>
              <a:off x="4313405" y="4921161"/>
              <a:ext cx="545875" cy="66917"/>
            </a:xfrm>
            <a:prstGeom prst="rect">
              <a:avLst/>
            </a:prstGeom>
            <a:solidFill>
              <a:schemeClr val="bg1">
                <a:alpha val="0"/>
              </a:schemeClr>
            </a:solidFill>
          </p:spPr>
          <p:txBody>
            <a:bodyPr wrap="square" lIns="0" tIns="0" rIns="0" bIns="0" rtlCol="0" anchor="ctr">
              <a:spAutoFit/>
            </a:bodyPr>
            <a:lstStyle>
              <a:defPPr>
                <a:defRPr lang="ko-KR"/>
              </a:defPPr>
              <a:lvl1pPr algn="ctr">
                <a:lnSpc>
                  <a:spcPct val="90000"/>
                </a:lnSpc>
                <a:defRPr sz="600">
                  <a:latin typeface="+mj-ea"/>
                  <a:ea typeface="+mj-ea"/>
                </a:defRPr>
              </a:lvl1pPr>
            </a:lstStyle>
            <a:p>
              <a:r>
                <a:rPr lang="en-US" altLang="ko-KR" sz="300">
                  <a:solidFill>
                    <a:srgbClr val="C00000"/>
                  </a:solidFill>
                </a:rPr>
                <a:t>USL : 172g</a:t>
              </a:r>
              <a:endParaRPr lang="ko-KR" altLang="en-US" sz="300">
                <a:solidFill>
                  <a:srgbClr val="C00000"/>
                </a:solidFill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2C9E631-118C-4F5D-B011-D8CA6952659C}"/>
                </a:ext>
              </a:extLst>
            </p:cNvPr>
            <p:cNvSpPr txBox="1"/>
            <p:nvPr/>
          </p:nvSpPr>
          <p:spPr>
            <a:xfrm>
              <a:off x="4321053" y="5575854"/>
              <a:ext cx="538227" cy="66917"/>
            </a:xfrm>
            <a:prstGeom prst="rect">
              <a:avLst/>
            </a:prstGeom>
            <a:solidFill>
              <a:schemeClr val="bg1">
                <a:alpha val="0"/>
              </a:schemeClr>
            </a:solidFill>
          </p:spPr>
          <p:txBody>
            <a:bodyPr wrap="square" lIns="0" tIns="0" rIns="0" bIns="0" rtlCol="0" anchor="ctr">
              <a:spAutoFit/>
            </a:bodyPr>
            <a:lstStyle>
              <a:defPPr>
                <a:defRPr lang="ko-KR"/>
              </a:defPPr>
              <a:lvl1pPr algn="ctr">
                <a:lnSpc>
                  <a:spcPct val="90000"/>
                </a:lnSpc>
                <a:defRPr sz="600">
                  <a:latin typeface="+mj-ea"/>
                  <a:ea typeface="+mj-ea"/>
                </a:defRPr>
              </a:lvl1pPr>
            </a:lstStyle>
            <a:p>
              <a:r>
                <a:rPr lang="en-US" altLang="ko-KR" sz="300">
                  <a:solidFill>
                    <a:srgbClr val="C00000"/>
                  </a:solidFill>
                </a:rPr>
                <a:t>USL : 168g</a:t>
              </a:r>
              <a:endParaRPr lang="ko-KR" altLang="en-US" sz="300">
                <a:solidFill>
                  <a:srgbClr val="C00000"/>
                </a:solidFill>
              </a:endParaRPr>
            </a:p>
          </p:txBody>
        </p:sp>
      </p:grpSp>
      <p:graphicFrame>
        <p:nvGraphicFramePr>
          <p:cNvPr id="51" name="표 50">
            <a:extLst>
              <a:ext uri="{FF2B5EF4-FFF2-40B4-BE49-F238E27FC236}">
                <a16:creationId xmlns:a16="http://schemas.microsoft.com/office/drawing/2014/main" id="{7B9E5AEA-8095-41BB-A649-DCE817E8F3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5244759"/>
              </p:ext>
            </p:extLst>
          </p:nvPr>
        </p:nvGraphicFramePr>
        <p:xfrm>
          <a:off x="2725488" y="3467261"/>
          <a:ext cx="2315855" cy="1177275"/>
        </p:xfrm>
        <a:graphic>
          <a:graphicData uri="http://schemas.openxmlformats.org/drawingml/2006/table">
            <a:tbl>
              <a:tblPr/>
              <a:tblGrid>
                <a:gridCol w="485765">
                  <a:extLst>
                    <a:ext uri="{9D8B030D-6E8A-4147-A177-3AD203B41FA5}">
                      <a16:colId xmlns:a16="http://schemas.microsoft.com/office/drawing/2014/main" val="2521734908"/>
                    </a:ext>
                  </a:extLst>
                </a:gridCol>
                <a:gridCol w="305015">
                  <a:extLst>
                    <a:ext uri="{9D8B030D-6E8A-4147-A177-3AD203B41FA5}">
                      <a16:colId xmlns:a16="http://schemas.microsoft.com/office/drawing/2014/main" val="3257800552"/>
                    </a:ext>
                  </a:extLst>
                </a:gridCol>
                <a:gridCol w="305015">
                  <a:extLst>
                    <a:ext uri="{9D8B030D-6E8A-4147-A177-3AD203B41FA5}">
                      <a16:colId xmlns:a16="http://schemas.microsoft.com/office/drawing/2014/main" val="2631311465"/>
                    </a:ext>
                  </a:extLst>
                </a:gridCol>
                <a:gridCol w="305015">
                  <a:extLst>
                    <a:ext uri="{9D8B030D-6E8A-4147-A177-3AD203B41FA5}">
                      <a16:colId xmlns:a16="http://schemas.microsoft.com/office/drawing/2014/main" val="3702275087"/>
                    </a:ext>
                  </a:extLst>
                </a:gridCol>
                <a:gridCol w="305015">
                  <a:extLst>
                    <a:ext uri="{9D8B030D-6E8A-4147-A177-3AD203B41FA5}">
                      <a16:colId xmlns:a16="http://schemas.microsoft.com/office/drawing/2014/main" val="2266921286"/>
                    </a:ext>
                  </a:extLst>
                </a:gridCol>
                <a:gridCol w="305015">
                  <a:extLst>
                    <a:ext uri="{9D8B030D-6E8A-4147-A177-3AD203B41FA5}">
                      <a16:colId xmlns:a16="http://schemas.microsoft.com/office/drawing/2014/main" val="3592600480"/>
                    </a:ext>
                  </a:extLst>
                </a:gridCol>
                <a:gridCol w="305015">
                  <a:extLst>
                    <a:ext uri="{9D8B030D-6E8A-4147-A177-3AD203B41FA5}">
                      <a16:colId xmlns:a16="http://schemas.microsoft.com/office/drawing/2014/main" val="3811858420"/>
                    </a:ext>
                  </a:extLst>
                </a:gridCol>
              </a:tblGrid>
              <a:tr h="188422"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ESWA</a:t>
                      </a:r>
                      <a:br>
                        <a:rPr 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13-1</a:t>
                      </a:r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호</a:t>
                      </a:r>
                    </a:p>
                  </a:txBody>
                  <a:tcPr marL="83127" marR="83127" marT="41564" marB="41564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A Lane</a:t>
                      </a:r>
                    </a:p>
                  </a:txBody>
                  <a:tcPr marL="83127" marR="83127" marT="41564" marB="41564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B Lane</a:t>
                      </a:r>
                    </a:p>
                  </a:txBody>
                  <a:tcPr marL="83127" marR="83127" marT="41564" marB="41564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5798490"/>
                  </a:ext>
                </a:extLst>
              </a:tr>
              <a:tr h="2139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적용 전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적용 후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개선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적용 전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적용 후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개선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8578572"/>
                  </a:ext>
                </a:extLst>
              </a:tr>
              <a:tr h="21397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Cp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3.898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6.331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62%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3.849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8.113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111%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7368452"/>
                  </a:ext>
                </a:extLst>
              </a:tr>
              <a:tr h="21397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Cpk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3.836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6.318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65%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3.811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8.111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113%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3479939"/>
                  </a:ext>
                </a:extLst>
              </a:tr>
              <a:tr h="13296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불량률</a:t>
                      </a:r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[%]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0.01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-0.01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0.01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-0.01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0023420"/>
                  </a:ext>
                </a:extLst>
              </a:tr>
              <a:tr h="21397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절감 가능량</a:t>
                      </a:r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g]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0.8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50%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0.7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1.3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86%</a:t>
                      </a:r>
                    </a:p>
                  </a:txBody>
                  <a:tcPr marL="5376" marR="5376" marT="7872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7676413"/>
                  </a:ext>
                </a:extLst>
              </a:tr>
            </a:tbl>
          </a:graphicData>
        </a:graphic>
      </p:graphicFrame>
      <p:sp>
        <p:nvSpPr>
          <p:cNvPr id="52" name="Rectangle 97">
            <a:extLst>
              <a:ext uri="{FF2B5EF4-FFF2-40B4-BE49-F238E27FC236}">
                <a16:creationId xmlns:a16="http://schemas.microsoft.com/office/drawing/2014/main" id="{80AF3FA8-9923-45A7-82DC-109347C43F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97755" y="3007724"/>
            <a:ext cx="2195995" cy="138499"/>
          </a:xfrm>
          <a:prstGeom prst="rect">
            <a:avLst/>
          </a:prstGeom>
          <a:solidFill>
            <a:schemeClr val="bg1">
              <a:alpha val="0"/>
            </a:schemeClr>
          </a:solidFill>
        </p:spPr>
        <p:txBody>
          <a:bodyPr wrap="square" lIns="0" tIns="0" rIns="0" bIns="0" rtlCol="0" anchor="t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sz="500">
                <a:solidFill>
                  <a:srgbClr val="006600"/>
                </a:solidFill>
                <a:latin typeface="+mn-ea"/>
              </a:rPr>
              <a:t>*E79A ’25</a:t>
            </a:r>
            <a:r>
              <a:rPr lang="ko-KR" altLang="en-US" sz="500">
                <a:solidFill>
                  <a:srgbClr val="006600"/>
                </a:solidFill>
                <a:latin typeface="+mn-ea"/>
              </a:rPr>
              <a:t>년 물동 </a:t>
            </a:r>
            <a:r>
              <a:rPr lang="en-US" altLang="ko-KR" sz="500">
                <a:solidFill>
                  <a:srgbClr val="006600"/>
                </a:solidFill>
                <a:latin typeface="+mn-ea"/>
              </a:rPr>
              <a:t>: 34,117K, E77A ’25</a:t>
            </a:r>
            <a:r>
              <a:rPr lang="ko-KR" altLang="en-US" sz="500">
                <a:solidFill>
                  <a:srgbClr val="006600"/>
                </a:solidFill>
                <a:latin typeface="+mn-ea"/>
              </a:rPr>
              <a:t>년 물동 </a:t>
            </a:r>
            <a:r>
              <a:rPr lang="en-US" altLang="ko-KR" sz="500">
                <a:solidFill>
                  <a:srgbClr val="006600"/>
                </a:solidFill>
                <a:latin typeface="+mn-ea"/>
              </a:rPr>
              <a:t>: 24,864K</a:t>
            </a:r>
          </a:p>
          <a:p>
            <a:pPr>
              <a:lnSpc>
                <a:spcPct val="90000"/>
              </a:lnSpc>
            </a:pPr>
            <a:r>
              <a:rPr lang="en-US" altLang="ko-KR" sz="500">
                <a:solidFill>
                  <a:srgbClr val="006600"/>
                </a:solidFill>
                <a:latin typeface="+mn-ea"/>
              </a:rPr>
              <a:t>*</a:t>
            </a:r>
            <a:r>
              <a:rPr lang="ko-KR" altLang="en-US" sz="500">
                <a:solidFill>
                  <a:srgbClr val="006600"/>
                </a:solidFill>
                <a:latin typeface="+mn-ea"/>
              </a:rPr>
              <a:t>전해액</a:t>
            </a:r>
            <a:r>
              <a:rPr lang="en-US" altLang="ko-KR" sz="500">
                <a:solidFill>
                  <a:srgbClr val="006600"/>
                </a:solidFill>
                <a:latin typeface="+mn-ea"/>
              </a:rPr>
              <a:t>(E1A-43C)</a:t>
            </a:r>
            <a:r>
              <a:rPr lang="ko-KR" altLang="en-US" sz="500">
                <a:solidFill>
                  <a:srgbClr val="006600"/>
                </a:solidFill>
                <a:latin typeface="+mn-ea"/>
              </a:rPr>
              <a:t> </a:t>
            </a:r>
            <a:r>
              <a:rPr lang="en-US" altLang="ko-KR" sz="500">
                <a:solidFill>
                  <a:srgbClr val="006600"/>
                </a:solidFill>
                <a:latin typeface="+mn-ea"/>
              </a:rPr>
              <a:t>: 4.6USD/kg, 3</a:t>
            </a:r>
            <a:r>
              <a:rPr lang="ko-KR" altLang="en-US" sz="500">
                <a:solidFill>
                  <a:srgbClr val="006600"/>
                </a:solidFill>
                <a:latin typeface="+mn-ea"/>
              </a:rPr>
              <a:t>개</a:t>
            </a:r>
            <a:r>
              <a:rPr lang="en-US" altLang="ko-KR" sz="500">
                <a:solidFill>
                  <a:srgbClr val="006600"/>
                </a:solidFill>
                <a:latin typeface="+mn-ea"/>
              </a:rPr>
              <a:t>/</a:t>
            </a:r>
            <a:r>
              <a:rPr lang="ko-KR" altLang="en-US" sz="500">
                <a:solidFill>
                  <a:srgbClr val="006600"/>
                </a:solidFill>
                <a:latin typeface="+mn-ea"/>
              </a:rPr>
              <a:t>평균 </a:t>
            </a:r>
            <a:r>
              <a:rPr lang="en-US" altLang="ko-KR" sz="500">
                <a:solidFill>
                  <a:srgbClr val="006600"/>
                </a:solidFill>
                <a:latin typeface="+mn-ea"/>
              </a:rPr>
              <a:t>1USD</a:t>
            </a:r>
            <a:r>
              <a:rPr lang="ko-KR" altLang="en-US" sz="500">
                <a:solidFill>
                  <a:srgbClr val="006600"/>
                </a:solidFill>
                <a:latin typeface="+mn-ea"/>
              </a:rPr>
              <a:t> </a:t>
            </a:r>
            <a:r>
              <a:rPr lang="en-US" altLang="ko-KR" sz="500">
                <a:solidFill>
                  <a:srgbClr val="006600"/>
                </a:solidFill>
                <a:latin typeface="+mn-ea"/>
              </a:rPr>
              <a:t>= 1,364.05</a:t>
            </a:r>
            <a:r>
              <a:rPr lang="ko-KR" altLang="en-US" sz="500">
                <a:solidFill>
                  <a:srgbClr val="006600"/>
                </a:solidFill>
                <a:latin typeface="+mn-ea"/>
              </a:rPr>
              <a:t>원</a:t>
            </a:r>
            <a:endParaRPr lang="en-US" altLang="ko-KR" sz="500">
              <a:solidFill>
                <a:srgbClr val="006600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7E20DC9B-FB74-AF70-B602-F8F7294E134A}"/>
              </a:ext>
            </a:extLst>
          </p:cNvPr>
          <p:cNvGrpSpPr/>
          <p:nvPr/>
        </p:nvGrpSpPr>
        <p:grpSpPr>
          <a:xfrm>
            <a:off x="3451250" y="5511468"/>
            <a:ext cx="4508173" cy="624116"/>
            <a:chOff x="3813200" y="5345712"/>
            <a:chExt cx="4508173" cy="1005145"/>
          </a:xfrm>
        </p:grpSpPr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id="{BDED629A-F48A-493E-B484-849854B3B097}"/>
                </a:ext>
              </a:extLst>
            </p:cNvPr>
            <p:cNvGrpSpPr/>
            <p:nvPr/>
          </p:nvGrpSpPr>
          <p:grpSpPr>
            <a:xfrm>
              <a:off x="3813200" y="5489662"/>
              <a:ext cx="2983191" cy="861195"/>
              <a:chOff x="3176120" y="2620211"/>
              <a:chExt cx="2919880" cy="1525662"/>
            </a:xfrm>
          </p:grpSpPr>
          <p:pic>
            <p:nvPicPr>
              <p:cNvPr id="54" name="그림 53">
                <a:extLst>
                  <a:ext uri="{FF2B5EF4-FFF2-40B4-BE49-F238E27FC236}">
                    <a16:creationId xmlns:a16="http://schemas.microsoft.com/office/drawing/2014/main" id="{19EAD36D-028F-4486-8BCB-2AC6F6562E3F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7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3176120" y="2645546"/>
                <a:ext cx="2919880" cy="1500327"/>
              </a:xfrm>
              <a:prstGeom prst="rect">
                <a:avLst/>
              </a:prstGeom>
            </p:spPr>
          </p:pic>
          <p:sp>
            <p:nvSpPr>
              <p:cNvPr id="55" name="직사각형 54">
                <a:extLst>
                  <a:ext uri="{FF2B5EF4-FFF2-40B4-BE49-F238E27FC236}">
                    <a16:creationId xmlns:a16="http://schemas.microsoft.com/office/drawing/2014/main" id="{086E9CC7-C359-4894-A6E4-D4FF4B6DAA8D}"/>
                  </a:ext>
                </a:extLst>
              </p:cNvPr>
              <p:cNvSpPr/>
              <p:nvPr/>
            </p:nvSpPr>
            <p:spPr>
              <a:xfrm>
                <a:off x="5314767" y="2620211"/>
                <a:ext cx="516519" cy="1484992"/>
              </a:xfrm>
              <a:prstGeom prst="rect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srgbClr val="FF0000"/>
                  </a:solidFill>
                </a:endParaRPr>
              </a:p>
            </p:txBody>
          </p:sp>
        </p:grpSp>
        <p:sp>
          <p:nvSpPr>
            <p:cNvPr id="56" name="Rectangle 97">
              <a:extLst>
                <a:ext uri="{FF2B5EF4-FFF2-40B4-BE49-F238E27FC236}">
                  <a16:creationId xmlns:a16="http://schemas.microsoft.com/office/drawing/2014/main" id="{B70612FC-31F7-4C1A-87C3-93719D805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8219" y="5345712"/>
              <a:ext cx="2323154" cy="100551"/>
            </a:xfrm>
            <a:prstGeom prst="rect">
              <a:avLst/>
            </a:prstGeom>
            <a:solidFill>
              <a:schemeClr val="bg1">
                <a:alpha val="0"/>
              </a:schemeClr>
            </a:solidFill>
          </p:spPr>
          <p:txBody>
            <a:bodyPr wrap="square" lIns="0" tIns="0" rIns="0" bIns="0" rtlCol="0" anchor="t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</a:pPr>
              <a:r>
                <a:rPr lang="ko-KR" altLang="en-US" sz="600">
                  <a:solidFill>
                    <a:srgbClr val="FF0000"/>
                  </a:solidFill>
                  <a:latin typeface="+mn-ea"/>
                </a:rPr>
                <a:t>펌프 </a:t>
              </a:r>
              <a:r>
                <a:rPr lang="ko-KR" altLang="en-US" sz="600" err="1">
                  <a:solidFill>
                    <a:srgbClr val="FF0000"/>
                  </a:solidFill>
                  <a:latin typeface="+mn-ea"/>
                </a:rPr>
                <a:t>실링유닛</a:t>
              </a:r>
              <a:r>
                <a:rPr lang="ko-KR" altLang="en-US" sz="600">
                  <a:solidFill>
                    <a:srgbClr val="FF0000"/>
                  </a:solidFill>
                  <a:latin typeface="+mn-ea"/>
                </a:rPr>
                <a:t> 교체 필요 시</a:t>
              </a:r>
              <a:r>
                <a:rPr lang="en-US" altLang="ko-KR" sz="600">
                  <a:solidFill>
                    <a:srgbClr val="FF0000"/>
                  </a:solidFill>
                  <a:latin typeface="+mn-ea"/>
                </a:rPr>
                <a:t>, </a:t>
              </a:r>
              <a:r>
                <a:rPr lang="ko-KR" altLang="en-US" sz="600">
                  <a:solidFill>
                    <a:srgbClr val="FF0000"/>
                  </a:solidFill>
                  <a:latin typeface="+mn-ea"/>
                </a:rPr>
                <a:t>산포가 커지는 현상 有</a:t>
              </a:r>
              <a:endParaRPr lang="en-US" altLang="ko-KR" sz="600">
                <a:solidFill>
                  <a:srgbClr val="FF0000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2467958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4A2A80-8054-CF05-CE03-CFBDE2475B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">
            <a:extLst>
              <a:ext uri="{FF2B5EF4-FFF2-40B4-BE49-F238E27FC236}">
                <a16:creationId xmlns:a16="http://schemas.microsoft.com/office/drawing/2014/main" id="{134AF323-045C-F2E9-C136-C79CBB9F7679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5110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en-US" altLang="ko-KR" sz="1800">
                <a:cs typeface="Malgun Gothic Semilight"/>
              </a:rPr>
              <a:t>1. </a:t>
            </a:r>
            <a:r>
              <a:rPr lang="ko-KR" altLang="en-US" sz="1800">
                <a:cs typeface="Malgun Gothic Semilight"/>
              </a:rPr>
              <a:t>과제 진행 현황</a:t>
            </a:r>
            <a:r>
              <a:rPr lang="en-US" altLang="ko-KR" sz="1800">
                <a:cs typeface="Malgun Gothic Semilight"/>
              </a:rPr>
              <a:t>_</a:t>
            </a:r>
            <a:r>
              <a:rPr lang="ko-KR" altLang="en-US" sz="1800">
                <a:cs typeface="Malgun Gothic Semilight"/>
              </a:rPr>
              <a:t>조립</a:t>
            </a:r>
            <a:r>
              <a:rPr lang="en-US" altLang="ko-KR" sz="1800" err="1">
                <a:cs typeface="Malgun Gothic Semilight"/>
              </a:rPr>
              <a:t>자동보정</a:t>
            </a:r>
            <a:r>
              <a:rPr lang="ko-KR" altLang="en-US" sz="1800">
                <a:cs typeface="Malgun Gothic Semilight"/>
              </a:rPr>
              <a:t>팀 </a:t>
            </a:r>
            <a:r>
              <a:rPr lang="en-US" altLang="ko-KR" sz="1800">
                <a:cs typeface="Malgun Gothic Semilight"/>
              </a:rPr>
              <a:t>(</a:t>
            </a:r>
            <a:r>
              <a:rPr lang="ko-KR" altLang="en-US" sz="1800">
                <a:cs typeface="Malgun Gothic Semilight"/>
              </a:rPr>
              <a:t>자동차</a:t>
            </a:r>
            <a:r>
              <a:rPr lang="en-US" altLang="ko-KR" sz="1800">
                <a:cs typeface="Malgun Gothic Semilight"/>
              </a:rPr>
              <a:t>)</a:t>
            </a:r>
            <a:endParaRPr lang="ko-KR" altLang="en-US" sz="1800"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8B6FBF6-12C2-3A8B-E799-56D11E8B7E16}"/>
              </a:ext>
            </a:extLst>
          </p:cNvPr>
          <p:cNvSpPr txBox="1"/>
          <p:nvPr/>
        </p:nvSpPr>
        <p:spPr>
          <a:xfrm>
            <a:off x="8301038" y="324471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10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26" name="내용 개체 틀 20">
            <a:extLst>
              <a:ext uri="{FF2B5EF4-FFF2-40B4-BE49-F238E27FC236}">
                <a16:creationId xmlns:a16="http://schemas.microsoft.com/office/drawing/2014/main" id="{B76D4F3C-5CFA-A101-0E70-701D90FE0A44}"/>
              </a:ext>
            </a:extLst>
          </p:cNvPr>
          <p:cNvSpPr txBox="1">
            <a:spLocks/>
          </p:cNvSpPr>
          <p:nvPr/>
        </p:nvSpPr>
        <p:spPr>
          <a:xfrm>
            <a:off x="8314368" y="155194"/>
            <a:ext cx="92333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: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황재웅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 S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graphicFrame>
        <p:nvGraphicFramePr>
          <p:cNvPr id="27" name="표 1">
            <a:extLst>
              <a:ext uri="{FF2B5EF4-FFF2-40B4-BE49-F238E27FC236}">
                <a16:creationId xmlns:a16="http://schemas.microsoft.com/office/drawing/2014/main" id="{B760C18F-738A-EA20-CD34-D766DF2229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137158"/>
              </p:ext>
            </p:extLst>
          </p:nvPr>
        </p:nvGraphicFramePr>
        <p:xfrm>
          <a:off x="125047" y="857775"/>
          <a:ext cx="9644176" cy="5747089"/>
        </p:xfrm>
        <a:graphic>
          <a:graphicData uri="http://schemas.openxmlformats.org/drawingml/2006/table">
            <a:tbl>
              <a:tblPr/>
              <a:tblGrid>
                <a:gridCol w="7595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00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 (W50)</a:t>
                      </a:r>
                      <a:endParaRPr lang="ko-KR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PKG </a:t>
                      </a: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주액량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고도화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Global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’25.06 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대표호기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박준오P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황재웅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RSND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정대영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정소영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9" name="TextBox 28">
            <a:extLst>
              <a:ext uri="{FF2B5EF4-FFF2-40B4-BE49-F238E27FC236}">
                <a16:creationId xmlns:a16="http://schemas.microsoft.com/office/drawing/2014/main" id="{65BB4B75-A16E-7EA5-1D7F-68DEA3F8B12F}"/>
              </a:ext>
            </a:extLst>
          </p:cNvPr>
          <p:cNvSpPr txBox="1"/>
          <p:nvPr/>
        </p:nvSpPr>
        <p:spPr>
          <a:xfrm>
            <a:off x="1640611" y="1089723"/>
            <a:ext cx="1031051" cy="261610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1100">
                <a:latin typeface="Arial Narrow"/>
                <a:ea typeface="LG스마트체 Regular"/>
              </a:rPr>
              <a:t>[</a:t>
            </a:r>
            <a:r>
              <a:rPr lang="ko-KR" altLang="en-US" sz="1100">
                <a:latin typeface="Arial Narrow"/>
                <a:ea typeface="LG스마트체 Regular"/>
              </a:rPr>
              <a:t>수평전개</a:t>
            </a:r>
            <a:r>
              <a:rPr lang="en-US" altLang="ko-KR" sz="1100">
                <a:latin typeface="Arial Narrow"/>
                <a:ea typeface="LG스마트체 Regular"/>
              </a:rPr>
              <a:t> </a:t>
            </a:r>
            <a:r>
              <a:rPr lang="ko-KR" altLang="en-US" sz="1100">
                <a:latin typeface="Arial Narrow"/>
                <a:ea typeface="LG스마트체 Regular"/>
              </a:rPr>
              <a:t>현황</a:t>
            </a:r>
            <a:r>
              <a:rPr lang="en-US" altLang="ko-KR" sz="1100">
                <a:latin typeface="Arial Narrow"/>
                <a:ea typeface="LG스마트체 Regular"/>
              </a:rPr>
              <a:t>]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4" name="내용 개체 틀 20">
            <a:extLst>
              <a:ext uri="{FF2B5EF4-FFF2-40B4-BE49-F238E27FC236}">
                <a16:creationId xmlns:a16="http://schemas.microsoft.com/office/drawing/2014/main" id="{C8C234F3-5D2C-83FF-6815-EF4085155605}"/>
              </a:ext>
            </a:extLst>
          </p:cNvPr>
          <p:cNvSpPr txBox="1">
            <a:spLocks/>
          </p:cNvSpPr>
          <p:nvPr/>
        </p:nvSpPr>
        <p:spPr>
          <a:xfrm>
            <a:off x="108656" y="603730"/>
            <a:ext cx="3157916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PKG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전해액 </a:t>
            </a:r>
            <a:r>
              <a:rPr lang="ko-KR" altLang="en-US" sz="1400" b="1" err="1">
                <a:solidFill>
                  <a:prstClr val="black"/>
                </a:solidFill>
                <a:latin typeface="LG Smart_H Regular"/>
                <a:ea typeface="LG스마트체 Regular"/>
                <a:cs typeface="Malgun Gothic Semilight"/>
              </a:rPr>
              <a:t>주액량</a:t>
            </a:r>
            <a:r>
              <a:rPr lang="ko-KR" sz="1400" b="1">
                <a:solidFill>
                  <a:prstClr val="black"/>
                </a:solidFill>
                <a:latin typeface="LG Smart_H Regular"/>
                <a:ea typeface="LG스마트체 Regular"/>
                <a:cs typeface="Malgun Gothic Semilight"/>
              </a:rPr>
              <a:t> 자동보정</a:t>
            </a:r>
            <a:r>
              <a:rPr lang="en-US" altLang="ko-KR" sz="1400" b="1">
                <a:solidFill>
                  <a:prstClr val="black"/>
                </a:solidFill>
                <a:latin typeface="LG Smart_H Regular"/>
                <a:ea typeface="LG스마트체 Regular"/>
                <a:cs typeface="Malgun Gothic Semilight"/>
              </a:rPr>
              <a:t> </a:t>
            </a:r>
            <a:r>
              <a:rPr lang="ko-KR" altLang="en-US" sz="1400" b="1">
                <a:solidFill>
                  <a:prstClr val="black"/>
                </a:solidFill>
                <a:latin typeface="LG Smart_H Regular"/>
                <a:ea typeface="LG스마트체 Regular"/>
                <a:cs typeface="Malgun Gothic Semilight"/>
              </a:rPr>
              <a:t>고도화</a:t>
            </a:r>
            <a:r>
              <a:rPr lang="en-US" altLang="ko-KR" sz="1400" b="1">
                <a:solidFill>
                  <a:prstClr val="black"/>
                </a:solidFill>
                <a:latin typeface="LG Smart_H Regular"/>
                <a:ea typeface="LG스마트체 Regular"/>
                <a:cs typeface="Malgun Gothic Semilight"/>
              </a:rPr>
              <a:t>(2/2)</a:t>
            </a:r>
            <a:endParaRPr lang="en-US" altLang="ko-KR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43" name="직사각형 8">
            <a:extLst>
              <a:ext uri="{FF2B5EF4-FFF2-40B4-BE49-F238E27FC236}">
                <a16:creationId xmlns:a16="http://schemas.microsoft.com/office/drawing/2014/main" id="{EE21478A-C8D0-A2DD-7DC7-FF33877422F0}"/>
              </a:ext>
            </a:extLst>
          </p:cNvPr>
          <p:cNvSpPr/>
          <p:nvPr/>
        </p:nvSpPr>
        <p:spPr>
          <a:xfrm>
            <a:off x="5889625" y="290127"/>
            <a:ext cx="2390398" cy="230832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900">
                <a:latin typeface="+mn-ea"/>
              </a:rPr>
              <a:t>[ 과제번호 : 조립자동보정-#1</a:t>
            </a:r>
            <a:r>
              <a:rPr lang="en-US" altLang="ko-KR" sz="900">
                <a:latin typeface="+mn-ea"/>
              </a:rPr>
              <a:t>5</a:t>
            </a:r>
            <a:r>
              <a:rPr lang="ko-KR" altLang="en-US" sz="900">
                <a:latin typeface="+mn-ea"/>
              </a:rPr>
              <a:t>, 진행 상태 : </a:t>
            </a:r>
            <a:r>
              <a:rPr lang="ko-KR" altLang="en-US" sz="9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900">
                <a:latin typeface="+mn-ea"/>
              </a:rPr>
              <a:t>]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9B40AD6-7DA1-4032-84CF-63BBC4856035}"/>
              </a:ext>
            </a:extLst>
          </p:cNvPr>
          <p:cNvSpPr txBox="1"/>
          <p:nvPr/>
        </p:nvSpPr>
        <p:spPr>
          <a:xfrm>
            <a:off x="1988819" y="1339766"/>
            <a:ext cx="5980431" cy="13849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171450" indent="-171450">
              <a:buFontTx/>
              <a:buChar char="-"/>
              <a:defRPr/>
            </a:pPr>
            <a:r>
              <a:rPr lang="en-US" altLang="ko-KR" sz="900" b="1">
                <a:solidFill>
                  <a:srgbClr val="0000FF"/>
                </a:solidFill>
                <a:latin typeface="+mj-ea"/>
              </a:rPr>
              <a:t>ESMI 12</a:t>
            </a:r>
            <a:r>
              <a:rPr lang="ko-KR" altLang="en-US" sz="900" b="1">
                <a:solidFill>
                  <a:srgbClr val="0000FF"/>
                </a:solidFill>
                <a:latin typeface="+mj-ea"/>
              </a:rPr>
              <a:t>월 </a:t>
            </a:r>
            <a:r>
              <a:rPr lang="en-US" altLang="ko-KR" sz="900" b="1">
                <a:solidFill>
                  <a:srgbClr val="0000FF"/>
                </a:solidFill>
                <a:latin typeface="+mj-ea"/>
              </a:rPr>
              <a:t>11</a:t>
            </a:r>
            <a:r>
              <a:rPr lang="ko-KR" altLang="en-US" sz="900" b="1">
                <a:solidFill>
                  <a:srgbClr val="0000FF"/>
                </a:solidFill>
                <a:latin typeface="+mj-ea"/>
              </a:rPr>
              <a:t>일 대표호기 적용 진행 완료하였습니다</a:t>
            </a:r>
            <a:r>
              <a:rPr lang="en-US" altLang="ko-KR" sz="900" b="1">
                <a:solidFill>
                  <a:srgbClr val="0000FF"/>
                </a:solidFill>
                <a:latin typeface="+mj-ea"/>
              </a:rPr>
              <a:t>.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405EE17E-FE0E-A854-189B-26810641E8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4060113"/>
              </p:ext>
            </p:extLst>
          </p:nvPr>
        </p:nvGraphicFramePr>
        <p:xfrm>
          <a:off x="1759673" y="1738838"/>
          <a:ext cx="6854923" cy="2680762"/>
        </p:xfrm>
        <a:graphic>
          <a:graphicData uri="http://schemas.openxmlformats.org/drawingml/2006/table">
            <a:tbl>
              <a:tblPr/>
              <a:tblGrid>
                <a:gridCol w="371094">
                  <a:extLst>
                    <a:ext uri="{9D8B030D-6E8A-4147-A177-3AD203B41FA5}">
                      <a16:colId xmlns:a16="http://schemas.microsoft.com/office/drawing/2014/main" val="3685551912"/>
                    </a:ext>
                  </a:extLst>
                </a:gridCol>
                <a:gridCol w="288628">
                  <a:extLst>
                    <a:ext uri="{9D8B030D-6E8A-4147-A177-3AD203B41FA5}">
                      <a16:colId xmlns:a16="http://schemas.microsoft.com/office/drawing/2014/main" val="302092311"/>
                    </a:ext>
                  </a:extLst>
                </a:gridCol>
                <a:gridCol w="288628">
                  <a:extLst>
                    <a:ext uri="{9D8B030D-6E8A-4147-A177-3AD203B41FA5}">
                      <a16:colId xmlns:a16="http://schemas.microsoft.com/office/drawing/2014/main" val="1194866839"/>
                    </a:ext>
                  </a:extLst>
                </a:gridCol>
                <a:gridCol w="317173">
                  <a:extLst>
                    <a:ext uri="{9D8B030D-6E8A-4147-A177-3AD203B41FA5}">
                      <a16:colId xmlns:a16="http://schemas.microsoft.com/office/drawing/2014/main" val="3117022338"/>
                    </a:ext>
                  </a:extLst>
                </a:gridCol>
                <a:gridCol w="316380">
                  <a:extLst>
                    <a:ext uri="{9D8B030D-6E8A-4147-A177-3AD203B41FA5}">
                      <a16:colId xmlns:a16="http://schemas.microsoft.com/office/drawing/2014/main" val="1196082339"/>
                    </a:ext>
                  </a:extLst>
                </a:gridCol>
                <a:gridCol w="474571">
                  <a:extLst>
                    <a:ext uri="{9D8B030D-6E8A-4147-A177-3AD203B41FA5}">
                      <a16:colId xmlns:a16="http://schemas.microsoft.com/office/drawing/2014/main" val="881960894"/>
                    </a:ext>
                  </a:extLst>
                </a:gridCol>
                <a:gridCol w="421842">
                  <a:extLst>
                    <a:ext uri="{9D8B030D-6E8A-4147-A177-3AD203B41FA5}">
                      <a16:colId xmlns:a16="http://schemas.microsoft.com/office/drawing/2014/main" val="4110993354"/>
                    </a:ext>
                  </a:extLst>
                </a:gridCol>
                <a:gridCol w="369112">
                  <a:extLst>
                    <a:ext uri="{9D8B030D-6E8A-4147-A177-3AD203B41FA5}">
                      <a16:colId xmlns:a16="http://schemas.microsoft.com/office/drawing/2014/main" val="1367991704"/>
                    </a:ext>
                  </a:extLst>
                </a:gridCol>
                <a:gridCol w="485716">
                  <a:extLst>
                    <a:ext uri="{9D8B030D-6E8A-4147-A177-3AD203B41FA5}">
                      <a16:colId xmlns:a16="http://schemas.microsoft.com/office/drawing/2014/main" val="1677974531"/>
                    </a:ext>
                  </a:extLst>
                </a:gridCol>
                <a:gridCol w="485716">
                  <a:extLst>
                    <a:ext uri="{9D8B030D-6E8A-4147-A177-3AD203B41FA5}">
                      <a16:colId xmlns:a16="http://schemas.microsoft.com/office/drawing/2014/main" val="827157744"/>
                    </a:ext>
                  </a:extLst>
                </a:gridCol>
                <a:gridCol w="485716">
                  <a:extLst>
                    <a:ext uri="{9D8B030D-6E8A-4147-A177-3AD203B41FA5}">
                      <a16:colId xmlns:a16="http://schemas.microsoft.com/office/drawing/2014/main" val="2304604843"/>
                    </a:ext>
                  </a:extLst>
                </a:gridCol>
                <a:gridCol w="563315">
                  <a:extLst>
                    <a:ext uri="{9D8B030D-6E8A-4147-A177-3AD203B41FA5}">
                      <a16:colId xmlns:a16="http://schemas.microsoft.com/office/drawing/2014/main" val="1597900319"/>
                    </a:ext>
                  </a:extLst>
                </a:gridCol>
                <a:gridCol w="563315">
                  <a:extLst>
                    <a:ext uri="{9D8B030D-6E8A-4147-A177-3AD203B41FA5}">
                      <a16:colId xmlns:a16="http://schemas.microsoft.com/office/drawing/2014/main" val="2449066418"/>
                    </a:ext>
                  </a:extLst>
                </a:gridCol>
                <a:gridCol w="1423717">
                  <a:extLst>
                    <a:ext uri="{9D8B030D-6E8A-4147-A177-3AD203B41FA5}">
                      <a16:colId xmlns:a16="http://schemas.microsoft.com/office/drawing/2014/main" val="3288756518"/>
                    </a:ext>
                  </a:extLst>
                </a:gridCol>
              </a:tblGrid>
              <a:tr h="244044">
                <a:tc rowSpan="2" gridSpan="2">
                  <a:txBody>
                    <a:bodyPr/>
                    <a:lstStyle/>
                    <a:p>
                      <a:pPr algn="ctr" rtl="0" fontAlgn="ctr"/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Site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</a:t>
                      </a:r>
                      <a:b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설비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</a:t>
                      </a:r>
                      <a:b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적용율</a:t>
                      </a:r>
                      <a:endParaRPr lang="ko-KR" altLang="en-US" sz="7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환경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대표호기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수평전개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 현황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2024607"/>
                  </a:ext>
                </a:extLst>
              </a:tr>
              <a:tr h="344599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PLC Type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시스템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시스템구축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대표호기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PLC </a:t>
                      </a:r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로직 적용</a:t>
                      </a:r>
                      <a:r>
                        <a:rPr lang="en-US" altLang="ko-KR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검증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PLC </a:t>
                      </a:r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로직 적용</a:t>
                      </a:r>
                      <a:r>
                        <a:rPr lang="en-US" altLang="ko-KR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검증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52461739"/>
                  </a:ext>
                </a:extLst>
              </a:tr>
              <a:tr h="244044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Mitsubishi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APC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C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</a:t>
                      </a:r>
                      <a:r>
                        <a:rPr lang="en-US" altLang="ko-KR" sz="700" b="0" i="0" u="none" strike="noStrike">
                          <a:solidFill>
                            <a:srgbClr val="C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700" b="0" i="0" u="none" strike="noStrike">
                          <a:solidFill>
                            <a:srgbClr val="C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</a:t>
                      </a:r>
                      <a:r>
                        <a:rPr lang="en-US" altLang="ko-KR" sz="700" b="0" i="0" u="none" strike="noStrike">
                          <a:solidFill>
                            <a:srgbClr val="C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(’26/01/22)</a:t>
                      </a:r>
                      <a:endParaRPr lang="ko-KR" altLang="en-US" sz="700" b="0" i="0" u="none" strike="noStrike">
                        <a:solidFill>
                          <a:srgbClr val="C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>
                          <a:solidFill>
                            <a:srgbClr val="C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</a:t>
                      </a:r>
                      <a:r>
                        <a:rPr lang="en-US" altLang="ko-KR" sz="700" b="0" i="0" u="none" strike="noStrike">
                          <a:solidFill>
                            <a:srgbClr val="C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700" b="0" i="0" u="none" strike="noStrike">
                          <a:solidFill>
                            <a:srgbClr val="C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</a:t>
                      </a:r>
                      <a:r>
                        <a:rPr lang="en-US" altLang="ko-KR" sz="700" b="0" i="0" u="none" strike="noStrike">
                          <a:solidFill>
                            <a:srgbClr val="C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(’26/01/22)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2026-01-30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2026-01-30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　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라인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,#25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라인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PLC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요청</a:t>
                      </a:r>
                      <a:b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7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#10,#17,#20,#22,#26 </a:t>
                      </a:r>
                    </a:p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하한 관리 진행 중</a:t>
                      </a:r>
                      <a:br>
                        <a:rPr lang="ko-KR" altLang="en-US" sz="7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확대 진행 중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1922031"/>
                  </a:ext>
                </a:extLst>
              </a:tr>
              <a:tr h="2440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34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34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Mitsubishi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APC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CESS : 11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69298069"/>
                  </a:ext>
                </a:extLst>
              </a:tr>
              <a:tr h="332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Mitsubishi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APC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캐니스터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15-1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67916474"/>
                  </a:ext>
                </a:extLst>
              </a:tr>
              <a:tr h="244044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</a:t>
                      </a:r>
                    </a:p>
                    <a:p>
                      <a:pPr algn="ctr" rtl="0" fontAlgn="ctr"/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MI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Mitsubishi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APC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#3-1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2025-12-20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2025-12-20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수평전개 요청 중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0872992"/>
                  </a:ext>
                </a:extLst>
              </a:tr>
              <a:tr h="2440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50%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Mitsubishi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APC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13038191"/>
                  </a:ext>
                </a:extLst>
              </a:tr>
              <a:tr h="295069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ESHG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40%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Mitsubishi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APC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#1-2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2026-01-05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2026-01-07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2026-01-07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 생산물량 부족으로</a:t>
                      </a:r>
                      <a:b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내년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월초에 테스트 예정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4494038"/>
                  </a:ext>
                </a:extLst>
              </a:tr>
              <a:tr h="244044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ESHD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Mitsubishi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APC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#1-1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4838379"/>
                  </a:ext>
                </a:extLst>
              </a:tr>
              <a:tr h="244044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ESST</a:t>
                      </a:r>
                    </a:p>
                  </a:txBody>
                  <a:tcPr marL="92354" marR="92354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30%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Siemens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APC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#2-1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2026-12-20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2026-12-30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2026-12-30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274" marR="6274" marT="64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709484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6510523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">
            <a:extLst>
              <a:ext uri="{FF2B5EF4-FFF2-40B4-BE49-F238E27FC236}">
                <a16:creationId xmlns:a16="http://schemas.microsoft.com/office/drawing/2014/main" id="{DF3912C3-2160-4F52-8D31-7D94A26A4F1B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1744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en-US" altLang="ko-KR" sz="1800">
                <a:cs typeface="Malgun Gothic Semilight"/>
              </a:rPr>
              <a:t>1. </a:t>
            </a:r>
            <a:r>
              <a:rPr lang="ko-KR" altLang="en-US" sz="1800">
                <a:cs typeface="Malgun Gothic Semilight"/>
              </a:rPr>
              <a:t>과제 진행 현황</a:t>
            </a:r>
            <a:r>
              <a:rPr lang="en-US" altLang="ko-KR" sz="1800">
                <a:cs typeface="Malgun Gothic Semilight"/>
              </a:rPr>
              <a:t>_</a:t>
            </a:r>
            <a:r>
              <a:rPr lang="ko-KR" altLang="en-US" sz="1800">
                <a:cs typeface="Malgun Gothic Semilight"/>
              </a:rPr>
              <a:t>조립자동보정팀 </a:t>
            </a:r>
            <a:r>
              <a:rPr lang="en-US" altLang="ko-KR" sz="1800">
                <a:cs typeface="Malgun Gothic Semilight"/>
              </a:rPr>
              <a:t>(</a:t>
            </a:r>
            <a:r>
              <a:rPr lang="ko-KR" altLang="en-US" sz="1800">
                <a:cs typeface="Malgun Gothic Semilight"/>
              </a:rPr>
              <a:t>자동차</a:t>
            </a:r>
            <a:r>
              <a:rPr lang="en-US" altLang="ko-KR" sz="1800">
                <a:cs typeface="Malgun Gothic Semilight"/>
              </a:rPr>
              <a:t>)</a:t>
            </a:r>
            <a:endParaRPr lang="ko-KR" altLang="en-US" sz="1800">
              <a:cs typeface="Malgun Gothic Semilight"/>
            </a:endParaRPr>
          </a:p>
        </p:txBody>
      </p:sp>
      <p:graphicFrame>
        <p:nvGraphicFramePr>
          <p:cNvPr id="12" name="표 1">
            <a:extLst>
              <a:ext uri="{FF2B5EF4-FFF2-40B4-BE49-F238E27FC236}">
                <a16:creationId xmlns:a16="http://schemas.microsoft.com/office/drawing/2014/main" id="{E4591B7C-FD24-4C94-B784-24331C2373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9437551"/>
              </p:ext>
            </p:extLst>
          </p:nvPr>
        </p:nvGraphicFramePr>
        <p:xfrm>
          <a:off x="125047" y="866774"/>
          <a:ext cx="9578422" cy="5798468"/>
        </p:xfrm>
        <a:graphic>
          <a:graphicData uri="http://schemas.openxmlformats.org/drawingml/2006/table">
            <a:tbl>
              <a:tblPr/>
              <a:tblGrid>
                <a:gridCol w="7595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53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4217">
                  <a:extLst>
                    <a:ext uri="{9D8B030D-6E8A-4147-A177-3AD203B41FA5}">
                      <a16:colId xmlns:a16="http://schemas.microsoft.com/office/drawing/2014/main" val="3918561293"/>
                    </a:ext>
                  </a:extLst>
                </a:gridCol>
                <a:gridCol w="61225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67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7001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34"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LAM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음극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Rotation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 건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대표호기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#3-5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수평전개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MI2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 설비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WA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조립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동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HD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금주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(W51) MI2, WA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조립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4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동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,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HD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 수평전개 완료하였습니다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.</a:t>
                      </a:r>
                      <a:endParaRPr lang="en-US" altLang="ko-KR" sz="900" dirty="0">
                        <a:solidFill>
                          <a:srgbClr val="0000FF"/>
                        </a:solidFill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/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‘25.09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김형원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72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5555967"/>
                  </a:ext>
                </a:extLst>
              </a:tr>
              <a:tr h="5148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ts val="13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진행 배경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-. Rotation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자동보정 현황</a:t>
                      </a: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기존 음극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Rotation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자동보정은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분리막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 기준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Angle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을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활용하였으나 측정 데이터 신뢰도가 떨어져 해당 기능을 삭제하였습니다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.  </a:t>
                      </a: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-.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음극 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Rotation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부재로 인한 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Side Effect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음극 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Rotation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없이 양극 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Cutter,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파이널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Cutter Rotation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자동보정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사용시 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SW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품질 이슈가 발생합니다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진행 사항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-.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상세 로직 설계 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: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SAG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기준으로 음극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Rotation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보정 값 산출</a:t>
                      </a: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171450" marR="0" lvl="0" indent="-17145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171450" marR="0" lvl="0" indent="-17145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88958794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B2BCB7C6-7FF2-4166-82A2-E3FE4B0B4E2A}"/>
              </a:ext>
            </a:extLst>
          </p:cNvPr>
          <p:cNvSpPr txBox="1"/>
          <p:nvPr/>
        </p:nvSpPr>
        <p:spPr>
          <a:xfrm>
            <a:off x="8177961" y="359774"/>
            <a:ext cx="1651094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시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sp>
        <p:nvSpPr>
          <p:cNvPr id="16" name="내용 개체 틀 20">
            <a:extLst>
              <a:ext uri="{FF2B5EF4-FFF2-40B4-BE49-F238E27FC236}">
                <a16:creationId xmlns:a16="http://schemas.microsoft.com/office/drawing/2014/main" id="{30D05D80-413B-451C-93A0-C9160C6E4CC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40157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</a:rPr>
              <a:t>LAM_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</a:rPr>
              <a:t>음극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</a:rPr>
              <a:t>Rotation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</a:rPr>
              <a:t>자동보정 개발 건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</a:rPr>
              <a:t>(1/3)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9" name="직사각형 8">
            <a:extLst>
              <a:ext uri="{FF2B5EF4-FFF2-40B4-BE49-F238E27FC236}">
                <a16:creationId xmlns:a16="http://schemas.microsoft.com/office/drawing/2014/main" id="{36ED3F3F-456D-4E21-A500-3BA43CF82C07}"/>
              </a:ext>
            </a:extLst>
          </p:cNvPr>
          <p:cNvSpPr/>
          <p:nvPr/>
        </p:nvSpPr>
        <p:spPr>
          <a:xfrm>
            <a:off x="5889625" y="287593"/>
            <a:ext cx="2566728" cy="230832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900">
                <a:latin typeface="+mn-ea"/>
              </a:rPr>
              <a:t>[ 과제번호 : 조립자동보정-#</a:t>
            </a:r>
            <a:r>
              <a:rPr lang="en-US" altLang="ko-KR" sz="900">
                <a:latin typeface="+mn-ea"/>
              </a:rPr>
              <a:t>4</a:t>
            </a:r>
            <a:r>
              <a:rPr lang="ko-KR" altLang="en-US" sz="900">
                <a:latin typeface="+mn-ea"/>
              </a:rPr>
              <a:t>, 진행 상태 : </a:t>
            </a:r>
            <a:r>
              <a:rPr lang="ko-KR" altLang="en-US" sz="9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900">
                <a:latin typeface="+mn-ea"/>
              </a:rPr>
              <a:t>]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F71C019-F7E1-4B9F-AAED-FF6767C9FF8B}"/>
              </a:ext>
            </a:extLst>
          </p:cNvPr>
          <p:cNvSpPr txBox="1"/>
          <p:nvPr/>
        </p:nvSpPr>
        <p:spPr>
          <a:xfrm>
            <a:off x="1759222" y="1511094"/>
            <a:ext cx="774571" cy="246221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1000">
                <a:latin typeface="+mn-ea"/>
              </a:rPr>
              <a:t>[</a:t>
            </a:r>
            <a:r>
              <a:rPr lang="ko-KR" altLang="en-US" sz="1000">
                <a:latin typeface="+mn-ea"/>
              </a:rPr>
              <a:t>진행배경</a:t>
            </a:r>
            <a:r>
              <a:rPr lang="en-US" altLang="ko-KR" sz="1000">
                <a:latin typeface="+mn-ea"/>
              </a:rPr>
              <a:t>]</a:t>
            </a:r>
            <a:endParaRPr lang="ko-KR" altLang="en-US" sz="1000">
              <a:latin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6815A1BB-BA16-4E63-9BEE-A80C129F53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4127470"/>
              </p:ext>
            </p:extLst>
          </p:nvPr>
        </p:nvGraphicFramePr>
        <p:xfrm>
          <a:off x="2680114" y="1971581"/>
          <a:ext cx="4051301" cy="657225"/>
        </p:xfrm>
        <a:graphic>
          <a:graphicData uri="http://schemas.openxmlformats.org/drawingml/2006/table">
            <a:tbl>
              <a:tblPr/>
              <a:tblGrid>
                <a:gridCol w="1152261">
                  <a:extLst>
                    <a:ext uri="{9D8B030D-6E8A-4147-A177-3AD203B41FA5}">
                      <a16:colId xmlns:a16="http://schemas.microsoft.com/office/drawing/2014/main" val="1583778550"/>
                    </a:ext>
                  </a:extLst>
                </a:gridCol>
                <a:gridCol w="723228">
                  <a:extLst>
                    <a:ext uri="{9D8B030D-6E8A-4147-A177-3AD203B41FA5}">
                      <a16:colId xmlns:a16="http://schemas.microsoft.com/office/drawing/2014/main" val="4152242160"/>
                    </a:ext>
                  </a:extLst>
                </a:gridCol>
                <a:gridCol w="726292">
                  <a:extLst>
                    <a:ext uri="{9D8B030D-6E8A-4147-A177-3AD203B41FA5}">
                      <a16:colId xmlns:a16="http://schemas.microsoft.com/office/drawing/2014/main" val="500353526"/>
                    </a:ext>
                  </a:extLst>
                </a:gridCol>
                <a:gridCol w="723228">
                  <a:extLst>
                    <a:ext uri="{9D8B030D-6E8A-4147-A177-3AD203B41FA5}">
                      <a16:colId xmlns:a16="http://schemas.microsoft.com/office/drawing/2014/main" val="3609359134"/>
                    </a:ext>
                  </a:extLst>
                </a:gridCol>
                <a:gridCol w="726292">
                  <a:extLst>
                    <a:ext uri="{9D8B030D-6E8A-4147-A177-3AD203B41FA5}">
                      <a16:colId xmlns:a16="http://schemas.microsoft.com/office/drawing/2014/main" val="2706794226"/>
                    </a:ext>
                  </a:extLst>
                </a:gridCol>
              </a:tblGrid>
              <a:tr h="129464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Rotation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자동보정 항목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AS-WAS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AS-IS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1683719"/>
                  </a:ext>
                </a:extLst>
              </a:tr>
              <a:tr h="1294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여부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Input ROI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여부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Input ROI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1610774"/>
                  </a:ext>
                </a:extLst>
              </a:tr>
              <a:tr h="12946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파이널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Cutter Rotation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CS_1/2/3/4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CS_1/2/3/4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02842960"/>
                  </a:ext>
                </a:extLst>
              </a:tr>
              <a:tr h="12946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Cutter Rotation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AC_1/2/3/4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AC_1/2/3/4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9829070"/>
                  </a:ext>
                </a:extLst>
              </a:tr>
              <a:tr h="12946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Cutter Rotation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기능 없음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기능 없음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SAG_1/2/3/4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8679416"/>
                  </a:ext>
                </a:extLst>
              </a:tr>
            </a:tbl>
          </a:graphicData>
        </a:graphic>
      </p:graphicFrame>
      <p:sp>
        <p:nvSpPr>
          <p:cNvPr id="24" name="직사각형 8">
            <a:extLst>
              <a:ext uri="{FF2B5EF4-FFF2-40B4-BE49-F238E27FC236}">
                <a16:creationId xmlns:a16="http://schemas.microsoft.com/office/drawing/2014/main" id="{88B1C882-A62D-45ED-A353-2FC2C681AFD9}"/>
              </a:ext>
            </a:extLst>
          </p:cNvPr>
          <p:cNvSpPr/>
          <p:nvPr/>
        </p:nvSpPr>
        <p:spPr>
          <a:xfrm>
            <a:off x="6508414" y="1641899"/>
            <a:ext cx="1816523" cy="215444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‘23.11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월 음극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Rotation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자동보정 삭제</a:t>
            </a:r>
            <a:endParaRPr lang="ko-KR" altLang="en-US" sz="800">
              <a:solidFill>
                <a:srgbClr val="006600"/>
              </a:solidFill>
              <a:latin typeface="+mn-ea"/>
            </a:endParaRP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550DAFC7-2D85-4C19-91DC-08F40A92584B}"/>
              </a:ext>
            </a:extLst>
          </p:cNvPr>
          <p:cNvGrpSpPr/>
          <p:nvPr/>
        </p:nvGrpSpPr>
        <p:grpSpPr>
          <a:xfrm>
            <a:off x="2642015" y="3315211"/>
            <a:ext cx="1815686" cy="1047334"/>
            <a:chOff x="301221" y="585027"/>
            <a:chExt cx="4583589" cy="3007162"/>
          </a:xfrm>
        </p:grpSpPr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74CA5A5D-2E85-4E7A-9FC8-81A5D8C6DD31}"/>
                </a:ext>
              </a:extLst>
            </p:cNvPr>
            <p:cNvSpPr/>
            <p:nvPr/>
          </p:nvSpPr>
          <p:spPr>
            <a:xfrm flipH="1">
              <a:off x="301221" y="869344"/>
              <a:ext cx="4583589" cy="242334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4FBD208A-7D40-4C17-842D-5F7C087F4CE1}"/>
                </a:ext>
              </a:extLst>
            </p:cNvPr>
            <p:cNvSpPr/>
            <p:nvPr/>
          </p:nvSpPr>
          <p:spPr>
            <a:xfrm flipH="1">
              <a:off x="2380191" y="976307"/>
              <a:ext cx="510194" cy="530658"/>
            </a:xfrm>
            <a:prstGeom prst="rect">
              <a:avLst/>
            </a:prstGeom>
            <a:solidFill>
              <a:srgbClr val="00B050">
                <a:alpha val="30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E7AA8B9D-C799-44AD-BD1A-CD7C4C771FA7}"/>
                </a:ext>
              </a:extLst>
            </p:cNvPr>
            <p:cNvSpPr/>
            <p:nvPr/>
          </p:nvSpPr>
          <p:spPr>
            <a:xfrm flipH="1">
              <a:off x="2380193" y="1846767"/>
              <a:ext cx="510194" cy="530658"/>
            </a:xfrm>
            <a:prstGeom prst="rect">
              <a:avLst/>
            </a:prstGeom>
            <a:solidFill>
              <a:srgbClr val="00B050">
                <a:alpha val="30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0209E281-DE56-4172-B7D4-A632D54C2E8B}"/>
                </a:ext>
              </a:extLst>
            </p:cNvPr>
            <p:cNvSpPr/>
            <p:nvPr/>
          </p:nvSpPr>
          <p:spPr>
            <a:xfrm flipH="1">
              <a:off x="2380193" y="2641728"/>
              <a:ext cx="510194" cy="530658"/>
            </a:xfrm>
            <a:prstGeom prst="rect">
              <a:avLst/>
            </a:prstGeom>
            <a:solidFill>
              <a:srgbClr val="00B050">
                <a:alpha val="30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cxnSp>
          <p:nvCxnSpPr>
            <p:cNvPr id="31" name="직선 화살표 연결선 30">
              <a:extLst>
                <a:ext uri="{FF2B5EF4-FFF2-40B4-BE49-F238E27FC236}">
                  <a16:creationId xmlns:a16="http://schemas.microsoft.com/office/drawing/2014/main" id="{E35BEA23-3FB3-4A80-8BF9-15B963C5154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890387" y="2694080"/>
              <a:ext cx="397083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화살표 연결선 31">
              <a:extLst>
                <a:ext uri="{FF2B5EF4-FFF2-40B4-BE49-F238E27FC236}">
                  <a16:creationId xmlns:a16="http://schemas.microsoft.com/office/drawing/2014/main" id="{B3BCC742-EF18-4EC3-BA97-AFE4E79A8DB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890387" y="1111292"/>
              <a:ext cx="316692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53091DF1-96C2-4AE5-B808-4BA4CB1AFE6B}"/>
                </a:ext>
              </a:extLst>
            </p:cNvPr>
            <p:cNvSpPr txBox="1"/>
            <p:nvPr/>
          </p:nvSpPr>
          <p:spPr>
            <a:xfrm flipH="1">
              <a:off x="1898454" y="1124521"/>
              <a:ext cx="660005" cy="30929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rPr>
                <a:t>SAG1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A0E0DDD8-F16B-4E4B-A033-6F7F73AF6636}"/>
                </a:ext>
              </a:extLst>
            </p:cNvPr>
            <p:cNvSpPr txBox="1"/>
            <p:nvPr/>
          </p:nvSpPr>
          <p:spPr>
            <a:xfrm flipH="1">
              <a:off x="1971963" y="2697354"/>
              <a:ext cx="701024" cy="30929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rPr>
                <a:t>SAG2</a:t>
              </a:r>
            </a:p>
          </p:txBody>
        </p:sp>
        <p:cxnSp>
          <p:nvCxnSpPr>
            <p:cNvPr id="35" name="직선 화살표 연결선 34">
              <a:extLst>
                <a:ext uri="{FF2B5EF4-FFF2-40B4-BE49-F238E27FC236}">
                  <a16:creationId xmlns:a16="http://schemas.microsoft.com/office/drawing/2014/main" id="{2B724D6D-BB4D-4580-AA41-D0622D39294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958042" y="2694080"/>
              <a:ext cx="422151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화살표 연결선 35">
              <a:extLst>
                <a:ext uri="{FF2B5EF4-FFF2-40B4-BE49-F238E27FC236}">
                  <a16:creationId xmlns:a16="http://schemas.microsoft.com/office/drawing/2014/main" id="{60BD4EB6-D7FA-422E-92C3-40A708E79A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921481" y="1111292"/>
              <a:ext cx="4497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" name="그룹 36">
              <a:extLst>
                <a:ext uri="{FF2B5EF4-FFF2-40B4-BE49-F238E27FC236}">
                  <a16:creationId xmlns:a16="http://schemas.microsoft.com/office/drawing/2014/main" id="{DEE15B40-B302-46AD-8FB3-C9358EC02325}"/>
                </a:ext>
              </a:extLst>
            </p:cNvPr>
            <p:cNvGrpSpPr/>
            <p:nvPr/>
          </p:nvGrpSpPr>
          <p:grpSpPr>
            <a:xfrm rot="21272895">
              <a:off x="3301332" y="745524"/>
              <a:ext cx="1423816" cy="2464621"/>
              <a:chOff x="8168607" y="2174274"/>
              <a:chExt cx="1423816" cy="2464621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9078192B-B145-4840-96AA-757E29E22C3A}"/>
                  </a:ext>
                </a:extLst>
              </p:cNvPr>
              <p:cNvSpPr/>
              <p:nvPr/>
            </p:nvSpPr>
            <p:spPr>
              <a:xfrm flipH="1">
                <a:off x="8168607" y="2380641"/>
                <a:ext cx="1423816" cy="2258254"/>
              </a:xfrm>
              <a:prstGeom prst="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19050">
                <a:solidFill>
                  <a:srgbClr val="0000FF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91DD513A-743D-4B5E-AE7D-474435EFBAED}"/>
                  </a:ext>
                </a:extLst>
              </p:cNvPr>
              <p:cNvSpPr/>
              <p:nvPr/>
            </p:nvSpPr>
            <p:spPr>
              <a:xfrm flipH="1">
                <a:off x="8625417" y="2174274"/>
                <a:ext cx="510194" cy="206369"/>
              </a:xfrm>
              <a:prstGeom prst="rect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endParaRPr>
              </a:p>
            </p:txBody>
          </p:sp>
        </p:grpSp>
        <p:grpSp>
          <p:nvGrpSpPr>
            <p:cNvPr id="38" name="그룹 37">
              <a:extLst>
                <a:ext uri="{FF2B5EF4-FFF2-40B4-BE49-F238E27FC236}">
                  <a16:creationId xmlns:a16="http://schemas.microsoft.com/office/drawing/2014/main" id="{BF394661-32F7-486A-8D03-D67E5EB9C0D3}"/>
                </a:ext>
              </a:extLst>
            </p:cNvPr>
            <p:cNvGrpSpPr/>
            <p:nvPr/>
          </p:nvGrpSpPr>
          <p:grpSpPr>
            <a:xfrm rot="21344374">
              <a:off x="545433" y="745524"/>
              <a:ext cx="1423816" cy="2464621"/>
              <a:chOff x="5412708" y="2174274"/>
              <a:chExt cx="1423816" cy="2464621"/>
            </a:xfrm>
          </p:grpSpPr>
          <p:sp>
            <p:nvSpPr>
              <p:cNvPr id="57" name="직사각형 56">
                <a:extLst>
                  <a:ext uri="{FF2B5EF4-FFF2-40B4-BE49-F238E27FC236}">
                    <a16:creationId xmlns:a16="http://schemas.microsoft.com/office/drawing/2014/main" id="{1A37B586-B6C6-4468-9519-A3D19703D43C}"/>
                  </a:ext>
                </a:extLst>
              </p:cNvPr>
              <p:cNvSpPr/>
              <p:nvPr/>
            </p:nvSpPr>
            <p:spPr>
              <a:xfrm flipH="1">
                <a:off x="5412708" y="2380641"/>
                <a:ext cx="1423816" cy="2258254"/>
              </a:xfrm>
              <a:prstGeom prst="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19050">
                <a:solidFill>
                  <a:srgbClr val="0000FF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58" name="직사각형 57">
                <a:extLst>
                  <a:ext uri="{FF2B5EF4-FFF2-40B4-BE49-F238E27FC236}">
                    <a16:creationId xmlns:a16="http://schemas.microsoft.com/office/drawing/2014/main" id="{F2944E89-D7E6-43A0-9F98-25145B9B3905}"/>
                  </a:ext>
                </a:extLst>
              </p:cNvPr>
              <p:cNvSpPr/>
              <p:nvPr/>
            </p:nvSpPr>
            <p:spPr>
              <a:xfrm flipH="1">
                <a:off x="5869519" y="2174274"/>
                <a:ext cx="510194" cy="206369"/>
              </a:xfrm>
              <a:prstGeom prst="rect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endParaRPr>
              </a:p>
            </p:txBody>
          </p:sp>
        </p:grp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F30FEA2A-78EC-43FD-BBE7-322357BC44F2}"/>
                </a:ext>
              </a:extLst>
            </p:cNvPr>
            <p:cNvSpPr/>
            <p:nvPr/>
          </p:nvSpPr>
          <p:spPr>
            <a:xfrm flipH="1">
              <a:off x="751805" y="1037512"/>
              <a:ext cx="1014078" cy="2078283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4F2E18AF-02A9-4DBB-A4D4-397EE2431990}"/>
                </a:ext>
              </a:extLst>
            </p:cNvPr>
            <p:cNvSpPr/>
            <p:nvPr/>
          </p:nvSpPr>
          <p:spPr>
            <a:xfrm flipH="1">
              <a:off x="1003746" y="3125099"/>
              <a:ext cx="510194" cy="3309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D6C5C27A-4498-4F04-8697-7A27E19591BE}"/>
                </a:ext>
              </a:extLst>
            </p:cNvPr>
            <p:cNvSpPr/>
            <p:nvPr/>
          </p:nvSpPr>
          <p:spPr>
            <a:xfrm flipH="1">
              <a:off x="3484240" y="1046814"/>
              <a:ext cx="1014078" cy="2078283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71D3D78E-BCE4-467E-AAA5-819F6FA8DE71}"/>
                </a:ext>
              </a:extLst>
            </p:cNvPr>
            <p:cNvSpPr/>
            <p:nvPr/>
          </p:nvSpPr>
          <p:spPr>
            <a:xfrm flipH="1">
              <a:off x="3736182" y="3134401"/>
              <a:ext cx="510194" cy="3309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cxnSp>
          <p:nvCxnSpPr>
            <p:cNvPr id="43" name="직선 화살표 연결선 42">
              <a:extLst>
                <a:ext uri="{FF2B5EF4-FFF2-40B4-BE49-F238E27FC236}">
                  <a16:creationId xmlns:a16="http://schemas.microsoft.com/office/drawing/2014/main" id="{5398BAC7-21A4-4B05-92A5-1AD4882F1C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630704" y="807684"/>
              <a:ext cx="224977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18CB2922-B020-4798-955D-C1B3F46910A1}"/>
                </a:ext>
              </a:extLst>
            </p:cNvPr>
            <p:cNvSpPr txBox="1"/>
            <p:nvPr/>
          </p:nvSpPr>
          <p:spPr>
            <a:xfrm flipH="1">
              <a:off x="2850401" y="626491"/>
              <a:ext cx="537011" cy="21945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>
                  <a:solidFill>
                    <a:prstClr val="black"/>
                  </a:solidFill>
                  <a:latin typeface="LG스마트체2.0 Regular" panose="020B0600000101010101" pitchFamily="50" charset="-127"/>
                  <a:ea typeface="LG스마트체2.0 Regular" panose="020B0600000101010101" pitchFamily="50" charset="-127"/>
                </a:rPr>
                <a:t>SW4</a:t>
              </a:r>
              <a:endPara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25F62DB-DB61-4E8A-8BD0-B715B67ACD39}"/>
                </a:ext>
              </a:extLst>
            </p:cNvPr>
            <p:cNvCxnSpPr>
              <a:cxnSpLocks/>
            </p:cNvCxnSpPr>
            <p:nvPr/>
          </p:nvCxnSpPr>
          <p:spPr>
            <a:xfrm>
              <a:off x="2620674" y="709613"/>
              <a:ext cx="0" cy="2871025"/>
            </a:xfrm>
            <a:prstGeom prst="line">
              <a:avLst/>
            </a:prstGeom>
            <a:ln w="28575">
              <a:prstDash val="dash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2AF6D9CA-65CD-4238-AA3C-10A1A9D8CD99}"/>
                </a:ext>
              </a:extLst>
            </p:cNvPr>
            <p:cNvCxnSpPr>
              <a:cxnSpLocks/>
            </p:cNvCxnSpPr>
            <p:nvPr/>
          </p:nvCxnSpPr>
          <p:spPr>
            <a:xfrm>
              <a:off x="2885446" y="585027"/>
              <a:ext cx="0" cy="415823"/>
            </a:xfrm>
            <a:prstGeom prst="line">
              <a:avLst/>
            </a:prstGeom>
            <a:ln>
              <a:solidFill>
                <a:schemeClr val="tx1"/>
              </a:solidFill>
              <a:prstDash val="soli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화살표 연결선 46">
              <a:extLst>
                <a:ext uri="{FF2B5EF4-FFF2-40B4-BE49-F238E27FC236}">
                  <a16:creationId xmlns:a16="http://schemas.microsoft.com/office/drawing/2014/main" id="{DA8954F9-3165-4BA1-8D10-69238D637E6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638920" y="3358485"/>
              <a:ext cx="246054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772E16E0-DF6C-4FEF-BD24-B9C9A02B0FF6}"/>
                </a:ext>
              </a:extLst>
            </p:cNvPr>
            <p:cNvSpPr txBox="1"/>
            <p:nvPr/>
          </p:nvSpPr>
          <p:spPr>
            <a:xfrm flipH="1">
              <a:off x="2864529" y="3372738"/>
              <a:ext cx="552780" cy="21945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>
                  <a:solidFill>
                    <a:prstClr val="black"/>
                  </a:solidFill>
                  <a:latin typeface="LG스마트체2.0 Regular" panose="020B0600000101010101" pitchFamily="50" charset="-127"/>
                  <a:ea typeface="LG스마트체2.0 Regular" panose="020B0600000101010101" pitchFamily="50" charset="-127"/>
                </a:rPr>
                <a:t>SW3</a:t>
              </a:r>
              <a:endPara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C5227105-2298-4DB2-92AC-8ED3F3B0F61A}"/>
                </a:ext>
              </a:extLst>
            </p:cNvPr>
            <p:cNvCxnSpPr>
              <a:cxnSpLocks/>
            </p:cNvCxnSpPr>
            <p:nvPr/>
          </p:nvCxnSpPr>
          <p:spPr>
            <a:xfrm>
              <a:off x="2885446" y="3164815"/>
              <a:ext cx="0" cy="415823"/>
            </a:xfrm>
            <a:prstGeom prst="line">
              <a:avLst/>
            </a:prstGeom>
            <a:ln>
              <a:solidFill>
                <a:schemeClr val="tx1"/>
              </a:solidFill>
              <a:prstDash val="soli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0" name="직선 화살표 연결선 49">
              <a:extLst>
                <a:ext uri="{FF2B5EF4-FFF2-40B4-BE49-F238E27FC236}">
                  <a16:creationId xmlns:a16="http://schemas.microsoft.com/office/drawing/2014/main" id="{59E3ABE5-C86C-4B7C-8A77-EEA34AA96D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72385" y="3358485"/>
              <a:ext cx="246054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147DB154-9ADC-4FDB-85F8-C9D59A6FD730}"/>
                </a:ext>
              </a:extLst>
            </p:cNvPr>
            <p:cNvSpPr txBox="1"/>
            <p:nvPr/>
          </p:nvSpPr>
          <p:spPr>
            <a:xfrm flipH="1">
              <a:off x="1842848" y="3364763"/>
              <a:ext cx="552780" cy="21945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>
                  <a:solidFill>
                    <a:prstClr val="black"/>
                  </a:solidFill>
                  <a:latin typeface="LG스마트체2.0 Regular" panose="020B0600000101010101" pitchFamily="50" charset="-127"/>
                  <a:ea typeface="LG스마트체2.0 Regular" panose="020B0600000101010101" pitchFamily="50" charset="-127"/>
                </a:rPr>
                <a:t>SW2</a:t>
              </a:r>
              <a:endPara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55DC5E40-B988-4062-B9E3-776A2A6B0A0A}"/>
                </a:ext>
              </a:extLst>
            </p:cNvPr>
            <p:cNvCxnSpPr>
              <a:cxnSpLocks/>
            </p:cNvCxnSpPr>
            <p:nvPr/>
          </p:nvCxnSpPr>
          <p:spPr>
            <a:xfrm>
              <a:off x="2371261" y="3164815"/>
              <a:ext cx="0" cy="415823"/>
            </a:xfrm>
            <a:prstGeom prst="line">
              <a:avLst/>
            </a:prstGeom>
            <a:ln>
              <a:solidFill>
                <a:schemeClr val="tx1"/>
              </a:solidFill>
              <a:prstDash val="soli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A79B975E-3A07-4CC2-9C9A-14640C350739}"/>
                </a:ext>
              </a:extLst>
            </p:cNvPr>
            <p:cNvCxnSpPr>
              <a:cxnSpLocks/>
            </p:cNvCxnSpPr>
            <p:nvPr/>
          </p:nvCxnSpPr>
          <p:spPr>
            <a:xfrm>
              <a:off x="2380192" y="585027"/>
              <a:ext cx="0" cy="415823"/>
            </a:xfrm>
            <a:prstGeom prst="line">
              <a:avLst/>
            </a:prstGeom>
            <a:ln>
              <a:solidFill>
                <a:schemeClr val="tx1"/>
              </a:solidFill>
              <a:prstDash val="soli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4" name="직선 화살표 연결선 53">
              <a:extLst>
                <a:ext uri="{FF2B5EF4-FFF2-40B4-BE49-F238E27FC236}">
                  <a16:creationId xmlns:a16="http://schemas.microsoft.com/office/drawing/2014/main" id="{624850E6-1E29-4C50-80DE-D4D4F93E3D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83404" y="807656"/>
              <a:ext cx="224977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94109AC7-CF66-4D4E-AD26-3CBA3C45A527}"/>
                </a:ext>
              </a:extLst>
            </p:cNvPr>
            <p:cNvSpPr txBox="1"/>
            <p:nvPr/>
          </p:nvSpPr>
          <p:spPr>
            <a:xfrm flipH="1">
              <a:off x="1827064" y="643818"/>
              <a:ext cx="610415" cy="21945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>
                  <a:solidFill>
                    <a:prstClr val="black"/>
                  </a:solidFill>
                  <a:latin typeface="LG스마트체2.0 Regular" panose="020B0600000101010101" pitchFamily="50" charset="-127"/>
                  <a:ea typeface="LG스마트체2.0 Regular" panose="020B0600000101010101" pitchFamily="50" charset="-127"/>
                </a:rPr>
                <a:t>SW1</a:t>
              </a:r>
              <a:endPara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DA3CF7F9-C994-4E1E-8967-766E8E5D70EF}"/>
                </a:ext>
              </a:extLst>
            </p:cNvPr>
            <p:cNvSpPr txBox="1"/>
            <p:nvPr/>
          </p:nvSpPr>
          <p:spPr>
            <a:xfrm flipH="1">
              <a:off x="2586661" y="1123315"/>
              <a:ext cx="650144" cy="2194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rPr>
                <a:t>SAG4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0CECC03-6133-460F-B1CD-5343BAC85104}"/>
                </a:ext>
              </a:extLst>
            </p:cNvPr>
            <p:cNvSpPr txBox="1"/>
            <p:nvPr/>
          </p:nvSpPr>
          <p:spPr>
            <a:xfrm flipH="1">
              <a:off x="2760204" y="2700742"/>
              <a:ext cx="591466" cy="2194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rPr>
                <a:t>SAG3</a:t>
              </a:r>
            </a:p>
          </p:txBody>
        </p:sp>
      </p:grpSp>
      <p:sp>
        <p:nvSpPr>
          <p:cNvPr id="61" name="직사각형 8">
            <a:extLst>
              <a:ext uri="{FF2B5EF4-FFF2-40B4-BE49-F238E27FC236}">
                <a16:creationId xmlns:a16="http://schemas.microsoft.com/office/drawing/2014/main" id="{A6FA37E6-0A0B-429C-A5F2-09D7BFECAEA1}"/>
              </a:ext>
            </a:extLst>
          </p:cNvPr>
          <p:cNvSpPr/>
          <p:nvPr/>
        </p:nvSpPr>
        <p:spPr>
          <a:xfrm>
            <a:off x="6691957" y="2456030"/>
            <a:ext cx="1311578" cy="215444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*9/7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 대표호기 적용 완료</a:t>
            </a:r>
            <a:endParaRPr lang="ko-KR" altLang="en-US" sz="800">
              <a:solidFill>
                <a:srgbClr val="006600"/>
              </a:solidFill>
              <a:latin typeface="+mn-ea"/>
            </a:endParaRPr>
          </a:p>
        </p:txBody>
      </p:sp>
      <p:sp>
        <p:nvSpPr>
          <p:cNvPr id="62" name="직사각형 8">
            <a:extLst>
              <a:ext uri="{FF2B5EF4-FFF2-40B4-BE49-F238E27FC236}">
                <a16:creationId xmlns:a16="http://schemas.microsoft.com/office/drawing/2014/main" id="{28046FDF-D2ED-49BA-A2CC-5DC342B58F17}"/>
              </a:ext>
            </a:extLst>
          </p:cNvPr>
          <p:cNvSpPr/>
          <p:nvPr/>
        </p:nvSpPr>
        <p:spPr>
          <a:xfrm>
            <a:off x="2542388" y="3132496"/>
            <a:ext cx="1075936" cy="215444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[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음극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Rotation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발생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]</a:t>
            </a:r>
            <a:endParaRPr lang="ko-KR" altLang="en-US" sz="800">
              <a:solidFill>
                <a:srgbClr val="006600"/>
              </a:solidFill>
              <a:latin typeface="+mn-ea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B84F148A-B1F4-4323-A306-387FFFF11A53}"/>
              </a:ext>
            </a:extLst>
          </p:cNvPr>
          <p:cNvGrpSpPr/>
          <p:nvPr/>
        </p:nvGrpSpPr>
        <p:grpSpPr>
          <a:xfrm>
            <a:off x="4635329" y="3309660"/>
            <a:ext cx="1951849" cy="1005469"/>
            <a:chOff x="301221" y="585027"/>
            <a:chExt cx="4583589" cy="3007162"/>
          </a:xfrm>
        </p:grpSpPr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FE908065-BD8F-4E60-A74F-48B8C6EA443D}"/>
                </a:ext>
              </a:extLst>
            </p:cNvPr>
            <p:cNvSpPr/>
            <p:nvPr/>
          </p:nvSpPr>
          <p:spPr>
            <a:xfrm flipH="1">
              <a:off x="301221" y="869344"/>
              <a:ext cx="4583589" cy="242334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F2C62A63-200D-4D0A-9CF8-27BFE3370BCD}"/>
                </a:ext>
              </a:extLst>
            </p:cNvPr>
            <p:cNvSpPr/>
            <p:nvPr/>
          </p:nvSpPr>
          <p:spPr>
            <a:xfrm flipH="1">
              <a:off x="2380191" y="976307"/>
              <a:ext cx="510194" cy="530658"/>
            </a:xfrm>
            <a:prstGeom prst="rect">
              <a:avLst/>
            </a:prstGeom>
            <a:solidFill>
              <a:srgbClr val="00B050">
                <a:alpha val="30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8B0CC600-A1C1-41D4-9312-EC29A9881716}"/>
                </a:ext>
              </a:extLst>
            </p:cNvPr>
            <p:cNvSpPr/>
            <p:nvPr/>
          </p:nvSpPr>
          <p:spPr>
            <a:xfrm flipH="1">
              <a:off x="2380193" y="1846767"/>
              <a:ext cx="510194" cy="530658"/>
            </a:xfrm>
            <a:prstGeom prst="rect">
              <a:avLst/>
            </a:prstGeom>
            <a:solidFill>
              <a:srgbClr val="00B050">
                <a:alpha val="30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23F836DA-F810-4D97-AA58-CAA2CF001E87}"/>
                </a:ext>
              </a:extLst>
            </p:cNvPr>
            <p:cNvSpPr/>
            <p:nvPr/>
          </p:nvSpPr>
          <p:spPr>
            <a:xfrm flipH="1">
              <a:off x="2380193" y="2641728"/>
              <a:ext cx="510194" cy="530658"/>
            </a:xfrm>
            <a:prstGeom prst="rect">
              <a:avLst/>
            </a:prstGeom>
            <a:solidFill>
              <a:srgbClr val="00B050">
                <a:alpha val="30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66285389-8CC3-4FD5-AF78-7F84E6B643A9}"/>
                </a:ext>
              </a:extLst>
            </p:cNvPr>
            <p:cNvSpPr txBox="1"/>
            <p:nvPr/>
          </p:nvSpPr>
          <p:spPr>
            <a:xfrm flipH="1">
              <a:off x="2869762" y="2700744"/>
              <a:ext cx="591466" cy="26606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rPr>
                <a:t>SAG3</a:t>
              </a:r>
            </a:p>
          </p:txBody>
        </p:sp>
        <p:cxnSp>
          <p:nvCxnSpPr>
            <p:cNvPr id="69" name="직선 화살표 연결선 68">
              <a:extLst>
                <a:ext uri="{FF2B5EF4-FFF2-40B4-BE49-F238E27FC236}">
                  <a16:creationId xmlns:a16="http://schemas.microsoft.com/office/drawing/2014/main" id="{9BEA1B6D-3443-47E4-8309-E8DBFE641D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890387" y="2694080"/>
              <a:ext cx="397083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화살표 연결선 69">
              <a:extLst>
                <a:ext uri="{FF2B5EF4-FFF2-40B4-BE49-F238E27FC236}">
                  <a16:creationId xmlns:a16="http://schemas.microsoft.com/office/drawing/2014/main" id="{3BEB8C2D-DC7B-47D7-A77C-F4314BA12F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890387" y="1111292"/>
              <a:ext cx="316692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80929807-CE4B-44A7-8B31-D118BC3595DB}"/>
                </a:ext>
              </a:extLst>
            </p:cNvPr>
            <p:cNvSpPr txBox="1"/>
            <p:nvPr/>
          </p:nvSpPr>
          <p:spPr>
            <a:xfrm flipH="1">
              <a:off x="1976641" y="1124523"/>
              <a:ext cx="552225" cy="26606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rPr>
                <a:t>SAG1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D768AB57-FD73-4A9E-96CC-BD3EE8747385}"/>
                </a:ext>
              </a:extLst>
            </p:cNvPr>
            <p:cNvSpPr txBox="1"/>
            <p:nvPr/>
          </p:nvSpPr>
          <p:spPr>
            <a:xfrm flipH="1">
              <a:off x="1971966" y="2697355"/>
              <a:ext cx="567776" cy="26606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rPr>
                <a:t>SAG2</a:t>
              </a:r>
            </a:p>
          </p:txBody>
        </p:sp>
        <p:cxnSp>
          <p:nvCxnSpPr>
            <p:cNvPr id="73" name="직선 화살표 연결선 72">
              <a:extLst>
                <a:ext uri="{FF2B5EF4-FFF2-40B4-BE49-F238E27FC236}">
                  <a16:creationId xmlns:a16="http://schemas.microsoft.com/office/drawing/2014/main" id="{2C48E699-CB51-4E39-BF0A-144C19A6F98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958042" y="2694080"/>
              <a:ext cx="422151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화살표 연결선 73">
              <a:extLst>
                <a:ext uri="{FF2B5EF4-FFF2-40B4-BE49-F238E27FC236}">
                  <a16:creationId xmlns:a16="http://schemas.microsoft.com/office/drawing/2014/main" id="{878475E8-D087-489D-BCE1-540AADC1B51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921481" y="1111292"/>
              <a:ext cx="4497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5" name="그룹 74">
              <a:extLst>
                <a:ext uri="{FF2B5EF4-FFF2-40B4-BE49-F238E27FC236}">
                  <a16:creationId xmlns:a16="http://schemas.microsoft.com/office/drawing/2014/main" id="{48D6985B-6E21-4AC4-B98B-0D28F7AE21B5}"/>
                </a:ext>
              </a:extLst>
            </p:cNvPr>
            <p:cNvGrpSpPr/>
            <p:nvPr/>
          </p:nvGrpSpPr>
          <p:grpSpPr>
            <a:xfrm rot="21272895">
              <a:off x="3301332" y="745524"/>
              <a:ext cx="1423816" cy="2464621"/>
              <a:chOff x="8168607" y="2174274"/>
              <a:chExt cx="1423816" cy="2464621"/>
            </a:xfrm>
          </p:grpSpPr>
          <p:sp>
            <p:nvSpPr>
              <p:cNvPr id="97" name="직사각형 96">
                <a:extLst>
                  <a:ext uri="{FF2B5EF4-FFF2-40B4-BE49-F238E27FC236}">
                    <a16:creationId xmlns:a16="http://schemas.microsoft.com/office/drawing/2014/main" id="{ACA5E25A-B6CB-4AB7-B21B-3725E7A3728D}"/>
                  </a:ext>
                </a:extLst>
              </p:cNvPr>
              <p:cNvSpPr/>
              <p:nvPr/>
            </p:nvSpPr>
            <p:spPr>
              <a:xfrm flipH="1">
                <a:off x="8168607" y="2380641"/>
                <a:ext cx="1423816" cy="2258254"/>
              </a:xfrm>
              <a:prstGeom prst="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solidFill>
                  <a:srgbClr val="0000FF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98" name="직사각형 97">
                <a:extLst>
                  <a:ext uri="{FF2B5EF4-FFF2-40B4-BE49-F238E27FC236}">
                    <a16:creationId xmlns:a16="http://schemas.microsoft.com/office/drawing/2014/main" id="{BAA59817-33B9-41DE-91AC-B389A1B18AAD}"/>
                  </a:ext>
                </a:extLst>
              </p:cNvPr>
              <p:cNvSpPr/>
              <p:nvPr/>
            </p:nvSpPr>
            <p:spPr>
              <a:xfrm flipH="1">
                <a:off x="8625417" y="2174274"/>
                <a:ext cx="510194" cy="206369"/>
              </a:xfrm>
              <a:prstGeom prst="rect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endParaRPr>
              </a:p>
            </p:txBody>
          </p:sp>
        </p:grpSp>
        <p:grpSp>
          <p:nvGrpSpPr>
            <p:cNvPr id="76" name="그룹 75">
              <a:extLst>
                <a:ext uri="{FF2B5EF4-FFF2-40B4-BE49-F238E27FC236}">
                  <a16:creationId xmlns:a16="http://schemas.microsoft.com/office/drawing/2014/main" id="{E0F989C2-2D52-4A19-8559-E7BFBF39A6DC}"/>
                </a:ext>
              </a:extLst>
            </p:cNvPr>
            <p:cNvGrpSpPr/>
            <p:nvPr/>
          </p:nvGrpSpPr>
          <p:grpSpPr>
            <a:xfrm rot="21344374">
              <a:off x="545433" y="745524"/>
              <a:ext cx="1423816" cy="2464621"/>
              <a:chOff x="5412708" y="2174274"/>
              <a:chExt cx="1423816" cy="2464621"/>
            </a:xfrm>
          </p:grpSpPr>
          <p:sp>
            <p:nvSpPr>
              <p:cNvPr id="95" name="직사각형 94">
                <a:extLst>
                  <a:ext uri="{FF2B5EF4-FFF2-40B4-BE49-F238E27FC236}">
                    <a16:creationId xmlns:a16="http://schemas.microsoft.com/office/drawing/2014/main" id="{280A57F6-689B-4CCC-B753-CDA8D44F2C06}"/>
                  </a:ext>
                </a:extLst>
              </p:cNvPr>
              <p:cNvSpPr/>
              <p:nvPr/>
            </p:nvSpPr>
            <p:spPr>
              <a:xfrm flipH="1">
                <a:off x="5412708" y="2380641"/>
                <a:ext cx="1423816" cy="2258254"/>
              </a:xfrm>
              <a:prstGeom prst="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solidFill>
                  <a:srgbClr val="0000FF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96" name="직사각형 95">
                <a:extLst>
                  <a:ext uri="{FF2B5EF4-FFF2-40B4-BE49-F238E27FC236}">
                    <a16:creationId xmlns:a16="http://schemas.microsoft.com/office/drawing/2014/main" id="{AF80EE79-0DAA-4D3C-8979-D11A2D34B089}"/>
                  </a:ext>
                </a:extLst>
              </p:cNvPr>
              <p:cNvSpPr/>
              <p:nvPr/>
            </p:nvSpPr>
            <p:spPr>
              <a:xfrm flipH="1">
                <a:off x="5869519" y="2174274"/>
                <a:ext cx="510194" cy="206369"/>
              </a:xfrm>
              <a:prstGeom prst="rect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endParaRPr>
              </a:p>
            </p:txBody>
          </p:sp>
        </p:grp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2CE1CFE2-5D67-40BA-878E-2E6606BE4BFF}"/>
                </a:ext>
              </a:extLst>
            </p:cNvPr>
            <p:cNvSpPr/>
            <p:nvPr/>
          </p:nvSpPr>
          <p:spPr>
            <a:xfrm rot="21289069" flipH="1">
              <a:off x="751804" y="1037511"/>
              <a:ext cx="1014079" cy="207828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12700">
              <a:solidFill>
                <a:srgbClr val="0000FF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A2A0262D-6382-4172-825E-2120B8C507DF}"/>
                </a:ext>
              </a:extLst>
            </p:cNvPr>
            <p:cNvSpPr/>
            <p:nvPr/>
          </p:nvSpPr>
          <p:spPr>
            <a:xfrm rot="21364412" flipH="1">
              <a:off x="1127328" y="3105252"/>
              <a:ext cx="510193" cy="3309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4199CFC8-7417-4DF3-8EFF-358C0452F0D6}"/>
                </a:ext>
              </a:extLst>
            </p:cNvPr>
            <p:cNvSpPr/>
            <p:nvPr/>
          </p:nvSpPr>
          <p:spPr>
            <a:xfrm rot="21255458" flipH="1">
              <a:off x="3484241" y="1046814"/>
              <a:ext cx="1014079" cy="207828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12700">
              <a:solidFill>
                <a:srgbClr val="0000FF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B1D00DB5-7E17-4CE0-89F1-705854AFCEAF}"/>
                </a:ext>
              </a:extLst>
            </p:cNvPr>
            <p:cNvSpPr/>
            <p:nvPr/>
          </p:nvSpPr>
          <p:spPr>
            <a:xfrm rot="21261240" flipH="1">
              <a:off x="3921578" y="3107547"/>
              <a:ext cx="510193" cy="3309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cxnSp>
          <p:nvCxnSpPr>
            <p:cNvPr id="81" name="직선 화살표 연결선 80">
              <a:extLst>
                <a:ext uri="{FF2B5EF4-FFF2-40B4-BE49-F238E27FC236}">
                  <a16:creationId xmlns:a16="http://schemas.microsoft.com/office/drawing/2014/main" id="{EB36440B-856C-4C39-A55C-18335941D7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630704" y="807684"/>
              <a:ext cx="224977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6BAF7418-ADA0-4119-B26B-2070BACE586F}"/>
                </a:ext>
              </a:extLst>
            </p:cNvPr>
            <p:cNvSpPr txBox="1"/>
            <p:nvPr/>
          </p:nvSpPr>
          <p:spPr>
            <a:xfrm flipH="1">
              <a:off x="2850401" y="626491"/>
              <a:ext cx="537011" cy="21945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>
                  <a:solidFill>
                    <a:prstClr val="black"/>
                  </a:solidFill>
                  <a:latin typeface="LG스마트체2.0 Regular" panose="020B0600000101010101" pitchFamily="50" charset="-127"/>
                  <a:ea typeface="LG스마트체2.0 Regular" panose="020B0600000101010101" pitchFamily="50" charset="-127"/>
                </a:rPr>
                <a:t>SW4</a:t>
              </a:r>
              <a:endPara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841D0D62-F2DF-4C4B-9935-4ADCE07C11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608380" y="709612"/>
              <a:ext cx="12294" cy="2782825"/>
            </a:xfrm>
            <a:prstGeom prst="line">
              <a:avLst/>
            </a:prstGeom>
            <a:ln w="28575">
              <a:prstDash val="dash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3B2C3BD2-EA6B-4DAF-94AA-98F563DDBF7C}"/>
                </a:ext>
              </a:extLst>
            </p:cNvPr>
            <p:cNvCxnSpPr>
              <a:cxnSpLocks/>
            </p:cNvCxnSpPr>
            <p:nvPr/>
          </p:nvCxnSpPr>
          <p:spPr>
            <a:xfrm>
              <a:off x="2885446" y="585027"/>
              <a:ext cx="0" cy="415823"/>
            </a:xfrm>
            <a:prstGeom prst="line">
              <a:avLst/>
            </a:prstGeom>
            <a:ln>
              <a:solidFill>
                <a:schemeClr val="tx1"/>
              </a:solidFill>
              <a:prstDash val="soli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5" name="직선 화살표 연결선 84">
              <a:extLst>
                <a:ext uri="{FF2B5EF4-FFF2-40B4-BE49-F238E27FC236}">
                  <a16:creationId xmlns:a16="http://schemas.microsoft.com/office/drawing/2014/main" id="{5BDD52DF-0D8B-4E39-BBE0-4486EB99DD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638920" y="3358485"/>
              <a:ext cx="246054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017972C-C672-4609-85F1-DF8807CC725E}"/>
                </a:ext>
              </a:extLst>
            </p:cNvPr>
            <p:cNvSpPr txBox="1"/>
            <p:nvPr/>
          </p:nvSpPr>
          <p:spPr>
            <a:xfrm flipH="1">
              <a:off x="2864529" y="3372738"/>
              <a:ext cx="552780" cy="21945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>
                  <a:solidFill>
                    <a:prstClr val="black"/>
                  </a:solidFill>
                  <a:latin typeface="LG스마트체2.0 Regular" panose="020B0600000101010101" pitchFamily="50" charset="-127"/>
                  <a:ea typeface="LG스마트체2.0 Regular" panose="020B0600000101010101" pitchFamily="50" charset="-127"/>
                </a:rPr>
                <a:t>SW3</a:t>
              </a:r>
              <a:endPara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FE8F91FF-5141-4929-BE85-51078A867E61}"/>
                </a:ext>
              </a:extLst>
            </p:cNvPr>
            <p:cNvCxnSpPr>
              <a:cxnSpLocks/>
            </p:cNvCxnSpPr>
            <p:nvPr/>
          </p:nvCxnSpPr>
          <p:spPr>
            <a:xfrm>
              <a:off x="2885446" y="3164815"/>
              <a:ext cx="0" cy="415823"/>
            </a:xfrm>
            <a:prstGeom prst="line">
              <a:avLst/>
            </a:prstGeom>
            <a:ln>
              <a:solidFill>
                <a:schemeClr val="tx1"/>
              </a:solidFill>
              <a:prstDash val="soli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8" name="직선 화살표 연결선 87">
              <a:extLst>
                <a:ext uri="{FF2B5EF4-FFF2-40B4-BE49-F238E27FC236}">
                  <a16:creationId xmlns:a16="http://schemas.microsoft.com/office/drawing/2014/main" id="{36A5DACD-DB12-49E3-AF64-D8F952C3FDC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72385" y="3358485"/>
              <a:ext cx="246054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0C73839C-CE71-4351-BD9D-3A4FFDC554BA}"/>
                </a:ext>
              </a:extLst>
            </p:cNvPr>
            <p:cNvSpPr txBox="1"/>
            <p:nvPr/>
          </p:nvSpPr>
          <p:spPr>
            <a:xfrm flipH="1">
              <a:off x="1842848" y="3364763"/>
              <a:ext cx="552780" cy="21945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>
                  <a:solidFill>
                    <a:prstClr val="black"/>
                  </a:solidFill>
                  <a:latin typeface="LG스마트체2.0 Regular" panose="020B0600000101010101" pitchFamily="50" charset="-127"/>
                  <a:ea typeface="LG스마트체2.0 Regular" panose="020B0600000101010101" pitchFamily="50" charset="-127"/>
                </a:rPr>
                <a:t>SW2</a:t>
              </a:r>
              <a:endPara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CA5521D7-7884-4A46-80C9-979241E47DE2}"/>
                </a:ext>
              </a:extLst>
            </p:cNvPr>
            <p:cNvCxnSpPr>
              <a:cxnSpLocks/>
            </p:cNvCxnSpPr>
            <p:nvPr/>
          </p:nvCxnSpPr>
          <p:spPr>
            <a:xfrm>
              <a:off x="2371261" y="3164815"/>
              <a:ext cx="0" cy="415823"/>
            </a:xfrm>
            <a:prstGeom prst="line">
              <a:avLst/>
            </a:prstGeom>
            <a:ln>
              <a:solidFill>
                <a:schemeClr val="tx1"/>
              </a:solidFill>
              <a:prstDash val="soli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0CD41CFB-7027-4D71-ABF4-9E41A040CFDA}"/>
                </a:ext>
              </a:extLst>
            </p:cNvPr>
            <p:cNvCxnSpPr>
              <a:cxnSpLocks/>
            </p:cNvCxnSpPr>
            <p:nvPr/>
          </p:nvCxnSpPr>
          <p:spPr>
            <a:xfrm>
              <a:off x="2380192" y="585027"/>
              <a:ext cx="0" cy="415823"/>
            </a:xfrm>
            <a:prstGeom prst="line">
              <a:avLst/>
            </a:prstGeom>
            <a:ln>
              <a:solidFill>
                <a:schemeClr val="tx1"/>
              </a:solidFill>
              <a:prstDash val="soli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화살표 연결선 91">
              <a:extLst>
                <a:ext uri="{FF2B5EF4-FFF2-40B4-BE49-F238E27FC236}">
                  <a16:creationId xmlns:a16="http://schemas.microsoft.com/office/drawing/2014/main" id="{B52B1F7F-3425-46A5-8139-61C6642F76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83404" y="807656"/>
              <a:ext cx="224977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B038791D-5B1F-4DB7-9F54-1E335B553D18}"/>
                </a:ext>
              </a:extLst>
            </p:cNvPr>
            <p:cNvSpPr txBox="1"/>
            <p:nvPr/>
          </p:nvSpPr>
          <p:spPr>
            <a:xfrm flipH="1">
              <a:off x="1827064" y="643818"/>
              <a:ext cx="610415" cy="21945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>
                  <a:solidFill>
                    <a:prstClr val="black"/>
                  </a:solidFill>
                  <a:latin typeface="LG스마트체2.0 Regular" panose="020B0600000101010101" pitchFamily="50" charset="-127"/>
                  <a:ea typeface="LG스마트체2.0 Regular" panose="020B0600000101010101" pitchFamily="50" charset="-127"/>
                </a:rPr>
                <a:t>SW1</a:t>
              </a:r>
              <a:endPara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4C98BD06-6F39-4E4C-89EB-F599F301A6B8}"/>
                </a:ext>
              </a:extLst>
            </p:cNvPr>
            <p:cNvSpPr txBox="1"/>
            <p:nvPr/>
          </p:nvSpPr>
          <p:spPr>
            <a:xfrm flipH="1">
              <a:off x="2845722" y="1123315"/>
              <a:ext cx="650142" cy="26606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rPr>
                <a:t>SAG4</a:t>
              </a:r>
            </a:p>
          </p:txBody>
        </p:sp>
      </p:grp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5A9AC647-B6AA-4395-A88A-EF1C4A74E357}"/>
              </a:ext>
            </a:extLst>
          </p:cNvPr>
          <p:cNvGrpSpPr/>
          <p:nvPr/>
        </p:nvGrpSpPr>
        <p:grpSpPr>
          <a:xfrm>
            <a:off x="6782528" y="3319189"/>
            <a:ext cx="1792928" cy="999180"/>
            <a:chOff x="301221" y="585027"/>
            <a:chExt cx="4583589" cy="3043980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DB3A5028-D4E2-40FC-99BE-AA87A4FCC5DA}"/>
                </a:ext>
              </a:extLst>
            </p:cNvPr>
            <p:cNvSpPr/>
            <p:nvPr/>
          </p:nvSpPr>
          <p:spPr>
            <a:xfrm flipH="1">
              <a:off x="301221" y="869344"/>
              <a:ext cx="4583589" cy="242334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101" name="직사각형 100">
              <a:extLst>
                <a:ext uri="{FF2B5EF4-FFF2-40B4-BE49-F238E27FC236}">
                  <a16:creationId xmlns:a16="http://schemas.microsoft.com/office/drawing/2014/main" id="{7F7E22F1-3393-418D-97C9-4B15B1058015}"/>
                </a:ext>
              </a:extLst>
            </p:cNvPr>
            <p:cNvSpPr/>
            <p:nvPr/>
          </p:nvSpPr>
          <p:spPr>
            <a:xfrm flipH="1">
              <a:off x="2380191" y="976307"/>
              <a:ext cx="510194" cy="530658"/>
            </a:xfrm>
            <a:prstGeom prst="rect">
              <a:avLst/>
            </a:prstGeom>
            <a:solidFill>
              <a:srgbClr val="00B050">
                <a:alpha val="30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102" name="직사각형 101">
              <a:extLst>
                <a:ext uri="{FF2B5EF4-FFF2-40B4-BE49-F238E27FC236}">
                  <a16:creationId xmlns:a16="http://schemas.microsoft.com/office/drawing/2014/main" id="{3620677E-DEC1-4BCA-AD00-7CC9EB708436}"/>
                </a:ext>
              </a:extLst>
            </p:cNvPr>
            <p:cNvSpPr/>
            <p:nvPr/>
          </p:nvSpPr>
          <p:spPr>
            <a:xfrm flipH="1">
              <a:off x="2380193" y="1846767"/>
              <a:ext cx="510194" cy="530658"/>
            </a:xfrm>
            <a:prstGeom prst="rect">
              <a:avLst/>
            </a:prstGeom>
            <a:solidFill>
              <a:srgbClr val="00B050">
                <a:alpha val="30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CE4489F9-EC11-4D9F-975E-56AA4D48FAA6}"/>
                </a:ext>
              </a:extLst>
            </p:cNvPr>
            <p:cNvSpPr/>
            <p:nvPr/>
          </p:nvSpPr>
          <p:spPr>
            <a:xfrm flipH="1">
              <a:off x="2380193" y="2641728"/>
              <a:ext cx="510194" cy="530658"/>
            </a:xfrm>
            <a:prstGeom prst="rect">
              <a:avLst/>
            </a:prstGeom>
            <a:solidFill>
              <a:srgbClr val="00B050">
                <a:alpha val="30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9EA3E06-61A9-4034-81FD-039422E14206}"/>
                </a:ext>
              </a:extLst>
            </p:cNvPr>
            <p:cNvSpPr txBox="1"/>
            <p:nvPr/>
          </p:nvSpPr>
          <p:spPr>
            <a:xfrm flipH="1">
              <a:off x="2739834" y="2700745"/>
              <a:ext cx="591465" cy="2194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rPr>
                <a:t>SAG3</a:t>
              </a:r>
            </a:p>
          </p:txBody>
        </p:sp>
        <p:cxnSp>
          <p:nvCxnSpPr>
            <p:cNvPr id="105" name="직선 화살표 연결선 104">
              <a:extLst>
                <a:ext uri="{FF2B5EF4-FFF2-40B4-BE49-F238E27FC236}">
                  <a16:creationId xmlns:a16="http://schemas.microsoft.com/office/drawing/2014/main" id="{678CF649-EF9A-4791-8ADD-49129CFD01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890387" y="2694080"/>
              <a:ext cx="397083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화살표 연결선 105">
              <a:extLst>
                <a:ext uri="{FF2B5EF4-FFF2-40B4-BE49-F238E27FC236}">
                  <a16:creationId xmlns:a16="http://schemas.microsoft.com/office/drawing/2014/main" id="{613D39F1-596D-46E7-A7C7-3E6F00FFE0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890387" y="1111292"/>
              <a:ext cx="316692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55C4EDC7-D40E-40E5-8E3C-1B0D46876A15}"/>
                </a:ext>
              </a:extLst>
            </p:cNvPr>
            <p:cNvSpPr txBox="1"/>
            <p:nvPr/>
          </p:nvSpPr>
          <p:spPr>
            <a:xfrm flipH="1">
              <a:off x="1827065" y="1124519"/>
              <a:ext cx="701800" cy="3281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rPr>
                <a:t>SAG1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9EEBEAE-E9AD-4712-B231-515803A1FD7A}"/>
                </a:ext>
              </a:extLst>
            </p:cNvPr>
            <p:cNvSpPr txBox="1"/>
            <p:nvPr/>
          </p:nvSpPr>
          <p:spPr>
            <a:xfrm flipH="1">
              <a:off x="1971964" y="2697354"/>
              <a:ext cx="663320" cy="3281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rPr>
                <a:t>SAG2</a:t>
              </a:r>
            </a:p>
          </p:txBody>
        </p:sp>
        <p:cxnSp>
          <p:nvCxnSpPr>
            <p:cNvPr id="109" name="직선 화살표 연결선 108">
              <a:extLst>
                <a:ext uri="{FF2B5EF4-FFF2-40B4-BE49-F238E27FC236}">
                  <a16:creationId xmlns:a16="http://schemas.microsoft.com/office/drawing/2014/main" id="{C04D4570-BE32-4B68-9B69-B04F67B97F6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958042" y="2694080"/>
              <a:ext cx="422151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화살표 연결선 109">
              <a:extLst>
                <a:ext uri="{FF2B5EF4-FFF2-40B4-BE49-F238E27FC236}">
                  <a16:creationId xmlns:a16="http://schemas.microsoft.com/office/drawing/2014/main" id="{4ED0B8D3-4269-4D0A-B7CE-A651F82353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921481" y="1111292"/>
              <a:ext cx="4497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1" name="그룹 110">
              <a:extLst>
                <a:ext uri="{FF2B5EF4-FFF2-40B4-BE49-F238E27FC236}">
                  <a16:creationId xmlns:a16="http://schemas.microsoft.com/office/drawing/2014/main" id="{80ABA5D8-DE5B-4BE1-A7BA-01E586E84635}"/>
                </a:ext>
              </a:extLst>
            </p:cNvPr>
            <p:cNvGrpSpPr/>
            <p:nvPr/>
          </p:nvGrpSpPr>
          <p:grpSpPr>
            <a:xfrm rot="21272895">
              <a:off x="3301332" y="745524"/>
              <a:ext cx="1423816" cy="2464621"/>
              <a:chOff x="8168607" y="2174274"/>
              <a:chExt cx="1423816" cy="2464621"/>
            </a:xfrm>
          </p:grpSpPr>
          <p:sp>
            <p:nvSpPr>
              <p:cNvPr id="131" name="직사각형 130">
                <a:extLst>
                  <a:ext uri="{FF2B5EF4-FFF2-40B4-BE49-F238E27FC236}">
                    <a16:creationId xmlns:a16="http://schemas.microsoft.com/office/drawing/2014/main" id="{9EBB5D0D-307C-4E08-9A36-528127945A94}"/>
                  </a:ext>
                </a:extLst>
              </p:cNvPr>
              <p:cNvSpPr/>
              <p:nvPr/>
            </p:nvSpPr>
            <p:spPr>
              <a:xfrm flipH="1">
                <a:off x="8168607" y="2380641"/>
                <a:ext cx="1423816" cy="2258254"/>
              </a:xfrm>
              <a:prstGeom prst="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solidFill>
                  <a:srgbClr val="0000FF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132" name="직사각형 131">
                <a:extLst>
                  <a:ext uri="{FF2B5EF4-FFF2-40B4-BE49-F238E27FC236}">
                    <a16:creationId xmlns:a16="http://schemas.microsoft.com/office/drawing/2014/main" id="{AD4B5561-1170-485F-85B0-A377836F75C1}"/>
                  </a:ext>
                </a:extLst>
              </p:cNvPr>
              <p:cNvSpPr/>
              <p:nvPr/>
            </p:nvSpPr>
            <p:spPr>
              <a:xfrm flipH="1">
                <a:off x="8625417" y="2174274"/>
                <a:ext cx="510194" cy="206369"/>
              </a:xfrm>
              <a:prstGeom prst="rect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endParaRPr>
              </a:p>
            </p:txBody>
          </p:sp>
        </p:grpSp>
        <p:grpSp>
          <p:nvGrpSpPr>
            <p:cNvPr id="112" name="그룹 111">
              <a:extLst>
                <a:ext uri="{FF2B5EF4-FFF2-40B4-BE49-F238E27FC236}">
                  <a16:creationId xmlns:a16="http://schemas.microsoft.com/office/drawing/2014/main" id="{2BF197C2-7474-445A-8B5B-CA97AAABBD50}"/>
                </a:ext>
              </a:extLst>
            </p:cNvPr>
            <p:cNvGrpSpPr/>
            <p:nvPr/>
          </p:nvGrpSpPr>
          <p:grpSpPr>
            <a:xfrm rot="21344374">
              <a:off x="545433" y="745524"/>
              <a:ext cx="1423816" cy="2464621"/>
              <a:chOff x="5412708" y="2174274"/>
              <a:chExt cx="1423816" cy="2464621"/>
            </a:xfrm>
          </p:grpSpPr>
          <p:sp>
            <p:nvSpPr>
              <p:cNvPr id="129" name="직사각형 128">
                <a:extLst>
                  <a:ext uri="{FF2B5EF4-FFF2-40B4-BE49-F238E27FC236}">
                    <a16:creationId xmlns:a16="http://schemas.microsoft.com/office/drawing/2014/main" id="{510A8329-A2F4-4E58-A08E-7172DD193A45}"/>
                  </a:ext>
                </a:extLst>
              </p:cNvPr>
              <p:cNvSpPr/>
              <p:nvPr/>
            </p:nvSpPr>
            <p:spPr>
              <a:xfrm flipH="1">
                <a:off x="5412708" y="2380641"/>
                <a:ext cx="1423816" cy="2258254"/>
              </a:xfrm>
              <a:prstGeom prst="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solidFill>
                  <a:srgbClr val="0000FF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130" name="직사각형 129">
                <a:extLst>
                  <a:ext uri="{FF2B5EF4-FFF2-40B4-BE49-F238E27FC236}">
                    <a16:creationId xmlns:a16="http://schemas.microsoft.com/office/drawing/2014/main" id="{F0816182-E97A-4710-AE3E-A42B969C0E47}"/>
                  </a:ext>
                </a:extLst>
              </p:cNvPr>
              <p:cNvSpPr/>
              <p:nvPr/>
            </p:nvSpPr>
            <p:spPr>
              <a:xfrm flipH="1">
                <a:off x="5869519" y="2174274"/>
                <a:ext cx="510194" cy="206369"/>
              </a:xfrm>
              <a:prstGeom prst="rect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endParaRPr>
              </a:p>
            </p:txBody>
          </p:sp>
        </p:grpSp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07E24CCE-30B0-4247-B634-02E486F33B22}"/>
                </a:ext>
              </a:extLst>
            </p:cNvPr>
            <p:cNvSpPr/>
            <p:nvPr/>
          </p:nvSpPr>
          <p:spPr>
            <a:xfrm rot="21289069" flipH="1">
              <a:off x="751804" y="1037511"/>
              <a:ext cx="1014079" cy="207828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12700">
              <a:solidFill>
                <a:srgbClr val="0000FF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77584840-75FE-43BE-BB2C-12C9A844FC53}"/>
                </a:ext>
              </a:extLst>
            </p:cNvPr>
            <p:cNvSpPr/>
            <p:nvPr/>
          </p:nvSpPr>
          <p:spPr>
            <a:xfrm rot="21364412" flipH="1">
              <a:off x="1127328" y="3105252"/>
              <a:ext cx="510193" cy="3309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02D6F23C-9EA5-443F-B6FE-D0B7BCF19DCF}"/>
                </a:ext>
              </a:extLst>
            </p:cNvPr>
            <p:cNvSpPr/>
            <p:nvPr/>
          </p:nvSpPr>
          <p:spPr>
            <a:xfrm rot="21255458" flipH="1">
              <a:off x="3484241" y="1046814"/>
              <a:ext cx="1014079" cy="207828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12700">
              <a:solidFill>
                <a:srgbClr val="0000FF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116" name="직사각형 115">
              <a:extLst>
                <a:ext uri="{FF2B5EF4-FFF2-40B4-BE49-F238E27FC236}">
                  <a16:creationId xmlns:a16="http://schemas.microsoft.com/office/drawing/2014/main" id="{6867E9C9-4015-45E0-9A2B-0C0C8C40E80B}"/>
                </a:ext>
              </a:extLst>
            </p:cNvPr>
            <p:cNvSpPr/>
            <p:nvPr/>
          </p:nvSpPr>
          <p:spPr>
            <a:xfrm rot="21261240" flipH="1">
              <a:off x="3921578" y="3107547"/>
              <a:ext cx="510193" cy="3309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cxnSp>
          <p:nvCxnSpPr>
            <p:cNvPr id="117" name="직선 화살표 연결선 116">
              <a:extLst>
                <a:ext uri="{FF2B5EF4-FFF2-40B4-BE49-F238E27FC236}">
                  <a16:creationId xmlns:a16="http://schemas.microsoft.com/office/drawing/2014/main" id="{DA404A2C-1412-441A-BBEE-1E2E9156ED8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528866" y="801583"/>
              <a:ext cx="35427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E0A389BC-D469-415A-878A-C78233092646}"/>
                </a:ext>
              </a:extLst>
            </p:cNvPr>
            <p:cNvSpPr txBox="1"/>
            <p:nvPr/>
          </p:nvSpPr>
          <p:spPr>
            <a:xfrm flipH="1">
              <a:off x="2850401" y="626490"/>
              <a:ext cx="537011" cy="25626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>
                  <a:solidFill>
                    <a:srgbClr val="FF0000"/>
                  </a:solidFill>
                  <a:latin typeface="LG스마트체2.0 Regular" panose="020B0600000101010101" pitchFamily="50" charset="-127"/>
                  <a:ea typeface="LG스마트체2.0 Regular" panose="020B0600000101010101" pitchFamily="50" charset="-127"/>
                </a:rPr>
                <a:t>SW4</a:t>
              </a:r>
              <a:endPara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</a:endParaRPr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73CE9005-5DF2-4F1F-AF27-9D146BF8188D}"/>
                </a:ext>
              </a:extLst>
            </p:cNvPr>
            <p:cNvCxnSpPr>
              <a:cxnSpLocks/>
            </p:cNvCxnSpPr>
            <p:nvPr/>
          </p:nvCxnSpPr>
          <p:spPr>
            <a:xfrm>
              <a:off x="2505627" y="709612"/>
              <a:ext cx="267755" cy="2782825"/>
            </a:xfrm>
            <a:prstGeom prst="line">
              <a:avLst/>
            </a:prstGeom>
            <a:ln w="28575">
              <a:solidFill>
                <a:srgbClr val="0000FF"/>
              </a:solidFill>
              <a:prstDash val="dash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51EFF48E-13AB-468E-9F1B-50EE3BD1537C}"/>
                </a:ext>
              </a:extLst>
            </p:cNvPr>
            <p:cNvCxnSpPr>
              <a:cxnSpLocks/>
            </p:cNvCxnSpPr>
            <p:nvPr/>
          </p:nvCxnSpPr>
          <p:spPr>
            <a:xfrm>
              <a:off x="2885446" y="585027"/>
              <a:ext cx="0" cy="415823"/>
            </a:xfrm>
            <a:prstGeom prst="line">
              <a:avLst/>
            </a:prstGeom>
            <a:ln>
              <a:solidFill>
                <a:schemeClr val="tx1"/>
              </a:solidFill>
              <a:prstDash val="soli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C15694BF-47DC-46BB-A0BA-420AEB7A0696}"/>
                </a:ext>
              </a:extLst>
            </p:cNvPr>
            <p:cNvSpPr txBox="1"/>
            <p:nvPr/>
          </p:nvSpPr>
          <p:spPr>
            <a:xfrm flipH="1">
              <a:off x="2864529" y="3372739"/>
              <a:ext cx="552780" cy="25626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>
                  <a:solidFill>
                    <a:srgbClr val="FF0000"/>
                  </a:solidFill>
                  <a:latin typeface="LG스마트체2.0 Regular" panose="020B0600000101010101" pitchFamily="50" charset="-127"/>
                  <a:ea typeface="LG스마트체2.0 Regular" panose="020B0600000101010101" pitchFamily="50" charset="-127"/>
                </a:rPr>
                <a:t>SW3</a:t>
              </a:r>
              <a:endPara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</a:endParaRPr>
            </a:p>
          </p:txBody>
        </p: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9B1303A1-807D-44F5-8CF0-7B3E5606BE7C}"/>
                </a:ext>
              </a:extLst>
            </p:cNvPr>
            <p:cNvCxnSpPr>
              <a:cxnSpLocks/>
            </p:cNvCxnSpPr>
            <p:nvPr/>
          </p:nvCxnSpPr>
          <p:spPr>
            <a:xfrm>
              <a:off x="2885446" y="3164815"/>
              <a:ext cx="0" cy="415823"/>
            </a:xfrm>
            <a:prstGeom prst="line">
              <a:avLst/>
            </a:prstGeom>
            <a:ln>
              <a:solidFill>
                <a:schemeClr val="tx1"/>
              </a:solidFill>
              <a:prstDash val="soli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화살표 연결선 122">
              <a:extLst>
                <a:ext uri="{FF2B5EF4-FFF2-40B4-BE49-F238E27FC236}">
                  <a16:creationId xmlns:a16="http://schemas.microsoft.com/office/drawing/2014/main" id="{90236132-FD6F-437B-80C7-B3F0728E60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72387" y="3358485"/>
              <a:ext cx="33361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15A82217-01DA-40C7-9E6B-2473DC04CD27}"/>
                </a:ext>
              </a:extLst>
            </p:cNvPr>
            <p:cNvSpPr txBox="1"/>
            <p:nvPr/>
          </p:nvSpPr>
          <p:spPr>
            <a:xfrm flipH="1">
              <a:off x="1842848" y="3364762"/>
              <a:ext cx="552780" cy="25626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>
                  <a:solidFill>
                    <a:srgbClr val="FF0000"/>
                  </a:solidFill>
                  <a:latin typeface="LG스마트체2.0 Regular" panose="020B0600000101010101" pitchFamily="50" charset="-127"/>
                  <a:ea typeface="LG스마트체2.0 Regular" panose="020B0600000101010101" pitchFamily="50" charset="-127"/>
                </a:rPr>
                <a:t>SW2</a:t>
              </a:r>
              <a:endPara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</a:endParaRPr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7EB55D4-493C-4D33-A306-3E0CF08532D7}"/>
                </a:ext>
              </a:extLst>
            </p:cNvPr>
            <p:cNvCxnSpPr>
              <a:cxnSpLocks/>
            </p:cNvCxnSpPr>
            <p:nvPr/>
          </p:nvCxnSpPr>
          <p:spPr>
            <a:xfrm>
              <a:off x="2371261" y="3164815"/>
              <a:ext cx="0" cy="415823"/>
            </a:xfrm>
            <a:prstGeom prst="line">
              <a:avLst/>
            </a:prstGeom>
            <a:ln>
              <a:solidFill>
                <a:schemeClr val="tx1"/>
              </a:solidFill>
              <a:prstDash val="soli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A607EAD0-9E25-4F71-8634-1DD96F06917C}"/>
                </a:ext>
              </a:extLst>
            </p:cNvPr>
            <p:cNvCxnSpPr>
              <a:cxnSpLocks/>
            </p:cNvCxnSpPr>
            <p:nvPr/>
          </p:nvCxnSpPr>
          <p:spPr>
            <a:xfrm>
              <a:off x="2380192" y="585027"/>
              <a:ext cx="0" cy="415823"/>
            </a:xfrm>
            <a:prstGeom prst="line">
              <a:avLst/>
            </a:prstGeom>
            <a:ln>
              <a:solidFill>
                <a:schemeClr val="tx1"/>
              </a:solidFill>
              <a:prstDash val="soli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CDE6D43C-16C4-430F-AF30-D33FCD7CBF95}"/>
                </a:ext>
              </a:extLst>
            </p:cNvPr>
            <p:cNvSpPr txBox="1"/>
            <p:nvPr/>
          </p:nvSpPr>
          <p:spPr>
            <a:xfrm flipH="1">
              <a:off x="1827064" y="643819"/>
              <a:ext cx="610415" cy="25626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>
                  <a:solidFill>
                    <a:srgbClr val="FF0000"/>
                  </a:solidFill>
                  <a:latin typeface="LG스마트체2.0 Regular" panose="020B0600000101010101" pitchFamily="50" charset="-127"/>
                  <a:ea typeface="LG스마트체2.0 Regular" panose="020B0600000101010101" pitchFamily="50" charset="-127"/>
                </a:rPr>
                <a:t>SW1</a:t>
              </a:r>
              <a:endPara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1CE28AC4-7636-499E-B071-D9BE8DA9AA26}"/>
                </a:ext>
              </a:extLst>
            </p:cNvPr>
            <p:cNvSpPr txBox="1"/>
            <p:nvPr/>
          </p:nvSpPr>
          <p:spPr>
            <a:xfrm flipH="1">
              <a:off x="2598169" y="1123315"/>
              <a:ext cx="650144" cy="2194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rPr>
                <a:t>SAG4</a:t>
              </a:r>
            </a:p>
          </p:txBody>
        </p:sp>
      </p:grpSp>
      <p:sp>
        <p:nvSpPr>
          <p:cNvPr id="133" name="직사각형 8">
            <a:extLst>
              <a:ext uri="{FF2B5EF4-FFF2-40B4-BE49-F238E27FC236}">
                <a16:creationId xmlns:a16="http://schemas.microsoft.com/office/drawing/2014/main" id="{1862FCB5-43B5-455D-81BA-77C219C21D1F}"/>
              </a:ext>
            </a:extLst>
          </p:cNvPr>
          <p:cNvSpPr/>
          <p:nvPr/>
        </p:nvSpPr>
        <p:spPr>
          <a:xfrm>
            <a:off x="2555172" y="4362593"/>
            <a:ext cx="1164101" cy="215444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AC Gap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품질 이슈 발생</a:t>
            </a:r>
            <a:endParaRPr lang="ko-KR" altLang="en-US" sz="800">
              <a:solidFill>
                <a:srgbClr val="006600"/>
              </a:solidFill>
              <a:latin typeface="+mn-ea"/>
            </a:endParaRPr>
          </a:p>
        </p:txBody>
      </p:sp>
      <p:sp>
        <p:nvSpPr>
          <p:cNvPr id="134" name="이등변 삼각형 133">
            <a:extLst>
              <a:ext uri="{FF2B5EF4-FFF2-40B4-BE49-F238E27FC236}">
                <a16:creationId xmlns:a16="http://schemas.microsoft.com/office/drawing/2014/main" id="{A64C87CA-9F99-48BE-BB35-E1FDB15AA32A}"/>
              </a:ext>
            </a:extLst>
          </p:cNvPr>
          <p:cNvSpPr/>
          <p:nvPr/>
        </p:nvSpPr>
        <p:spPr>
          <a:xfrm rot="16200000" flipV="1">
            <a:off x="4132672" y="3713204"/>
            <a:ext cx="856504" cy="133807"/>
          </a:xfrm>
          <a:prstGeom prst="triangle">
            <a:avLst/>
          </a:prstGeom>
          <a:gradFill>
            <a:gsLst>
              <a:gs pos="0">
                <a:schemeClr val="accent2">
                  <a:lumMod val="20000"/>
                  <a:lumOff val="80000"/>
                </a:schemeClr>
              </a:gs>
              <a:gs pos="100000">
                <a:srgbClr val="0000FF"/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이등변 삼각형 134">
            <a:extLst>
              <a:ext uri="{FF2B5EF4-FFF2-40B4-BE49-F238E27FC236}">
                <a16:creationId xmlns:a16="http://schemas.microsoft.com/office/drawing/2014/main" id="{5D3F59AB-C6E1-4927-B583-0AD4333D8887}"/>
              </a:ext>
            </a:extLst>
          </p:cNvPr>
          <p:cNvSpPr/>
          <p:nvPr/>
        </p:nvSpPr>
        <p:spPr>
          <a:xfrm rot="16200000" flipV="1">
            <a:off x="6275144" y="3713204"/>
            <a:ext cx="856504" cy="133807"/>
          </a:xfrm>
          <a:prstGeom prst="triangle">
            <a:avLst/>
          </a:prstGeom>
          <a:gradFill>
            <a:gsLst>
              <a:gs pos="0">
                <a:schemeClr val="accent2">
                  <a:lumMod val="20000"/>
                  <a:lumOff val="80000"/>
                </a:schemeClr>
              </a:gs>
              <a:gs pos="100000">
                <a:srgbClr val="0000FF"/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직사각형 8">
            <a:extLst>
              <a:ext uri="{FF2B5EF4-FFF2-40B4-BE49-F238E27FC236}">
                <a16:creationId xmlns:a16="http://schemas.microsoft.com/office/drawing/2014/main" id="{81F60E88-64BD-49DE-848A-BB5B9D2C7060}"/>
              </a:ext>
            </a:extLst>
          </p:cNvPr>
          <p:cNvSpPr/>
          <p:nvPr/>
        </p:nvSpPr>
        <p:spPr>
          <a:xfrm>
            <a:off x="4625030" y="3132496"/>
            <a:ext cx="1258678" cy="215444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[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장변실링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Rotation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발생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]</a:t>
            </a:r>
            <a:endParaRPr lang="ko-KR" altLang="en-US" sz="800">
              <a:solidFill>
                <a:srgbClr val="006600"/>
              </a:solidFill>
              <a:latin typeface="+mn-ea"/>
            </a:endParaRPr>
          </a:p>
        </p:txBody>
      </p:sp>
      <p:sp>
        <p:nvSpPr>
          <p:cNvPr id="137" name="직사각형 8">
            <a:extLst>
              <a:ext uri="{FF2B5EF4-FFF2-40B4-BE49-F238E27FC236}">
                <a16:creationId xmlns:a16="http://schemas.microsoft.com/office/drawing/2014/main" id="{21AC2BBA-E16D-4760-938E-F893EF512A80}"/>
              </a:ext>
            </a:extLst>
          </p:cNvPr>
          <p:cNvSpPr/>
          <p:nvPr/>
        </p:nvSpPr>
        <p:spPr>
          <a:xfrm>
            <a:off x="6725076" y="3132496"/>
            <a:ext cx="1239442" cy="215444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[SW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항목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Rotation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발생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]</a:t>
            </a:r>
            <a:endParaRPr lang="ko-KR" altLang="en-US" sz="800">
              <a:solidFill>
                <a:srgbClr val="006600"/>
              </a:solidFill>
              <a:latin typeface="+mn-ea"/>
            </a:endParaRPr>
          </a:p>
        </p:txBody>
      </p:sp>
      <p:sp>
        <p:nvSpPr>
          <p:cNvPr id="138" name="직사각형 8">
            <a:extLst>
              <a:ext uri="{FF2B5EF4-FFF2-40B4-BE49-F238E27FC236}">
                <a16:creationId xmlns:a16="http://schemas.microsoft.com/office/drawing/2014/main" id="{7AF535E1-5983-43B0-A594-B5353E62C790}"/>
              </a:ext>
            </a:extLst>
          </p:cNvPr>
          <p:cNvSpPr/>
          <p:nvPr/>
        </p:nvSpPr>
        <p:spPr>
          <a:xfrm>
            <a:off x="4179095" y="4330857"/>
            <a:ext cx="2302233" cy="338554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음극 기준으로 양극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Cutter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Rotation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사용</a:t>
            </a:r>
            <a:endParaRPr lang="en-US" altLang="ko-KR" sz="800">
              <a:solidFill>
                <a:srgbClr val="0066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AC Gap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품질은 개선되나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SAG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품질 문제 이슈 발생</a:t>
            </a:r>
          </a:p>
        </p:txBody>
      </p:sp>
      <p:sp>
        <p:nvSpPr>
          <p:cNvPr id="139" name="직사각형 8">
            <a:extLst>
              <a:ext uri="{FF2B5EF4-FFF2-40B4-BE49-F238E27FC236}">
                <a16:creationId xmlns:a16="http://schemas.microsoft.com/office/drawing/2014/main" id="{72BCD93B-3521-4A39-8E33-5549BD0DA950}"/>
              </a:ext>
            </a:extLst>
          </p:cNvPr>
          <p:cNvSpPr/>
          <p:nvPr/>
        </p:nvSpPr>
        <p:spPr>
          <a:xfrm>
            <a:off x="6427751" y="4330857"/>
            <a:ext cx="2348720" cy="338554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양극 기준으로 파이널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Cutter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Rotation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사용</a:t>
            </a:r>
            <a:endParaRPr lang="en-US" altLang="ko-KR" sz="800">
              <a:solidFill>
                <a:srgbClr val="0066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CS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기준으로 맞추기 때문에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SW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품질 문제 이슈 발생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0" name="직사각형 139">
                <a:extLst>
                  <a:ext uri="{FF2B5EF4-FFF2-40B4-BE49-F238E27FC236}">
                    <a16:creationId xmlns:a16="http://schemas.microsoft.com/office/drawing/2014/main" id="{6EBF1262-3710-4A17-94B5-13246D76AB5B}"/>
                  </a:ext>
                </a:extLst>
              </p:cNvPr>
              <p:cNvSpPr/>
              <p:nvPr/>
            </p:nvSpPr>
            <p:spPr>
              <a:xfrm>
                <a:off x="2673820" y="5274256"/>
                <a:ext cx="2741648" cy="41088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ko-KR" sz="800" b="0" i="1" smtClean="0">
                          <a:latin typeface="Cambria Math" panose="02040503050406030204" pitchFamily="18" charset="0"/>
                        </a:rPr>
                        <m:t>𝑆𝐴𝐺</m:t>
                      </m:r>
                      <m:r>
                        <a:rPr lang="en-US" altLang="ko-KR" sz="800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altLang="ko-KR" sz="800" b="0" i="1" smtClean="0">
                          <a:latin typeface="Cambria Math" panose="02040503050406030204" pitchFamily="18" charset="0"/>
                        </a:rPr>
                        <m:t>𝑅𝑜𝑡𝑎𝑡𝑖𝑜𝑛</m:t>
                      </m:r>
                      <m:r>
                        <a:rPr lang="en-US" altLang="ko-KR" sz="800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altLang="ko-KR" sz="800" b="0" i="1" smtClean="0">
                          <a:latin typeface="Cambria Math" panose="02040503050406030204" pitchFamily="18" charset="0"/>
                        </a:rPr>
                        <m:t>𝐸𝑟𝑟𝑜𝑟</m:t>
                      </m:r>
                      <m:r>
                        <a:rPr lang="en-US" altLang="ko-KR" sz="800" b="0" i="1" smtClean="0">
                          <a:latin typeface="Cambria Math" panose="02040503050406030204" pitchFamily="18" charset="0"/>
                        </a:rPr>
                        <m:t>= </m:t>
                      </m:r>
                      <m:f>
                        <m:fPr>
                          <m:ctrlPr>
                            <a:rPr lang="en-US" altLang="ko-KR" sz="8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f>
                            <m:fPr>
                              <m:ctrlPr>
                                <a:rPr lang="en-US" altLang="ko-KR" sz="800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d>
                                <m:dPr>
                                  <m:ctrlPr>
                                    <a:rPr lang="en-US" altLang="ko-KR" sz="8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altLang="ko-KR" sz="800" b="0" i="1" smtClean="0">
                                      <a:latin typeface="Cambria Math" panose="02040503050406030204" pitchFamily="18" charset="0"/>
                                    </a:rPr>
                                    <m:t>𝑆𝐴</m:t>
                                  </m:r>
                                  <m:sSub>
                                    <m:sSubPr>
                                      <m:ctrlPr>
                                        <a:rPr lang="en-US" altLang="ko-KR" sz="8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ko-KR" sz="800" b="0" i="1" smtClean="0">
                                          <a:latin typeface="Cambria Math" panose="02040503050406030204" pitchFamily="18" charset="0"/>
                                        </a:rPr>
                                        <m:t>𝐺</m:t>
                                      </m:r>
                                    </m:e>
                                    <m:sub>
                                      <m:r>
                                        <a:rPr lang="en-US" altLang="ko-KR" sz="8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  <m:r>
                                    <a:rPr lang="en-US" altLang="ko-KR" sz="800" b="0" i="1" smtClean="0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r>
                                    <a:rPr lang="en-US" altLang="ko-KR" sz="800" b="0" i="1" smtClean="0">
                                      <a:latin typeface="Cambria Math" panose="02040503050406030204" pitchFamily="18" charset="0"/>
                                    </a:rPr>
                                    <m:t>𝑆𝐴</m:t>
                                  </m:r>
                                  <m:sSub>
                                    <m:sSubPr>
                                      <m:ctrlPr>
                                        <a:rPr lang="en-US" altLang="ko-KR" sz="8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ko-KR" sz="800" b="0" i="1" smtClean="0">
                                          <a:latin typeface="Cambria Math" panose="02040503050406030204" pitchFamily="18" charset="0"/>
                                        </a:rPr>
                                        <m:t>𝐺</m:t>
                                      </m:r>
                                    </m:e>
                                    <m:sub>
                                      <m:r>
                                        <a:rPr lang="en-US" altLang="ko-KR" sz="800" b="0" i="1" smtClean="0"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</m:d>
                              <m:r>
                                <a:rPr lang="en-US" altLang="ko-KR" sz="8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d>
                                <m:dPr>
                                  <m:ctrlPr>
                                    <a:rPr lang="en-US" altLang="ko-KR" sz="8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altLang="ko-KR" sz="800" i="1">
                                      <a:latin typeface="Cambria Math" panose="02040503050406030204" pitchFamily="18" charset="0"/>
                                    </a:rPr>
                                    <m:t>𝑆𝐴</m:t>
                                  </m:r>
                                  <m:sSub>
                                    <m:sSubPr>
                                      <m:ctrlPr>
                                        <a:rPr lang="en-US" altLang="ko-KR" sz="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ko-KR" sz="800" i="1">
                                          <a:latin typeface="Cambria Math" panose="02040503050406030204" pitchFamily="18" charset="0"/>
                                        </a:rPr>
                                        <m:t>𝐺</m:t>
                                      </m:r>
                                    </m:e>
                                    <m:sub>
                                      <m:r>
                                        <a:rPr lang="en-US" altLang="ko-KR" sz="800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  <m:r>
                                    <a:rPr lang="en-US" altLang="ko-KR" sz="800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r>
                                    <a:rPr lang="en-US" altLang="ko-KR" sz="800" i="1">
                                      <a:latin typeface="Cambria Math" panose="02040503050406030204" pitchFamily="18" charset="0"/>
                                    </a:rPr>
                                    <m:t>𝑆𝐴</m:t>
                                  </m:r>
                                  <m:sSub>
                                    <m:sSubPr>
                                      <m:ctrlPr>
                                        <a:rPr lang="en-US" altLang="ko-KR" sz="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ko-KR" sz="800" i="1">
                                          <a:latin typeface="Cambria Math" panose="02040503050406030204" pitchFamily="18" charset="0"/>
                                        </a:rPr>
                                        <m:t>𝐺</m:t>
                                      </m:r>
                                    </m:e>
                                    <m:sub>
                                      <m:r>
                                        <a:rPr lang="en-US" altLang="ko-KR" sz="800" b="0" i="1" smtClean="0"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</m:d>
                            </m:num>
                            <m:den>
                              <m:r>
                                <a:rPr lang="en-US" altLang="ko-KR" sz="800" i="1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den>
                          </m:f>
                        </m:num>
                        <m:den>
                          <m:r>
                            <a:rPr lang="en-US" altLang="ko-KR" sz="800" i="1"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ko-KR" altLang="en-US" sz="800"/>
              </a:p>
            </p:txBody>
          </p:sp>
        </mc:Choice>
        <mc:Fallback xmlns="">
          <p:sp>
            <p:nvSpPr>
              <p:cNvPr id="140" name="직사각형 139">
                <a:extLst>
                  <a:ext uri="{FF2B5EF4-FFF2-40B4-BE49-F238E27FC236}">
                    <a16:creationId xmlns:a16="http://schemas.microsoft.com/office/drawing/2014/main" id="{6EBF1262-3710-4A17-94B5-13246D76AB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73820" y="5274256"/>
                <a:ext cx="2741648" cy="41088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1" name="직사각형 140">
                <a:extLst>
                  <a:ext uri="{FF2B5EF4-FFF2-40B4-BE49-F238E27FC236}">
                    <a16:creationId xmlns:a16="http://schemas.microsoft.com/office/drawing/2014/main" id="{D86FDA82-C197-4241-8FA7-FFF501E09F2A}"/>
                  </a:ext>
                </a:extLst>
              </p:cNvPr>
              <p:cNvSpPr/>
              <p:nvPr/>
            </p:nvSpPr>
            <p:spPr>
              <a:xfrm>
                <a:off x="5866481" y="5394646"/>
                <a:ext cx="191257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ko-KR" sz="800" b="0" i="1" smtClean="0">
                          <a:latin typeface="Cambria Math" panose="02040503050406030204" pitchFamily="18" charset="0"/>
                        </a:rPr>
                        <m:t>𝑂𝑓𝑓𝑠𝑒𝑡</m:t>
                      </m:r>
                      <m:r>
                        <a:rPr lang="en-US" altLang="ko-KR" sz="800" b="0" i="1" smtClean="0">
                          <a:latin typeface="Cambria Math" panose="02040503050406030204" pitchFamily="18" charset="0"/>
                        </a:rPr>
                        <m:t>= </m:t>
                      </m:r>
                      <m:r>
                        <a:rPr lang="en-US" altLang="ko-KR" sz="800" b="0" i="1" smtClean="0">
                          <a:latin typeface="Cambria Math" panose="02040503050406030204" pitchFamily="18" charset="0"/>
                        </a:rPr>
                        <m:t>𝑆𝐴𝐺</m:t>
                      </m:r>
                      <m:r>
                        <a:rPr lang="en-US" altLang="ko-KR" sz="800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altLang="ko-KR" sz="800" b="0" i="1" smtClean="0">
                          <a:latin typeface="Cambria Math" panose="02040503050406030204" pitchFamily="18" charset="0"/>
                        </a:rPr>
                        <m:t>𝑅𝑜𝑡𝑎𝑡𝑖𝑜𝑛</m:t>
                      </m:r>
                      <m:r>
                        <a:rPr lang="en-US" altLang="ko-KR" sz="800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altLang="ko-KR" sz="800" b="0" i="1" smtClean="0">
                          <a:latin typeface="Cambria Math" panose="02040503050406030204" pitchFamily="18" charset="0"/>
                        </a:rPr>
                        <m:t>𝐸𝑟𝑟𝑜𝑟</m:t>
                      </m:r>
                      <m:r>
                        <a:rPr lang="en-US" altLang="ko-KR" sz="800" b="0" i="1" smtClean="0">
                          <a:latin typeface="Cambria Math" panose="02040503050406030204" pitchFamily="18" charset="0"/>
                        </a:rPr>
                        <m:t>∗</m:t>
                      </m:r>
                      <m:r>
                        <a:rPr lang="en-US" altLang="ko-KR" sz="800" b="0" i="1" smtClean="0">
                          <a:latin typeface="Cambria Math" panose="02040503050406030204" pitchFamily="18" charset="0"/>
                        </a:rPr>
                        <m:t>𝐺𝑎𝑖𝑛</m:t>
                      </m:r>
                    </m:oMath>
                  </m:oMathPara>
                </a14:m>
                <a:endParaRPr lang="ko-KR" altLang="en-US" sz="800"/>
              </a:p>
            </p:txBody>
          </p:sp>
        </mc:Choice>
        <mc:Fallback xmlns="">
          <p:sp>
            <p:nvSpPr>
              <p:cNvPr id="141" name="직사각형 140">
                <a:extLst>
                  <a:ext uri="{FF2B5EF4-FFF2-40B4-BE49-F238E27FC236}">
                    <a16:creationId xmlns:a16="http://schemas.microsoft.com/office/drawing/2014/main" id="{D86FDA82-C197-4241-8FA7-FFF501E09F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6481" y="5394646"/>
                <a:ext cx="1912575" cy="215444"/>
              </a:xfrm>
              <a:prstGeom prst="rect">
                <a:avLst/>
              </a:prstGeom>
              <a:blipFill>
                <a:blip r:embed="rId4"/>
                <a:stretch>
                  <a:fillRect b="-285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3" name="직사각형 8">
            <a:extLst>
              <a:ext uri="{FF2B5EF4-FFF2-40B4-BE49-F238E27FC236}">
                <a16:creationId xmlns:a16="http://schemas.microsoft.com/office/drawing/2014/main" id="{70C061E5-6F3D-4939-9BDB-BB190915E21C}"/>
              </a:ext>
            </a:extLst>
          </p:cNvPr>
          <p:cNvSpPr/>
          <p:nvPr/>
        </p:nvSpPr>
        <p:spPr>
          <a:xfrm>
            <a:off x="2555172" y="5212646"/>
            <a:ext cx="1267739" cy="215444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[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음극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Rotation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정도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계산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]</a:t>
            </a:r>
            <a:endParaRPr lang="ko-KR" altLang="en-US" sz="800">
              <a:solidFill>
                <a:srgbClr val="006600"/>
              </a:solidFill>
              <a:latin typeface="+mn-ea"/>
            </a:endParaRPr>
          </a:p>
        </p:txBody>
      </p:sp>
      <p:sp>
        <p:nvSpPr>
          <p:cNvPr id="144" name="직사각형 8">
            <a:extLst>
              <a:ext uri="{FF2B5EF4-FFF2-40B4-BE49-F238E27FC236}">
                <a16:creationId xmlns:a16="http://schemas.microsoft.com/office/drawing/2014/main" id="{4993AB8E-1CC0-4510-A77F-D4105914A088}"/>
              </a:ext>
            </a:extLst>
          </p:cNvPr>
          <p:cNvSpPr/>
          <p:nvPr/>
        </p:nvSpPr>
        <p:spPr>
          <a:xfrm>
            <a:off x="5832192" y="5212646"/>
            <a:ext cx="1547189" cy="215444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[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음극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Rotation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보정 값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계산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]</a:t>
            </a:r>
            <a:endParaRPr lang="ko-KR" altLang="en-US" sz="800">
              <a:solidFill>
                <a:srgbClr val="006600"/>
              </a:solidFill>
              <a:latin typeface="+mn-ea"/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D87A44F7-FFF4-4215-A943-DACDCB39A1BC}"/>
              </a:ext>
            </a:extLst>
          </p:cNvPr>
          <p:cNvSpPr txBox="1"/>
          <p:nvPr/>
        </p:nvSpPr>
        <p:spPr>
          <a:xfrm>
            <a:off x="1759222" y="4854465"/>
            <a:ext cx="732893" cy="246221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1000">
                <a:latin typeface="+mn-ea"/>
              </a:rPr>
              <a:t>[</a:t>
            </a:r>
            <a:r>
              <a:rPr lang="ko-KR" altLang="en-US" sz="1000">
                <a:latin typeface="+mn-ea"/>
              </a:rPr>
              <a:t>진행사항</a:t>
            </a:r>
            <a:r>
              <a:rPr lang="en-US" altLang="ko-KR" sz="1000">
                <a:latin typeface="+mn-ea"/>
              </a:rPr>
              <a:t>]</a:t>
            </a:r>
            <a:endParaRPr lang="ko-KR" altLang="en-US" sz="1000">
              <a:latin typeface="+mn-ea"/>
            </a:endParaRP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5F402858-8BA4-4B04-879E-C3BA27F4F08A}"/>
              </a:ext>
            </a:extLst>
          </p:cNvPr>
          <p:cNvSpPr/>
          <p:nvPr/>
        </p:nvSpPr>
        <p:spPr>
          <a:xfrm>
            <a:off x="7733827" y="6354630"/>
            <a:ext cx="96803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r">
              <a:defRPr/>
            </a:pPr>
            <a:r>
              <a:rPr lang="en-US" altLang="ko-KR" sz="1000" b="1">
                <a:solidFill>
                  <a:srgbClr val="000000"/>
                </a:solidFill>
                <a:latin typeface="LG스마트체 Regular"/>
              </a:rPr>
              <a:t>(</a:t>
            </a:r>
            <a:r>
              <a:rPr lang="ko-KR" altLang="en-US" sz="1000" b="1">
                <a:solidFill>
                  <a:srgbClr val="000000"/>
                </a:solidFill>
                <a:latin typeface="LG스마트체 Regular"/>
              </a:rPr>
              <a:t>다음 장 계속</a:t>
            </a:r>
            <a:r>
              <a:rPr lang="en-US" altLang="ko-KR" sz="1000" b="1">
                <a:solidFill>
                  <a:srgbClr val="000000"/>
                </a:solidFill>
                <a:latin typeface="LG스마트체 Regular"/>
              </a:rPr>
              <a:t>..)</a:t>
            </a:r>
            <a:endParaRPr lang="ko-KR" altLang="en-US" sz="2000">
              <a:solidFill>
                <a:srgbClr val="1414FE"/>
              </a:solidFill>
            </a:endParaRPr>
          </a:p>
        </p:txBody>
      </p:sp>
      <p:sp>
        <p:nvSpPr>
          <p:cNvPr id="147" name="내용 개체 틀 20">
            <a:extLst>
              <a:ext uri="{FF2B5EF4-FFF2-40B4-BE49-F238E27FC236}">
                <a16:creationId xmlns:a16="http://schemas.microsoft.com/office/drawing/2014/main" id="{FDBFD616-77D7-4EB3-AD68-7E51C76D14DB}"/>
              </a:ext>
            </a:extLst>
          </p:cNvPr>
          <p:cNvSpPr txBox="1">
            <a:spLocks/>
          </p:cNvSpPr>
          <p:nvPr/>
        </p:nvSpPr>
        <p:spPr>
          <a:xfrm>
            <a:off x="8351387" y="190497"/>
            <a:ext cx="1376980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 err="1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임형찬S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김형원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A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296756530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">
            <a:extLst>
              <a:ext uri="{FF2B5EF4-FFF2-40B4-BE49-F238E27FC236}">
                <a16:creationId xmlns:a16="http://schemas.microsoft.com/office/drawing/2014/main" id="{DF3912C3-2160-4F52-8D31-7D94A26A4F1B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1744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en-US" altLang="ko-KR" sz="1800">
                <a:cs typeface="Malgun Gothic Semilight"/>
              </a:rPr>
              <a:t>1. </a:t>
            </a:r>
            <a:r>
              <a:rPr lang="ko-KR" altLang="en-US" sz="1800">
                <a:cs typeface="Malgun Gothic Semilight"/>
              </a:rPr>
              <a:t>과제 진행 현황</a:t>
            </a:r>
            <a:r>
              <a:rPr lang="en-US" altLang="ko-KR" sz="1800">
                <a:cs typeface="Malgun Gothic Semilight"/>
              </a:rPr>
              <a:t>_</a:t>
            </a:r>
            <a:r>
              <a:rPr lang="ko-KR" altLang="en-US" sz="1800">
                <a:cs typeface="Malgun Gothic Semilight"/>
              </a:rPr>
              <a:t>조립자동보정팀 </a:t>
            </a:r>
            <a:r>
              <a:rPr lang="en-US" altLang="ko-KR" sz="1800">
                <a:cs typeface="Malgun Gothic Semilight"/>
              </a:rPr>
              <a:t>(</a:t>
            </a:r>
            <a:r>
              <a:rPr lang="ko-KR" altLang="en-US" sz="1800">
                <a:cs typeface="Malgun Gothic Semilight"/>
              </a:rPr>
              <a:t>자동차</a:t>
            </a:r>
            <a:r>
              <a:rPr lang="en-US" altLang="ko-KR" sz="1800">
                <a:cs typeface="Malgun Gothic Semilight"/>
              </a:rPr>
              <a:t>)</a:t>
            </a:r>
            <a:endParaRPr lang="ko-KR" altLang="en-US" sz="1800">
              <a:cs typeface="Malgun Gothic Semilight"/>
            </a:endParaRPr>
          </a:p>
        </p:txBody>
      </p:sp>
      <p:graphicFrame>
        <p:nvGraphicFramePr>
          <p:cNvPr id="12" name="표 1">
            <a:extLst>
              <a:ext uri="{FF2B5EF4-FFF2-40B4-BE49-F238E27FC236}">
                <a16:creationId xmlns:a16="http://schemas.microsoft.com/office/drawing/2014/main" id="{E4591B7C-FD24-4C94-B784-24331C2373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630046"/>
              </p:ext>
            </p:extLst>
          </p:nvPr>
        </p:nvGraphicFramePr>
        <p:xfrm>
          <a:off x="125047" y="866774"/>
          <a:ext cx="9578422" cy="5798468"/>
        </p:xfrm>
        <a:graphic>
          <a:graphicData uri="http://schemas.openxmlformats.org/drawingml/2006/table">
            <a:tbl>
              <a:tblPr/>
              <a:tblGrid>
                <a:gridCol w="7595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53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4217">
                  <a:extLst>
                    <a:ext uri="{9D8B030D-6E8A-4147-A177-3AD203B41FA5}">
                      <a16:colId xmlns:a16="http://schemas.microsoft.com/office/drawing/2014/main" val="3918561293"/>
                    </a:ext>
                  </a:extLst>
                </a:gridCol>
                <a:gridCol w="61225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67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7001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34"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LAM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음극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Rotation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 건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대표호기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#3-5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수평전개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MI2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 설비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WA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조립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동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HD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금주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(W51) MI2, WA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조립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4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동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,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HD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 </a:t>
                      </a:r>
                      <a:r>
                        <a:rPr 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수평전개 완료하였습니다</a:t>
                      </a:r>
                      <a:r>
                        <a:rPr 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.</a:t>
                      </a:r>
                      <a:endParaRPr lang="en-US" sz="900" dirty="0">
                        <a:solidFill>
                          <a:srgbClr val="0000FF"/>
                        </a:solidFill>
                        <a:latin typeface="Arial Narrow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/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‘25.09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김형원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72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5555967"/>
                  </a:ext>
                </a:extLst>
              </a:tr>
              <a:tr h="5148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ts val="13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-. AUTO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ON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적용 이후 효과 분석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(11/14~11/22)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1) Rotation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발생 분포 개선</a:t>
                      </a: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indent="0">
                        <a:buFont typeface="+mj-ea"/>
                        <a:buNone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SAG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개선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: 0~0.1mm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구간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Rotation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산포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71.22%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→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 96.537%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로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 25.317%p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개선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 </a:t>
                      </a:r>
                    </a:p>
                    <a:p>
                      <a:pPr marL="0" indent="0">
                        <a:buFont typeface="+mj-ea"/>
                        <a:buNone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X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축 개선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: 0~0.1mm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구간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Rotation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산포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97.439%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→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 99.64%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로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 2.201%p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개선</a:t>
                      </a:r>
                      <a:endParaRPr lang="en-US" altLang="ko-KR" sz="9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88958794"/>
                  </a:ext>
                </a:extLst>
              </a:tr>
            </a:tbl>
          </a:graphicData>
        </a:graphic>
      </p:graphicFrame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013AF43B-D3C4-4C28-85D3-FB6E596A3BC5}"/>
              </a:ext>
            </a:extLst>
          </p:cNvPr>
          <p:cNvSpPr txBox="1">
            <a:spLocks/>
          </p:cNvSpPr>
          <p:nvPr/>
        </p:nvSpPr>
        <p:spPr>
          <a:xfrm>
            <a:off x="8351387" y="190497"/>
            <a:ext cx="1341714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 err="1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임형찬S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김형원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A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sp>
        <p:nvSpPr>
          <p:cNvPr id="16" name="내용 개체 틀 20">
            <a:extLst>
              <a:ext uri="{FF2B5EF4-FFF2-40B4-BE49-F238E27FC236}">
                <a16:creationId xmlns:a16="http://schemas.microsoft.com/office/drawing/2014/main" id="{30D05D80-413B-451C-93A0-C9160C6E4CC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40157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</a:rPr>
              <a:t>LAM_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</a:rPr>
              <a:t>음극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</a:rPr>
              <a:t>Rotation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</a:rPr>
              <a:t>자동보정 개발 건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</a:rPr>
              <a:t>(2/3)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9" name="직사각형 8">
            <a:extLst>
              <a:ext uri="{FF2B5EF4-FFF2-40B4-BE49-F238E27FC236}">
                <a16:creationId xmlns:a16="http://schemas.microsoft.com/office/drawing/2014/main" id="{36ED3F3F-456D-4E21-A500-3BA43CF82C07}"/>
              </a:ext>
            </a:extLst>
          </p:cNvPr>
          <p:cNvSpPr/>
          <p:nvPr/>
        </p:nvSpPr>
        <p:spPr>
          <a:xfrm>
            <a:off x="5889625" y="287593"/>
            <a:ext cx="2566728" cy="230832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900">
                <a:latin typeface="+mn-ea"/>
              </a:rPr>
              <a:t>[ 과제번호 : 조립자동보정-#</a:t>
            </a:r>
            <a:r>
              <a:rPr lang="en-US" altLang="ko-KR" sz="900">
                <a:latin typeface="+mn-ea"/>
              </a:rPr>
              <a:t>4</a:t>
            </a:r>
            <a:r>
              <a:rPr lang="ko-KR" altLang="en-US" sz="900">
                <a:latin typeface="+mn-ea"/>
              </a:rPr>
              <a:t>, 진행 상태 : </a:t>
            </a:r>
            <a:r>
              <a:rPr lang="ko-KR" altLang="en-US" sz="9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900">
                <a:latin typeface="+mn-ea"/>
              </a:rPr>
              <a:t>]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4D4DE9A-B078-477F-8C5E-7CE5F832CA0F}"/>
              </a:ext>
            </a:extLst>
          </p:cNvPr>
          <p:cNvSpPr txBox="1"/>
          <p:nvPr/>
        </p:nvSpPr>
        <p:spPr>
          <a:xfrm>
            <a:off x="1759222" y="1581638"/>
            <a:ext cx="732893" cy="246221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1000">
                <a:latin typeface="+mn-ea"/>
              </a:rPr>
              <a:t>[</a:t>
            </a:r>
            <a:r>
              <a:rPr lang="ko-KR" altLang="en-US" sz="1000">
                <a:latin typeface="+mn-ea"/>
              </a:rPr>
              <a:t>진행사항</a:t>
            </a:r>
            <a:r>
              <a:rPr lang="en-US" altLang="ko-KR" sz="1000">
                <a:latin typeface="+mn-ea"/>
              </a:rPr>
              <a:t>]</a:t>
            </a:r>
            <a:endParaRPr lang="ko-KR" altLang="en-US" sz="1000">
              <a:latin typeface="+mn-ea"/>
            </a:endParaRPr>
          </a:p>
        </p:txBody>
      </p:sp>
      <p:sp>
        <p:nvSpPr>
          <p:cNvPr id="11" name="직사각형 8">
            <a:extLst>
              <a:ext uri="{FF2B5EF4-FFF2-40B4-BE49-F238E27FC236}">
                <a16:creationId xmlns:a16="http://schemas.microsoft.com/office/drawing/2014/main" id="{3D76E3F6-9403-4FD1-8424-C44E76584DB5}"/>
              </a:ext>
            </a:extLst>
          </p:cNvPr>
          <p:cNvSpPr/>
          <p:nvPr/>
        </p:nvSpPr>
        <p:spPr>
          <a:xfrm>
            <a:off x="6049925" y="1672034"/>
            <a:ext cx="2246128" cy="371897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pPr lvl="0">
              <a:lnSpc>
                <a:spcPts val="1100"/>
              </a:lnSpc>
            </a:pPr>
            <a:r>
              <a:rPr lang="en-US" altLang="ko-KR" sz="900" noProof="1"/>
              <a:t>2) </a:t>
            </a:r>
            <a:r>
              <a:rPr lang="ko-KR" altLang="en-US" sz="900" noProof="1"/>
              <a:t>작업자 개입 최소화</a:t>
            </a:r>
            <a:r>
              <a:rPr lang="en-US" altLang="ko-KR" sz="900" noProof="1"/>
              <a:t>(</a:t>
            </a:r>
            <a:r>
              <a:rPr lang="ko-KR" altLang="en-US" sz="900" noProof="1"/>
              <a:t>수동보정 횟수 감소</a:t>
            </a:r>
            <a:r>
              <a:rPr lang="en-US" altLang="ko-KR" sz="900" noProof="1"/>
              <a:t>)</a:t>
            </a:r>
          </a:p>
          <a:p>
            <a:r>
              <a:rPr lang="en-US" altLang="ko-KR" sz="900">
                <a:latin typeface="+mn-ea"/>
              </a:rPr>
              <a:t>Rotation </a:t>
            </a:r>
            <a:r>
              <a:rPr lang="ko-KR" altLang="en-US" sz="900">
                <a:latin typeface="+mn-ea"/>
              </a:rPr>
              <a:t>관련 작업자 개입 정도 </a:t>
            </a:r>
            <a:r>
              <a:rPr lang="en-US" altLang="ko-KR" sz="900">
                <a:latin typeface="+mn-ea"/>
              </a:rPr>
              <a:t>99.8%</a:t>
            </a:r>
            <a:r>
              <a:rPr lang="ko-KR" altLang="en-US" sz="900">
                <a:latin typeface="+mn-ea"/>
              </a:rPr>
              <a:t>개선</a:t>
            </a:r>
            <a:endParaRPr lang="en-US" altLang="ko-KR" sz="900">
              <a:latin typeface="+mn-ea"/>
            </a:endParaRPr>
          </a:p>
        </p:txBody>
      </p:sp>
      <p:sp>
        <p:nvSpPr>
          <p:cNvPr id="21" name="직사각형 8">
            <a:extLst>
              <a:ext uri="{FF2B5EF4-FFF2-40B4-BE49-F238E27FC236}">
                <a16:creationId xmlns:a16="http://schemas.microsoft.com/office/drawing/2014/main" id="{2914ABB7-E77F-4758-AF6E-E244692D3B78}"/>
              </a:ext>
            </a:extLst>
          </p:cNvPr>
          <p:cNvSpPr/>
          <p:nvPr/>
        </p:nvSpPr>
        <p:spPr>
          <a:xfrm>
            <a:off x="2585003" y="3940883"/>
            <a:ext cx="4243469" cy="367793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pPr lvl="0">
              <a:lnSpc>
                <a:spcPts val="1100"/>
              </a:lnSpc>
            </a:pPr>
            <a:r>
              <a:rPr lang="en-US" altLang="ko-KR" sz="900" noProof="1"/>
              <a:t>4) </a:t>
            </a:r>
            <a:r>
              <a:rPr lang="ko-KR" altLang="en-US" sz="900" noProof="1"/>
              <a:t>이동평균 비교</a:t>
            </a:r>
            <a:endParaRPr lang="en-US" altLang="ko-KR" sz="900" noProof="1"/>
          </a:p>
          <a:p>
            <a:pPr lvl="0">
              <a:lnSpc>
                <a:spcPts val="1100"/>
              </a:lnSpc>
            </a:pPr>
            <a:r>
              <a:rPr lang="en-US" altLang="ko-KR" sz="900" noProof="1"/>
              <a:t>-. </a:t>
            </a:r>
            <a:r>
              <a:rPr lang="ko-KR" altLang="en-US" sz="900" noProof="1"/>
              <a:t>적용 전후 </a:t>
            </a:r>
            <a:r>
              <a:rPr lang="en-US" altLang="ko-KR" sz="900" noProof="1"/>
              <a:t>1000</a:t>
            </a:r>
            <a:r>
              <a:rPr lang="ko-KR" altLang="en-US" sz="900" noProof="1"/>
              <a:t>행에 대하여 이동평균 그래프 출력시 적용 전 대비 </a:t>
            </a:r>
            <a:r>
              <a:rPr lang="en-US" altLang="ko-KR" sz="900" noProof="1"/>
              <a:t>Rotation </a:t>
            </a:r>
            <a:r>
              <a:rPr lang="ko-KR" altLang="en-US" sz="900" noProof="1"/>
              <a:t>산포 안정화 됨</a:t>
            </a:r>
            <a:endParaRPr lang="en-US" altLang="ko-KR" sz="900" noProof="1"/>
          </a:p>
        </p:txBody>
      </p: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57CB2F7D-4140-4E64-BDB2-9C9CACF1E6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3738123"/>
              </p:ext>
            </p:extLst>
          </p:nvPr>
        </p:nvGraphicFramePr>
        <p:xfrm>
          <a:off x="2676061" y="2122316"/>
          <a:ext cx="3096666" cy="1748790"/>
        </p:xfrm>
        <a:graphic>
          <a:graphicData uri="http://schemas.openxmlformats.org/drawingml/2006/table">
            <a:tbl>
              <a:tblPr/>
              <a:tblGrid>
                <a:gridCol w="711590">
                  <a:extLst>
                    <a:ext uri="{9D8B030D-6E8A-4147-A177-3AD203B41FA5}">
                      <a16:colId xmlns:a16="http://schemas.microsoft.com/office/drawing/2014/main" val="3275583060"/>
                    </a:ext>
                  </a:extLst>
                </a:gridCol>
                <a:gridCol w="618618">
                  <a:extLst>
                    <a:ext uri="{9D8B030D-6E8A-4147-A177-3AD203B41FA5}">
                      <a16:colId xmlns:a16="http://schemas.microsoft.com/office/drawing/2014/main" val="4219684031"/>
                    </a:ext>
                  </a:extLst>
                </a:gridCol>
                <a:gridCol w="573920">
                  <a:extLst>
                    <a:ext uri="{9D8B030D-6E8A-4147-A177-3AD203B41FA5}">
                      <a16:colId xmlns:a16="http://schemas.microsoft.com/office/drawing/2014/main" val="1700558054"/>
                    </a:ext>
                  </a:extLst>
                </a:gridCol>
                <a:gridCol w="463070">
                  <a:extLst>
                    <a:ext uri="{9D8B030D-6E8A-4147-A177-3AD203B41FA5}">
                      <a16:colId xmlns:a16="http://schemas.microsoft.com/office/drawing/2014/main" val="2429051201"/>
                    </a:ext>
                  </a:extLst>
                </a:gridCol>
                <a:gridCol w="729468">
                  <a:extLst>
                    <a:ext uri="{9D8B030D-6E8A-4147-A177-3AD203B41FA5}">
                      <a16:colId xmlns:a16="http://schemas.microsoft.com/office/drawing/2014/main" val="898403318"/>
                    </a:ext>
                  </a:extLst>
                </a:gridCol>
              </a:tblGrid>
              <a:tr h="112090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Rotation range</a:t>
                      </a:r>
                      <a:b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(mm)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전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(10/15~10/22)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후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(11/14~11/22)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6104810"/>
                  </a:ext>
                </a:extLst>
              </a:tr>
              <a:tr h="990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Rotation ratio(%)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Rotation ratio(%)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07875564"/>
                  </a:ext>
                </a:extLst>
              </a:tr>
              <a:tr h="1900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SAG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Final</a:t>
                      </a:r>
                      <a:b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(CS,AC,SW)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SAG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Final</a:t>
                      </a:r>
                      <a:b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(CS,AC,SW)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5272515"/>
                  </a:ext>
                </a:extLst>
              </a:tr>
              <a:tr h="990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0~0.1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71.220%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97.439%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96.537%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99.64%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493357"/>
                  </a:ext>
                </a:extLst>
              </a:tr>
              <a:tr h="990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0.1~0.2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25.05%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2.502%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3.381%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0.331%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9100420"/>
                  </a:ext>
                </a:extLst>
              </a:tr>
              <a:tr h="990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0.2~0.3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3.181%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0.033%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0.042%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0.009%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2054024"/>
                  </a:ext>
                </a:extLst>
              </a:tr>
              <a:tr h="990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0.3~0.4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0.534%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0.003%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0.006%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0.002%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8223"/>
                  </a:ext>
                </a:extLst>
              </a:tr>
              <a:tr h="990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0.4~0.5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0.008%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0.001%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0.003%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0.001%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8004242"/>
                  </a:ext>
                </a:extLst>
              </a:tr>
              <a:tr h="990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0.5~0.6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0.003%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0.001%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5077063"/>
                  </a:ext>
                </a:extLst>
              </a:tr>
              <a:tr h="990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0.6~0.7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0.001%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0.001%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0.001%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3678387"/>
                  </a:ext>
                </a:extLst>
              </a:tr>
              <a:tr h="990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0.7~0.8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0.001%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0.001%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0.001%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0083663"/>
                  </a:ext>
                </a:extLst>
              </a:tr>
              <a:tr h="990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0.8~0.9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0.001%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7387471"/>
                  </a:ext>
                </a:extLst>
              </a:tr>
              <a:tr h="990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0.9~1.0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634476"/>
                  </a:ext>
                </a:extLst>
              </a:tr>
              <a:tr h="990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1.0~inf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0.001%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0.19%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0.028%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0.015%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7222769"/>
                  </a:ext>
                </a:extLst>
              </a:tr>
            </a:tbl>
          </a:graphicData>
        </a:graphic>
      </p:graphicFrame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8204EEE3-92AB-404F-ADCD-8F9B919BD5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2160480"/>
              </p:ext>
            </p:extLst>
          </p:nvPr>
        </p:nvGraphicFramePr>
        <p:xfrm>
          <a:off x="6049925" y="2126752"/>
          <a:ext cx="2503188" cy="745670"/>
        </p:xfrm>
        <a:graphic>
          <a:graphicData uri="http://schemas.openxmlformats.org/drawingml/2006/table">
            <a:tbl>
              <a:tblPr/>
              <a:tblGrid>
                <a:gridCol w="1032744">
                  <a:extLst>
                    <a:ext uri="{9D8B030D-6E8A-4147-A177-3AD203B41FA5}">
                      <a16:colId xmlns:a16="http://schemas.microsoft.com/office/drawing/2014/main" val="2175362443"/>
                    </a:ext>
                  </a:extLst>
                </a:gridCol>
                <a:gridCol w="735222">
                  <a:extLst>
                    <a:ext uri="{9D8B030D-6E8A-4147-A177-3AD203B41FA5}">
                      <a16:colId xmlns:a16="http://schemas.microsoft.com/office/drawing/2014/main" val="795396540"/>
                    </a:ext>
                  </a:extLst>
                </a:gridCol>
                <a:gridCol w="735222">
                  <a:extLst>
                    <a:ext uri="{9D8B030D-6E8A-4147-A177-3AD203B41FA5}">
                      <a16:colId xmlns:a16="http://schemas.microsoft.com/office/drawing/2014/main" val="737319486"/>
                    </a:ext>
                  </a:extLst>
                </a:gridCol>
              </a:tblGrid>
              <a:tr h="125509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AUTO ON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전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AUTO ON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후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2381685"/>
                  </a:ext>
                </a:extLst>
              </a:tr>
              <a:tr h="125509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10/25~11/13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11/14~11/22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3826709"/>
                  </a:ext>
                </a:extLst>
              </a:tr>
              <a:tr h="1255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생산 셀 수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1455526 cell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1679934cell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8316324"/>
                  </a:ext>
                </a:extLst>
              </a:tr>
              <a:tr h="2436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수동 보정 횟수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전극 </a:t>
                      </a:r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컷터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Rotation)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142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회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회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9249133"/>
                  </a:ext>
                </a:extLst>
              </a:tr>
              <a:tr h="1255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셀당 수동보정 횟수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0.975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회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0.002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회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8032286"/>
                  </a:ext>
                </a:extLst>
              </a:tr>
            </a:tbl>
          </a:graphicData>
        </a:graphic>
      </p:graphicFrame>
      <p:sp>
        <p:nvSpPr>
          <p:cNvPr id="40" name="직사각형 8">
            <a:extLst>
              <a:ext uri="{FF2B5EF4-FFF2-40B4-BE49-F238E27FC236}">
                <a16:creationId xmlns:a16="http://schemas.microsoft.com/office/drawing/2014/main" id="{32C7EA2A-62C9-4EBD-89B0-A143A1A2A2E4}"/>
              </a:ext>
            </a:extLst>
          </p:cNvPr>
          <p:cNvSpPr/>
          <p:nvPr/>
        </p:nvSpPr>
        <p:spPr>
          <a:xfrm>
            <a:off x="6049925" y="2930629"/>
            <a:ext cx="2273816" cy="367793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pPr lvl="0">
              <a:lnSpc>
                <a:spcPts val="1100"/>
              </a:lnSpc>
            </a:pPr>
            <a:r>
              <a:rPr lang="en-US" altLang="ko-KR" sz="900" noProof="1"/>
              <a:t>3) </a:t>
            </a:r>
            <a:r>
              <a:rPr lang="ko-KR" altLang="en-US" sz="900" noProof="1"/>
              <a:t>불량 정도 개선</a:t>
            </a:r>
            <a:endParaRPr lang="en-US" altLang="ko-KR" sz="900" noProof="1"/>
          </a:p>
          <a:p>
            <a:pPr lvl="0">
              <a:lnSpc>
                <a:spcPts val="1100"/>
              </a:lnSpc>
            </a:pPr>
            <a:r>
              <a:rPr lang="en-US" altLang="ko-KR" sz="900" noProof="1"/>
              <a:t>SAG :</a:t>
            </a:r>
            <a:r>
              <a:rPr lang="ko-KR" altLang="en-US" sz="900" noProof="1"/>
              <a:t> </a:t>
            </a:r>
            <a:r>
              <a:rPr lang="en-US" altLang="ko-KR" sz="900" noProof="1"/>
              <a:t>0.004%p </a:t>
            </a:r>
            <a:r>
              <a:rPr lang="ko-KR" altLang="en-US" sz="900" noProof="1"/>
              <a:t>개선 </a:t>
            </a:r>
            <a:r>
              <a:rPr lang="en-US" altLang="ko-KR" sz="900" noProof="1"/>
              <a:t>/ CS,AC,SW : 0.212%p </a:t>
            </a:r>
            <a:r>
              <a:rPr lang="ko-KR" altLang="en-US" sz="900" noProof="1"/>
              <a:t>개선</a:t>
            </a:r>
            <a:endParaRPr lang="en-US" altLang="ko-KR" sz="900" noProof="1"/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399E0760-4DD9-42A1-848E-77CC43B19F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4101099"/>
              </p:ext>
            </p:extLst>
          </p:nvPr>
        </p:nvGraphicFramePr>
        <p:xfrm>
          <a:off x="6049925" y="3305303"/>
          <a:ext cx="2547936" cy="559776"/>
        </p:xfrm>
        <a:graphic>
          <a:graphicData uri="http://schemas.openxmlformats.org/drawingml/2006/table">
            <a:tbl>
              <a:tblPr/>
              <a:tblGrid>
                <a:gridCol w="430212">
                  <a:extLst>
                    <a:ext uri="{9D8B030D-6E8A-4147-A177-3AD203B41FA5}">
                      <a16:colId xmlns:a16="http://schemas.microsoft.com/office/drawing/2014/main" val="3275583060"/>
                    </a:ext>
                  </a:extLst>
                </a:gridCol>
                <a:gridCol w="403225">
                  <a:extLst>
                    <a:ext uri="{9D8B030D-6E8A-4147-A177-3AD203B41FA5}">
                      <a16:colId xmlns:a16="http://schemas.microsoft.com/office/drawing/2014/main" val="4219684031"/>
                    </a:ext>
                  </a:extLst>
                </a:gridCol>
                <a:gridCol w="655637">
                  <a:extLst>
                    <a:ext uri="{9D8B030D-6E8A-4147-A177-3AD203B41FA5}">
                      <a16:colId xmlns:a16="http://schemas.microsoft.com/office/drawing/2014/main" val="1700558054"/>
                    </a:ext>
                  </a:extLst>
                </a:gridCol>
                <a:gridCol w="403225">
                  <a:extLst>
                    <a:ext uri="{9D8B030D-6E8A-4147-A177-3AD203B41FA5}">
                      <a16:colId xmlns:a16="http://schemas.microsoft.com/office/drawing/2014/main" val="2429051201"/>
                    </a:ext>
                  </a:extLst>
                </a:gridCol>
                <a:gridCol w="655637">
                  <a:extLst>
                    <a:ext uri="{9D8B030D-6E8A-4147-A177-3AD203B41FA5}">
                      <a16:colId xmlns:a16="http://schemas.microsoft.com/office/drawing/2014/main" val="898403318"/>
                    </a:ext>
                  </a:extLst>
                </a:gridCol>
              </a:tblGrid>
              <a:tr h="158895">
                <a:tc rowSpan="2">
                  <a:txBody>
                    <a:bodyPr/>
                    <a:lstStyle/>
                    <a:p>
                      <a:pPr algn="ctr" rtl="0" fontAlgn="ctr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전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(10/15~10/22)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후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(11/14~11/22)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6104810"/>
                  </a:ext>
                </a:extLst>
              </a:tr>
              <a:tr h="2419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SAG</a:t>
                      </a:r>
                    </a:p>
                  </a:txBody>
                  <a:tcPr marL="9525" marR="9525" marT="9525" marB="0" anchor="ctr"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Final</a:t>
                      </a:r>
                      <a:b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(CS,AC,SW)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SAG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Final</a:t>
                      </a:r>
                      <a:b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(CS,AC,SW)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5272515"/>
                  </a:ext>
                </a:extLst>
              </a:tr>
              <a:tr h="15889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NG </a:t>
                      </a:r>
                      <a:r>
                        <a:rPr lang="en-US" altLang="ko-KR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rario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0.005%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0.415%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0.001%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0.203%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493357"/>
                  </a:ext>
                </a:extLst>
              </a:tr>
            </a:tbl>
          </a:graphicData>
        </a:graphic>
      </p:graphicFrame>
      <p:pic>
        <p:nvPicPr>
          <p:cNvPr id="42" name="그림 41">
            <a:extLst>
              <a:ext uri="{FF2B5EF4-FFF2-40B4-BE49-F238E27FC236}">
                <a16:creationId xmlns:a16="http://schemas.microsoft.com/office/drawing/2014/main" id="{E223F9F9-35D7-4F46-A758-7D496A067CA1}"/>
              </a:ext>
            </a:extLst>
          </p:cNvPr>
          <p:cNvPicPr preferRelativeResize="0">
            <a:picLocks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548352" y="5595604"/>
            <a:ext cx="4111638" cy="1020891"/>
          </a:xfrm>
          <a:prstGeom prst="rect">
            <a:avLst/>
          </a:prstGeom>
        </p:spPr>
      </p:pic>
      <p:pic>
        <p:nvPicPr>
          <p:cNvPr id="43" name="그림 42">
            <a:extLst>
              <a:ext uri="{FF2B5EF4-FFF2-40B4-BE49-F238E27FC236}">
                <a16:creationId xmlns:a16="http://schemas.microsoft.com/office/drawing/2014/main" id="{3B4B04E6-BE20-4250-9219-CBAE9F0E5769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898" t="10180" r="-898" b="10996"/>
          <a:stretch/>
        </p:blipFill>
        <p:spPr>
          <a:xfrm>
            <a:off x="4548352" y="4507540"/>
            <a:ext cx="4112400" cy="951346"/>
          </a:xfrm>
          <a:prstGeom prst="rect">
            <a:avLst/>
          </a:prstGeom>
        </p:spPr>
      </p:pic>
      <p:sp>
        <p:nvSpPr>
          <p:cNvPr id="44" name="TextBox 43">
            <a:extLst>
              <a:ext uri="{FF2B5EF4-FFF2-40B4-BE49-F238E27FC236}">
                <a16:creationId xmlns:a16="http://schemas.microsoft.com/office/drawing/2014/main" id="{F1AE6396-A26E-4266-B8A9-0F3C33DAAE45}"/>
              </a:ext>
            </a:extLst>
          </p:cNvPr>
          <p:cNvSpPr txBox="1"/>
          <p:nvPr/>
        </p:nvSpPr>
        <p:spPr>
          <a:xfrm>
            <a:off x="4733738" y="4332625"/>
            <a:ext cx="1225015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800">
                <a:latin typeface="+mn-ea"/>
              </a:rPr>
              <a:t>[</a:t>
            </a:r>
            <a:r>
              <a:rPr lang="ko-KR" altLang="en-US" sz="800">
                <a:latin typeface="+mn-ea"/>
              </a:rPr>
              <a:t>적용 전 </a:t>
            </a:r>
            <a:r>
              <a:rPr lang="en-US" altLang="ko-KR" sz="800">
                <a:latin typeface="+mn-ea"/>
              </a:rPr>
              <a:t>Rotation </a:t>
            </a:r>
            <a:r>
              <a:rPr lang="ko-KR" altLang="en-US" sz="800">
                <a:latin typeface="+mn-ea"/>
              </a:rPr>
              <a:t>산포</a:t>
            </a:r>
            <a:r>
              <a:rPr lang="en-US" altLang="ko-KR" sz="800">
                <a:latin typeface="+mn-ea"/>
              </a:rPr>
              <a:t>]</a:t>
            </a:r>
            <a:endParaRPr lang="ko-KR" altLang="en-US" sz="80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070980A9-9BA5-4459-B5D6-05D93476115E}"/>
              </a:ext>
            </a:extLst>
          </p:cNvPr>
          <p:cNvSpPr txBox="1"/>
          <p:nvPr/>
        </p:nvSpPr>
        <p:spPr>
          <a:xfrm>
            <a:off x="4733738" y="5428658"/>
            <a:ext cx="1196161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800">
                <a:latin typeface="+mn-ea"/>
              </a:rPr>
              <a:t>[</a:t>
            </a:r>
            <a:r>
              <a:rPr lang="ko-KR" altLang="en-US" sz="800">
                <a:latin typeface="+mn-ea"/>
              </a:rPr>
              <a:t>적용 후 </a:t>
            </a:r>
            <a:r>
              <a:rPr lang="en-US" altLang="ko-KR" sz="800">
                <a:latin typeface="+mn-ea"/>
              </a:rPr>
              <a:t>Rotation </a:t>
            </a:r>
            <a:r>
              <a:rPr lang="ko-KR" altLang="en-US" sz="800">
                <a:latin typeface="+mn-ea"/>
              </a:rPr>
              <a:t>산포</a:t>
            </a:r>
            <a:r>
              <a:rPr lang="en-US" altLang="ko-KR" sz="800">
                <a:latin typeface="+mn-ea"/>
              </a:rPr>
              <a:t>]</a:t>
            </a:r>
            <a:endParaRPr lang="ko-KR" altLang="en-US" sz="800">
              <a:latin typeface="+mn-ea"/>
            </a:endParaRPr>
          </a:p>
        </p:txBody>
      </p: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F2862679-6457-4417-A970-16043F413E66}"/>
              </a:ext>
            </a:extLst>
          </p:cNvPr>
          <p:cNvGrpSpPr/>
          <p:nvPr/>
        </p:nvGrpSpPr>
        <p:grpSpPr>
          <a:xfrm>
            <a:off x="2639973" y="4544944"/>
            <a:ext cx="1815686" cy="947260"/>
            <a:chOff x="301221" y="745524"/>
            <a:chExt cx="4583589" cy="2719824"/>
          </a:xfrm>
        </p:grpSpPr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B747361A-CF66-49B5-BC86-72FD2FE735F5}"/>
                </a:ext>
              </a:extLst>
            </p:cNvPr>
            <p:cNvSpPr/>
            <p:nvPr/>
          </p:nvSpPr>
          <p:spPr>
            <a:xfrm flipH="1">
              <a:off x="301221" y="869344"/>
              <a:ext cx="4583589" cy="242334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73A3C936-E6F0-4D36-BB84-FEC15D488DD4}"/>
                </a:ext>
              </a:extLst>
            </p:cNvPr>
            <p:cNvSpPr/>
            <p:nvPr/>
          </p:nvSpPr>
          <p:spPr>
            <a:xfrm flipH="1">
              <a:off x="2380191" y="976307"/>
              <a:ext cx="510194" cy="530658"/>
            </a:xfrm>
            <a:prstGeom prst="rect">
              <a:avLst/>
            </a:prstGeom>
            <a:solidFill>
              <a:srgbClr val="00B050">
                <a:alpha val="30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ACA32F1F-AF65-42A4-A120-4CBF7B910FAC}"/>
                </a:ext>
              </a:extLst>
            </p:cNvPr>
            <p:cNvSpPr/>
            <p:nvPr/>
          </p:nvSpPr>
          <p:spPr>
            <a:xfrm flipH="1">
              <a:off x="2380193" y="1846767"/>
              <a:ext cx="510194" cy="530658"/>
            </a:xfrm>
            <a:prstGeom prst="rect">
              <a:avLst/>
            </a:prstGeom>
            <a:solidFill>
              <a:srgbClr val="00B050">
                <a:alpha val="30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6DC7DB7B-28D5-4971-994A-ABB3071C4469}"/>
                </a:ext>
              </a:extLst>
            </p:cNvPr>
            <p:cNvSpPr/>
            <p:nvPr/>
          </p:nvSpPr>
          <p:spPr>
            <a:xfrm flipH="1">
              <a:off x="2380193" y="2641728"/>
              <a:ext cx="510194" cy="530658"/>
            </a:xfrm>
            <a:prstGeom prst="rect">
              <a:avLst/>
            </a:prstGeom>
            <a:solidFill>
              <a:srgbClr val="00B050">
                <a:alpha val="30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cxnSp>
          <p:nvCxnSpPr>
            <p:cNvPr id="51" name="직선 화살표 연결선 50">
              <a:extLst>
                <a:ext uri="{FF2B5EF4-FFF2-40B4-BE49-F238E27FC236}">
                  <a16:creationId xmlns:a16="http://schemas.microsoft.com/office/drawing/2014/main" id="{30AA3281-B167-4C0B-839A-7FF82237CA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890387" y="2694080"/>
              <a:ext cx="397083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화살표 연결선 51">
              <a:extLst>
                <a:ext uri="{FF2B5EF4-FFF2-40B4-BE49-F238E27FC236}">
                  <a16:creationId xmlns:a16="http://schemas.microsoft.com/office/drawing/2014/main" id="{B333C1A1-0AF5-45E1-8832-8628A78486C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890387" y="1111292"/>
              <a:ext cx="316692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C263846-C714-4641-B5BE-1D411B7AC3AB}"/>
                </a:ext>
              </a:extLst>
            </p:cNvPr>
            <p:cNvSpPr txBox="1"/>
            <p:nvPr/>
          </p:nvSpPr>
          <p:spPr>
            <a:xfrm flipH="1">
              <a:off x="1898454" y="1124521"/>
              <a:ext cx="660005" cy="30929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rPr>
                <a:t>SAG1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19A73607-EA2D-461D-9567-7387E15B1C85}"/>
                </a:ext>
              </a:extLst>
            </p:cNvPr>
            <p:cNvSpPr txBox="1"/>
            <p:nvPr/>
          </p:nvSpPr>
          <p:spPr>
            <a:xfrm flipH="1">
              <a:off x="1971963" y="2697354"/>
              <a:ext cx="701024" cy="30929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rPr>
                <a:t>SAG2</a:t>
              </a:r>
            </a:p>
          </p:txBody>
        </p:sp>
        <p:cxnSp>
          <p:nvCxnSpPr>
            <p:cNvPr id="55" name="직선 화살표 연결선 54">
              <a:extLst>
                <a:ext uri="{FF2B5EF4-FFF2-40B4-BE49-F238E27FC236}">
                  <a16:creationId xmlns:a16="http://schemas.microsoft.com/office/drawing/2014/main" id="{2A2A47E9-9D5D-43A0-9F48-AB62F8F394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958042" y="2694080"/>
              <a:ext cx="422151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화살표 연결선 55">
              <a:extLst>
                <a:ext uri="{FF2B5EF4-FFF2-40B4-BE49-F238E27FC236}">
                  <a16:creationId xmlns:a16="http://schemas.microsoft.com/office/drawing/2014/main" id="{E880B587-1119-43B9-80D2-4551C390407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921481" y="1111292"/>
              <a:ext cx="4497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7D73C931-5D5E-48F4-B5AE-4117977163FC}"/>
                </a:ext>
              </a:extLst>
            </p:cNvPr>
            <p:cNvGrpSpPr/>
            <p:nvPr/>
          </p:nvGrpSpPr>
          <p:grpSpPr>
            <a:xfrm rot="21272895">
              <a:off x="3301332" y="745524"/>
              <a:ext cx="1423816" cy="2464621"/>
              <a:chOff x="8168607" y="2174274"/>
              <a:chExt cx="1423816" cy="2464621"/>
            </a:xfrm>
          </p:grpSpPr>
          <p:sp>
            <p:nvSpPr>
              <p:cNvPr id="80" name="직사각형 79">
                <a:extLst>
                  <a:ext uri="{FF2B5EF4-FFF2-40B4-BE49-F238E27FC236}">
                    <a16:creationId xmlns:a16="http://schemas.microsoft.com/office/drawing/2014/main" id="{FE90E50D-1A05-4B57-AD5C-2098EA78CD9E}"/>
                  </a:ext>
                </a:extLst>
              </p:cNvPr>
              <p:cNvSpPr/>
              <p:nvPr/>
            </p:nvSpPr>
            <p:spPr>
              <a:xfrm flipH="1">
                <a:off x="8168607" y="2380641"/>
                <a:ext cx="1423816" cy="2258254"/>
              </a:xfrm>
              <a:prstGeom prst="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81" name="직사각형 80">
                <a:extLst>
                  <a:ext uri="{FF2B5EF4-FFF2-40B4-BE49-F238E27FC236}">
                    <a16:creationId xmlns:a16="http://schemas.microsoft.com/office/drawing/2014/main" id="{37527F7B-8796-4FDA-AC62-89ED2E0E426C}"/>
                  </a:ext>
                </a:extLst>
              </p:cNvPr>
              <p:cNvSpPr/>
              <p:nvPr/>
            </p:nvSpPr>
            <p:spPr>
              <a:xfrm flipH="1">
                <a:off x="8625417" y="2174274"/>
                <a:ext cx="510194" cy="206369"/>
              </a:xfrm>
              <a:prstGeom prst="rect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endParaRPr>
              </a:p>
            </p:txBody>
          </p:sp>
        </p:grpSp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74AB27BE-9A28-4724-BB64-815CFE073B95}"/>
                </a:ext>
              </a:extLst>
            </p:cNvPr>
            <p:cNvGrpSpPr/>
            <p:nvPr/>
          </p:nvGrpSpPr>
          <p:grpSpPr>
            <a:xfrm rot="21344374">
              <a:off x="545433" y="745524"/>
              <a:ext cx="1423816" cy="2464621"/>
              <a:chOff x="5412708" y="2174274"/>
              <a:chExt cx="1423816" cy="2464621"/>
            </a:xfrm>
          </p:grpSpPr>
          <p:sp>
            <p:nvSpPr>
              <p:cNvPr id="78" name="직사각형 77">
                <a:extLst>
                  <a:ext uri="{FF2B5EF4-FFF2-40B4-BE49-F238E27FC236}">
                    <a16:creationId xmlns:a16="http://schemas.microsoft.com/office/drawing/2014/main" id="{647F124F-FDE7-4FED-9688-00221BC578DE}"/>
                  </a:ext>
                </a:extLst>
              </p:cNvPr>
              <p:cNvSpPr/>
              <p:nvPr/>
            </p:nvSpPr>
            <p:spPr>
              <a:xfrm flipH="1">
                <a:off x="5412708" y="2380641"/>
                <a:ext cx="1423816" cy="2258254"/>
              </a:xfrm>
              <a:prstGeom prst="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79" name="직사각형 78">
                <a:extLst>
                  <a:ext uri="{FF2B5EF4-FFF2-40B4-BE49-F238E27FC236}">
                    <a16:creationId xmlns:a16="http://schemas.microsoft.com/office/drawing/2014/main" id="{1CC753A9-E868-438E-B9FE-26FA7B1410E5}"/>
                  </a:ext>
                </a:extLst>
              </p:cNvPr>
              <p:cNvSpPr/>
              <p:nvPr/>
            </p:nvSpPr>
            <p:spPr>
              <a:xfrm flipH="1">
                <a:off x="5869519" y="2174274"/>
                <a:ext cx="510194" cy="206369"/>
              </a:xfrm>
              <a:prstGeom prst="rect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endParaRPr>
              </a:p>
            </p:txBody>
          </p:sp>
        </p:grp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E8E337EE-6B70-47E3-BE15-2F1C1B1EFF4F}"/>
                </a:ext>
              </a:extLst>
            </p:cNvPr>
            <p:cNvSpPr/>
            <p:nvPr/>
          </p:nvSpPr>
          <p:spPr>
            <a:xfrm flipH="1">
              <a:off x="751805" y="1037512"/>
              <a:ext cx="1014078" cy="2078283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5B83847A-C626-41BD-96AF-A8368BC193B1}"/>
                </a:ext>
              </a:extLst>
            </p:cNvPr>
            <p:cNvSpPr/>
            <p:nvPr/>
          </p:nvSpPr>
          <p:spPr>
            <a:xfrm flipH="1">
              <a:off x="1003746" y="3125099"/>
              <a:ext cx="510194" cy="3309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D56FC500-5C86-4AE4-91E7-E37B61AA64C4}"/>
                </a:ext>
              </a:extLst>
            </p:cNvPr>
            <p:cNvSpPr/>
            <p:nvPr/>
          </p:nvSpPr>
          <p:spPr>
            <a:xfrm flipH="1">
              <a:off x="3484240" y="1046814"/>
              <a:ext cx="1014078" cy="2078283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8C09B156-8353-481B-AC5D-A314DB4F23E0}"/>
                </a:ext>
              </a:extLst>
            </p:cNvPr>
            <p:cNvSpPr/>
            <p:nvPr/>
          </p:nvSpPr>
          <p:spPr>
            <a:xfrm flipH="1">
              <a:off x="3736182" y="3134401"/>
              <a:ext cx="510194" cy="3309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8AAD44C-E794-4B21-89E6-3CEFEB56B23E}"/>
                </a:ext>
              </a:extLst>
            </p:cNvPr>
            <p:cNvSpPr txBox="1"/>
            <p:nvPr/>
          </p:nvSpPr>
          <p:spPr>
            <a:xfrm flipH="1">
              <a:off x="2586661" y="1123315"/>
              <a:ext cx="650144" cy="2194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rPr>
                <a:t>SAG4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010E5B6F-FFCA-456C-AC6F-3E465719DAE5}"/>
                </a:ext>
              </a:extLst>
            </p:cNvPr>
            <p:cNvSpPr txBox="1"/>
            <p:nvPr/>
          </p:nvSpPr>
          <p:spPr>
            <a:xfrm flipH="1">
              <a:off x="2760204" y="2700742"/>
              <a:ext cx="591466" cy="2194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2.0 Regular" panose="020B0600000101010101" pitchFamily="50" charset="-127"/>
                  <a:ea typeface="LG스마트체2.0 Regular" panose="020B0600000101010101" pitchFamily="50" charset="-127"/>
                  <a:cs typeface="+mn-cs"/>
                </a:rPr>
                <a:t>SAG3</a:t>
              </a:r>
            </a:p>
          </p:txBody>
        </p:sp>
      </p:grpSp>
      <p:sp>
        <p:nvSpPr>
          <p:cNvPr id="82" name="TextBox 81">
            <a:extLst>
              <a:ext uri="{FF2B5EF4-FFF2-40B4-BE49-F238E27FC236}">
                <a16:creationId xmlns:a16="http://schemas.microsoft.com/office/drawing/2014/main" id="{4D96C91A-0938-4B7C-AFEE-E986D404B2E2}"/>
              </a:ext>
            </a:extLst>
          </p:cNvPr>
          <p:cNvSpPr txBox="1"/>
          <p:nvPr/>
        </p:nvSpPr>
        <p:spPr>
          <a:xfrm>
            <a:off x="2639973" y="4317675"/>
            <a:ext cx="1869423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800">
                <a:latin typeface="+mn-ea"/>
              </a:rPr>
              <a:t>[Rotation </a:t>
            </a:r>
            <a:r>
              <a:rPr lang="ko-KR" altLang="en-US" sz="800">
                <a:latin typeface="+mn-ea"/>
              </a:rPr>
              <a:t>이동평균 산출 방식</a:t>
            </a:r>
            <a:r>
              <a:rPr lang="en-US" altLang="ko-KR" sz="800">
                <a:latin typeface="+mn-ea"/>
              </a:rPr>
              <a:t>(</a:t>
            </a:r>
            <a:r>
              <a:rPr lang="en-US" altLang="ko-KR" sz="800" err="1">
                <a:latin typeface="+mn-ea"/>
              </a:rPr>
              <a:t>ex.SAG</a:t>
            </a:r>
            <a:r>
              <a:rPr lang="en-US" altLang="ko-KR" sz="800">
                <a:latin typeface="+mn-ea"/>
              </a:rPr>
              <a:t>)]</a:t>
            </a:r>
            <a:endParaRPr lang="ko-KR" altLang="en-US" sz="800">
              <a:latin typeface="+mn-ea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4" name="직사각형 83">
                <a:extLst>
                  <a:ext uri="{FF2B5EF4-FFF2-40B4-BE49-F238E27FC236}">
                    <a16:creationId xmlns:a16="http://schemas.microsoft.com/office/drawing/2014/main" id="{04780626-32C7-4612-BB4C-9BA00AE67003}"/>
                  </a:ext>
                </a:extLst>
              </p:cNvPr>
              <p:cNvSpPr/>
              <p:nvPr/>
            </p:nvSpPr>
            <p:spPr>
              <a:xfrm>
                <a:off x="2547052" y="5530502"/>
                <a:ext cx="2023439" cy="354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900">
                    <a:latin typeface="+mn-ea"/>
                  </a:rPr>
                  <a:t>Rotation SAG</a:t>
                </a:r>
                <a:r>
                  <a:rPr lang="en-US" altLang="ko-KR" sz="900"/>
                  <a:t> =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altLang="ko-KR" sz="900" i="1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ctrlPr>
                              <a:rPr lang="en-US" altLang="ko-KR" sz="900" i="1"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d>
                              <m:dPr>
                                <m:ctrlPr>
                                  <a:rPr lang="en-US" altLang="ko-KR" sz="900" i="1"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US" altLang="ko-KR" sz="900" b="0" i="1" smtClean="0">
                                    <a:latin typeface="Cambria Math" panose="02040503050406030204" pitchFamily="18" charset="0"/>
                                  </a:rPr>
                                  <m:t>𝑆𝐴</m:t>
                                </m:r>
                                <m:sSub>
                                  <m:sSubPr>
                                    <m:ctrlPr>
                                      <a:rPr lang="en-US" altLang="ko-KR" sz="9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ko-KR" sz="900" b="0" i="1" smtClean="0">
                                        <a:latin typeface="Cambria Math" panose="02040503050406030204" pitchFamily="18" charset="0"/>
                                      </a:rPr>
                                      <m:t>𝐺</m:t>
                                    </m:r>
                                  </m:e>
                                  <m:sub>
                                    <m:r>
                                      <a:rPr lang="en-US" altLang="ko-KR" sz="900" b="0" i="1" smtClean="0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  <m:r>
                                  <a:rPr lang="en-US" altLang="ko-KR" sz="900" b="0" i="1" smtClean="0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US" altLang="ko-KR" sz="900" b="0" i="1" smtClean="0">
                                    <a:latin typeface="Cambria Math" panose="02040503050406030204" pitchFamily="18" charset="0"/>
                                  </a:rPr>
                                  <m:t>𝑆𝐴</m:t>
                                </m:r>
                                <m:sSub>
                                  <m:sSubPr>
                                    <m:ctrlPr>
                                      <a:rPr lang="en-US" altLang="ko-KR" sz="9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ko-KR" sz="900" b="0" i="1" smtClean="0">
                                        <a:latin typeface="Cambria Math" panose="02040503050406030204" pitchFamily="18" charset="0"/>
                                      </a:rPr>
                                      <m:t>𝐺</m:t>
                                    </m:r>
                                  </m:e>
                                  <m:sub>
                                    <m:r>
                                      <a:rPr lang="en-US" altLang="ko-KR" sz="900" b="0" i="1" smtClean="0"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b>
                                </m:sSub>
                              </m:e>
                            </m:d>
                            <m:r>
                              <a:rPr lang="en-US" altLang="ko-KR" sz="900" i="1">
                                <a:latin typeface="Cambria Math" panose="02040503050406030204" pitchFamily="18" charset="0"/>
                              </a:rPr>
                              <m:t>−</m:t>
                            </m:r>
                            <m:d>
                              <m:dPr>
                                <m:ctrlPr>
                                  <a:rPr lang="en-US" altLang="ko-KR" sz="900" i="1"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US" altLang="ko-KR" sz="900" i="1">
                                    <a:latin typeface="Cambria Math" panose="02040503050406030204" pitchFamily="18" charset="0"/>
                                  </a:rPr>
                                  <m:t>𝑆𝐴</m:t>
                                </m:r>
                                <m:sSub>
                                  <m:sSubPr>
                                    <m:ctrlPr>
                                      <a:rPr lang="en-US" altLang="ko-KR" sz="9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ko-KR" sz="900" i="1">
                                        <a:latin typeface="Cambria Math" panose="02040503050406030204" pitchFamily="18" charset="0"/>
                                      </a:rPr>
                                      <m:t>𝐺</m:t>
                                    </m:r>
                                  </m:e>
                                  <m:sub>
                                    <m:r>
                                      <a:rPr lang="en-US" altLang="ko-KR" sz="900" b="0" i="1" smtClean="0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  <m:r>
                                  <a:rPr lang="en-US" altLang="ko-KR" sz="900" i="1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US" altLang="ko-KR" sz="900" i="1">
                                    <a:latin typeface="Cambria Math" panose="02040503050406030204" pitchFamily="18" charset="0"/>
                                  </a:rPr>
                                  <m:t>𝑆𝐴</m:t>
                                </m:r>
                                <m:sSub>
                                  <m:sSubPr>
                                    <m:ctrlPr>
                                      <a:rPr lang="en-US" altLang="ko-KR" sz="9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ko-KR" sz="900" i="1">
                                        <a:latin typeface="Cambria Math" panose="02040503050406030204" pitchFamily="18" charset="0"/>
                                      </a:rPr>
                                      <m:t>𝐺</m:t>
                                    </m:r>
                                  </m:e>
                                  <m:sub>
                                    <m:r>
                                      <a:rPr lang="en-US" altLang="ko-KR" sz="900" b="0" i="1" smtClean="0"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b>
                                </m:sSub>
                              </m:e>
                            </m:d>
                          </m:num>
                          <m:den>
                            <m:r>
                              <a:rPr lang="en-US" altLang="ko-KR" sz="900" i="1"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r>
                          <a:rPr lang="en-US" altLang="ko-KR" sz="900" i="1"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lang="ko-KR" altLang="en-US" sz="900"/>
              </a:p>
            </p:txBody>
          </p:sp>
        </mc:Choice>
        <mc:Fallback xmlns="">
          <p:sp>
            <p:nvSpPr>
              <p:cNvPr id="84" name="직사각형 83">
                <a:extLst>
                  <a:ext uri="{FF2B5EF4-FFF2-40B4-BE49-F238E27FC236}">
                    <a16:creationId xmlns:a16="http://schemas.microsoft.com/office/drawing/2014/main" id="{04780626-32C7-4612-BB4C-9BA00AE670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52" y="5530502"/>
                <a:ext cx="2023439" cy="35477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3" name="TextBox 62">
            <a:extLst>
              <a:ext uri="{FF2B5EF4-FFF2-40B4-BE49-F238E27FC236}">
                <a16:creationId xmlns:a16="http://schemas.microsoft.com/office/drawing/2014/main" id="{FF0AD748-AAE3-4D32-8F8D-20732CE9F554}"/>
              </a:ext>
            </a:extLst>
          </p:cNvPr>
          <p:cNvSpPr txBox="1"/>
          <p:nvPr/>
        </p:nvSpPr>
        <p:spPr>
          <a:xfrm>
            <a:off x="8335056" y="359774"/>
            <a:ext cx="1493999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179024257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">
            <a:extLst>
              <a:ext uri="{FF2B5EF4-FFF2-40B4-BE49-F238E27FC236}">
                <a16:creationId xmlns:a16="http://schemas.microsoft.com/office/drawing/2014/main" id="{DF3912C3-2160-4F52-8D31-7D94A26A4F1B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1744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en-US" altLang="ko-KR" sz="1800">
                <a:cs typeface="Malgun Gothic Semilight"/>
              </a:rPr>
              <a:t>1. </a:t>
            </a:r>
            <a:r>
              <a:rPr lang="ko-KR" altLang="en-US" sz="1800">
                <a:cs typeface="Malgun Gothic Semilight"/>
              </a:rPr>
              <a:t>과제 진행 현황</a:t>
            </a:r>
            <a:r>
              <a:rPr lang="en-US" altLang="ko-KR" sz="1800">
                <a:cs typeface="Malgun Gothic Semilight"/>
              </a:rPr>
              <a:t>_</a:t>
            </a:r>
            <a:r>
              <a:rPr lang="ko-KR" altLang="en-US" sz="1800">
                <a:cs typeface="Malgun Gothic Semilight"/>
              </a:rPr>
              <a:t>조립자동보정팀 </a:t>
            </a:r>
            <a:r>
              <a:rPr lang="en-US" altLang="ko-KR" sz="1800">
                <a:cs typeface="Malgun Gothic Semilight"/>
              </a:rPr>
              <a:t>(</a:t>
            </a:r>
            <a:r>
              <a:rPr lang="ko-KR" altLang="en-US" sz="1800">
                <a:cs typeface="Malgun Gothic Semilight"/>
              </a:rPr>
              <a:t>자동차</a:t>
            </a:r>
            <a:r>
              <a:rPr lang="en-US" altLang="ko-KR" sz="1800">
                <a:cs typeface="Malgun Gothic Semilight"/>
              </a:rPr>
              <a:t>)</a:t>
            </a:r>
            <a:endParaRPr lang="ko-KR" altLang="en-US" sz="1800">
              <a:cs typeface="Malgun Gothic Semilight"/>
            </a:endParaRPr>
          </a:p>
        </p:txBody>
      </p:sp>
      <p:graphicFrame>
        <p:nvGraphicFramePr>
          <p:cNvPr id="12" name="표 1">
            <a:extLst>
              <a:ext uri="{FF2B5EF4-FFF2-40B4-BE49-F238E27FC236}">
                <a16:creationId xmlns:a16="http://schemas.microsoft.com/office/drawing/2014/main" id="{E4591B7C-FD24-4C94-B784-24331C2373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5297238"/>
              </p:ext>
            </p:extLst>
          </p:nvPr>
        </p:nvGraphicFramePr>
        <p:xfrm>
          <a:off x="125047" y="866774"/>
          <a:ext cx="9578422" cy="5798468"/>
        </p:xfrm>
        <a:graphic>
          <a:graphicData uri="http://schemas.openxmlformats.org/drawingml/2006/table">
            <a:tbl>
              <a:tblPr/>
              <a:tblGrid>
                <a:gridCol w="7595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53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4217">
                  <a:extLst>
                    <a:ext uri="{9D8B030D-6E8A-4147-A177-3AD203B41FA5}">
                      <a16:colId xmlns:a16="http://schemas.microsoft.com/office/drawing/2014/main" val="3918561293"/>
                    </a:ext>
                  </a:extLst>
                </a:gridCol>
                <a:gridCol w="61225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67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7001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34"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LAM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음극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Rotation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 건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대표호기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#3-5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수평전개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MI2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 설비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WA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조립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동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HD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금주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(W51) MI2, WA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조립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4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동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,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HD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 </a:t>
                      </a:r>
                      <a:r>
                        <a:rPr 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수평전개 완료하였습니다</a:t>
                      </a:r>
                      <a:r>
                        <a:rPr 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.</a:t>
                      </a:r>
                      <a:endParaRPr lang="en-US" sz="900" dirty="0">
                        <a:solidFill>
                          <a:srgbClr val="0000FF"/>
                        </a:solidFill>
                        <a:latin typeface="Arial Narrow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/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‘25.09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김형원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72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5555967"/>
                  </a:ext>
                </a:extLst>
              </a:tr>
              <a:tr h="5148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ts val="13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수평전개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- ESMI2 :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가동호기 기준 적용 완료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 - ESWA : #27-2 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대표호기 적용완료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(10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월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22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일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). 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가동 호기 기준 적용 완료 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(#26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라인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, #28-6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호기 수평전개 진행완료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)</a:t>
                      </a: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88958794"/>
                  </a:ext>
                </a:extLst>
              </a:tr>
            </a:tbl>
          </a:graphicData>
        </a:graphic>
      </p:graphicFrame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013AF43B-D3C4-4C28-85D3-FB6E596A3BC5}"/>
              </a:ext>
            </a:extLst>
          </p:cNvPr>
          <p:cNvSpPr txBox="1">
            <a:spLocks/>
          </p:cNvSpPr>
          <p:nvPr/>
        </p:nvSpPr>
        <p:spPr>
          <a:xfrm>
            <a:off x="8351387" y="190497"/>
            <a:ext cx="1341714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 err="1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임형찬S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김형원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A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sp>
        <p:nvSpPr>
          <p:cNvPr id="16" name="내용 개체 틀 20">
            <a:extLst>
              <a:ext uri="{FF2B5EF4-FFF2-40B4-BE49-F238E27FC236}">
                <a16:creationId xmlns:a16="http://schemas.microsoft.com/office/drawing/2014/main" id="{30D05D80-413B-451C-93A0-C9160C6E4CC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40157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</a:rPr>
              <a:t>LAM_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</a:rPr>
              <a:t>음극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</a:rPr>
              <a:t>Rotation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</a:rPr>
              <a:t>자동보정 개발 건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</a:rPr>
              <a:t>(3/3)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9" name="직사각형 8">
            <a:extLst>
              <a:ext uri="{FF2B5EF4-FFF2-40B4-BE49-F238E27FC236}">
                <a16:creationId xmlns:a16="http://schemas.microsoft.com/office/drawing/2014/main" id="{36ED3F3F-456D-4E21-A500-3BA43CF82C07}"/>
              </a:ext>
            </a:extLst>
          </p:cNvPr>
          <p:cNvSpPr/>
          <p:nvPr/>
        </p:nvSpPr>
        <p:spPr>
          <a:xfrm>
            <a:off x="5889625" y="287593"/>
            <a:ext cx="2566728" cy="230832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900">
                <a:latin typeface="+mn-ea"/>
              </a:rPr>
              <a:t>[ 과제번호 : 조립자동보정-#</a:t>
            </a:r>
            <a:r>
              <a:rPr lang="en-US" altLang="ko-KR" sz="900">
                <a:latin typeface="+mn-ea"/>
              </a:rPr>
              <a:t>4</a:t>
            </a:r>
            <a:r>
              <a:rPr lang="ko-KR" altLang="en-US" sz="900">
                <a:latin typeface="+mn-ea"/>
              </a:rPr>
              <a:t>, 진행 상태 : </a:t>
            </a:r>
            <a:r>
              <a:rPr lang="ko-KR" altLang="en-US" sz="9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900">
                <a:latin typeface="+mn-ea"/>
              </a:rPr>
              <a:t>]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F71C019-F7E1-4B9F-AAED-FF6767C9FF8B}"/>
              </a:ext>
            </a:extLst>
          </p:cNvPr>
          <p:cNvSpPr txBox="1"/>
          <p:nvPr/>
        </p:nvSpPr>
        <p:spPr>
          <a:xfrm>
            <a:off x="1762731" y="1527752"/>
            <a:ext cx="732893" cy="246221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1000">
                <a:latin typeface="+mn-ea"/>
              </a:rPr>
              <a:t>[</a:t>
            </a:r>
            <a:r>
              <a:rPr lang="ko-KR" altLang="en-US" sz="1000">
                <a:latin typeface="+mn-ea"/>
              </a:rPr>
              <a:t>수평전개</a:t>
            </a:r>
            <a:r>
              <a:rPr lang="en-US" altLang="ko-KR" sz="1000">
                <a:latin typeface="+mn-ea"/>
              </a:rPr>
              <a:t>]</a:t>
            </a:r>
            <a:endParaRPr lang="ko-KR" altLang="en-US" sz="1000">
              <a:latin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76FFA9C-A54F-409E-9173-F9E37156E6A3}"/>
              </a:ext>
            </a:extLst>
          </p:cNvPr>
          <p:cNvSpPr txBox="1"/>
          <p:nvPr/>
        </p:nvSpPr>
        <p:spPr>
          <a:xfrm>
            <a:off x="8335056" y="359774"/>
            <a:ext cx="1493999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00D73E1C-F37E-4C31-BA04-566C0B6F8C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1121244"/>
              </p:ext>
            </p:extLst>
          </p:nvPr>
        </p:nvGraphicFramePr>
        <p:xfrm>
          <a:off x="2699748" y="2027905"/>
          <a:ext cx="5830139" cy="3963321"/>
        </p:xfrm>
        <a:graphic>
          <a:graphicData uri="http://schemas.openxmlformats.org/drawingml/2006/table">
            <a:tbl>
              <a:tblPr/>
              <a:tblGrid>
                <a:gridCol w="326520">
                  <a:extLst>
                    <a:ext uri="{9D8B030D-6E8A-4147-A177-3AD203B41FA5}">
                      <a16:colId xmlns:a16="http://schemas.microsoft.com/office/drawing/2014/main" val="3310384503"/>
                    </a:ext>
                  </a:extLst>
                </a:gridCol>
                <a:gridCol w="456884">
                  <a:extLst>
                    <a:ext uri="{9D8B030D-6E8A-4147-A177-3AD203B41FA5}">
                      <a16:colId xmlns:a16="http://schemas.microsoft.com/office/drawing/2014/main" val="2357209713"/>
                    </a:ext>
                  </a:extLst>
                </a:gridCol>
                <a:gridCol w="941388">
                  <a:extLst>
                    <a:ext uri="{9D8B030D-6E8A-4147-A177-3AD203B41FA5}">
                      <a16:colId xmlns:a16="http://schemas.microsoft.com/office/drawing/2014/main" val="4123662944"/>
                    </a:ext>
                  </a:extLst>
                </a:gridCol>
                <a:gridCol w="243970">
                  <a:extLst>
                    <a:ext uri="{9D8B030D-6E8A-4147-A177-3AD203B41FA5}">
                      <a16:colId xmlns:a16="http://schemas.microsoft.com/office/drawing/2014/main" val="863846600"/>
                    </a:ext>
                  </a:extLst>
                </a:gridCol>
                <a:gridCol w="461457">
                  <a:extLst>
                    <a:ext uri="{9D8B030D-6E8A-4147-A177-3AD203B41FA5}">
                      <a16:colId xmlns:a16="http://schemas.microsoft.com/office/drawing/2014/main" val="3881206347"/>
                    </a:ext>
                  </a:extLst>
                </a:gridCol>
                <a:gridCol w="361950">
                  <a:extLst>
                    <a:ext uri="{9D8B030D-6E8A-4147-A177-3AD203B41FA5}">
                      <a16:colId xmlns:a16="http://schemas.microsoft.com/office/drawing/2014/main" val="3750595486"/>
                    </a:ext>
                  </a:extLst>
                </a:gridCol>
                <a:gridCol w="3037970">
                  <a:extLst>
                    <a:ext uri="{9D8B030D-6E8A-4147-A177-3AD203B41FA5}">
                      <a16:colId xmlns:a16="http://schemas.microsoft.com/office/drawing/2014/main" val="3517728791"/>
                    </a:ext>
                  </a:extLst>
                </a:gridCol>
              </a:tblGrid>
              <a:tr h="199044">
                <a:tc grid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음극 </a:t>
                      </a:r>
                      <a:r>
                        <a:rPr lang="en-US" altLang="ko-KR" sz="7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Rotation </a:t>
                      </a:r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수평전개 현황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3312448"/>
                  </a:ext>
                </a:extLst>
              </a:tr>
              <a:tr h="17561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>
                          <a:latin typeface="+mn-ea"/>
                          <a:ea typeface="+mn-ea"/>
                        </a:rPr>
                        <a:t>호기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적용일</a:t>
                      </a:r>
                      <a:b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폴란드 기준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Gain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최대 </a:t>
                      </a:r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보정량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보정주기</a:t>
                      </a:r>
                      <a:b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Cell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727511"/>
                  </a:ext>
                </a:extLst>
              </a:tr>
              <a:tr h="196744">
                <a:tc rowSpan="18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ESWA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#26-1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0.03</a:t>
                      </a: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음극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Cutter,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파이널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Cutter </a:t>
                      </a:r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기구부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재조정 필요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추후 수평전개 일정 협의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360802"/>
                  </a:ext>
                </a:extLst>
              </a:tr>
              <a:tr h="1967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#26-2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2025-11-26 14:30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0.03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7893448"/>
                  </a:ext>
                </a:extLst>
              </a:tr>
              <a:tr h="1967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#26-3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2025-11-26 14:40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0.03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4736586"/>
                  </a:ext>
                </a:extLst>
              </a:tr>
              <a:tr h="1967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#26-4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2025-11-26 14:50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0.03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9311510"/>
                  </a:ext>
                </a:extLst>
              </a:tr>
              <a:tr h="1967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#26-5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2025-11-26 15:10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0.03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7652103"/>
                  </a:ext>
                </a:extLst>
              </a:tr>
              <a:tr h="1967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#27-1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비가동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70752"/>
                  </a:ext>
                </a:extLst>
              </a:tr>
              <a:tr h="1967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#27-2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2025-10-22 09:00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0.03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9208003"/>
                  </a:ext>
                </a:extLst>
              </a:tr>
              <a:tr h="1967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#27-3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비가동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3730149"/>
                  </a:ext>
                </a:extLst>
              </a:tr>
              <a:tr h="1967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#27-4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비가동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9090816"/>
                  </a:ext>
                </a:extLst>
              </a:tr>
              <a:tr h="1967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#27-5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비가동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489036"/>
                  </a:ext>
                </a:extLst>
              </a:tr>
              <a:tr h="1967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#28-1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비가동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6236809"/>
                  </a:ext>
                </a:extLst>
              </a:tr>
              <a:tr h="1967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#28-2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비가동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1378666"/>
                  </a:ext>
                </a:extLst>
              </a:tr>
              <a:tr h="1967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#28-3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비가동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3598129"/>
                  </a:ext>
                </a:extLst>
              </a:tr>
              <a:tr h="196744">
                <a:tc v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#28-4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비가동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903733"/>
                  </a:ext>
                </a:extLst>
              </a:tr>
              <a:tr h="196744">
                <a:tc v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#28-5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비가동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009205"/>
                  </a:ext>
                </a:extLst>
              </a:tr>
              <a:tr h="196744">
                <a:tc v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#28-6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2025-11-26 15:20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0.03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3402744"/>
                  </a:ext>
                </a:extLst>
              </a:tr>
              <a:tr h="196744">
                <a:tc v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#29-1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비가동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9841447"/>
                  </a:ext>
                </a:extLst>
              </a:tr>
              <a:tr h="196744">
                <a:tc v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#29-2</a:t>
                      </a: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비가동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891" marR="6891" marT="689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244483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746557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3224408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LAMI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예측모델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자동보정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고도화 및 확산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WA</a:t>
                      </a:r>
                      <a:endParaRPr lang="en-US"/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임형찬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심은찬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김형원A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이상협A</a:t>
                      </a:r>
                      <a:endParaRPr lang="en-US" altLang="ko-KR" sz="900" b="0" i="0" u="none" strike="noStrike" err="1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608360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LAMI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예측모델 자동보정 고도화 및 확산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(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1/4)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BF916D-8A9E-4800-92E6-357BE08183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5715329"/>
              </p:ext>
            </p:extLst>
          </p:nvPr>
        </p:nvGraphicFramePr>
        <p:xfrm>
          <a:off x="1640795" y="1083283"/>
          <a:ext cx="6997943" cy="54477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3684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54259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38254">
                <a:tc gridSpan="2"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금주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(W51)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금주 특이사항 없습니다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.</a:t>
                      </a:r>
                      <a:endParaRPr lang="en-US" altLang="ko-KR" sz="900">
                        <a:solidFill>
                          <a:srgbClr val="0000FF"/>
                        </a:solidFill>
                      </a:endParaRPr>
                    </a:p>
                  </a:txBody>
                  <a:tcPr marL="90535" marR="90535" marT="35644" marB="3564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332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T="35291" marB="35291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5291" marB="35291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01766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5291" marB="35291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배경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① 재료교체 구간과 설비 가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감속 구간은 보정 유닛과 계측기 간의 피드백 거리 한계로 인해 자동보정 불가 영역이며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 주관적 판단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숙련도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의존하여 품질을 조정하는 고질 불량 구간입니다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② 이에 설비 데이터를 활용해 사전 보정 할 수 있는 예측 모델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가상계측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개발하여 불량률 절감에 기여하였습니다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③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LAMI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공정은 가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감속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및 재료교체 구간에 대해 개선을 진행하였으며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ESWA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및 신규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Site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양산 적용 진행 중입니다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2) 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목표</a:t>
                      </a:r>
                      <a:br>
                        <a:rPr lang="en-US" altLang="ko-KR" sz="900" b="1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①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LAMI X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/Y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 위치 불량률 개선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②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LAMI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감속 구간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Cpk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3) 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상황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① 재료교체 구간 수율 개선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(1)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노칭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Rewinder LPC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제어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로직 변경 테스트 진행 중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(ESWA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RSND Equip Tech)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(10/14~)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테스트 호기 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NND #15-2(C) 10/14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완료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11/10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까지 확산전개 예정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-.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노칭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Rewinder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제어 방식으로는 정지 후 재가동시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LPC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이동 명령 속도가 지연되어 권취 빠짐 발생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LG Smart_H Regular" panose="020B0600000101010101" pitchFamily="34" charset="-127"/>
                        <a:ea typeface="LG Smart_H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LG Smart_H Regular" panose="020B0600000101010101" pitchFamily="34" charset="-127"/>
                        <a:ea typeface="LG Smart_H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</a:rPr>
                        <a:t>[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기존 제어 방식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</a:rPr>
                        <a:t>]</a:t>
                      </a:r>
                      <a:endParaRPr lang="en-US" altLang="ko-KR" sz="900" b="0" i="0" u="none" strike="noStrike" baseline="0" noProof="0">
                        <a:solidFill>
                          <a:srgbClr val="000000"/>
                        </a:solidFill>
                        <a:latin typeface="+mn-lt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</a:rPr>
                        <a:t>-. </a:t>
                      </a:r>
                      <a:r>
                        <a:rPr lang="ko-KR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LG Smart_H Regular"/>
                        </a:rPr>
                        <a:t>기존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</a:rPr>
                        <a:t>LPC</a:t>
                      </a:r>
                      <a:r>
                        <a:rPr lang="ko-KR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LG Smart_H Regular"/>
                        </a:rPr>
                        <a:t> 제어 로직의 다중 비례제어로 저속주행시 급격한 순시변화에 반응하지 못함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</a:rPr>
                        <a:t>.</a:t>
                      </a:r>
                      <a:endParaRPr lang="en-US" altLang="ko-KR" sz="900" b="0" i="0" u="none" strike="noStrike" baseline="0" noProof="0">
                        <a:solidFill>
                          <a:srgbClr val="000000"/>
                        </a:solidFill>
                        <a:latin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</a:rPr>
                        <a:t>-. LPC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LG Smart_H Regular"/>
                        </a:rPr>
                        <a:t>오차 값 헌팅으로 인한 권취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</a:rPr>
                        <a:t>wave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LG Smart_H Regular"/>
                        </a:rPr>
                        <a:t>발생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LG Smart_H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</a:t>
                      </a:r>
                      <a:endParaRPr lang="ko-KR" altLang="en-US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5291" marB="35291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DF87C0F-86EF-4340-80B1-8330556000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3751117"/>
              </p:ext>
            </p:extLst>
          </p:nvPr>
        </p:nvGraphicFramePr>
        <p:xfrm>
          <a:off x="2641379" y="1725411"/>
          <a:ext cx="5990400" cy="714375"/>
        </p:xfrm>
        <a:graphic>
          <a:graphicData uri="http://schemas.openxmlformats.org/drawingml/2006/table">
            <a:tbl>
              <a:tblPr/>
              <a:tblGrid>
                <a:gridCol w="1497600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497600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497600">
                  <a:extLst>
                    <a:ext uri="{9D8B030D-6E8A-4147-A177-3AD203B41FA5}">
                      <a16:colId xmlns:a16="http://schemas.microsoft.com/office/drawing/2014/main" val="1978639862"/>
                    </a:ext>
                  </a:extLst>
                </a:gridCol>
                <a:gridCol w="1497600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</a:tblGrid>
              <a:tr h="0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진행 계획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안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) – ESWA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대표호기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PLC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적용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APC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기준 정보 취합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&amp; PLC Address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적용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대표호기 양산 적용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수평전개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(’24.12.03 ~ )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’24.10.12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‘24.11.12</a:t>
                      </a: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’24.10.26</a:t>
                      </a: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Long Cell 5동/8동 완료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Normal Cell 5동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적용 중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3ECAD9FC-D852-4063-9712-418387AA6A78}"/>
              </a:ext>
            </a:extLst>
          </p:cNvPr>
          <p:cNvSpPr txBox="1"/>
          <p:nvPr/>
        </p:nvSpPr>
        <p:spPr>
          <a:xfrm>
            <a:off x="1719701" y="1767970"/>
            <a:ext cx="78098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 계획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2CAEDFA-2D24-425F-BFBC-10B078C03E5C}"/>
              </a:ext>
            </a:extLst>
          </p:cNvPr>
          <p:cNvSpPr txBox="1"/>
          <p:nvPr/>
        </p:nvSpPr>
        <p:spPr>
          <a:xfrm>
            <a:off x="1719702" y="2751542"/>
            <a:ext cx="78098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배경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/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목표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3" name="제목 1">
            <a:extLst>
              <a:ext uri="{FF2B5EF4-FFF2-40B4-BE49-F238E27FC236}">
                <a16:creationId xmlns:a16="http://schemas.microsoft.com/office/drawing/2014/main" id="{7561C07E-36E3-4250-8B7C-3BD338DA1D7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459875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조립자동보정팀</a:t>
            </a:r>
            <a:r>
              <a:rPr lang="en-US" altLang="ko-KR" sz="1800">
                <a:latin typeface="Arial Narrow"/>
                <a:ea typeface="맑은 고딕" panose="020B0503020000020004" pitchFamily="50" charset="-127"/>
                <a:cs typeface="Malgun Gothic Semilight" panose="020B0502040204020203" pitchFamily="50" charset="-127"/>
              </a:rPr>
              <a:t> (</a:t>
            </a:r>
            <a:r>
              <a:rPr lang="ko-KR" altLang="en-US" sz="1800">
                <a:latin typeface="Arial Narrow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자동차</a:t>
            </a:r>
            <a:r>
              <a:rPr lang="en-US" altLang="ko-KR" sz="1800">
                <a:ea typeface="맑은 고딕" panose="020B0503020000020004" pitchFamily="50" charset="-127"/>
                <a:cs typeface="Malgun Gothic Semilight" panose="020B0502040204020203" pitchFamily="50" charset="-127"/>
              </a:rPr>
              <a:t>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F9E8474A-0EEE-46E7-A175-568D9B551365}"/>
              </a:ext>
            </a:extLst>
          </p:cNvPr>
          <p:cNvGrpSpPr/>
          <p:nvPr/>
        </p:nvGrpSpPr>
        <p:grpSpPr>
          <a:xfrm>
            <a:off x="7124700" y="1693908"/>
            <a:ext cx="1504800" cy="726946"/>
            <a:chOff x="3817277" y="1472744"/>
            <a:chExt cx="2412587" cy="716686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332E542A-B34B-4320-A6AF-FD2F415D20E6}"/>
                </a:ext>
              </a:extLst>
            </p:cNvPr>
            <p:cNvSpPr/>
            <p:nvPr/>
          </p:nvSpPr>
          <p:spPr>
            <a:xfrm>
              <a:off x="3817277" y="1633046"/>
              <a:ext cx="2412587" cy="556384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18" name="TextBox 354">
              <a:extLst>
                <a:ext uri="{FF2B5EF4-FFF2-40B4-BE49-F238E27FC236}">
                  <a16:creationId xmlns:a16="http://schemas.microsoft.com/office/drawing/2014/main" id="{E3372C48-D98E-4C32-8F97-6F15D619E2FF}"/>
                </a:ext>
              </a:extLst>
            </p:cNvPr>
            <p:cNvSpPr txBox="1"/>
            <p:nvPr/>
          </p:nvSpPr>
          <p:spPr>
            <a:xfrm rot="10800000" flipV="1">
              <a:off x="4968703" y="1472744"/>
              <a:ext cx="123882" cy="146033"/>
            </a:xfrm>
            <a:prstGeom prst="rect">
              <a:avLst/>
            </a:prstGeom>
            <a:noFill/>
            <a:ln w="9525" cmpd="sng">
              <a:noFill/>
            </a:ln>
            <a:effectLst/>
          </p:spPr>
          <p:txBody>
            <a:bodyPr wrap="square" lIns="36000" tIns="36000" rIns="36000" bIns="36000" rtlCol="0" anchor="ctr"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▼</a:t>
              </a:r>
              <a:endParaRPr kumimoji="0" lang="en-US" altLang="ko-KR" sz="16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4" name="직사각형 3">
            <a:extLst>
              <a:ext uri="{FF2B5EF4-FFF2-40B4-BE49-F238E27FC236}">
                <a16:creationId xmlns:a16="http://schemas.microsoft.com/office/drawing/2014/main" id="{53D56D9F-2334-4CAA-93E8-1581358C5808}"/>
              </a:ext>
            </a:extLst>
          </p:cNvPr>
          <p:cNvSpPr/>
          <p:nvPr/>
        </p:nvSpPr>
        <p:spPr>
          <a:xfrm>
            <a:off x="7733827" y="6354630"/>
            <a:ext cx="96803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r">
              <a:defRPr/>
            </a:pPr>
            <a:r>
              <a:rPr lang="en-US" altLang="ko-KR" sz="1000" b="1">
                <a:solidFill>
                  <a:srgbClr val="000000"/>
                </a:solidFill>
                <a:latin typeface="LG스마트체 Regular"/>
              </a:rPr>
              <a:t>(</a:t>
            </a:r>
            <a:r>
              <a:rPr lang="ko-KR" altLang="en-US" sz="1000" b="1">
                <a:solidFill>
                  <a:srgbClr val="000000"/>
                </a:solidFill>
                <a:latin typeface="LG스마트체 Regular"/>
              </a:rPr>
              <a:t>다음 장 계속</a:t>
            </a:r>
            <a:r>
              <a:rPr lang="en-US" altLang="ko-KR" sz="1000" b="1">
                <a:solidFill>
                  <a:srgbClr val="000000"/>
                </a:solidFill>
                <a:latin typeface="LG스마트체 Regular"/>
              </a:rPr>
              <a:t>..)</a:t>
            </a:r>
            <a:endParaRPr lang="ko-KR" altLang="en-US" sz="2000">
              <a:solidFill>
                <a:srgbClr val="1414FE"/>
              </a:solidFill>
            </a:endParaRP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640C4A06-A942-55A7-D79E-00A711AB6DD7}"/>
              </a:ext>
            </a:extLst>
          </p:cNvPr>
          <p:cNvSpPr txBox="1">
            <a:spLocks/>
          </p:cNvSpPr>
          <p:nvPr/>
        </p:nvSpPr>
        <p:spPr>
          <a:xfrm>
            <a:off x="8303345" y="176146"/>
            <a:ext cx="852798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 err="1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임형찬S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 panose="020B0502040204020203" pitchFamily="50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1801C099-D757-4B34-ACF1-9AAFC0F40C1C}"/>
              </a:ext>
            </a:extLst>
          </p:cNvPr>
          <p:cNvSpPr txBox="1"/>
          <p:nvPr/>
        </p:nvSpPr>
        <p:spPr>
          <a:xfrm>
            <a:off x="1668406" y="4432331"/>
            <a:ext cx="883575" cy="261610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 상황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-1]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5067B75-6FAB-A727-0C7D-84B9E11181E1}"/>
              </a:ext>
            </a:extLst>
          </p:cNvPr>
          <p:cNvSpPr txBox="1"/>
          <p:nvPr/>
        </p:nvSpPr>
        <p:spPr>
          <a:xfrm>
            <a:off x="8303345" y="345423"/>
            <a:ext cx="1580561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1781785319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ECA0B4-03CB-A2B8-5432-175A501B35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B966A984-42B0-671C-E83A-29B58F6414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101329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LAMI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예측모델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자동보정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고도화 및 확산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WA</a:t>
                      </a:r>
                      <a:endParaRPr lang="en-US"/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임형찬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심은찬S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김형원A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이상협A</a:t>
                      </a:r>
                      <a:endParaRPr lang="en-US" altLang="ko-KR" sz="900" b="0" i="0" u="none" strike="noStrike" err="1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E1E140E-D530-CFF5-0299-E9E1A606C335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608360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LAMI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예측모델 자동보정 고도화 및 확산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(2/4)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맑은 고딕"/>
              <a:cs typeface="Malgun Gothic Semilight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4FCF04B-6859-5682-075E-CF24E44AFB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8987693"/>
              </p:ext>
            </p:extLst>
          </p:nvPr>
        </p:nvGraphicFramePr>
        <p:xfrm>
          <a:off x="1640795" y="1083283"/>
          <a:ext cx="6997943" cy="54477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3684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54259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38254">
                <a:tc gridSpan="2"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금주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(W51)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금주 특이사항 없습니다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.</a:t>
                      </a:r>
                      <a:endParaRPr lang="en-US" altLang="ko-KR" sz="900">
                        <a:solidFill>
                          <a:srgbClr val="0000FF"/>
                        </a:solidFill>
                      </a:endParaRPr>
                    </a:p>
                  </a:txBody>
                  <a:tcPr marL="90535" marR="90535" marT="35644" marB="3564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332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T="35291" marB="35291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5291" marB="35291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01766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5291" marB="35291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개선된 제어 방식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</a:t>
                      </a:r>
                      <a:endParaRPr lang="en-US" altLang="ko-KR" sz="900"/>
                    </a:p>
                    <a:p>
                      <a:pPr>
                        <a:buNone/>
                      </a:pPr>
                      <a:r>
                        <a:rPr lang="en-US" altLang="zh-CN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-. LPC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오차 비례 제어를 적용하여 급격한 순시변화에 대응 가능하도록 개선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.</a:t>
                      </a:r>
                    </a:p>
                    <a:p>
                      <a:pPr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-.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설비속도와 상관없이 전극사행에 대응 가능한 제어방식 적용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-. ‘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개선된 제어 방식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’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’25.10.27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적용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LG Smart_H Regular" panose="020B0600000101010101" pitchFamily="34" charset="-127"/>
                        <a:ea typeface="LG Smart_H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    . Max Speed : 2mm/s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 →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1mm/s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    . Gain Range : 2mm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→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1.5mm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-.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재료교체 및 가감속 구간에서의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LPC Position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 변위 차 분석 진행 중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LG Smart_H Regular" panose="020B0600000101010101" pitchFamily="34" charset="-127"/>
                        <a:ea typeface="LG Smart_H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    . ‘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제어 방식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개선된 제어 방식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차이 전후 비교 중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LG Smart_H Regular" panose="020B0600000101010101" pitchFamily="34" charset="-127"/>
                        <a:ea typeface="LG Smart_H Regular"/>
                      </a:endParaRPr>
                    </a:p>
                    <a:p>
                      <a:pPr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    . LAMI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Spool EPC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변위 차 분석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노칭 투입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LOT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기준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)</a:t>
                      </a:r>
                    </a:p>
                    <a:p>
                      <a:pPr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    . Site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별 비교 분석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(ESGM1/2,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ESWA 8)</a:t>
                      </a:r>
                    </a:p>
                  </a:txBody>
                  <a:tcPr marT="35291" marB="35291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83976950-88D6-2322-5989-C8A13188BF46}"/>
              </a:ext>
            </a:extLst>
          </p:cNvPr>
          <p:cNvSpPr txBox="1"/>
          <p:nvPr/>
        </p:nvSpPr>
        <p:spPr>
          <a:xfrm>
            <a:off x="1668406" y="1767970"/>
            <a:ext cx="883575" cy="261610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 상황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-2]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3" name="제목 1">
            <a:extLst>
              <a:ext uri="{FF2B5EF4-FFF2-40B4-BE49-F238E27FC236}">
                <a16:creationId xmlns:a16="http://schemas.microsoft.com/office/drawing/2014/main" id="{048917D9-BF90-DB3E-26E8-0C6B67FA666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459875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조립자동보정팀</a:t>
            </a:r>
            <a:r>
              <a:rPr lang="en-US" altLang="ko-KR" sz="1800">
                <a:latin typeface="Arial Narrow"/>
                <a:ea typeface="맑은 고딕" panose="020B0503020000020004" pitchFamily="50" charset="-127"/>
                <a:cs typeface="Malgun Gothic Semilight" panose="020B0502040204020203" pitchFamily="50" charset="-127"/>
              </a:rPr>
              <a:t> (</a:t>
            </a:r>
            <a:r>
              <a:rPr lang="ko-KR" altLang="en-US" sz="1800">
                <a:latin typeface="Arial Narrow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자동차</a:t>
            </a:r>
            <a:r>
              <a:rPr lang="en-US" altLang="ko-KR" sz="1800">
                <a:ea typeface="맑은 고딕" panose="020B0503020000020004" pitchFamily="50" charset="-127"/>
                <a:cs typeface="Malgun Gothic Semilight" panose="020B0502040204020203" pitchFamily="50" charset="-127"/>
              </a:rPr>
              <a:t>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FC1740C1-066F-4BC6-A5B5-F828EEDED8E9}"/>
              </a:ext>
            </a:extLst>
          </p:cNvPr>
          <p:cNvSpPr/>
          <p:nvPr/>
        </p:nvSpPr>
        <p:spPr>
          <a:xfrm>
            <a:off x="7733827" y="6354630"/>
            <a:ext cx="96803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r">
              <a:defRPr/>
            </a:pPr>
            <a:r>
              <a:rPr lang="en-US" altLang="ko-KR" sz="1000" b="1">
                <a:solidFill>
                  <a:srgbClr val="000000"/>
                </a:solidFill>
                <a:latin typeface="LG스마트체 Regular"/>
              </a:rPr>
              <a:t>(</a:t>
            </a:r>
            <a:r>
              <a:rPr lang="ko-KR" altLang="en-US" sz="1000" b="1">
                <a:solidFill>
                  <a:srgbClr val="000000"/>
                </a:solidFill>
                <a:latin typeface="LG스마트체 Regular"/>
              </a:rPr>
              <a:t>다음 장 계속</a:t>
            </a:r>
            <a:r>
              <a:rPr lang="en-US" altLang="ko-KR" sz="1000" b="1">
                <a:solidFill>
                  <a:srgbClr val="000000"/>
                </a:solidFill>
                <a:latin typeface="LG스마트체 Regular"/>
              </a:rPr>
              <a:t>..)</a:t>
            </a:r>
            <a:endParaRPr lang="ko-KR" altLang="en-US" sz="2000">
              <a:solidFill>
                <a:srgbClr val="1414FE"/>
              </a:solidFill>
            </a:endParaRP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49712B95-677A-9B08-7D3C-497B9A4943F7}"/>
              </a:ext>
            </a:extLst>
          </p:cNvPr>
          <p:cNvSpPr txBox="1">
            <a:spLocks/>
          </p:cNvSpPr>
          <p:nvPr/>
        </p:nvSpPr>
        <p:spPr>
          <a:xfrm>
            <a:off x="8303345" y="176146"/>
            <a:ext cx="852798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 err="1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임형찬S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 panose="020B0502040204020203" pitchFamily="50" charset="-127"/>
            </a:endParaRPr>
          </a:p>
        </p:txBody>
      </p:sp>
      <p:grpSp>
        <p:nvGrpSpPr>
          <p:cNvPr id="15" name="Group 13">
            <a:extLst>
              <a:ext uri="{FF2B5EF4-FFF2-40B4-BE49-F238E27FC236}">
                <a16:creationId xmlns:a16="http://schemas.microsoft.com/office/drawing/2014/main" id="{68A09DB5-D873-839D-6B3E-E5684FF30E51}"/>
              </a:ext>
            </a:extLst>
          </p:cNvPr>
          <p:cNvGrpSpPr/>
          <p:nvPr/>
        </p:nvGrpSpPr>
        <p:grpSpPr>
          <a:xfrm>
            <a:off x="2633178" y="1826174"/>
            <a:ext cx="5670167" cy="1389677"/>
            <a:chOff x="295660" y="3578876"/>
            <a:chExt cx="7235322" cy="1674794"/>
          </a:xfrm>
        </p:grpSpPr>
        <p:grpSp>
          <p:nvGrpSpPr>
            <p:cNvPr id="10" name="Group 6">
              <a:extLst>
                <a:ext uri="{FF2B5EF4-FFF2-40B4-BE49-F238E27FC236}">
                  <a16:creationId xmlns:a16="http://schemas.microsoft.com/office/drawing/2014/main" id="{1B12BD0F-6B81-AA27-9651-C23D1E60DDE5}"/>
                </a:ext>
              </a:extLst>
            </p:cNvPr>
            <p:cNvGrpSpPr/>
            <p:nvPr/>
          </p:nvGrpSpPr>
          <p:grpSpPr>
            <a:xfrm>
              <a:off x="295660" y="3578876"/>
              <a:ext cx="7235322" cy="1674794"/>
              <a:chOff x="304584" y="1919860"/>
              <a:chExt cx="7235322" cy="1993998"/>
            </a:xfrm>
          </p:grpSpPr>
          <p:graphicFrame>
            <p:nvGraphicFramePr>
              <p:cNvPr id="12" name="Chart 55">
                <a:extLst>
                  <a:ext uri="{FF2B5EF4-FFF2-40B4-BE49-F238E27FC236}">
                    <a16:creationId xmlns:a16="http://schemas.microsoft.com/office/drawing/2014/main" id="{E6DE0758-6E44-4F07-6186-8229F0046756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3970642543"/>
                  </p:ext>
                </p:extLst>
              </p:nvPr>
            </p:nvGraphicFramePr>
            <p:xfrm>
              <a:off x="304584" y="1946140"/>
              <a:ext cx="4232665" cy="1703506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3"/>
              </a:graphicData>
            </a:graphic>
          </p:graphicFrame>
          <p:graphicFrame>
            <p:nvGraphicFramePr>
              <p:cNvPr id="13" name="Chart 56">
                <a:extLst>
                  <a:ext uri="{FF2B5EF4-FFF2-40B4-BE49-F238E27FC236}">
                    <a16:creationId xmlns:a16="http://schemas.microsoft.com/office/drawing/2014/main" id="{B4F3166C-E391-7C16-E881-27F9F16A532D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780288490"/>
                  </p:ext>
                </p:extLst>
              </p:nvPr>
            </p:nvGraphicFramePr>
            <p:xfrm>
              <a:off x="4497094" y="1919860"/>
              <a:ext cx="3042812" cy="1993998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4"/>
              </a:graphicData>
            </a:graphic>
          </p:graphicFrame>
        </p:grpSp>
        <p:pic>
          <p:nvPicPr>
            <p:cNvPr id="11" name="Picture 5">
              <a:extLst>
                <a:ext uri="{FF2B5EF4-FFF2-40B4-BE49-F238E27FC236}">
                  <a16:creationId xmlns:a16="http://schemas.microsoft.com/office/drawing/2014/main" id="{7F434008-14A0-8DE3-3ADF-5F7AE155103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847958" y="5078273"/>
              <a:ext cx="2646192" cy="175396"/>
            </a:xfrm>
            <a:prstGeom prst="rect">
              <a:avLst/>
            </a:prstGeom>
          </p:spPr>
        </p:pic>
      </p:grpSp>
      <p:sp>
        <p:nvSpPr>
          <p:cNvPr id="7" name="Rectangle 2">
            <a:extLst>
              <a:ext uri="{FF2B5EF4-FFF2-40B4-BE49-F238E27FC236}">
                <a16:creationId xmlns:a16="http://schemas.microsoft.com/office/drawing/2014/main" id="{820FDABF-85AD-5692-5CE8-0527AC0F3B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9221" y="1635321"/>
            <a:ext cx="1538315" cy="2004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30675" tIns="30675" rIns="30675" bIns="30675" anchor="ctr">
            <a:spAutoFit/>
          </a:bodyPr>
          <a:lstStyle/>
          <a:p>
            <a:pPr lvl="0" fontAlgn="auto" latinLnBrk="0">
              <a:spcBef>
                <a:spcPct val="50000"/>
              </a:spcBef>
              <a:spcAft>
                <a:spcPts val="0"/>
              </a:spcAft>
              <a:buFont typeface="Wingdings" pitchFamily="2" charset="2"/>
              <a:buChar char="q"/>
              <a:defRPr/>
            </a:pPr>
            <a:r>
              <a:rPr kumimoji="0" lang="ko-KR" altLang="en-US" sz="9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34" charset="-127"/>
                <a:ea typeface="LG스마트체 Regular"/>
                <a:cs typeface="Arial"/>
              </a:rPr>
              <a:t> </a:t>
            </a:r>
            <a:r>
              <a:rPr kumimoji="0" lang="en-US" altLang="ko-KR" sz="900" i="0" u="none" strike="noStrike" kern="120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34" charset="-127"/>
                <a:ea typeface="LG스마트체 Regular"/>
                <a:cs typeface="Arial"/>
              </a:rPr>
              <a:t>LPC</a:t>
            </a:r>
            <a:r>
              <a:rPr kumimoji="0" lang="ko-KR" altLang="en-US" sz="900" i="0" u="none" strike="noStrike" kern="120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34" charset="-127"/>
                <a:ea typeface="LG스마트체 Regular"/>
                <a:cs typeface="Arial"/>
              </a:rPr>
              <a:t> </a:t>
            </a:r>
            <a:r>
              <a:rPr lang="ko-KR" altLang="en-US" sz="900">
                <a:solidFill>
                  <a:srgbClr val="000000"/>
                </a:solidFill>
                <a:latin typeface="LG스마트체 Regular" panose="020B0600000101010101" pitchFamily="34" charset="-127"/>
                <a:ea typeface="LG스마트체 Regular"/>
                <a:cs typeface="Arial"/>
              </a:rPr>
              <a:t>개선 전</a:t>
            </a:r>
            <a:r>
              <a:rPr kumimoji="0" lang="ko-KR" altLang="en-US" sz="900" i="0" u="none" strike="noStrike" kern="120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34" charset="-127"/>
                <a:ea typeface="LG스마트체 Regular"/>
                <a:cs typeface="Arial"/>
              </a:rPr>
              <a:t> 속도제어 </a:t>
            </a:r>
            <a:r>
              <a:rPr kumimoji="0" lang="en-US" altLang="ko-KR" sz="900" i="0" u="none" strike="noStrike" kern="120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34" charset="-127"/>
                <a:ea typeface="LG스마트체 Regular"/>
                <a:cs typeface="Arial"/>
              </a:rPr>
              <a:t>Trend</a:t>
            </a:r>
            <a:endParaRPr lang="ko-KR" altLang="en-US" sz="90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34" charset="-127"/>
              <a:ea typeface="LG스마트체 Regular"/>
              <a:cs typeface="Arial"/>
            </a:endParaRPr>
          </a:p>
        </p:txBody>
      </p:sp>
      <p:grpSp>
        <p:nvGrpSpPr>
          <p:cNvPr id="8" name="Group 22">
            <a:extLst>
              <a:ext uri="{FF2B5EF4-FFF2-40B4-BE49-F238E27FC236}">
                <a16:creationId xmlns:a16="http://schemas.microsoft.com/office/drawing/2014/main" id="{5752FF86-02A5-BA00-70B7-F9F73AB7C876}"/>
              </a:ext>
            </a:extLst>
          </p:cNvPr>
          <p:cNvGrpSpPr/>
          <p:nvPr/>
        </p:nvGrpSpPr>
        <p:grpSpPr>
          <a:xfrm>
            <a:off x="2606287" y="3824210"/>
            <a:ext cx="5545737" cy="1659536"/>
            <a:chOff x="5148438" y="4291235"/>
            <a:chExt cx="7076986" cy="1659536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A7E00D8A-E320-A8B0-B85C-E8932B9C1BFB}"/>
                </a:ext>
              </a:extLst>
            </p:cNvPr>
            <p:cNvGrpSpPr/>
            <p:nvPr/>
          </p:nvGrpSpPr>
          <p:grpSpPr>
            <a:xfrm>
              <a:off x="5148438" y="4291235"/>
              <a:ext cx="7076986" cy="1535431"/>
              <a:chOff x="276161" y="1179000"/>
              <a:chExt cx="7679283" cy="2289450"/>
            </a:xfrm>
          </p:grpSpPr>
          <p:graphicFrame>
            <p:nvGraphicFramePr>
              <p:cNvPr id="17" name="Chart 53">
                <a:extLst>
                  <a:ext uri="{FF2B5EF4-FFF2-40B4-BE49-F238E27FC236}">
                    <a16:creationId xmlns:a16="http://schemas.microsoft.com/office/drawing/2014/main" id="{A3609807-1496-E1F1-D98F-4B6070BC21A3}"/>
                  </a:ext>
                </a:extLst>
              </p:cNvPr>
              <p:cNvGraphicFramePr>
                <a:graphicFrameLocks/>
              </p:cNvGraphicFramePr>
              <p:nvPr/>
            </p:nvGraphicFramePr>
            <p:xfrm>
              <a:off x="276161" y="1179000"/>
              <a:ext cx="4586839" cy="2289450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6"/>
              </a:graphicData>
            </a:graphic>
          </p:graphicFrame>
          <p:graphicFrame>
            <p:nvGraphicFramePr>
              <p:cNvPr id="18" name="Chart 54">
                <a:extLst>
                  <a:ext uri="{FF2B5EF4-FFF2-40B4-BE49-F238E27FC236}">
                    <a16:creationId xmlns:a16="http://schemas.microsoft.com/office/drawing/2014/main" id="{F1CC2636-7669-4A94-B9B0-8EA03E84D98B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933017976"/>
                  </p:ext>
                </p:extLst>
              </p:nvPr>
            </p:nvGraphicFramePr>
            <p:xfrm>
              <a:off x="4613072" y="1277525"/>
              <a:ext cx="3342372" cy="2190925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7"/>
              </a:graphicData>
            </a:graphic>
          </p:graphicFrame>
        </p:grpSp>
        <p:pic>
          <p:nvPicPr>
            <p:cNvPr id="16" name="Picture 19">
              <a:extLst>
                <a:ext uri="{FF2B5EF4-FFF2-40B4-BE49-F238E27FC236}">
                  <a16:creationId xmlns:a16="http://schemas.microsoft.com/office/drawing/2014/main" id="{4DCE658F-9899-2553-CF67-484DFCF890E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751466" y="5779762"/>
              <a:ext cx="2992645" cy="171009"/>
            </a:xfrm>
            <a:prstGeom prst="rect">
              <a:avLst/>
            </a:prstGeom>
          </p:spPr>
        </p:pic>
      </p:grpSp>
      <p:sp>
        <p:nvSpPr>
          <p:cNvPr id="19" name="Rectangle 2">
            <a:extLst>
              <a:ext uri="{FF2B5EF4-FFF2-40B4-BE49-F238E27FC236}">
                <a16:creationId xmlns:a16="http://schemas.microsoft.com/office/drawing/2014/main" id="{665608D1-C61A-C325-0AB7-E94653C352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9221" y="3751193"/>
            <a:ext cx="1538315" cy="2004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30675" tIns="30675" rIns="30675" bIns="30675" anchor="ctr">
            <a:spAutoFit/>
          </a:bodyPr>
          <a:lstStyle/>
          <a:p>
            <a:pPr lvl="0" fontAlgn="auto" latinLnBrk="0">
              <a:spcBef>
                <a:spcPct val="50000"/>
              </a:spcBef>
              <a:spcAft>
                <a:spcPts val="0"/>
              </a:spcAft>
              <a:buFont typeface="Wingdings" pitchFamily="2" charset="2"/>
              <a:buChar char="q"/>
              <a:defRPr/>
            </a:pPr>
            <a:r>
              <a:rPr kumimoji="0" lang="ko-KR" altLang="en-US" sz="9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34" charset="-127"/>
                <a:ea typeface="LG스마트체 Regular"/>
                <a:cs typeface="Arial"/>
              </a:rPr>
              <a:t> </a:t>
            </a:r>
            <a:r>
              <a:rPr kumimoji="0" lang="en-US" altLang="ko-KR" sz="900" i="0" u="none" strike="noStrike" kern="120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34" charset="-127"/>
                <a:ea typeface="LG스마트체 Regular"/>
                <a:cs typeface="Arial"/>
              </a:rPr>
              <a:t>LPC</a:t>
            </a:r>
            <a:r>
              <a:rPr kumimoji="0" lang="ko-KR" altLang="en-US" sz="900" i="0" u="none" strike="noStrike" kern="120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34" charset="-127"/>
                <a:ea typeface="LG스마트체 Regular"/>
                <a:cs typeface="Arial"/>
              </a:rPr>
              <a:t> </a:t>
            </a:r>
            <a:r>
              <a:rPr lang="ko-KR" altLang="en-US" sz="900">
                <a:solidFill>
                  <a:srgbClr val="000000"/>
                </a:solidFill>
                <a:latin typeface="LG스마트체 Regular" panose="020B0600000101010101" pitchFamily="34" charset="-127"/>
                <a:ea typeface="LG스마트체 Regular"/>
                <a:cs typeface="Arial"/>
              </a:rPr>
              <a:t>개선 후</a:t>
            </a:r>
            <a:r>
              <a:rPr kumimoji="0" lang="ko-KR" altLang="en-US" sz="900" i="0" u="none" strike="noStrike" kern="120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34" charset="-127"/>
                <a:ea typeface="LG스마트체 Regular"/>
                <a:cs typeface="Arial"/>
              </a:rPr>
              <a:t> 속도제어 </a:t>
            </a:r>
            <a:r>
              <a:rPr kumimoji="0" lang="en-US" altLang="ko-KR" sz="900" i="0" u="none" strike="noStrike" kern="120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34" charset="-127"/>
                <a:ea typeface="LG스마트체 Regular"/>
                <a:cs typeface="Arial"/>
              </a:rPr>
              <a:t>Trend</a:t>
            </a:r>
            <a:endParaRPr lang="ko-KR" altLang="en-US" sz="90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34" charset="-127"/>
              <a:ea typeface="LG스마트체 Regular"/>
              <a:cs typeface="Arial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833A655-5529-36FC-7D4D-E23832778F13}"/>
              </a:ext>
            </a:extLst>
          </p:cNvPr>
          <p:cNvSpPr txBox="1"/>
          <p:nvPr/>
        </p:nvSpPr>
        <p:spPr>
          <a:xfrm>
            <a:off x="8303345" y="345423"/>
            <a:ext cx="1580561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344261288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5692992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LAMI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예측모델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자동보정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고도화 및 확산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WA</a:t>
                      </a:r>
                      <a:endParaRPr lang="en-US"/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임형찬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심은찬S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김형원A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이상협A</a:t>
                      </a:r>
                      <a:endParaRPr lang="en-US" altLang="ko-KR" sz="900" b="0" i="0" u="none" strike="noStrike" err="1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608360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LAMI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예측모델 자동보정 고도화 및 확산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(3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/4)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BF916D-8A9E-4800-92E6-357BE08183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3093374"/>
              </p:ext>
            </p:extLst>
          </p:nvPr>
        </p:nvGraphicFramePr>
        <p:xfrm>
          <a:off x="1640795" y="1083283"/>
          <a:ext cx="6997943" cy="54477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3684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54259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38254">
                <a:tc gridSpan="2"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금주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(W51)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금주 특이사항 없습니다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.</a:t>
                      </a:r>
                      <a:endParaRPr lang="en-US" altLang="ko-KR" sz="900">
                        <a:solidFill>
                          <a:srgbClr val="0000FF"/>
                        </a:solidFill>
                      </a:endParaRPr>
                    </a:p>
                  </a:txBody>
                  <a:tcPr marL="90535" marR="90535" marT="35644" marB="3564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332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T="35291" marB="35291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5291" marB="35291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01766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5291" marB="35291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(2)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신규 양산 라인 예측보정 정상 작동 여부 점검 및 이슈 대응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LG Smart_H Regular" panose="020B0600000101010101" pitchFamily="34" charset="-127"/>
                        <a:ea typeface="LG Smart_H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-. 10,13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라인 신규 모델 양산 시 재료교체 구간 수행률 분석 후 법인 공유 완료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(11/10)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-. #10-2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호기 음극 재료교체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,#13-1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호기 양극 재료교체 시 보정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3 skip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빈도 높음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LG Smart_H Regular" panose="020B0600000101010101" pitchFamily="34" charset="-127"/>
                        <a:ea typeface="LG Smart_H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보정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3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저하 원인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신재료 이음매 이후 합치비전 측정 불가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LG Smart_H Regular" panose="020B0600000101010101" pitchFamily="34" charset="-127"/>
                        <a:ea typeface="LG Smart_H Regular"/>
                      </a:endParaRPr>
                    </a:p>
                  </a:txBody>
                  <a:tcPr marT="35291" marB="35291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3ECAD9FC-D852-4063-9712-418387AA6A78}"/>
              </a:ext>
            </a:extLst>
          </p:cNvPr>
          <p:cNvSpPr txBox="1"/>
          <p:nvPr/>
        </p:nvSpPr>
        <p:spPr>
          <a:xfrm>
            <a:off x="1668406" y="1767970"/>
            <a:ext cx="88357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 상황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-3]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3" name="제목 1">
            <a:extLst>
              <a:ext uri="{FF2B5EF4-FFF2-40B4-BE49-F238E27FC236}">
                <a16:creationId xmlns:a16="http://schemas.microsoft.com/office/drawing/2014/main" id="{7561C07E-36E3-4250-8B7C-3BD338DA1D7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459875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조립자동보정팀</a:t>
            </a:r>
            <a:r>
              <a:rPr lang="en-US" altLang="ko-KR" sz="1800">
                <a:latin typeface="Arial Narrow"/>
                <a:ea typeface="맑은 고딕" panose="020B0503020000020004" pitchFamily="50" charset="-127"/>
                <a:cs typeface="Malgun Gothic Semilight" panose="020B0502040204020203" pitchFamily="50" charset="-127"/>
              </a:rPr>
              <a:t> (</a:t>
            </a:r>
            <a:r>
              <a:rPr lang="ko-KR" altLang="en-US" sz="1800">
                <a:latin typeface="Arial Narrow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자동차</a:t>
            </a:r>
            <a:r>
              <a:rPr lang="en-US" altLang="ko-KR" sz="1800">
                <a:ea typeface="맑은 고딕" panose="020B0503020000020004" pitchFamily="50" charset="-127"/>
                <a:cs typeface="Malgun Gothic Semilight" panose="020B0502040204020203" pitchFamily="50" charset="-127"/>
              </a:rPr>
              <a:t>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81B01801-D860-B669-70FE-881285D4355C}"/>
              </a:ext>
            </a:extLst>
          </p:cNvPr>
          <p:cNvSpPr txBox="1">
            <a:spLocks/>
          </p:cNvSpPr>
          <p:nvPr/>
        </p:nvSpPr>
        <p:spPr>
          <a:xfrm>
            <a:off x="8303345" y="176146"/>
            <a:ext cx="852798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 err="1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임형찬S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 panose="020B0502040204020203" pitchFamily="50" charset="-127"/>
            </a:endParaRPr>
          </a:p>
        </p:txBody>
      </p:sp>
      <p:pic>
        <p:nvPicPr>
          <p:cNvPr id="15" name="그림 14">
            <a:extLst>
              <a:ext uri="{FF2B5EF4-FFF2-40B4-BE49-F238E27FC236}">
                <a16:creationId xmlns:a16="http://schemas.microsoft.com/office/drawing/2014/main" id="{F8CC5A6A-642D-4308-88DB-B0A94D2A07EA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680929" y="2518770"/>
            <a:ext cx="2327021" cy="910230"/>
          </a:xfrm>
          <a:prstGeom prst="rect">
            <a:avLst/>
          </a:prstGeom>
        </p:spPr>
      </p:pic>
      <p:pic>
        <p:nvPicPr>
          <p:cNvPr id="16" name="그림 15">
            <a:extLst>
              <a:ext uri="{FF2B5EF4-FFF2-40B4-BE49-F238E27FC236}">
                <a16:creationId xmlns:a16="http://schemas.microsoft.com/office/drawing/2014/main" id="{DE6B0EA3-9375-44A3-9B9C-9A6CF9786F33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692728" y="3337905"/>
            <a:ext cx="2315222" cy="1013423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5300EA65-C7E9-4734-8965-5B01A7D97856}"/>
              </a:ext>
            </a:extLst>
          </p:cNvPr>
          <p:cNvSpPr txBox="1"/>
          <p:nvPr/>
        </p:nvSpPr>
        <p:spPr>
          <a:xfrm>
            <a:off x="2582333" y="2518770"/>
            <a:ext cx="90986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latin typeface="+mn-ea"/>
              </a:rPr>
              <a:t>AC_Y </a:t>
            </a:r>
            <a:r>
              <a:rPr lang="ko-KR" altLang="en-US" sz="800">
                <a:latin typeface="+mn-ea"/>
              </a:rPr>
              <a:t>합치</a:t>
            </a:r>
            <a:r>
              <a:rPr lang="en-US" altLang="ko-KR" sz="800">
                <a:latin typeface="+mn-ea"/>
              </a:rPr>
              <a:t>Vision</a:t>
            </a:r>
            <a:endParaRPr lang="ko-KR" altLang="en-US" sz="800">
              <a:latin typeface="+mn-ea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7C03EBB-DC10-4631-A1D2-37F8B0A0F98C}"/>
              </a:ext>
            </a:extLst>
          </p:cNvPr>
          <p:cNvSpPr txBox="1"/>
          <p:nvPr/>
        </p:nvSpPr>
        <p:spPr>
          <a:xfrm>
            <a:off x="2582333" y="3461016"/>
            <a:ext cx="90986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latin typeface="+mn-ea"/>
              </a:rPr>
              <a:t>CS_Y </a:t>
            </a:r>
            <a:r>
              <a:rPr lang="ko-KR" altLang="en-US" sz="800">
                <a:latin typeface="+mn-ea"/>
              </a:rPr>
              <a:t>합치</a:t>
            </a:r>
            <a:r>
              <a:rPr lang="en-US" altLang="ko-KR" sz="800">
                <a:latin typeface="+mn-ea"/>
              </a:rPr>
              <a:t>Vision</a:t>
            </a:r>
            <a:endParaRPr lang="ko-KR" altLang="en-US" sz="800"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2C98B9D-1D4A-47C1-9A2C-6414AED3D244}"/>
              </a:ext>
            </a:extLst>
          </p:cNvPr>
          <p:cNvSpPr/>
          <p:nvPr/>
        </p:nvSpPr>
        <p:spPr>
          <a:xfrm>
            <a:off x="3843995" y="2511252"/>
            <a:ext cx="167832" cy="1606641"/>
          </a:xfrm>
          <a:prstGeom prst="rect">
            <a:avLst/>
          </a:prstGeom>
          <a:solidFill>
            <a:schemeClr val="accent2">
              <a:lumMod val="20000"/>
              <a:lumOff val="80000"/>
              <a:alpha val="52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BFC5F83-C02F-41D9-9029-0154D86FB2AD}"/>
              </a:ext>
            </a:extLst>
          </p:cNvPr>
          <p:cNvSpPr/>
          <p:nvPr/>
        </p:nvSpPr>
        <p:spPr>
          <a:xfrm>
            <a:off x="2680929" y="2313884"/>
            <a:ext cx="205871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* 13-2</a:t>
            </a: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호기</a:t>
            </a:r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양극 재료교체 </a:t>
            </a:r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Case </a:t>
            </a: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분석</a:t>
            </a:r>
            <a:endParaRPr lang="en-US" altLang="ko-KR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7F197B7F-72AE-4748-B3BC-848F8B3D25B2}"/>
              </a:ext>
            </a:extLst>
          </p:cNvPr>
          <p:cNvSpPr/>
          <p:nvPr/>
        </p:nvSpPr>
        <p:spPr>
          <a:xfrm>
            <a:off x="5030352" y="2276226"/>
            <a:ext cx="23744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* </a:t>
            </a: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셀 이미지 확인 시 연속하여 </a:t>
            </a:r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ROI </a:t>
            </a: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측정 실패함</a:t>
            </a:r>
            <a:endParaRPr lang="en-US" altLang="ko-KR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9" name="직선 화살표 연결선 8">
            <a:extLst>
              <a:ext uri="{FF2B5EF4-FFF2-40B4-BE49-F238E27FC236}">
                <a16:creationId xmlns:a16="http://schemas.microsoft.com/office/drawing/2014/main" id="{E662E1B1-6C1A-4786-B949-202D5A9BFFF5}"/>
              </a:ext>
            </a:extLst>
          </p:cNvPr>
          <p:cNvCxnSpPr>
            <a:cxnSpLocks/>
            <a:stCxn id="19" idx="3"/>
          </p:cNvCxnSpPr>
          <p:nvPr/>
        </p:nvCxnSpPr>
        <p:spPr>
          <a:xfrm>
            <a:off x="4011827" y="3314573"/>
            <a:ext cx="1061322" cy="328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A1EFDDF7-7AD8-45A5-94C3-7A7E0F8B01D7}"/>
              </a:ext>
            </a:extLst>
          </p:cNvPr>
          <p:cNvSpPr/>
          <p:nvPr/>
        </p:nvSpPr>
        <p:spPr>
          <a:xfrm>
            <a:off x="2680929" y="4403262"/>
            <a:ext cx="519768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합치 비전 측정 불가 원인 분석</a:t>
            </a:r>
            <a:endParaRPr lang="en-US" altLang="ko-KR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ko-KR" altLang="en-US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1) </a:t>
            </a: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설비가 </a:t>
            </a:r>
            <a:r>
              <a:rPr lang="ko-KR" altLang="en-US" sz="80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구재료</a:t>
            </a: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센싱</a:t>
            </a:r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/</a:t>
            </a: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정지 </a:t>
            </a:r>
            <a:r>
              <a:rPr lang="ko-KR" altLang="en-US" sz="80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컷팅</a:t>
            </a: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위치 틀어짐                       </a:t>
            </a:r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2) OP </a:t>
            </a: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재료 준비 실수 </a:t>
            </a:r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: </a:t>
            </a: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재교육 진행</a:t>
            </a:r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(11/15~)</a:t>
            </a: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DEEEE2D2-7AEF-45E7-836F-99DD3FE9F7DB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235089" y="2518771"/>
            <a:ext cx="2822169" cy="1844274"/>
          </a:xfrm>
          <a:prstGeom prst="rect">
            <a:avLst/>
          </a:prstGeom>
        </p:spPr>
      </p:pic>
      <p:sp>
        <p:nvSpPr>
          <p:cNvPr id="26" name="직사각형 25">
            <a:extLst>
              <a:ext uri="{FF2B5EF4-FFF2-40B4-BE49-F238E27FC236}">
                <a16:creationId xmlns:a16="http://schemas.microsoft.com/office/drawing/2014/main" id="{EF24E560-F917-41DD-9DAA-893BD025C277}"/>
              </a:ext>
            </a:extLst>
          </p:cNvPr>
          <p:cNvSpPr/>
          <p:nvPr/>
        </p:nvSpPr>
        <p:spPr>
          <a:xfrm>
            <a:off x="6137619" y="2469884"/>
            <a:ext cx="882017" cy="1769607"/>
          </a:xfrm>
          <a:prstGeom prst="rect">
            <a:avLst/>
          </a:prstGeom>
          <a:noFill/>
          <a:ln>
            <a:solidFill>
              <a:srgbClr val="00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4C177E90-C983-41F3-A10E-36547A658160}"/>
              </a:ext>
            </a:extLst>
          </p:cNvPr>
          <p:cNvSpPr/>
          <p:nvPr/>
        </p:nvSpPr>
        <p:spPr>
          <a:xfrm>
            <a:off x="7110255" y="2469885"/>
            <a:ext cx="992870" cy="1206576"/>
          </a:xfrm>
          <a:prstGeom prst="rect">
            <a:avLst/>
          </a:prstGeom>
          <a:noFill/>
          <a:ln>
            <a:solidFill>
              <a:srgbClr val="00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75EC49F9-EAB9-4B32-B084-3228A6013CFC}"/>
              </a:ext>
            </a:extLst>
          </p:cNvPr>
          <p:cNvSpPr/>
          <p:nvPr/>
        </p:nvSpPr>
        <p:spPr>
          <a:xfrm>
            <a:off x="5542405" y="4222526"/>
            <a:ext cx="1810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1)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재료교체 시 구재료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X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축 </a:t>
            </a:r>
            <a:r>
              <a:rPr lang="ko-KR" altLang="en-US" sz="800" err="1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컷팅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위치 </a:t>
            </a:r>
            <a:endParaRPr lang="en-US" altLang="ko-KR" sz="800">
              <a:solidFill>
                <a:srgbClr val="0066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재조정 필요</a:t>
            </a:r>
            <a:endParaRPr lang="en-US" altLang="ko-KR" sz="800">
              <a:solidFill>
                <a:srgbClr val="0066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7E9085E-5C23-4CBF-81B9-30DAE8A1287E}"/>
              </a:ext>
            </a:extLst>
          </p:cNvPr>
          <p:cNvSpPr/>
          <p:nvPr/>
        </p:nvSpPr>
        <p:spPr>
          <a:xfrm>
            <a:off x="7108633" y="2136617"/>
            <a:ext cx="148606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2) ROI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측정 영역 벗어남</a:t>
            </a:r>
            <a:endParaRPr lang="en-US" altLang="ko-KR" sz="800">
              <a:solidFill>
                <a:srgbClr val="0066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→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OP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재료 준비 상태 점검필요</a:t>
            </a:r>
            <a:endParaRPr lang="en-US" altLang="ko-KR" sz="800">
              <a:solidFill>
                <a:srgbClr val="0066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285" name="그룹 284">
            <a:extLst>
              <a:ext uri="{FF2B5EF4-FFF2-40B4-BE49-F238E27FC236}">
                <a16:creationId xmlns:a16="http://schemas.microsoft.com/office/drawing/2014/main" id="{C2C1E728-81B4-4229-9ADD-8E318DBAC397}"/>
              </a:ext>
            </a:extLst>
          </p:cNvPr>
          <p:cNvGrpSpPr/>
          <p:nvPr/>
        </p:nvGrpSpPr>
        <p:grpSpPr>
          <a:xfrm flipV="1">
            <a:off x="3643143" y="5785249"/>
            <a:ext cx="401704" cy="742804"/>
            <a:chOff x="-2038116" y="3766252"/>
            <a:chExt cx="401704" cy="742804"/>
          </a:xfrm>
        </p:grpSpPr>
        <p:sp>
          <p:nvSpPr>
            <p:cNvPr id="262" name="직사각형 261">
              <a:extLst>
                <a:ext uri="{FF2B5EF4-FFF2-40B4-BE49-F238E27FC236}">
                  <a16:creationId xmlns:a16="http://schemas.microsoft.com/office/drawing/2014/main" id="{90D2E870-F56A-4863-AEE9-DC6621ED5979}"/>
                </a:ext>
              </a:extLst>
            </p:cNvPr>
            <p:cNvSpPr/>
            <p:nvPr/>
          </p:nvSpPr>
          <p:spPr>
            <a:xfrm flipH="1">
              <a:off x="-2038116" y="3766252"/>
              <a:ext cx="401704" cy="624301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263" name="직사각형 262">
              <a:extLst>
                <a:ext uri="{FF2B5EF4-FFF2-40B4-BE49-F238E27FC236}">
                  <a16:creationId xmlns:a16="http://schemas.microsoft.com/office/drawing/2014/main" id="{DDDF0898-BBA2-4531-9AE7-8ABB5583CB3C}"/>
                </a:ext>
              </a:extLst>
            </p:cNvPr>
            <p:cNvSpPr/>
            <p:nvPr/>
          </p:nvSpPr>
          <p:spPr>
            <a:xfrm flipH="1">
              <a:off x="-1938315" y="4393794"/>
              <a:ext cx="202102" cy="1152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</p:grp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767BBBB9-B256-486D-A221-CF602918C72E}"/>
              </a:ext>
            </a:extLst>
          </p:cNvPr>
          <p:cNvGrpSpPr/>
          <p:nvPr/>
        </p:nvGrpSpPr>
        <p:grpSpPr>
          <a:xfrm flipV="1">
            <a:off x="3978066" y="5785249"/>
            <a:ext cx="327618" cy="742803"/>
            <a:chOff x="-1964030" y="3766253"/>
            <a:chExt cx="327618" cy="742803"/>
          </a:xfrm>
        </p:grpSpPr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7C85C44E-1765-4F43-B703-83A2CB44D948}"/>
                </a:ext>
              </a:extLst>
            </p:cNvPr>
            <p:cNvSpPr/>
            <p:nvPr/>
          </p:nvSpPr>
          <p:spPr>
            <a:xfrm flipH="1">
              <a:off x="-1964030" y="3766253"/>
              <a:ext cx="327618" cy="624301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1781E504-FDED-4053-980B-48FD39E3E0DB}"/>
                </a:ext>
              </a:extLst>
            </p:cNvPr>
            <p:cNvSpPr/>
            <p:nvPr/>
          </p:nvSpPr>
          <p:spPr>
            <a:xfrm flipH="1">
              <a:off x="-1938315" y="4393794"/>
              <a:ext cx="202102" cy="1152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</p:grp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9BEB7FB1-B07E-45ED-8F5A-751ED80A3506}"/>
              </a:ext>
            </a:extLst>
          </p:cNvPr>
          <p:cNvGrpSpPr/>
          <p:nvPr/>
        </p:nvGrpSpPr>
        <p:grpSpPr>
          <a:xfrm flipV="1">
            <a:off x="3612625" y="4912823"/>
            <a:ext cx="401704" cy="742804"/>
            <a:chOff x="-2038116" y="3766252"/>
            <a:chExt cx="401704" cy="742804"/>
          </a:xfrm>
        </p:grpSpPr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FF95536D-C707-4070-879B-8DD61B655DC6}"/>
                </a:ext>
              </a:extLst>
            </p:cNvPr>
            <p:cNvSpPr/>
            <p:nvPr/>
          </p:nvSpPr>
          <p:spPr>
            <a:xfrm flipH="1">
              <a:off x="-2038116" y="3766252"/>
              <a:ext cx="401704" cy="624301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  <p:sp>
          <p:nvSpPr>
            <p:cNvPr id="300" name="직사각형 299">
              <a:extLst>
                <a:ext uri="{FF2B5EF4-FFF2-40B4-BE49-F238E27FC236}">
                  <a16:creationId xmlns:a16="http://schemas.microsoft.com/office/drawing/2014/main" id="{6528D3B7-2DED-48EF-83F5-242AA18C345D}"/>
                </a:ext>
              </a:extLst>
            </p:cNvPr>
            <p:cNvSpPr/>
            <p:nvPr/>
          </p:nvSpPr>
          <p:spPr>
            <a:xfrm flipH="1">
              <a:off x="-1938315" y="4393794"/>
              <a:ext cx="202102" cy="1152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endParaRPr>
            </a:p>
          </p:txBody>
        </p:sp>
      </p:grpSp>
      <p:sp>
        <p:nvSpPr>
          <p:cNvPr id="304" name="직사각형 303">
            <a:extLst>
              <a:ext uri="{FF2B5EF4-FFF2-40B4-BE49-F238E27FC236}">
                <a16:creationId xmlns:a16="http://schemas.microsoft.com/office/drawing/2014/main" id="{CC0D34A1-6064-4E7B-A9C5-5927F2895815}"/>
              </a:ext>
            </a:extLst>
          </p:cNvPr>
          <p:cNvSpPr/>
          <p:nvPr/>
        </p:nvSpPr>
        <p:spPr>
          <a:xfrm>
            <a:off x="2600984" y="4839824"/>
            <a:ext cx="70332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[</a:t>
            </a: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정상 </a:t>
            </a:r>
            <a:r>
              <a:rPr lang="ko-KR" altLang="en-US" sz="80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컷팅</a:t>
            </a:r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]</a:t>
            </a:r>
          </a:p>
        </p:txBody>
      </p: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86C7B156-58E2-4F97-8D6E-B8C3351B09F5}"/>
              </a:ext>
            </a:extLst>
          </p:cNvPr>
          <p:cNvSpPr/>
          <p:nvPr/>
        </p:nvSpPr>
        <p:spPr>
          <a:xfrm>
            <a:off x="2616865" y="5712028"/>
            <a:ext cx="96416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[</a:t>
            </a:r>
            <a:r>
              <a:rPr lang="ko-KR" altLang="en-US" sz="80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컷팅</a:t>
            </a: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위치 틀어짐</a:t>
            </a:r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]</a:t>
            </a:r>
          </a:p>
        </p:txBody>
      </p:sp>
      <p:cxnSp>
        <p:nvCxnSpPr>
          <p:cNvPr id="307" name="직선 연결선 306">
            <a:extLst>
              <a:ext uri="{FF2B5EF4-FFF2-40B4-BE49-F238E27FC236}">
                <a16:creationId xmlns:a16="http://schemas.microsoft.com/office/drawing/2014/main" id="{DE2779A4-264E-43FF-BFC0-163D06130A0E}"/>
              </a:ext>
            </a:extLst>
          </p:cNvPr>
          <p:cNvCxnSpPr>
            <a:cxnSpLocks/>
          </p:cNvCxnSpPr>
          <p:nvPr/>
        </p:nvCxnSpPr>
        <p:spPr>
          <a:xfrm>
            <a:off x="3821135" y="4849525"/>
            <a:ext cx="0" cy="821373"/>
          </a:xfrm>
          <a:prstGeom prst="line">
            <a:avLst/>
          </a:prstGeom>
          <a:ln w="190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0" name="직사각형 309">
            <a:extLst>
              <a:ext uri="{FF2B5EF4-FFF2-40B4-BE49-F238E27FC236}">
                <a16:creationId xmlns:a16="http://schemas.microsoft.com/office/drawing/2014/main" id="{5A642E5E-0C7D-4433-90EC-266A7202B316}"/>
              </a:ext>
            </a:extLst>
          </p:cNvPr>
          <p:cNvSpPr/>
          <p:nvPr/>
        </p:nvSpPr>
        <p:spPr>
          <a:xfrm>
            <a:off x="3931763" y="5217366"/>
            <a:ext cx="49220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구재료</a:t>
            </a:r>
            <a:endParaRPr lang="en-US" altLang="ko-KR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90348767-F14A-4430-A2D2-23B9CA246B76}"/>
              </a:ext>
            </a:extLst>
          </p:cNvPr>
          <p:cNvSpPr/>
          <p:nvPr/>
        </p:nvSpPr>
        <p:spPr>
          <a:xfrm>
            <a:off x="3246098" y="5217366"/>
            <a:ext cx="49220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신재료</a:t>
            </a:r>
            <a:endParaRPr lang="en-US" altLang="ko-KR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312" name="직선 연결선 311">
            <a:extLst>
              <a:ext uri="{FF2B5EF4-FFF2-40B4-BE49-F238E27FC236}">
                <a16:creationId xmlns:a16="http://schemas.microsoft.com/office/drawing/2014/main" id="{F6B38F10-72A4-4E6D-8231-639C6354B031}"/>
              </a:ext>
            </a:extLst>
          </p:cNvPr>
          <p:cNvCxnSpPr>
            <a:cxnSpLocks/>
          </p:cNvCxnSpPr>
          <p:nvPr/>
        </p:nvCxnSpPr>
        <p:spPr>
          <a:xfrm>
            <a:off x="3978066" y="5726252"/>
            <a:ext cx="0" cy="821373"/>
          </a:xfrm>
          <a:prstGeom prst="line">
            <a:avLst/>
          </a:prstGeom>
          <a:ln w="190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3" name="직사각형 312">
            <a:extLst>
              <a:ext uri="{FF2B5EF4-FFF2-40B4-BE49-F238E27FC236}">
                <a16:creationId xmlns:a16="http://schemas.microsoft.com/office/drawing/2014/main" id="{53C1135D-E93A-4940-8A70-DAC3FB3A8A43}"/>
              </a:ext>
            </a:extLst>
          </p:cNvPr>
          <p:cNvSpPr/>
          <p:nvPr/>
        </p:nvSpPr>
        <p:spPr>
          <a:xfrm>
            <a:off x="4247439" y="6108179"/>
            <a:ext cx="49220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구재료</a:t>
            </a:r>
            <a:endParaRPr lang="en-US" altLang="ko-KR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14" name="직사각형 313">
            <a:extLst>
              <a:ext uri="{FF2B5EF4-FFF2-40B4-BE49-F238E27FC236}">
                <a16:creationId xmlns:a16="http://schemas.microsoft.com/office/drawing/2014/main" id="{92895125-0EB9-47DC-8857-61CED9B498EB}"/>
              </a:ext>
            </a:extLst>
          </p:cNvPr>
          <p:cNvSpPr/>
          <p:nvPr/>
        </p:nvSpPr>
        <p:spPr>
          <a:xfrm>
            <a:off x="3261680" y="6094093"/>
            <a:ext cx="49220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신재료</a:t>
            </a:r>
            <a:endParaRPr lang="en-US" altLang="ko-KR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515" name="그룹 514">
            <a:extLst>
              <a:ext uri="{FF2B5EF4-FFF2-40B4-BE49-F238E27FC236}">
                <a16:creationId xmlns:a16="http://schemas.microsoft.com/office/drawing/2014/main" id="{DC48A570-0D58-4ECE-B884-89E94383CEAA}"/>
              </a:ext>
            </a:extLst>
          </p:cNvPr>
          <p:cNvGrpSpPr/>
          <p:nvPr/>
        </p:nvGrpSpPr>
        <p:grpSpPr>
          <a:xfrm>
            <a:off x="5254053" y="4966293"/>
            <a:ext cx="962298" cy="674786"/>
            <a:chOff x="-3290132" y="2966483"/>
            <a:chExt cx="962298" cy="674786"/>
          </a:xfrm>
        </p:grpSpPr>
        <p:sp>
          <p:nvSpPr>
            <p:cNvPr id="362" name="직사각형 361">
              <a:extLst>
                <a:ext uri="{FF2B5EF4-FFF2-40B4-BE49-F238E27FC236}">
                  <a16:creationId xmlns:a16="http://schemas.microsoft.com/office/drawing/2014/main" id="{DD81782C-FC18-489F-9B22-DA3EA85A3253}"/>
                </a:ext>
              </a:extLst>
            </p:cNvPr>
            <p:cNvSpPr/>
            <p:nvPr/>
          </p:nvSpPr>
          <p:spPr>
            <a:xfrm rot="2239290">
              <a:off x="-2944720" y="3264135"/>
              <a:ext cx="338183" cy="242570"/>
            </a:xfrm>
            <a:prstGeom prst="rect">
              <a:avLst/>
            </a:prstGeom>
            <a:solidFill>
              <a:sysClr val="windowText" lastClr="000000">
                <a:lumMod val="65000"/>
                <a:lumOff val="3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grpSp>
          <p:nvGrpSpPr>
            <p:cNvPr id="363" name="Group 1210">
              <a:extLst>
                <a:ext uri="{FF2B5EF4-FFF2-40B4-BE49-F238E27FC236}">
                  <a16:creationId xmlns:a16="http://schemas.microsoft.com/office/drawing/2014/main" id="{2D50B687-3D46-426A-8453-606C0765D9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25516" y="3389654"/>
              <a:ext cx="160176" cy="203545"/>
              <a:chOff x="3696" y="2032"/>
              <a:chExt cx="185" cy="200"/>
            </a:xfrm>
          </p:grpSpPr>
          <p:sp>
            <p:nvSpPr>
              <p:cNvPr id="473" name="Oval 1211">
                <a:extLst>
                  <a:ext uri="{FF2B5EF4-FFF2-40B4-BE49-F238E27FC236}">
                    <a16:creationId xmlns:a16="http://schemas.microsoft.com/office/drawing/2014/main" id="{2D3FE9DB-CC94-4CE1-B541-F66BC76F2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2032"/>
                <a:ext cx="98" cy="98"/>
              </a:xfrm>
              <a:prstGeom prst="ellipse">
                <a:avLst/>
              </a:prstGeom>
              <a:solidFill>
                <a:srgbClr val="EAEAEA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844083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굴림" panose="020B0600000101010101" pitchFamily="50" charset="-127"/>
                  <a:ea typeface="굴림" panose="020B0600000101010101" pitchFamily="50" charset="-127"/>
                </a:endParaRPr>
              </a:p>
            </p:txBody>
          </p:sp>
          <p:sp>
            <p:nvSpPr>
              <p:cNvPr id="474" name="Rectangle 1212">
                <a:extLst>
                  <a:ext uri="{FF2B5EF4-FFF2-40B4-BE49-F238E27FC236}">
                    <a16:creationId xmlns:a16="http://schemas.microsoft.com/office/drawing/2014/main" id="{DB190EFE-71D1-47C1-8A09-BA24BEF97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8617184">
                <a:off x="3728" y="2073"/>
                <a:ext cx="127" cy="105"/>
              </a:xfrm>
              <a:prstGeom prst="rect">
                <a:avLst/>
              </a:prstGeom>
              <a:solidFill>
                <a:srgbClr val="EAEAEA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844083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굴림" panose="020B0600000101010101" pitchFamily="50" charset="-127"/>
                  <a:ea typeface="굴림" panose="020B0600000101010101" pitchFamily="50" charset="-127"/>
                </a:endParaRPr>
              </a:p>
            </p:txBody>
          </p:sp>
          <p:sp>
            <p:nvSpPr>
              <p:cNvPr id="475" name="Oval 1213">
                <a:extLst>
                  <a:ext uri="{FF2B5EF4-FFF2-40B4-BE49-F238E27FC236}">
                    <a16:creationId xmlns:a16="http://schemas.microsoft.com/office/drawing/2014/main" id="{EA084A49-8FC2-4214-A0DE-5D0CC6F1A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6" y="2134"/>
                <a:ext cx="98" cy="98"/>
              </a:xfrm>
              <a:prstGeom prst="ellipse">
                <a:avLst/>
              </a:prstGeom>
              <a:solidFill>
                <a:srgbClr val="EAEAEA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844083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굴림" panose="020B0600000101010101" pitchFamily="50" charset="-127"/>
                  <a:ea typeface="굴림" panose="020B0600000101010101" pitchFamily="50" charset="-127"/>
                </a:endParaRPr>
              </a:p>
            </p:txBody>
          </p:sp>
          <p:sp>
            <p:nvSpPr>
              <p:cNvPr id="476" name="Line 1214">
                <a:extLst>
                  <a:ext uri="{FF2B5EF4-FFF2-40B4-BE49-F238E27FC236}">
                    <a16:creationId xmlns:a16="http://schemas.microsoft.com/office/drawing/2014/main" id="{33D81048-61D7-490B-A0F2-BB07598E3C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15" y="2049"/>
                <a:ext cx="80" cy="9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844083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굴림" panose="020B0600000101010101" pitchFamily="50" charset="-127"/>
                  <a:ea typeface="굴림" panose="020B0600000101010101" pitchFamily="50" charset="-127"/>
                </a:endParaRPr>
              </a:p>
            </p:txBody>
          </p:sp>
          <p:sp>
            <p:nvSpPr>
              <p:cNvPr id="477" name="Line 1215">
                <a:extLst>
                  <a:ext uri="{FF2B5EF4-FFF2-40B4-BE49-F238E27FC236}">
                    <a16:creationId xmlns:a16="http://schemas.microsoft.com/office/drawing/2014/main" id="{FCB95BE6-6713-47F0-943B-98A117F060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87" y="2103"/>
                <a:ext cx="90" cy="10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844083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굴림" panose="020B0600000101010101" pitchFamily="50" charset="-127"/>
                  <a:ea typeface="굴림" panose="020B0600000101010101" pitchFamily="50" charset="-127"/>
                </a:endParaRPr>
              </a:p>
            </p:txBody>
          </p:sp>
        </p:grpSp>
        <p:sp>
          <p:nvSpPr>
            <p:cNvPr id="370" name="정육면체 369">
              <a:extLst>
                <a:ext uri="{FF2B5EF4-FFF2-40B4-BE49-F238E27FC236}">
                  <a16:creationId xmlns:a16="http://schemas.microsoft.com/office/drawing/2014/main" id="{68D57F50-1E7D-427A-8C47-05D305706446}"/>
                </a:ext>
              </a:extLst>
            </p:cNvPr>
            <p:cNvSpPr/>
            <p:nvPr/>
          </p:nvSpPr>
          <p:spPr>
            <a:xfrm>
              <a:off x="-2530459" y="3048396"/>
              <a:ext cx="103370" cy="203182"/>
            </a:xfrm>
            <a:prstGeom prst="cube">
              <a:avLst>
                <a:gd name="adj" fmla="val 73613"/>
              </a:avLst>
            </a:prstGeom>
            <a:solidFill>
              <a:srgbClr val="FFFF00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8010E9DA-9071-4D03-8377-D5A42653D90D}"/>
                </a:ext>
              </a:extLst>
            </p:cNvPr>
            <p:cNvSpPr/>
            <p:nvPr/>
          </p:nvSpPr>
          <p:spPr>
            <a:xfrm rot="17088870">
              <a:off x="-2784338" y="3274456"/>
              <a:ext cx="500489" cy="233137"/>
            </a:xfrm>
            <a:prstGeom prst="rect">
              <a:avLst/>
            </a:prstGeom>
            <a:solidFill>
              <a:sysClr val="windowText" lastClr="000000">
                <a:lumMod val="65000"/>
                <a:lumOff val="3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  <a:scene3d>
              <a:camera prst="isometricOffAxis2Top">
                <a:rot lat="19244662" lon="5741465" rev="14687152"/>
              </a:camera>
              <a:lightRig rig="threePt" dir="t"/>
            </a:scene3d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sp>
          <p:nvSpPr>
            <p:cNvPr id="372" name="직사각형 371">
              <a:extLst>
                <a:ext uri="{FF2B5EF4-FFF2-40B4-BE49-F238E27FC236}">
                  <a16:creationId xmlns:a16="http://schemas.microsoft.com/office/drawing/2014/main" id="{5788B0C1-4EAF-470F-96BD-746AF85D6D77}"/>
                </a:ext>
              </a:extLst>
            </p:cNvPr>
            <p:cNvSpPr/>
            <p:nvPr/>
          </p:nvSpPr>
          <p:spPr>
            <a:xfrm rot="5944754">
              <a:off x="-2443041" y="3127677"/>
              <a:ext cx="61570" cy="78516"/>
            </a:xfrm>
            <a:prstGeom prst="rect">
              <a:avLst/>
            </a:prstGeom>
            <a:solidFill>
              <a:sysClr val="window" lastClr="FFFFFF">
                <a:lumMod val="7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  <a:scene3d>
              <a:camera prst="isometricOffAxis1Top"/>
              <a:lightRig rig="threePt" dir="t"/>
            </a:scene3d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64B2C0D8-5FE5-46B2-B908-894F62FC3426}"/>
                </a:ext>
              </a:extLst>
            </p:cNvPr>
            <p:cNvSpPr/>
            <p:nvPr/>
          </p:nvSpPr>
          <p:spPr>
            <a:xfrm rot="16200000">
              <a:off x="-2530025" y="3090018"/>
              <a:ext cx="148503" cy="255878"/>
            </a:xfrm>
            <a:prstGeom prst="rect">
              <a:avLst/>
            </a:prstGeom>
            <a:solidFill>
              <a:sysClr val="windowText" lastClr="000000">
                <a:lumMod val="65000"/>
                <a:lumOff val="3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  <a:scene3d>
              <a:camera prst="isometricOffAxis2Top">
                <a:rot lat="18130710" lon="7387843" rev="13851789"/>
              </a:camera>
              <a:lightRig rig="threePt" dir="t"/>
            </a:scene3d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sp>
          <p:nvSpPr>
            <p:cNvPr id="376" name="정육면체 375">
              <a:extLst>
                <a:ext uri="{FF2B5EF4-FFF2-40B4-BE49-F238E27FC236}">
                  <a16:creationId xmlns:a16="http://schemas.microsoft.com/office/drawing/2014/main" id="{444D5309-DF64-41F5-8803-3E64FC3B471D}"/>
                </a:ext>
              </a:extLst>
            </p:cNvPr>
            <p:cNvSpPr/>
            <p:nvPr/>
          </p:nvSpPr>
          <p:spPr>
            <a:xfrm>
              <a:off x="-2516711" y="3061105"/>
              <a:ext cx="103370" cy="179685"/>
            </a:xfrm>
            <a:prstGeom prst="cube">
              <a:avLst>
                <a:gd name="adj" fmla="val 96657"/>
              </a:avLst>
            </a:prstGeom>
            <a:solidFill>
              <a:srgbClr val="FAC090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sp>
          <p:nvSpPr>
            <p:cNvPr id="377" name="원통형 376">
              <a:extLst>
                <a:ext uri="{FF2B5EF4-FFF2-40B4-BE49-F238E27FC236}">
                  <a16:creationId xmlns:a16="http://schemas.microsoft.com/office/drawing/2014/main" id="{75EA11A5-2D0F-418F-B47F-B26F6997577E}"/>
                </a:ext>
              </a:extLst>
            </p:cNvPr>
            <p:cNvSpPr/>
            <p:nvPr/>
          </p:nvSpPr>
          <p:spPr>
            <a:xfrm rot="12986629">
              <a:off x="-3063798" y="2966483"/>
              <a:ext cx="421210" cy="462803"/>
            </a:xfrm>
            <a:prstGeom prst="can">
              <a:avLst>
                <a:gd name="adj" fmla="val 53671"/>
              </a:avLst>
            </a:prstGeom>
            <a:solidFill>
              <a:srgbClr val="595959"/>
            </a:solidFill>
            <a:ln w="9525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  <a:scene3d>
              <a:camera prst="orthographicFront">
                <a:rot lat="0" lon="18299985" rev="0"/>
              </a:camera>
              <a:lightRig rig="threePt" dir="t"/>
            </a:scene3d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sp>
          <p:nvSpPr>
            <p:cNvPr id="378" name="타원 377">
              <a:extLst>
                <a:ext uri="{FF2B5EF4-FFF2-40B4-BE49-F238E27FC236}">
                  <a16:creationId xmlns:a16="http://schemas.microsoft.com/office/drawing/2014/main" id="{0DABD47C-019F-4462-BA83-A37192247B58}"/>
                </a:ext>
              </a:extLst>
            </p:cNvPr>
            <p:cNvSpPr/>
            <p:nvPr/>
          </p:nvSpPr>
          <p:spPr>
            <a:xfrm>
              <a:off x="-2969309" y="3247251"/>
              <a:ext cx="95691" cy="104744"/>
            </a:xfrm>
            <a:prstGeom prst="ellipse">
              <a:avLst/>
            </a:prstGeom>
            <a:solidFill>
              <a:srgbClr val="000000"/>
            </a:solidFill>
            <a:ln w="9525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  <a:scene3d>
              <a:camera prst="orthographicFront">
                <a:rot lat="20399999" lon="20099991" rev="0"/>
              </a:camera>
              <a:lightRig rig="threePt" dir="t"/>
            </a:scene3d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sp>
          <p:nvSpPr>
            <p:cNvPr id="397" name="직사각형 396">
              <a:extLst>
                <a:ext uri="{FF2B5EF4-FFF2-40B4-BE49-F238E27FC236}">
                  <a16:creationId xmlns:a16="http://schemas.microsoft.com/office/drawing/2014/main" id="{64D23A52-E463-4FBE-B2FF-688E70EDFD53}"/>
                </a:ext>
              </a:extLst>
            </p:cNvPr>
            <p:cNvSpPr/>
            <p:nvPr/>
          </p:nvSpPr>
          <p:spPr>
            <a:xfrm>
              <a:off x="-3290132" y="2969552"/>
              <a:ext cx="384721" cy="117175"/>
            </a:xfrm>
            <a:prstGeom prst="rect">
              <a:avLst/>
            </a:prstGeom>
          </p:spPr>
          <p:txBody>
            <a:bodyPr wrap="none" lIns="0" tIns="0" rIns="0" bIns="0" anchor="ctr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대기 전극</a:t>
              </a:r>
            </a:p>
          </p:txBody>
        </p:sp>
      </p:grpSp>
      <p:sp>
        <p:nvSpPr>
          <p:cNvPr id="516" name="직사각형 515">
            <a:extLst>
              <a:ext uri="{FF2B5EF4-FFF2-40B4-BE49-F238E27FC236}">
                <a16:creationId xmlns:a16="http://schemas.microsoft.com/office/drawing/2014/main" id="{CF8C8E04-23A6-45AE-817B-53E7A080CEDA}"/>
              </a:ext>
            </a:extLst>
          </p:cNvPr>
          <p:cNvSpPr/>
          <p:nvPr/>
        </p:nvSpPr>
        <p:spPr>
          <a:xfrm>
            <a:off x="5904387" y="4969362"/>
            <a:ext cx="338666" cy="372854"/>
          </a:xfrm>
          <a:prstGeom prst="rect">
            <a:avLst/>
          </a:prstGeom>
          <a:noFill/>
          <a:ln>
            <a:solidFill>
              <a:srgbClr val="3333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535" name="정육면체 534">
            <a:extLst>
              <a:ext uri="{FF2B5EF4-FFF2-40B4-BE49-F238E27FC236}">
                <a16:creationId xmlns:a16="http://schemas.microsoft.com/office/drawing/2014/main" id="{1288A5F1-31EC-4F59-AA24-472AFBA4A0A8}"/>
              </a:ext>
            </a:extLst>
          </p:cNvPr>
          <p:cNvSpPr/>
          <p:nvPr/>
        </p:nvSpPr>
        <p:spPr>
          <a:xfrm flipH="1">
            <a:off x="6466356" y="4897976"/>
            <a:ext cx="1446023" cy="589236"/>
          </a:xfrm>
          <a:prstGeom prst="cube">
            <a:avLst>
              <a:gd name="adj" fmla="val 8239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534" name="직사각형 533">
            <a:extLst>
              <a:ext uri="{FF2B5EF4-FFF2-40B4-BE49-F238E27FC236}">
                <a16:creationId xmlns:a16="http://schemas.microsoft.com/office/drawing/2014/main" id="{FF7AFA37-76C7-43A2-9004-DFDE37FDB0DA}"/>
              </a:ext>
            </a:extLst>
          </p:cNvPr>
          <p:cNvSpPr/>
          <p:nvPr/>
        </p:nvSpPr>
        <p:spPr>
          <a:xfrm>
            <a:off x="5239079" y="5840583"/>
            <a:ext cx="165594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Guideline </a:t>
            </a: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대비 </a:t>
            </a:r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Mismatch</a:t>
            </a: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발생</a:t>
            </a:r>
            <a:endParaRPr lang="en-US" altLang="ko-KR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→</a:t>
            </a:r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Splicing Table</a:t>
            </a: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준비되어 있는</a:t>
            </a:r>
            <a:endParaRPr lang="en-US" altLang="ko-KR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전극 </a:t>
            </a:r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Path</a:t>
            </a: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위치 조정 필요</a:t>
            </a:r>
            <a:endParaRPr lang="en-US" altLang="ko-KR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20" name="정육면체 519">
            <a:extLst>
              <a:ext uri="{FF2B5EF4-FFF2-40B4-BE49-F238E27FC236}">
                <a16:creationId xmlns:a16="http://schemas.microsoft.com/office/drawing/2014/main" id="{A45E0688-92EB-4D9F-AB70-7849ED54B666}"/>
              </a:ext>
            </a:extLst>
          </p:cNvPr>
          <p:cNvSpPr/>
          <p:nvPr/>
        </p:nvSpPr>
        <p:spPr>
          <a:xfrm flipH="1">
            <a:off x="6612030" y="5053847"/>
            <a:ext cx="1090489" cy="335608"/>
          </a:xfrm>
          <a:prstGeom prst="cube">
            <a:avLst>
              <a:gd name="adj" fmla="val 8239"/>
            </a:avLst>
          </a:prstGeom>
          <a:solidFill>
            <a:srgbClr val="DFDF2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521" name="직사각형 520">
            <a:extLst>
              <a:ext uri="{FF2B5EF4-FFF2-40B4-BE49-F238E27FC236}">
                <a16:creationId xmlns:a16="http://schemas.microsoft.com/office/drawing/2014/main" id="{D2668AE5-A5E2-4C4B-A5FD-3706F4433AF3}"/>
              </a:ext>
            </a:extLst>
          </p:cNvPr>
          <p:cNvSpPr/>
          <p:nvPr/>
        </p:nvSpPr>
        <p:spPr>
          <a:xfrm>
            <a:off x="6758940" y="5217366"/>
            <a:ext cx="1030341" cy="231081"/>
          </a:xfrm>
          <a:prstGeom prst="rect">
            <a:avLst/>
          </a:prstGeom>
          <a:solidFill>
            <a:srgbClr val="C99A7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522" name="직사각형 521">
            <a:extLst>
              <a:ext uri="{FF2B5EF4-FFF2-40B4-BE49-F238E27FC236}">
                <a16:creationId xmlns:a16="http://schemas.microsoft.com/office/drawing/2014/main" id="{6E5E83C1-3FA5-452C-AFCA-A15A5F8725B0}"/>
              </a:ext>
            </a:extLst>
          </p:cNvPr>
          <p:cNvSpPr/>
          <p:nvPr/>
        </p:nvSpPr>
        <p:spPr>
          <a:xfrm>
            <a:off x="6758940" y="5357316"/>
            <a:ext cx="1030341" cy="1061814"/>
          </a:xfrm>
          <a:prstGeom prst="rect">
            <a:avLst/>
          </a:prstGeom>
          <a:solidFill>
            <a:srgbClr val="59595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523" name="직사각형 522">
            <a:extLst>
              <a:ext uri="{FF2B5EF4-FFF2-40B4-BE49-F238E27FC236}">
                <a16:creationId xmlns:a16="http://schemas.microsoft.com/office/drawing/2014/main" id="{5467BEC5-FE3D-4F51-A6E4-814F5C7FA403}"/>
              </a:ext>
            </a:extLst>
          </p:cNvPr>
          <p:cNvSpPr/>
          <p:nvPr/>
        </p:nvSpPr>
        <p:spPr>
          <a:xfrm>
            <a:off x="7789281" y="5352125"/>
            <a:ext cx="89337" cy="109587"/>
          </a:xfrm>
          <a:prstGeom prst="rect">
            <a:avLst/>
          </a:prstGeom>
          <a:solidFill>
            <a:srgbClr val="F2F2F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B8C64C00-7E57-4F5F-90B0-34F160562938}"/>
              </a:ext>
            </a:extLst>
          </p:cNvPr>
          <p:cNvSpPr/>
          <p:nvPr/>
        </p:nvSpPr>
        <p:spPr>
          <a:xfrm>
            <a:off x="7789281" y="5648995"/>
            <a:ext cx="89337" cy="190194"/>
          </a:xfrm>
          <a:prstGeom prst="rect">
            <a:avLst/>
          </a:prstGeom>
          <a:solidFill>
            <a:srgbClr val="F2F2F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2306B93C-16F2-46C5-B859-5FEDDACFA69D}"/>
              </a:ext>
            </a:extLst>
          </p:cNvPr>
          <p:cNvSpPr/>
          <p:nvPr/>
        </p:nvSpPr>
        <p:spPr>
          <a:xfrm>
            <a:off x="7789281" y="6090020"/>
            <a:ext cx="89337" cy="190194"/>
          </a:xfrm>
          <a:prstGeom prst="rect">
            <a:avLst/>
          </a:prstGeom>
          <a:solidFill>
            <a:srgbClr val="F2F2F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cxnSp>
        <p:nvCxnSpPr>
          <p:cNvPr id="529" name="직선 연결선 528">
            <a:extLst>
              <a:ext uri="{FF2B5EF4-FFF2-40B4-BE49-F238E27FC236}">
                <a16:creationId xmlns:a16="http://schemas.microsoft.com/office/drawing/2014/main" id="{BCB271E5-602D-4863-804B-0C5F9B0AAB04}"/>
              </a:ext>
            </a:extLst>
          </p:cNvPr>
          <p:cNvCxnSpPr>
            <a:cxnSpLocks/>
          </p:cNvCxnSpPr>
          <p:nvPr/>
        </p:nvCxnSpPr>
        <p:spPr>
          <a:xfrm>
            <a:off x="6754835" y="5024932"/>
            <a:ext cx="0" cy="821373"/>
          </a:xfrm>
          <a:prstGeom prst="line">
            <a:avLst/>
          </a:prstGeom>
          <a:ln w="190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0" name="직선 연결선 529">
            <a:extLst>
              <a:ext uri="{FF2B5EF4-FFF2-40B4-BE49-F238E27FC236}">
                <a16:creationId xmlns:a16="http://schemas.microsoft.com/office/drawing/2014/main" id="{1823C980-778B-4B0C-A292-D2A7C91EE0B5}"/>
              </a:ext>
            </a:extLst>
          </p:cNvPr>
          <p:cNvCxnSpPr>
            <a:cxnSpLocks/>
          </p:cNvCxnSpPr>
          <p:nvPr/>
        </p:nvCxnSpPr>
        <p:spPr>
          <a:xfrm>
            <a:off x="6642068" y="5024932"/>
            <a:ext cx="0" cy="821373"/>
          </a:xfrm>
          <a:prstGeom prst="line">
            <a:avLst/>
          </a:prstGeom>
          <a:ln w="190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6" name="직사각형 535">
            <a:extLst>
              <a:ext uri="{FF2B5EF4-FFF2-40B4-BE49-F238E27FC236}">
                <a16:creationId xmlns:a16="http://schemas.microsoft.com/office/drawing/2014/main" id="{36BB36CC-1F1F-4C48-9B2D-71AE6CCB52F1}"/>
              </a:ext>
            </a:extLst>
          </p:cNvPr>
          <p:cNvSpPr/>
          <p:nvPr/>
        </p:nvSpPr>
        <p:spPr>
          <a:xfrm>
            <a:off x="7553749" y="4863006"/>
            <a:ext cx="84934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*Splicing Table</a:t>
            </a:r>
          </a:p>
        </p:txBody>
      </p:sp>
      <p:sp>
        <p:nvSpPr>
          <p:cNvPr id="539" name="직사각형 538">
            <a:extLst>
              <a:ext uri="{FF2B5EF4-FFF2-40B4-BE49-F238E27FC236}">
                <a16:creationId xmlns:a16="http://schemas.microsoft.com/office/drawing/2014/main" id="{40BCCC80-67D6-4E47-A5B4-96431530F174}"/>
              </a:ext>
            </a:extLst>
          </p:cNvPr>
          <p:cNvSpPr/>
          <p:nvPr/>
        </p:nvSpPr>
        <p:spPr>
          <a:xfrm>
            <a:off x="7157357" y="5023137"/>
            <a:ext cx="65959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*Guideline</a:t>
            </a:r>
          </a:p>
        </p:txBody>
      </p:sp>
      <p:sp>
        <p:nvSpPr>
          <p:cNvPr id="7" name="TextBox 3">
            <a:extLst>
              <a:ext uri="{FF2B5EF4-FFF2-40B4-BE49-F238E27FC236}">
                <a16:creationId xmlns:a16="http://schemas.microsoft.com/office/drawing/2014/main" id="{47D3FC24-BD74-04F5-7623-4FE511799F7D}"/>
              </a:ext>
            </a:extLst>
          </p:cNvPr>
          <p:cNvSpPr txBox="1"/>
          <p:nvPr/>
        </p:nvSpPr>
        <p:spPr>
          <a:xfrm>
            <a:off x="8303345" y="345423"/>
            <a:ext cx="1580561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marL="0" lvl="0" indent="0" algn="r" defTabSz="914400" rtl="0" eaLnBrk="1" latinLnBrk="1" hangingPunct="1">
              <a:spcBef>
                <a:spcPts val="0"/>
              </a:spcBef>
              <a:buFontTx/>
              <a:buNone/>
              <a:defRPr sz="1100" kern="12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198920442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0191388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LAMI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예측모델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자동보정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고도화 및 확산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WA</a:t>
                      </a:r>
                      <a:endParaRPr lang="en-US"/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임형찬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심은찬S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김형원A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이상협A</a:t>
                      </a:r>
                      <a:endParaRPr lang="en-US" altLang="ko-KR" sz="900" b="0" i="0" u="none" strike="noStrike" err="1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608360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LAMI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예측모델 자동보정 고도화 및 확산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(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4/4)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BF916D-8A9E-4800-92E6-357BE08183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4109896"/>
              </p:ext>
            </p:extLst>
          </p:nvPr>
        </p:nvGraphicFramePr>
        <p:xfrm>
          <a:off x="1640795" y="1083283"/>
          <a:ext cx="6997943" cy="54477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3684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54259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38254">
                <a:tc gridSpan="2"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금주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(W51)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금주 특이사항 없습니다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</a:rPr>
                        <a:t>.</a:t>
                      </a:r>
                      <a:endParaRPr lang="en-US" altLang="ko-KR" sz="900">
                        <a:solidFill>
                          <a:srgbClr val="0000FF"/>
                        </a:solidFill>
                      </a:endParaRPr>
                    </a:p>
                  </a:txBody>
                  <a:tcPr marL="90535" marR="90535" marT="35644" marB="3564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332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T="35291" marB="35291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5291" marB="35291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01766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5291" marB="35291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(3) ESWA3 ESS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라인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(#4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라인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, #5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라인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APC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 Smart_H Regular" panose="020B0600000101010101" pitchFamily="34" charset="-127"/>
                          <a:ea typeface="LG Smart_H Regular"/>
                        </a:rPr>
                        <a:t>자동보정 및 예측모델 전개 현황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LG Smart_H Regular" panose="020B0600000101010101" pitchFamily="34" charset="-127"/>
                        <a:ea typeface="LG Smart_H Regular"/>
                      </a:endParaRPr>
                    </a:p>
                  </a:txBody>
                  <a:tcPr marT="35291" marB="35291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3ECAD9FC-D852-4063-9712-418387AA6A78}"/>
              </a:ext>
            </a:extLst>
          </p:cNvPr>
          <p:cNvSpPr txBox="1"/>
          <p:nvPr/>
        </p:nvSpPr>
        <p:spPr>
          <a:xfrm>
            <a:off x="1668406" y="1767970"/>
            <a:ext cx="88357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 상황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-4]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3" name="제목 1">
            <a:extLst>
              <a:ext uri="{FF2B5EF4-FFF2-40B4-BE49-F238E27FC236}">
                <a16:creationId xmlns:a16="http://schemas.microsoft.com/office/drawing/2014/main" id="{7561C07E-36E3-4250-8B7C-3BD338DA1D7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459875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조립자동보정팀</a:t>
            </a:r>
            <a:r>
              <a:rPr lang="en-US" altLang="ko-KR" sz="1800">
                <a:latin typeface="Arial Narrow"/>
                <a:ea typeface="맑은 고딕" panose="020B0503020000020004" pitchFamily="50" charset="-127"/>
                <a:cs typeface="Malgun Gothic Semilight" panose="020B0502040204020203" pitchFamily="50" charset="-127"/>
              </a:rPr>
              <a:t> (</a:t>
            </a:r>
            <a:r>
              <a:rPr lang="ko-KR" altLang="en-US" sz="1800">
                <a:latin typeface="Arial Narrow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자동차</a:t>
            </a:r>
            <a:r>
              <a:rPr lang="en-US" altLang="ko-KR" sz="1800">
                <a:ea typeface="맑은 고딕" panose="020B0503020000020004" pitchFamily="50" charset="-127"/>
                <a:cs typeface="Malgun Gothic Semilight" panose="020B0502040204020203" pitchFamily="50" charset="-127"/>
              </a:rPr>
              <a:t>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7D3FC24-BD74-04F5-7623-4FE511799F7D}"/>
              </a:ext>
            </a:extLst>
          </p:cNvPr>
          <p:cNvSpPr txBox="1"/>
          <p:nvPr/>
        </p:nvSpPr>
        <p:spPr>
          <a:xfrm>
            <a:off x="8303345" y="345423"/>
            <a:ext cx="1493999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81B01801-D860-B669-70FE-881285D4355C}"/>
              </a:ext>
            </a:extLst>
          </p:cNvPr>
          <p:cNvSpPr txBox="1">
            <a:spLocks/>
          </p:cNvSpPr>
          <p:nvPr/>
        </p:nvSpPr>
        <p:spPr>
          <a:xfrm>
            <a:off x="8303345" y="176146"/>
            <a:ext cx="852798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 err="1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임형찬S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 panose="020B0502040204020203" pitchFamily="50" charset="-127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48294C27-9E9C-142C-E8A0-7C0FA71538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5154383"/>
              </p:ext>
            </p:extLst>
          </p:nvPr>
        </p:nvGraphicFramePr>
        <p:xfrm>
          <a:off x="2615829" y="2063920"/>
          <a:ext cx="6022910" cy="2796836"/>
        </p:xfrm>
        <a:graphic>
          <a:graphicData uri="http://schemas.openxmlformats.org/drawingml/2006/table">
            <a:tbl>
              <a:tblPr/>
              <a:tblGrid>
                <a:gridCol w="484998">
                  <a:extLst>
                    <a:ext uri="{9D8B030D-6E8A-4147-A177-3AD203B41FA5}">
                      <a16:colId xmlns:a16="http://schemas.microsoft.com/office/drawing/2014/main" val="3580703439"/>
                    </a:ext>
                  </a:extLst>
                </a:gridCol>
                <a:gridCol w="1580908">
                  <a:extLst>
                    <a:ext uri="{9D8B030D-6E8A-4147-A177-3AD203B41FA5}">
                      <a16:colId xmlns:a16="http://schemas.microsoft.com/office/drawing/2014/main" val="2834350852"/>
                    </a:ext>
                  </a:extLst>
                </a:gridCol>
                <a:gridCol w="650661">
                  <a:extLst>
                    <a:ext uri="{9D8B030D-6E8A-4147-A177-3AD203B41FA5}">
                      <a16:colId xmlns:a16="http://schemas.microsoft.com/office/drawing/2014/main" val="2955237093"/>
                    </a:ext>
                  </a:extLst>
                </a:gridCol>
                <a:gridCol w="3306343">
                  <a:extLst>
                    <a:ext uri="{9D8B030D-6E8A-4147-A177-3AD203B41FA5}">
                      <a16:colId xmlns:a16="http://schemas.microsoft.com/office/drawing/2014/main" val="1970317894"/>
                    </a:ext>
                  </a:extLst>
                </a:gridCol>
              </a:tblGrid>
              <a:tr h="326356"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7182433"/>
                  </a:ext>
                </a:extLst>
              </a:tr>
              <a:tr h="30881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예측모델</a:t>
                      </a:r>
                      <a:endParaRPr 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APC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비고</a:t>
                      </a:r>
                      <a:endParaRPr 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7098887"/>
                  </a:ext>
                </a:extLst>
              </a:tr>
              <a:tr h="30881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4-1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예정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중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 APC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서버 치수비전 검사기 데이터 수집 문제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2. LSS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실링 실패 시 툴팁 번호 반복하지 않고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0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혹은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NULL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처리 협의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 PLC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주소 문제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조치 중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3444028"/>
                  </a:ext>
                </a:extLst>
              </a:tr>
              <a:tr h="30881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4-2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예정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중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7652104"/>
                  </a:ext>
                </a:extLst>
              </a:tr>
              <a:tr h="30881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4-3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예정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중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7359596"/>
                  </a:ext>
                </a:extLst>
              </a:tr>
              <a:tr h="30881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5-1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설치완료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, 1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 중 검증 예정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1131929"/>
                  </a:ext>
                </a:extLst>
              </a:tr>
              <a:tr h="30881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5-2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설치완료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, 1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 중 검증 예정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4041632"/>
                  </a:ext>
                </a:extLst>
              </a:tr>
              <a:tr h="30881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5-3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설치완료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, 1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 중 검증 예정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altLang="ko-KR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0384049"/>
                  </a:ext>
                </a:extLst>
              </a:tr>
              <a:tr h="30881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5-4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설치완료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, 1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 중 검증 예정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altLang="ko-KR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29585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6602410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제목 1">
            <a:extLst>
              <a:ext uri="{FF2B5EF4-FFF2-40B4-BE49-F238E27FC236}">
                <a16:creationId xmlns:a16="http://schemas.microsoft.com/office/drawing/2014/main" id="{8C3C4006-37AE-4FAF-A02B-F59741150B7B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1744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lang="en-US" altLang="ko-KR" sz="1800">
                <a:cs typeface="Malgun Gothic Semilight"/>
              </a:rPr>
              <a:t>1. </a:t>
            </a:r>
            <a:r>
              <a:rPr lang="ko-KR" altLang="en-US" sz="1800">
                <a:cs typeface="Malgun Gothic Semilight"/>
              </a:rPr>
              <a:t>과제 진행 현황</a:t>
            </a:r>
            <a:r>
              <a:rPr lang="en-US" altLang="ko-KR" sz="1800">
                <a:cs typeface="Malgun Gothic Semilight"/>
              </a:rPr>
              <a:t>_</a:t>
            </a:r>
            <a:r>
              <a:rPr lang="ko-KR" altLang="en-US" sz="1800">
                <a:cs typeface="Malgun Gothic Semilight"/>
              </a:rPr>
              <a:t>조립자동보정팀 </a:t>
            </a:r>
            <a:r>
              <a:rPr lang="en-US" altLang="ko-KR" sz="1800">
                <a:cs typeface="Malgun Gothic Semilight"/>
              </a:rPr>
              <a:t>(</a:t>
            </a:r>
            <a:r>
              <a:rPr lang="ko-KR" altLang="en-US" sz="1800">
                <a:cs typeface="Malgun Gothic Semilight"/>
              </a:rPr>
              <a:t>자동차</a:t>
            </a:r>
            <a:r>
              <a:rPr lang="en-US" altLang="ko-KR" sz="1800">
                <a:cs typeface="Malgun Gothic Semilight"/>
              </a:rPr>
              <a:t>)</a:t>
            </a:r>
            <a:endParaRPr lang="ko-KR" altLang="en-US" sz="1800">
              <a:cs typeface="Malgun Gothic Semilight"/>
            </a:endParaRPr>
          </a:p>
        </p:txBody>
      </p:sp>
      <p:graphicFrame>
        <p:nvGraphicFramePr>
          <p:cNvPr id="15" name="표 1">
            <a:extLst>
              <a:ext uri="{FF2B5EF4-FFF2-40B4-BE49-F238E27FC236}">
                <a16:creationId xmlns:a16="http://schemas.microsoft.com/office/drawing/2014/main" id="{9BC22E7F-57EF-4204-8D6D-A0D86416CC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8939195"/>
              </p:ext>
            </p:extLst>
          </p:nvPr>
        </p:nvGraphicFramePr>
        <p:xfrm>
          <a:off x="125047" y="866774"/>
          <a:ext cx="9578422" cy="5712955"/>
        </p:xfrm>
        <a:graphic>
          <a:graphicData uri="http://schemas.openxmlformats.org/drawingml/2006/table">
            <a:tbl>
              <a:tblPr/>
              <a:tblGrid>
                <a:gridCol w="75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0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787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0220"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PKG Lead Pos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 로직 개선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HG</a:t>
                      </a:r>
                    </a:p>
                    <a:p>
                      <a:pPr lvl="0" algn="ctr">
                        <a:buNone/>
                      </a:pP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1-1)</a:t>
                      </a:r>
                    </a:p>
                    <a:p>
                      <a:pPr lvl="0" algn="ctr">
                        <a:buNone/>
                      </a:pPr>
                      <a:endParaRPr lang="en-US" sz="9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WA</a:t>
                      </a:r>
                    </a:p>
                    <a:p>
                      <a:pPr lvl="0" algn="ctr">
                        <a:buNone/>
                      </a:pP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(21-1,</a:t>
                      </a:r>
                      <a:br>
                        <a:rPr lang="en-US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21-2)</a:t>
                      </a:r>
                    </a:p>
                    <a:p>
                      <a:pPr lvl="0" algn="ctr">
                        <a:buNone/>
                      </a:pPr>
                      <a:endParaRPr lang="en-US" sz="9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MI_LS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(W51)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특이 사항 없습니다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b="0" i="0" u="none" strike="noStrike" baseline="0" noProof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~‘25.12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박준오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90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5555967"/>
                  </a:ext>
                </a:extLst>
              </a:tr>
              <a:tr h="495441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3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배경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  <a:b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PKG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의 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Lead Pos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를 모델 사양의 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Spec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기준으로 생산하기 어려운 경우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현장에서는 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Lead Pos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를 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Spec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의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중심이 아닌 위치로 생산하는 경우가 있음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b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해당 경우 작업자가 자동보정의 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Target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을 임의로 설정을 해주고 있으나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Groove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위치 등에서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불량이 발생하거나 품질 저하가 발생하는 경우가 있음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b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자동보정의 로직을 개선하여 원활하게 사용할 수 있도록 지원하고자 함</a:t>
                      </a: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3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사항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0" hangingPunct="1">
                        <a:lnSpc>
                          <a:spcPts val="13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- ESHD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에 개선된 로직 적용</a:t>
                      </a:r>
                      <a:b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&gt;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북미 시간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11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월 </a:t>
                      </a:r>
                      <a:r>
                        <a:rPr lang="en-US" altLang="ko-KR" sz="900" b="0" i="0" u="none" strike="sng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17</a:t>
                      </a:r>
                      <a:r>
                        <a:rPr lang="ko-KR" altLang="en-US" sz="900" b="0" i="0" u="none" strike="sng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일</a:t>
                      </a:r>
                      <a:r>
                        <a:rPr lang="en-US" altLang="ko-KR" sz="900" b="0" i="0" u="none" strike="sng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</a:t>
                      </a:r>
                      <a:r>
                        <a:rPr lang="ko-KR" altLang="en-US" sz="900" b="0" i="0" u="none" strike="sng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월</a:t>
                      </a:r>
                      <a:r>
                        <a:rPr lang="en-US" altLang="ko-KR" sz="900" b="0" i="0" u="none" strike="sng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로직 적용 하여 생산 진행</a:t>
                      </a:r>
                      <a:b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생산 일정에 따라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11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월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19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일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수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적용 →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파우치 동작 관련 제어 이슈로 인한 불량 다발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자동보정 임시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OFF)</a:t>
                      </a:r>
                      <a:b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. 11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월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20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일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목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자동보정 다시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ON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하여 생산 완료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팔레트 간 산포 개선 확인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약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15,000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셀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endParaRPr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88958794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E59C6D43-9A9B-4BC4-B37D-D1783B5F5CE3}"/>
              </a:ext>
            </a:extLst>
          </p:cNvPr>
          <p:cNvSpPr txBox="1"/>
          <p:nvPr/>
        </p:nvSpPr>
        <p:spPr>
          <a:xfrm>
            <a:off x="8238453" y="353567"/>
            <a:ext cx="1580562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 18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B6AA6852-1A43-4D1B-92C0-BD92ADC69B88}"/>
              </a:ext>
            </a:extLst>
          </p:cNvPr>
          <p:cNvSpPr txBox="1">
            <a:spLocks/>
          </p:cNvSpPr>
          <p:nvPr/>
        </p:nvSpPr>
        <p:spPr>
          <a:xfrm>
            <a:off x="8325016" y="184290"/>
            <a:ext cx="856004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박준오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P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 panose="020B0502040204020203" pitchFamily="50" charset="-127"/>
            </a:endParaRPr>
          </a:p>
        </p:txBody>
      </p:sp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648157F5-2E60-4D66-852E-379AF9DD6036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05211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</a:rPr>
              <a:t>PKG Lead Position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</a:rPr>
              <a:t>자동보정 로직 개선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A859C0BD-2AC7-408E-A09F-82560F1C72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3216843"/>
              </p:ext>
            </p:extLst>
          </p:nvPr>
        </p:nvGraphicFramePr>
        <p:xfrm>
          <a:off x="1532600" y="1822712"/>
          <a:ext cx="6918378" cy="604867"/>
        </p:xfrm>
        <a:graphic>
          <a:graphicData uri="http://schemas.openxmlformats.org/drawingml/2006/table">
            <a:tbl>
              <a:tblPr/>
              <a:tblGrid>
                <a:gridCol w="1153063">
                  <a:extLst>
                    <a:ext uri="{9D8B030D-6E8A-4147-A177-3AD203B41FA5}">
                      <a16:colId xmlns:a16="http://schemas.microsoft.com/office/drawing/2014/main" val="1611719016"/>
                    </a:ext>
                  </a:extLst>
                </a:gridCol>
                <a:gridCol w="1153063">
                  <a:extLst>
                    <a:ext uri="{9D8B030D-6E8A-4147-A177-3AD203B41FA5}">
                      <a16:colId xmlns:a16="http://schemas.microsoft.com/office/drawing/2014/main" val="1874845681"/>
                    </a:ext>
                  </a:extLst>
                </a:gridCol>
                <a:gridCol w="1153063">
                  <a:extLst>
                    <a:ext uri="{9D8B030D-6E8A-4147-A177-3AD203B41FA5}">
                      <a16:colId xmlns:a16="http://schemas.microsoft.com/office/drawing/2014/main" val="4125796911"/>
                    </a:ext>
                  </a:extLst>
                </a:gridCol>
                <a:gridCol w="1153063">
                  <a:extLst>
                    <a:ext uri="{9D8B030D-6E8A-4147-A177-3AD203B41FA5}">
                      <a16:colId xmlns:a16="http://schemas.microsoft.com/office/drawing/2014/main" val="766383493"/>
                    </a:ext>
                  </a:extLst>
                </a:gridCol>
                <a:gridCol w="1153063">
                  <a:extLst>
                    <a:ext uri="{9D8B030D-6E8A-4147-A177-3AD203B41FA5}">
                      <a16:colId xmlns:a16="http://schemas.microsoft.com/office/drawing/2014/main" val="3655119523"/>
                    </a:ext>
                  </a:extLst>
                </a:gridCol>
                <a:gridCol w="1153063">
                  <a:extLst>
                    <a:ext uri="{9D8B030D-6E8A-4147-A177-3AD203B41FA5}">
                      <a16:colId xmlns:a16="http://schemas.microsoft.com/office/drawing/2014/main" val="1559657140"/>
                    </a:ext>
                  </a:extLst>
                </a:gridCol>
              </a:tblGrid>
              <a:tr h="160511">
                <a:tc gridSpan="6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23548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~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현 자동보정</a:t>
                      </a:r>
                      <a:b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Pain Point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검토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고도화 로직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검토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설계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프로그램 개발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코드표준화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시뮬레이션 검증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(APC)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대표호기 적용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(ESHG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샘플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타 법인 수평전개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60511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~‘25.05.31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~’25.06.13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~’25.07.15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~’25.07.30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~’25.08.30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~’25.12.31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grpSp>
        <p:nvGrpSpPr>
          <p:cNvPr id="22" name="그룹 21">
            <a:extLst>
              <a:ext uri="{FF2B5EF4-FFF2-40B4-BE49-F238E27FC236}">
                <a16:creationId xmlns:a16="http://schemas.microsoft.com/office/drawing/2014/main" id="{BB72466A-9A12-4EF5-AE49-CD93E40E9F1D}"/>
              </a:ext>
            </a:extLst>
          </p:cNvPr>
          <p:cNvGrpSpPr/>
          <p:nvPr/>
        </p:nvGrpSpPr>
        <p:grpSpPr>
          <a:xfrm>
            <a:off x="7303448" y="1864140"/>
            <a:ext cx="1139579" cy="563442"/>
            <a:chOff x="4521255" y="1502980"/>
            <a:chExt cx="304641" cy="586063"/>
          </a:xfrm>
        </p:grpSpPr>
        <p:sp>
          <p:nvSpPr>
            <p:cNvPr id="23" name="이등변 삼각형 22">
              <a:extLst>
                <a:ext uri="{FF2B5EF4-FFF2-40B4-BE49-F238E27FC236}">
                  <a16:creationId xmlns:a16="http://schemas.microsoft.com/office/drawing/2014/main" id="{9D182514-BBF1-4D96-9AC5-6DD677973B40}"/>
                </a:ext>
              </a:extLst>
            </p:cNvPr>
            <p:cNvSpPr/>
            <p:nvPr/>
          </p:nvSpPr>
          <p:spPr>
            <a:xfrm rot="10800000">
              <a:off x="4626006" y="1502980"/>
              <a:ext cx="109857" cy="114150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25F5E076-3E56-455C-9D3C-B162E8CE8172}"/>
                </a:ext>
              </a:extLst>
            </p:cNvPr>
            <p:cNvSpPr/>
            <p:nvPr/>
          </p:nvSpPr>
          <p:spPr>
            <a:xfrm flipH="1">
              <a:off x="4521255" y="1617133"/>
              <a:ext cx="304641" cy="471910"/>
            </a:xfrm>
            <a:prstGeom prst="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</p:txBody>
        </p:sp>
      </p:grpSp>
      <p:pic>
        <p:nvPicPr>
          <p:cNvPr id="3" name="그림 2">
            <a:extLst>
              <a:ext uri="{FF2B5EF4-FFF2-40B4-BE49-F238E27FC236}">
                <a16:creationId xmlns:a16="http://schemas.microsoft.com/office/drawing/2014/main" id="{02957AE8-AC86-A6D6-D4E2-6267B3E9D964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634715" y="4139293"/>
            <a:ext cx="2008104" cy="1600200"/>
          </a:xfrm>
          <a:prstGeom prst="rect">
            <a:avLst/>
          </a:prstGeom>
        </p:spPr>
      </p:pic>
      <p:sp>
        <p:nvSpPr>
          <p:cNvPr id="4" name="화살표: 오른쪽 3">
            <a:extLst>
              <a:ext uri="{FF2B5EF4-FFF2-40B4-BE49-F238E27FC236}">
                <a16:creationId xmlns:a16="http://schemas.microsoft.com/office/drawing/2014/main" id="{A1863258-BE44-0206-B903-93D7185CCFF7}"/>
              </a:ext>
            </a:extLst>
          </p:cNvPr>
          <p:cNvSpPr/>
          <p:nvPr/>
        </p:nvSpPr>
        <p:spPr>
          <a:xfrm>
            <a:off x="3917889" y="4580164"/>
            <a:ext cx="449036" cy="604867"/>
          </a:xfrm>
          <a:prstGeom prst="rightArrow">
            <a:avLst/>
          </a:prstGeom>
          <a:solidFill>
            <a:schemeClr val="tx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BA58134F-E9BD-EADE-6145-6D2B530C0E5A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599896" y="4139293"/>
            <a:ext cx="1663287" cy="1600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314543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표 1">
            <a:extLst>
              <a:ext uri="{FF2B5EF4-FFF2-40B4-BE49-F238E27FC236}">
                <a16:creationId xmlns:a16="http://schemas.microsoft.com/office/drawing/2014/main" id="{749EDA29-3892-4D6C-B422-D508526099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1643409"/>
              </p:ext>
            </p:extLst>
          </p:nvPr>
        </p:nvGraphicFramePr>
        <p:xfrm>
          <a:off x="125047" y="866775"/>
          <a:ext cx="9578422" cy="5729709"/>
        </p:xfrm>
        <a:graphic>
          <a:graphicData uri="http://schemas.openxmlformats.org/drawingml/2006/table">
            <a:tbl>
              <a:tblPr/>
              <a:tblGrid>
                <a:gridCol w="75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0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469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(W50)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93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APC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적용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MI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HD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MI_LS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HG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ST</a:t>
                      </a:r>
                    </a:p>
                    <a:p>
                      <a:pPr algn="ctr" fontAlgn="ctr"/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조립 </a:t>
                      </a:r>
                      <a:endParaRPr lang="en-US" altLang="ko-KR" sz="900"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en-US" altLang="ko-KR" sz="900"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금주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(W50) : ESHG AZS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공정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1-C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APC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 수평전개 완료하였습니다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(12/11)</a:t>
                      </a: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sng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~‘25.06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~‘25.10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이왕주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ESMI2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성연욱P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ESHD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원종래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ESST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박준오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ESMI_LS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ESHG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6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5555967"/>
                  </a:ext>
                </a:extLst>
              </a:tr>
              <a:tr h="497245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 사항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]</a:t>
                      </a:r>
                      <a:endParaRPr lang="en-US" sz="800"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ESMI2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신규라인 대응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#5(5)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APC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기준정보 작성완료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.(7/22)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활용률 집계를 위한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FDC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데이터적재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 Davinci Page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구성업무 지속 진행 중→ 황재웅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S,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김태승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A,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이상협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A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ESHD</a:t>
                      </a:r>
                      <a:endParaRPr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#1-2,3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전개일정 논의 예정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(W26)</a:t>
                      </a:r>
                      <a:endParaRPr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LAM : APC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검증완료</a:t>
                      </a:r>
                      <a:r>
                        <a:rPr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[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예측모델 기능 검증 완료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(4/6), 예측모델 추가 모니터링 중(4/10~)</a:t>
                      </a:r>
                      <a:r>
                        <a:rPr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],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#1-2,3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전개일정 논의 예정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(W26)</a:t>
                      </a:r>
                      <a:endParaRPr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 STK &amp; PKG : APC 검증완료</a:t>
                      </a:r>
                      <a:endParaRPr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ESMI_LS</a:t>
                      </a:r>
                      <a:b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- LAM, STK,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PKG : APC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적용 완료</a:t>
                      </a:r>
                      <a:b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ESHG</a:t>
                      </a:r>
                      <a:b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- AZS :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대표호기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(1-A4 ~ A6, 3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 설비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에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APC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자동보정 적용하여 정상동작 검증 완료하였고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법인과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1-AB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APC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자동보정 수평전개 일정 논의 중에 있습니다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1-C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 설비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APC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자동보정 수평전개 완료하였습니다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(12/11)</a:t>
                      </a:r>
                      <a:b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1-D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 설비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APC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자동보정 적용을 위한 기준정보 작성 완료하였고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추후 설비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Sample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시 수평전개 진행 예정입니다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(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법인에 일정 요청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  <a:endParaRPr lang="en-US" baseline="0">
                        <a:solidFill>
                          <a:srgbClr val="0000FF"/>
                        </a:solidFill>
                        <a:uFillTx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- PKG : APC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적용 완료</a:t>
                      </a:r>
                      <a:endParaRPr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</a:txBody>
                  <a:tcPr marT="36000" marB="36000"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688958794"/>
                  </a:ext>
                </a:extLst>
              </a:tr>
            </a:tbl>
          </a:graphicData>
        </a:graphic>
      </p:graphicFrame>
      <p:sp>
        <p:nvSpPr>
          <p:cNvPr id="15" name="제목 1">
            <a:extLst>
              <a:ext uri="{FF2B5EF4-FFF2-40B4-BE49-F238E27FC236}">
                <a16:creationId xmlns:a16="http://schemas.microsoft.com/office/drawing/2014/main" id="{8BC68BB3-83EB-4206-95C0-F3664200054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830168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R="0" indent="0">
              <a:lnSpc>
                <a:spcPct val="100000"/>
              </a:lnSpc>
              <a:buClrTx/>
              <a:buSzTx/>
              <a:tabLst/>
              <a:defRPr/>
            </a:pPr>
            <a:r>
              <a:rPr lang="en-US" altLang="ko-KR" sz="1800">
                <a:cs typeface="Malgun Gothic Semilight"/>
              </a:rPr>
              <a:t>2. </a:t>
            </a:r>
            <a:r>
              <a:rPr lang="ko-KR" altLang="en-US" sz="1800">
                <a:cs typeface="Malgun Gothic Semilight"/>
              </a:rPr>
              <a:t>과제 진행 현황</a:t>
            </a:r>
            <a:r>
              <a:rPr lang="en-US" altLang="ko-KR" sz="1800">
                <a:cs typeface="Malgun Gothic Semilight"/>
              </a:rPr>
              <a:t>_</a:t>
            </a:r>
            <a:r>
              <a:rPr lang="ko-KR" altLang="en-US" sz="1800">
                <a:cs typeface="Malgun Gothic Semilight"/>
              </a:rPr>
              <a:t>조립자동보정팀 </a:t>
            </a:r>
            <a:r>
              <a:rPr lang="en-US" altLang="ko-KR" sz="1800">
                <a:cs typeface="Malgun Gothic Semilight"/>
              </a:rPr>
              <a:t>(APC </a:t>
            </a:r>
            <a:r>
              <a:rPr lang="ko-KR" altLang="en-US" sz="1800">
                <a:cs typeface="Malgun Gothic Semilight"/>
              </a:rPr>
              <a:t>적용 계획</a:t>
            </a:r>
            <a:r>
              <a:rPr lang="en-US" altLang="ko-KR" sz="1800">
                <a:cs typeface="Malgun Gothic Semilight"/>
              </a:rPr>
              <a:t>)</a:t>
            </a:r>
            <a:endParaRPr lang="ko-KR" altLang="en-US" sz="1800">
              <a:cs typeface="Malgun Gothic Semilight"/>
            </a:endParaRPr>
          </a:p>
        </p:txBody>
      </p:sp>
      <p:sp>
        <p:nvSpPr>
          <p:cNvPr id="16" name="내용 개체 틀 20">
            <a:extLst>
              <a:ext uri="{FF2B5EF4-FFF2-40B4-BE49-F238E27FC236}">
                <a16:creationId xmlns:a16="http://schemas.microsoft.com/office/drawing/2014/main" id="{BE9C7B61-3333-4CB1-BAEE-BF8C096A73C1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080459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북미신규법인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APC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적용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(L&amp;S / PKG 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3BD2C0A-5A07-4ADD-8F3B-76031B186FF8}"/>
              </a:ext>
            </a:extLst>
          </p:cNvPr>
          <p:cNvSpPr txBox="1"/>
          <p:nvPr/>
        </p:nvSpPr>
        <p:spPr>
          <a:xfrm>
            <a:off x="8345933" y="344331"/>
            <a:ext cx="1316065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8" name="내용 개체 틀 20">
            <a:extLst>
              <a:ext uri="{FF2B5EF4-FFF2-40B4-BE49-F238E27FC236}">
                <a16:creationId xmlns:a16="http://schemas.microsoft.com/office/drawing/2014/main" id="{6D6C2EA7-4159-44C0-9543-9C38DC624D5B}"/>
              </a:ext>
            </a:extLst>
          </p:cNvPr>
          <p:cNvSpPr txBox="1">
            <a:spLocks/>
          </p:cNvSpPr>
          <p:nvPr/>
        </p:nvSpPr>
        <p:spPr>
          <a:xfrm>
            <a:off x="8345932" y="175054"/>
            <a:ext cx="868829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원종래 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P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117B6D04-07FF-4063-9045-9D091CE452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8453114"/>
              </p:ext>
            </p:extLst>
          </p:nvPr>
        </p:nvGraphicFramePr>
        <p:xfrm>
          <a:off x="1473877" y="1658312"/>
          <a:ext cx="7118955" cy="1581790"/>
        </p:xfrm>
        <a:graphic>
          <a:graphicData uri="http://schemas.openxmlformats.org/drawingml/2006/table">
            <a:tbl>
              <a:tblPr/>
              <a:tblGrid>
                <a:gridCol w="686910">
                  <a:extLst>
                    <a:ext uri="{9D8B030D-6E8A-4147-A177-3AD203B41FA5}">
                      <a16:colId xmlns:a16="http://schemas.microsoft.com/office/drawing/2014/main" val="1924073001"/>
                    </a:ext>
                  </a:extLst>
                </a:gridCol>
                <a:gridCol w="686910">
                  <a:extLst>
                    <a:ext uri="{9D8B030D-6E8A-4147-A177-3AD203B41FA5}">
                      <a16:colId xmlns:a16="http://schemas.microsoft.com/office/drawing/2014/main" val="4024427999"/>
                    </a:ext>
                  </a:extLst>
                </a:gridCol>
                <a:gridCol w="753267">
                  <a:extLst>
                    <a:ext uri="{9D8B030D-6E8A-4147-A177-3AD203B41FA5}">
                      <a16:colId xmlns:a16="http://schemas.microsoft.com/office/drawing/2014/main" val="2683556667"/>
                    </a:ext>
                  </a:extLst>
                </a:gridCol>
                <a:gridCol w="510146">
                  <a:extLst>
                    <a:ext uri="{9D8B030D-6E8A-4147-A177-3AD203B41FA5}">
                      <a16:colId xmlns:a16="http://schemas.microsoft.com/office/drawing/2014/main" val="3872940129"/>
                    </a:ext>
                  </a:extLst>
                </a:gridCol>
                <a:gridCol w="510146">
                  <a:extLst>
                    <a:ext uri="{9D8B030D-6E8A-4147-A177-3AD203B41FA5}">
                      <a16:colId xmlns:a16="http://schemas.microsoft.com/office/drawing/2014/main" val="480868127"/>
                    </a:ext>
                  </a:extLst>
                </a:gridCol>
                <a:gridCol w="510146">
                  <a:extLst>
                    <a:ext uri="{9D8B030D-6E8A-4147-A177-3AD203B41FA5}">
                      <a16:colId xmlns:a16="http://schemas.microsoft.com/office/drawing/2014/main" val="1302842262"/>
                    </a:ext>
                  </a:extLst>
                </a:gridCol>
                <a:gridCol w="441025">
                  <a:extLst>
                    <a:ext uri="{9D8B030D-6E8A-4147-A177-3AD203B41FA5}">
                      <a16:colId xmlns:a16="http://schemas.microsoft.com/office/drawing/2014/main" val="2489949728"/>
                    </a:ext>
                  </a:extLst>
                </a:gridCol>
                <a:gridCol w="380884">
                  <a:extLst>
                    <a:ext uri="{9D8B030D-6E8A-4147-A177-3AD203B41FA5}">
                      <a16:colId xmlns:a16="http://schemas.microsoft.com/office/drawing/2014/main" val="4183175346"/>
                    </a:ext>
                  </a:extLst>
                </a:gridCol>
                <a:gridCol w="514813">
                  <a:extLst>
                    <a:ext uri="{9D8B030D-6E8A-4147-A177-3AD203B41FA5}">
                      <a16:colId xmlns:a16="http://schemas.microsoft.com/office/drawing/2014/main" val="772367748"/>
                    </a:ext>
                  </a:extLst>
                </a:gridCol>
                <a:gridCol w="793007">
                  <a:extLst>
                    <a:ext uri="{9D8B030D-6E8A-4147-A177-3AD203B41FA5}">
                      <a16:colId xmlns:a16="http://schemas.microsoft.com/office/drawing/2014/main" val="2795383441"/>
                    </a:ext>
                  </a:extLst>
                </a:gridCol>
                <a:gridCol w="793770">
                  <a:extLst>
                    <a:ext uri="{9D8B030D-6E8A-4147-A177-3AD203B41FA5}">
                      <a16:colId xmlns:a16="http://schemas.microsoft.com/office/drawing/2014/main" val="3771331774"/>
                    </a:ext>
                  </a:extLst>
                </a:gridCol>
                <a:gridCol w="537931">
                  <a:extLst>
                    <a:ext uri="{9D8B030D-6E8A-4147-A177-3AD203B41FA5}">
                      <a16:colId xmlns:a16="http://schemas.microsoft.com/office/drawing/2014/main" val="365806302"/>
                    </a:ext>
                  </a:extLst>
                </a:gridCol>
              </a:tblGrid>
              <a:tr h="17846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공정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1.</a:t>
                      </a: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알고리즘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개발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2.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APC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환경 구성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3. Data 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준비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4.</a:t>
                      </a: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수집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준비</a:t>
                      </a:r>
                      <a:endParaRPr lang="ko-KR" altLang="en-US" sz="8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5.</a:t>
                      </a: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수집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점검</a:t>
                      </a:r>
                      <a:endParaRPr lang="ko-KR" altLang="en-US" sz="80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6.</a:t>
                      </a: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데이터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정합성</a:t>
                      </a:r>
                      <a:b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검증</a:t>
                      </a:r>
                      <a:endParaRPr lang="ko-KR" altLang="en-US" sz="8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7.</a:t>
                      </a:r>
                      <a:endParaRPr lang="en-US" sz="800" baseline="0"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 보정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적용 준비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(PLC,HMI)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8.</a:t>
                      </a:r>
                    </a:p>
                    <a:p>
                      <a:pPr lvl="0" algn="ctr">
                        <a:buNone/>
                      </a:pPr>
                      <a:r>
                        <a:rPr lang="ko-KR" sz="8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알고리즘</a:t>
                      </a:r>
                      <a:endParaRPr lang="en-US" sz="8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8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등록</a:t>
                      </a:r>
                      <a:r>
                        <a:rPr lang="en-US" sz="8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8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검증</a:t>
                      </a:r>
                      <a:endParaRPr lang="en-US" altLang="ko-KR" sz="80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8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(Write)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9.</a:t>
                      </a:r>
                    </a:p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APC</a:t>
                      </a: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적용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8609879"/>
                  </a:ext>
                </a:extLst>
              </a:tr>
              <a:tr h="3836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PLC연동</a:t>
                      </a:r>
                      <a:endParaRPr lang="en-US" altLang="ko-KR" sz="800" b="1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Vision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연동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5140849"/>
                  </a:ext>
                </a:extLst>
              </a:tr>
              <a:tr h="127888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aseline="0">
                          <a:latin typeface="Arial Narrow"/>
                          <a:ea typeface="LG스마트체 Regular"/>
                        </a:rPr>
                        <a:t>MI1</a:t>
                      </a:r>
                      <a:r>
                        <a:rPr lang="ko-KR" altLang="en-US" sz="800" baseline="0"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800" baseline="0"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800" baseline="0"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800" baseline="0">
                          <a:latin typeface="Arial Narrow"/>
                          <a:ea typeface="LG스마트체 Regular"/>
                        </a:rPr>
                        <a:t>MI2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aseline="0">
                          <a:latin typeface="Arial Narrow"/>
                          <a:ea typeface="LG스마트체 Regular"/>
                        </a:rPr>
                        <a:t>LAM​/STK/PKG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baseline="0">
                          <a:solidFill>
                            <a:srgbClr val="0061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1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3689197"/>
                  </a:ext>
                </a:extLst>
              </a:tr>
              <a:tr h="12565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aseline="0">
                          <a:latin typeface="Arial Narrow"/>
                          <a:ea typeface="LG스마트체 Regular"/>
                        </a:rPr>
                        <a:t>HD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aseline="0">
                          <a:latin typeface="Arial Narrow"/>
                          <a:ea typeface="LG스마트체 Regular"/>
                        </a:rPr>
                        <a:t>LAM​/STK/PKG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sz="8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altLang="ko-KR" sz="800" b="0" i="0" u="none" strike="noStrike" baseline="0" err="1">
                        <a:solidFill>
                          <a:srgbClr val="0061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sz="8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sz="800" baseline="0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endParaRPr lang="en-US" sz="800" baseline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endParaRPr lang="en-US" sz="800" baseline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endParaRPr lang="en-US" sz="800" baseline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803714"/>
                  </a:ext>
                </a:extLst>
              </a:tr>
              <a:tr h="127888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sz="800" baseline="0">
                          <a:latin typeface="Arial Narrow"/>
                          <a:ea typeface="LG스마트체 Regular"/>
                        </a:rPr>
                        <a:t>ST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aseline="0">
                          <a:latin typeface="Arial Narrow"/>
                          <a:ea typeface="LG스마트체 Regular"/>
                        </a:rPr>
                        <a:t>LAM​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altLang="ko-KR" sz="800" b="0" i="0" u="none" strike="noStrike" baseline="0" err="1">
                        <a:solidFill>
                          <a:srgbClr val="0061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endParaRPr lang="en-US" sz="800">
                        <a:solidFill>
                          <a:srgbClr val="0061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endParaRPr lang="en-US" sz="80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endParaRPr lang="en-US" sz="80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6470224"/>
                  </a:ext>
                </a:extLst>
              </a:tr>
              <a:tr h="127888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aseline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aseline="0">
                          <a:latin typeface="Arial Narrow"/>
                          <a:ea typeface="LG스마트체 Regular"/>
                        </a:rPr>
                        <a:t>STK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</a:t>
                      </a:r>
                      <a:endParaRPr kumimoji="0" 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ko-KR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endParaRPr lang="en-US" sz="800">
                        <a:solidFill>
                          <a:srgbClr val="0061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endParaRPr lang="en-US" sz="80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endParaRPr lang="en-US" sz="80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453699"/>
                  </a:ext>
                </a:extLst>
              </a:tr>
              <a:tr h="127888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aseline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aseline="0">
                          <a:latin typeface="Arial Narrow"/>
                          <a:ea typeface="LG스마트체 Regular"/>
                        </a:rPr>
                        <a:t>PKG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lang="en-US" altLang="ko-KR" sz="800" b="0" i="0" u="none" strike="noStrike" baseline="0">
                        <a:solidFill>
                          <a:srgbClr val="1414FE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lang="en-US" altLang="ko-KR" sz="800" b="0" i="0" u="none" strike="noStrike" baseline="0">
                        <a:solidFill>
                          <a:srgbClr val="1414FE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altLang="ko-KR" sz="800" b="0" i="0" u="none" strike="noStrike" baseline="0" err="1">
                        <a:solidFill>
                          <a:srgbClr val="0061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endParaRPr lang="en-US" sz="80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endParaRPr lang="en-US" sz="80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endParaRPr lang="en-US" sz="80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780945"/>
                  </a:ext>
                </a:extLst>
              </a:tr>
              <a:tr h="127888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aseline="0">
                          <a:latin typeface="Arial Narrow"/>
                          <a:ea typeface="LG스마트체 Regular"/>
                        </a:rPr>
                        <a:t>MI_LS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aseline="0">
                          <a:latin typeface="Arial Narrow"/>
                          <a:ea typeface="LG스마트체 Regular"/>
                        </a:rPr>
                        <a:t>LAM/STK/PKG​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altLang="ko-KR" sz="8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sz="8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altLang="ko-KR" sz="8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7208918"/>
                  </a:ext>
                </a:extLst>
              </a:tr>
              <a:tr h="126682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800" baseline="0">
                          <a:latin typeface="Arial Narrow"/>
                          <a:ea typeface="LG스마트체 Regular"/>
                        </a:rPr>
                        <a:t>HG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aseline="0">
                          <a:latin typeface="Arial Narrow"/>
                          <a:ea typeface="LG스마트체 Regular"/>
                        </a:rPr>
                        <a:t>AZS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sz="800" baseline="0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endParaRPr lang="en-US" altLang="ko-KR" sz="800" baseline="0"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055217"/>
                  </a:ext>
                </a:extLst>
              </a:tr>
              <a:tr h="127888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aseline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aseline="0">
                          <a:latin typeface="Arial Narrow"/>
                          <a:ea typeface="LG스마트체 Regular"/>
                        </a:rPr>
                        <a:t>PKG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sz="800" baseline="0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endParaRPr lang="en-US" altLang="ko-KR" sz="800" baseline="0"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endParaRPr lang="en-US" altLang="ko-KR" sz="800" baseline="0"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endParaRPr lang="en-US" altLang="ko-KR" sz="800" baseline="0"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 noProof="0">
                          <a:solidFill>
                            <a:srgbClr val="006100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916076"/>
                  </a:ext>
                </a:extLst>
              </a:tr>
            </a:tbl>
          </a:graphicData>
        </a:graphic>
      </p:graphicFrame>
      <p:sp>
        <p:nvSpPr>
          <p:cNvPr id="3" name="직사각형 8">
            <a:extLst>
              <a:ext uri="{FF2B5EF4-FFF2-40B4-BE49-F238E27FC236}">
                <a16:creationId xmlns:a16="http://schemas.microsoft.com/office/drawing/2014/main" id="{AEECAF4F-01C0-BE20-C7E8-CE9C32BAD947}"/>
              </a:ext>
            </a:extLst>
          </p:cNvPr>
          <p:cNvSpPr/>
          <p:nvPr/>
        </p:nvSpPr>
        <p:spPr>
          <a:xfrm>
            <a:off x="5808095" y="295063"/>
            <a:ext cx="2525050" cy="230832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[ 과제번호 : 조립자동보정-#1 </a:t>
            </a:r>
            <a:r>
              <a:rPr lang="ko-KR" sz="900">
                <a:solidFill>
                  <a:srgbClr val="00B05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●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#2 </a:t>
            </a:r>
            <a:r>
              <a:rPr lang="ko-KR" sz="900">
                <a:solidFill>
                  <a:srgbClr val="00B05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●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#3 </a:t>
            </a:r>
            <a:r>
              <a:rPr lang="ko-KR" sz="900">
                <a:solidFill>
                  <a:srgbClr val="00B05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●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#8 </a:t>
            </a:r>
            <a:r>
              <a:rPr lang="ko-KR" sz="900">
                <a:solidFill>
                  <a:srgbClr val="00B05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●</a:t>
            </a:r>
            <a:r>
              <a:rPr lang="ko-KR" altLang="en-US" sz="900">
                <a:solidFill>
                  <a:srgbClr val="00B05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87463CD-81E6-0DEC-F595-C620CD12551E}"/>
              </a:ext>
            </a:extLst>
          </p:cNvPr>
          <p:cNvSpPr/>
          <p:nvPr/>
        </p:nvSpPr>
        <p:spPr>
          <a:xfrm>
            <a:off x="7733827" y="6354630"/>
            <a:ext cx="96803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r">
              <a:defRPr/>
            </a:pPr>
            <a:r>
              <a:rPr lang="en-US" altLang="ko-KR" sz="1000" b="1">
                <a:solidFill>
                  <a:srgbClr val="000000"/>
                </a:solidFill>
                <a:latin typeface="LG스마트체 Regular"/>
              </a:rPr>
              <a:t>(</a:t>
            </a:r>
            <a:r>
              <a:rPr lang="ko-KR" altLang="en-US" sz="1000" b="1">
                <a:solidFill>
                  <a:srgbClr val="000000"/>
                </a:solidFill>
                <a:latin typeface="LG스마트체 Regular"/>
              </a:rPr>
              <a:t>다음 장 계속</a:t>
            </a:r>
            <a:r>
              <a:rPr lang="en-US" altLang="ko-KR" sz="1000" b="1">
                <a:solidFill>
                  <a:srgbClr val="000000"/>
                </a:solidFill>
                <a:latin typeface="LG스마트체 Regular"/>
              </a:rPr>
              <a:t>..)</a:t>
            </a:r>
            <a:endParaRPr lang="ko-KR" altLang="en-US" sz="2000">
              <a:solidFill>
                <a:srgbClr val="1414F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163970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extBox 35">
            <a:extLst>
              <a:ext uri="{FF2B5EF4-FFF2-40B4-BE49-F238E27FC236}">
                <a16:creationId xmlns:a16="http://schemas.microsoft.com/office/drawing/2014/main" id="{12DCADD3-5E0D-4461-AB04-98CD2AC10881}"/>
              </a:ext>
            </a:extLst>
          </p:cNvPr>
          <p:cNvSpPr txBox="1"/>
          <p:nvPr/>
        </p:nvSpPr>
        <p:spPr>
          <a:xfrm>
            <a:off x="273992" y="590825"/>
            <a:ext cx="9503544" cy="3077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원통형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(21700)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와인더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 공정 자동보정 수평전개 현황</a:t>
            </a:r>
            <a:endParaRPr kumimoji="0" lang="en-US" altLang="ko-KR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8" name="제목 1">
            <a:extLst>
              <a:ext uri="{FF2B5EF4-FFF2-40B4-BE49-F238E27FC236}">
                <a16:creationId xmlns:a16="http://schemas.microsoft.com/office/drawing/2014/main" id="{960A0393-6219-4F55-98F3-41CFDE70418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762295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원통형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(21700)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수평전개 현황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48F319-FE8D-4ECF-AFB9-B7E0916A513F}"/>
              </a:ext>
            </a:extLst>
          </p:cNvPr>
          <p:cNvSpPr txBox="1"/>
          <p:nvPr/>
        </p:nvSpPr>
        <p:spPr>
          <a:xfrm>
            <a:off x="1611469" y="852435"/>
            <a:ext cx="7861005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>
              <a:defRPr/>
            </a:pPr>
            <a:r>
              <a:rPr lang="en-US" altLang="ko-KR" sz="1100">
                <a:solidFill>
                  <a:srgbClr val="1414FE"/>
                </a:solidFill>
              </a:rPr>
              <a:t>W51) </a:t>
            </a:r>
            <a:r>
              <a:rPr lang="ko-KR" altLang="en-US" sz="1100" err="1">
                <a:solidFill>
                  <a:srgbClr val="1414FE"/>
                </a:solidFill>
              </a:rPr>
              <a:t>와인더</a:t>
            </a:r>
            <a:r>
              <a:rPr lang="ko-KR" altLang="en-US" sz="1100">
                <a:solidFill>
                  <a:srgbClr val="1414FE"/>
                </a:solidFill>
              </a:rPr>
              <a:t> </a:t>
            </a:r>
            <a:r>
              <a:rPr lang="en-US" altLang="ko-KR" sz="1100">
                <a:solidFill>
                  <a:srgbClr val="1414FE"/>
                </a:solidFill>
              </a:rPr>
              <a:t>CTQ </a:t>
            </a:r>
            <a:r>
              <a:rPr lang="ko-KR" altLang="en-US" sz="1100">
                <a:solidFill>
                  <a:srgbClr val="1414FE"/>
                </a:solidFill>
              </a:rPr>
              <a:t>항목 추가로 자동보정 적용 항목 </a:t>
            </a:r>
            <a:r>
              <a:rPr lang="en-US" altLang="ko-KR" sz="1100">
                <a:solidFill>
                  <a:srgbClr val="1414FE"/>
                </a:solidFill>
              </a:rPr>
              <a:t>2</a:t>
            </a:r>
            <a:r>
              <a:rPr lang="ko-KR" altLang="en-US" sz="1100">
                <a:solidFill>
                  <a:srgbClr val="1414FE"/>
                </a:solidFill>
              </a:rPr>
              <a:t>건 </a:t>
            </a:r>
            <a:r>
              <a:rPr lang="en-US" altLang="ko-KR" sz="1100">
                <a:solidFill>
                  <a:srgbClr val="1414FE"/>
                </a:solidFill>
              </a:rPr>
              <a:t>(</a:t>
            </a:r>
            <a:r>
              <a:rPr lang="ko-KR" altLang="en-US" sz="1100">
                <a:solidFill>
                  <a:srgbClr val="1414FE"/>
                </a:solidFill>
              </a:rPr>
              <a:t>양극</a:t>
            </a:r>
            <a:r>
              <a:rPr lang="en-US" altLang="ko-KR" sz="1100">
                <a:solidFill>
                  <a:srgbClr val="1414FE"/>
                </a:solidFill>
              </a:rPr>
              <a:t>Tab </a:t>
            </a:r>
            <a:r>
              <a:rPr lang="ko-KR" altLang="en-US" sz="1100" err="1">
                <a:solidFill>
                  <a:srgbClr val="1414FE"/>
                </a:solidFill>
              </a:rPr>
              <a:t>융착</a:t>
            </a:r>
            <a:r>
              <a:rPr lang="ko-KR" altLang="en-US" sz="1100">
                <a:solidFill>
                  <a:srgbClr val="1414FE"/>
                </a:solidFill>
              </a:rPr>
              <a:t> 위치</a:t>
            </a:r>
            <a:r>
              <a:rPr lang="en-US" altLang="ko-KR" sz="1100">
                <a:solidFill>
                  <a:srgbClr val="1414FE"/>
                </a:solidFill>
              </a:rPr>
              <a:t>, </a:t>
            </a:r>
            <a:r>
              <a:rPr lang="ko-KR" altLang="en-US" sz="1100">
                <a:solidFill>
                  <a:srgbClr val="1414FE"/>
                </a:solidFill>
              </a:rPr>
              <a:t>음극</a:t>
            </a:r>
            <a:r>
              <a:rPr lang="en-US" altLang="ko-KR" sz="1100">
                <a:solidFill>
                  <a:srgbClr val="1414FE"/>
                </a:solidFill>
              </a:rPr>
              <a:t>Tab </a:t>
            </a:r>
            <a:r>
              <a:rPr lang="ko-KR" altLang="en-US" sz="1100" err="1">
                <a:solidFill>
                  <a:srgbClr val="1414FE"/>
                </a:solidFill>
              </a:rPr>
              <a:t>융착</a:t>
            </a:r>
            <a:r>
              <a:rPr lang="ko-KR" altLang="en-US" sz="1100">
                <a:solidFill>
                  <a:srgbClr val="1414FE"/>
                </a:solidFill>
              </a:rPr>
              <a:t> 위치</a:t>
            </a:r>
            <a:r>
              <a:rPr lang="en-US" altLang="ko-KR" sz="1100">
                <a:solidFill>
                  <a:srgbClr val="1414FE"/>
                </a:solidFill>
              </a:rPr>
              <a:t>) </a:t>
            </a:r>
            <a:r>
              <a:rPr lang="ko-KR" altLang="en-US" sz="1100">
                <a:solidFill>
                  <a:srgbClr val="1414FE"/>
                </a:solidFill>
              </a:rPr>
              <a:t>이 일반 → </a:t>
            </a:r>
            <a:r>
              <a:rPr lang="en-US" altLang="ko-KR" sz="1100">
                <a:solidFill>
                  <a:srgbClr val="1414FE"/>
                </a:solidFill>
              </a:rPr>
              <a:t>CTQ</a:t>
            </a:r>
            <a:r>
              <a:rPr lang="ko-KR" altLang="en-US" sz="1100">
                <a:solidFill>
                  <a:srgbClr val="1414FE"/>
                </a:solidFill>
              </a:rPr>
              <a:t>로 변경되었습니다</a:t>
            </a:r>
            <a:r>
              <a:rPr lang="en-US" altLang="ko-KR" sz="1100">
                <a:solidFill>
                  <a:srgbClr val="1414FE"/>
                </a:solidFill>
              </a:rPr>
              <a:t>.</a:t>
            </a:r>
            <a:endParaRPr lang="ko-KR" altLang="en-US" sz="1100">
              <a:solidFill>
                <a:srgbClr val="1414FE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FA3240C7-2182-41B1-AE1F-AC51AA1BB2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0825139"/>
              </p:ext>
            </p:extLst>
          </p:nvPr>
        </p:nvGraphicFramePr>
        <p:xfrm>
          <a:off x="231774" y="1155847"/>
          <a:ext cx="9503546" cy="4229280"/>
        </p:xfrm>
        <a:graphic>
          <a:graphicData uri="http://schemas.openxmlformats.org/drawingml/2006/table">
            <a:tbl>
              <a:tblPr/>
              <a:tblGrid>
                <a:gridCol w="563008">
                  <a:extLst>
                    <a:ext uri="{9D8B030D-6E8A-4147-A177-3AD203B41FA5}">
                      <a16:colId xmlns:a16="http://schemas.microsoft.com/office/drawing/2014/main" val="3420021099"/>
                    </a:ext>
                  </a:extLst>
                </a:gridCol>
                <a:gridCol w="1558102">
                  <a:extLst>
                    <a:ext uri="{9D8B030D-6E8A-4147-A177-3AD203B41FA5}">
                      <a16:colId xmlns:a16="http://schemas.microsoft.com/office/drawing/2014/main" val="617116894"/>
                    </a:ext>
                  </a:extLst>
                </a:gridCol>
                <a:gridCol w="445172">
                  <a:extLst>
                    <a:ext uri="{9D8B030D-6E8A-4147-A177-3AD203B41FA5}">
                      <a16:colId xmlns:a16="http://schemas.microsoft.com/office/drawing/2014/main" val="3558871725"/>
                    </a:ext>
                  </a:extLst>
                </a:gridCol>
                <a:gridCol w="3746864">
                  <a:extLst>
                    <a:ext uri="{9D8B030D-6E8A-4147-A177-3AD203B41FA5}">
                      <a16:colId xmlns:a16="http://schemas.microsoft.com/office/drawing/2014/main" val="4241265209"/>
                    </a:ext>
                  </a:extLst>
                </a:gridCol>
                <a:gridCol w="370977">
                  <a:extLst>
                    <a:ext uri="{9D8B030D-6E8A-4147-A177-3AD203B41FA5}">
                      <a16:colId xmlns:a16="http://schemas.microsoft.com/office/drawing/2014/main" val="750916363"/>
                    </a:ext>
                  </a:extLst>
                </a:gridCol>
                <a:gridCol w="370977">
                  <a:extLst>
                    <a:ext uri="{9D8B030D-6E8A-4147-A177-3AD203B41FA5}">
                      <a16:colId xmlns:a16="http://schemas.microsoft.com/office/drawing/2014/main" val="2051589332"/>
                    </a:ext>
                  </a:extLst>
                </a:gridCol>
                <a:gridCol w="445172">
                  <a:extLst>
                    <a:ext uri="{9D8B030D-6E8A-4147-A177-3AD203B41FA5}">
                      <a16:colId xmlns:a16="http://schemas.microsoft.com/office/drawing/2014/main" val="4015141096"/>
                    </a:ext>
                  </a:extLst>
                </a:gridCol>
                <a:gridCol w="370977">
                  <a:extLst>
                    <a:ext uri="{9D8B030D-6E8A-4147-A177-3AD203B41FA5}">
                      <a16:colId xmlns:a16="http://schemas.microsoft.com/office/drawing/2014/main" val="3507641677"/>
                    </a:ext>
                  </a:extLst>
                </a:gridCol>
                <a:gridCol w="370977">
                  <a:extLst>
                    <a:ext uri="{9D8B030D-6E8A-4147-A177-3AD203B41FA5}">
                      <a16:colId xmlns:a16="http://schemas.microsoft.com/office/drawing/2014/main" val="4331915"/>
                    </a:ext>
                  </a:extLst>
                </a:gridCol>
                <a:gridCol w="445172">
                  <a:extLst>
                    <a:ext uri="{9D8B030D-6E8A-4147-A177-3AD203B41FA5}">
                      <a16:colId xmlns:a16="http://schemas.microsoft.com/office/drawing/2014/main" val="2531403251"/>
                    </a:ext>
                  </a:extLst>
                </a:gridCol>
                <a:gridCol w="816148">
                  <a:extLst>
                    <a:ext uri="{9D8B030D-6E8A-4147-A177-3AD203B41FA5}">
                      <a16:colId xmlns:a16="http://schemas.microsoft.com/office/drawing/2014/main" val="2234129634"/>
                    </a:ext>
                  </a:extLst>
                </a:gridCol>
              </a:tblGrid>
              <a:tr h="12622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세부공정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대상항목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 </a:t>
                      </a:r>
                    </a:p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or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일반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Process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Parameter</a:t>
                      </a:r>
                      <a:endParaRPr 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 수평전개 현황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 고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875464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ESNJ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15229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구축률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구축률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663178"/>
                  </a:ext>
                </a:extLst>
              </a:tr>
              <a:tr h="0">
                <a:tc rowSpan="2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와인더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Overlap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경계면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Tape)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양극경계면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Tape(Top)_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부착위치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_HMI_X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부착위치 전극 이송량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63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63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954001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Overlap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Back,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경계면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Tape)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일반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양극경계면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Tape(Back)_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부착위치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_HMI_X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부착위치 전극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이송량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6416426"/>
                  </a:ext>
                </a:extLst>
              </a:tr>
              <a:tr h="1117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폭방향 돌출길이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경계면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Tape)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양극경계면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Tape(Top)_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부착위치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_HMI_Y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부착위치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Tape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이송량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63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63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918268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길이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Tab_Tab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융착위치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_HMI_Y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융착위치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이송량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26407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길이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일반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In Tab_CUT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위치설정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_HMI_Tab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길이 이송량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079485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Out </a:t>
                      </a:r>
                      <a:r>
                        <a:rPr lang="en-US" altLang="ko-KR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Tab_CUT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위치설정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_HMI_Tab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길이 이송량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0705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단선 방지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Tape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 위치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가로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음극단선방지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Tape_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부착위치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_HMI_X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부착위치 전극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이송량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41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41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155231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단선 방지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Tape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 위치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세로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음극단선방지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Tape_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부착위치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_HMI_Y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부착위치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Tape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이송량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47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47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062986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커버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Tape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 위치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가로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Cover Tape_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부착위치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_HMI_X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부착위치 전극 이송량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63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63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606210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In-tab Cover Tape(Top)_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부착위치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_HMI_X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 위치 전극 이송량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(Top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63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63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981762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커버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Tape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 위치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세로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Cover Tape_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부착위치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_HMI_Y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부착위치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Tape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이송량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63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63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361432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In-tab Cover Tape(Top)_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부착위치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HMI_Y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부착위치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Tape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이송량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Top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16236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Gap 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사행 불량률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전극권취부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사행 기준값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사행 기준값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34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34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128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128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982905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전극권취부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사행 기준값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사행 기준값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34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34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128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128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854559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분리막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Gap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전극권취부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사행기준값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사행 기준값 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34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34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128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128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648857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전극권취부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사행기준값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분리막 사행 기준값 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34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34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128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128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397356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분리막 사행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일반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전극권취부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사행 기준값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분리막 사행 기준값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128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128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979309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돌출 길이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Tab_Tab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융착위치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_HMI_Y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융착위치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이송량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63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63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838619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융착 위치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  <a:endParaRPr lang="ko-KR" altLang="en-US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Tab_Tab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융착위치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_HMI_X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융착위치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전극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이송량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63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63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168805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돌출 길이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In </a:t>
                      </a:r>
                      <a:r>
                        <a:rPr lang="en-US" altLang="ko-KR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Tab_Tab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융착위치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_HMI_Y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융착위치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이송량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63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63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3358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Out </a:t>
                      </a:r>
                      <a:r>
                        <a:rPr lang="en-US" altLang="ko-KR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Tab_Tab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융착위치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_HMI_Y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융착위치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이송량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45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45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95153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융착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위치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  <a:endParaRPr lang="ko-KR" altLang="en-US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In </a:t>
                      </a:r>
                      <a:r>
                        <a:rPr lang="en-US" altLang="ko-KR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Tab_Tab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융착위치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_HMI_X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융착위치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전극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이송량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63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63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445610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Out </a:t>
                      </a:r>
                      <a:r>
                        <a:rPr lang="en-US" altLang="ko-KR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Tab_Tab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융착위치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_HMI_X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융착위치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전극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이송량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45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45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149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361986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1st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혼마크 위치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Out Tab_Horn Mark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위치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기구부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_Y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위치 조정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신규 개발 항목으로 </a:t>
                      </a:r>
                      <a:r>
                        <a:rPr lang="en-US" altLang="ko-KR" sz="6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 9,10</a:t>
                      </a:r>
                      <a:r>
                        <a:rPr lang="ko-KR" altLang="en-US" sz="6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수평전개 완료</a:t>
                      </a:r>
                      <a:r>
                        <a:rPr lang="en-US" altLang="ko-KR" sz="6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 ESNJ </a:t>
                      </a:r>
                      <a:r>
                        <a:rPr lang="ko-KR" altLang="en-US" sz="6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 제안 예정</a:t>
                      </a:r>
                      <a:endParaRPr lang="en-US" altLang="ko-KR" sz="6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5560304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1615D8B7-2F76-467E-B74D-9F119B978A4C}"/>
              </a:ext>
            </a:extLst>
          </p:cNvPr>
          <p:cNvSpPr txBox="1"/>
          <p:nvPr/>
        </p:nvSpPr>
        <p:spPr>
          <a:xfrm>
            <a:off x="95661" y="5373406"/>
            <a:ext cx="9385689" cy="11587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와인더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공정은 설비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Maker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및 세대별로 자동보정 적용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가능 항목이 달라 수평전개 대상 설비 대수가 다릅니다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b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b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특이사항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endParaRPr kumimoji="0" lang="en-US" altLang="ko-KR" sz="7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1.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음극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Tab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길이 자동보정 항목은 현재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ESNJ 9, 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라인 대표호기 적용되어 있고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15 ~28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라인은 법인에서 수평전개 의사결정 후 원격으로</a:t>
            </a:r>
            <a:b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대표호기 적용 및 수평전개 지원 예정입니다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lvl="0">
              <a:lnSpc>
                <a:spcPct val="90000"/>
              </a:lnSpc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2. ESOC 8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호 라인 제각으로 자동보정 적용 대상호기 수가 변경되었습니다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 (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6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호라인이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8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호라인으로 변경되었으며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6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호라인은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H52A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설비로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Set-up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진행중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pPr lvl="0">
              <a:lnSpc>
                <a:spcPct val="90000"/>
              </a:lnSpc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3.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양극</a:t>
            </a:r>
            <a:r>
              <a:rPr lang="en-US" altLang="ko-KR" sz="11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Tab </a:t>
            </a:r>
            <a:r>
              <a:rPr lang="ko-KR" altLang="en-US" sz="1100" err="1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융착</a:t>
            </a:r>
            <a:r>
              <a:rPr lang="ko-KR" altLang="en-US" sz="11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위치</a:t>
            </a:r>
            <a:r>
              <a:rPr lang="en-US" altLang="ko-KR" sz="11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1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</a:t>
            </a:r>
            <a:r>
              <a:rPr lang="en-US" altLang="ko-KR" sz="11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Tab </a:t>
            </a:r>
            <a:r>
              <a:rPr lang="ko-KR" altLang="en-US" sz="1100" err="1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융착</a:t>
            </a:r>
            <a:r>
              <a:rPr lang="ko-KR" altLang="en-US" sz="11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위치가 일반 항목 → </a:t>
            </a:r>
            <a:r>
              <a:rPr lang="en-US" altLang="ko-KR" sz="11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CTQ </a:t>
            </a:r>
            <a:r>
              <a:rPr lang="ko-KR" altLang="en-US" sz="11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항목으로 변경되었습니다</a:t>
            </a:r>
            <a:r>
              <a:rPr lang="en-US" altLang="ko-KR" sz="11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3" name="내용 개체 틀 20">
            <a:extLst>
              <a:ext uri="{FF2B5EF4-FFF2-40B4-BE49-F238E27FC236}">
                <a16:creationId xmlns:a16="http://schemas.microsoft.com/office/drawing/2014/main" id="{0BBE4109-8FC1-4977-8E81-7AB450FAE32D}"/>
              </a:ext>
            </a:extLst>
          </p:cNvPr>
          <p:cNvSpPr txBox="1">
            <a:spLocks/>
          </p:cNvSpPr>
          <p:nvPr/>
        </p:nvSpPr>
        <p:spPr>
          <a:xfrm>
            <a:off x="8321748" y="172973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서재근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P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DADEB63-FA2A-413A-90C3-F27F4D564C57}"/>
              </a:ext>
            </a:extLst>
          </p:cNvPr>
          <p:cNvSpPr txBox="1"/>
          <p:nvPr/>
        </p:nvSpPr>
        <p:spPr>
          <a:xfrm>
            <a:off x="8321748" y="342250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11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227501720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extBox 35">
            <a:extLst>
              <a:ext uri="{FF2B5EF4-FFF2-40B4-BE49-F238E27FC236}">
                <a16:creationId xmlns:a16="http://schemas.microsoft.com/office/drawing/2014/main" id="{12DCADD3-5E0D-4461-AB04-98CD2AC10881}"/>
              </a:ext>
            </a:extLst>
          </p:cNvPr>
          <p:cNvSpPr txBox="1"/>
          <p:nvPr/>
        </p:nvSpPr>
        <p:spPr>
          <a:xfrm>
            <a:off x="273992" y="590825"/>
            <a:ext cx="9503544" cy="3077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NFF(4680)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와인더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조립 공정 자동보정 수평전개 현황</a:t>
            </a:r>
            <a:endParaRPr kumimoji="0" lang="en-US" altLang="ko-KR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8" name="제목 1">
            <a:extLst>
              <a:ext uri="{FF2B5EF4-FFF2-40B4-BE49-F238E27FC236}">
                <a16:creationId xmlns:a16="http://schemas.microsoft.com/office/drawing/2014/main" id="{960A0393-6219-4F55-98F3-41CFDE70418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41765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cs typeface="Malgun Gothic Semilight" panose="020B0502040204020203" pitchFamily="50" charset="-127"/>
              </a:rPr>
              <a:t>NFF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(4680)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수평전개 현황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615D8B7-2F76-467E-B74D-9F119B978A4C}"/>
              </a:ext>
            </a:extLst>
          </p:cNvPr>
          <p:cNvSpPr txBox="1"/>
          <p:nvPr/>
        </p:nvSpPr>
        <p:spPr>
          <a:xfrm>
            <a:off x="321906" y="4087850"/>
            <a:ext cx="5096267" cy="261610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※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와인더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 공정은 광학계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구성이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Pilot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설비 세대별로 달라 적용할 수 있는 항목이 다릅니다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.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F1ED0DE-DC80-49CF-A652-7525238A19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994096"/>
              </p:ext>
            </p:extLst>
          </p:nvPr>
        </p:nvGraphicFramePr>
        <p:xfrm>
          <a:off x="307974" y="1111177"/>
          <a:ext cx="9222791" cy="2938822"/>
        </p:xfrm>
        <a:graphic>
          <a:graphicData uri="http://schemas.openxmlformats.org/drawingml/2006/table">
            <a:tbl>
              <a:tblPr/>
              <a:tblGrid>
                <a:gridCol w="546791">
                  <a:extLst>
                    <a:ext uri="{9D8B030D-6E8A-4147-A177-3AD203B41FA5}">
                      <a16:colId xmlns:a16="http://schemas.microsoft.com/office/drawing/2014/main" val="2199541021"/>
                    </a:ext>
                  </a:extLst>
                </a:gridCol>
                <a:gridCol w="2628000">
                  <a:extLst>
                    <a:ext uri="{9D8B030D-6E8A-4147-A177-3AD203B41FA5}">
                      <a16:colId xmlns:a16="http://schemas.microsoft.com/office/drawing/2014/main" val="2108972705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916326882"/>
                    </a:ext>
                  </a:extLst>
                </a:gridCol>
                <a:gridCol w="2520000">
                  <a:extLst>
                    <a:ext uri="{9D8B030D-6E8A-4147-A177-3AD203B41FA5}">
                      <a16:colId xmlns:a16="http://schemas.microsoft.com/office/drawing/2014/main" val="2986742378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940020400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36627900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085714403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34386497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688994831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611527761"/>
                    </a:ext>
                  </a:extLst>
                </a:gridCol>
                <a:gridCol w="792000">
                  <a:extLst>
                    <a:ext uri="{9D8B030D-6E8A-4147-A177-3AD203B41FA5}">
                      <a16:colId xmlns:a16="http://schemas.microsoft.com/office/drawing/2014/main" val="640601023"/>
                    </a:ext>
                  </a:extLst>
                </a:gridCol>
              </a:tblGrid>
              <a:tr h="125458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세부공정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대상항목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 </a:t>
                      </a:r>
                      <a:b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or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일반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Process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Parameter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 수평전개 현황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5006984"/>
                  </a:ext>
                </a:extLst>
              </a:tr>
              <a:tr h="12545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Pilot Line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MP Line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78502868"/>
                  </a:ext>
                </a:extLst>
              </a:tr>
              <a:tr h="12545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구축률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구축률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74909290"/>
                  </a:ext>
                </a:extLst>
              </a:tr>
              <a:tr h="126153">
                <a:tc rowSpan="1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와인더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Slitting Line ↔ Tab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골 길이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일반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Notching EPS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사행 기준값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16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Bold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8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5008187"/>
                  </a:ext>
                </a:extLst>
              </a:tr>
              <a:tr h="126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Slitting Line ↔ Tab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골 길이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일반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Notching EPS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사행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기준값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16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Bold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4802746"/>
                  </a:ext>
                </a:extLst>
              </a:tr>
              <a:tr h="126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Pre-forming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위치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Pre-forming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위치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Pre-forming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높이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)(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 보정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16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Bold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2804343"/>
                  </a:ext>
                </a:extLst>
              </a:tr>
              <a:tr h="126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Pre-forming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위치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Pre-forming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위치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Pre-forming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높이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)(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 보정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16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Bold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4753232"/>
                  </a:ext>
                </a:extLst>
              </a:tr>
              <a:tr h="126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분리막 사행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상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하부 분리막간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Gap)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상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하부 분리막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EPS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사행 기준값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16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Bold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766394"/>
                  </a:ext>
                </a:extLst>
              </a:tr>
              <a:tr h="126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음극탭부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]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Gap (F1)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EPS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사행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기준값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16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Bold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713294"/>
                  </a:ext>
                </a:extLst>
              </a:tr>
              <a:tr h="126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양극탭부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]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Gap (F2)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EPS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사행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기준값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16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Bold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725585"/>
                  </a:ext>
                </a:extLst>
              </a:tr>
              <a:tr h="18115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양극탭부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]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상부 분리막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~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Slitting Line Gap (E2)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EPS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사행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기준값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16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Bold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549842"/>
                  </a:ext>
                </a:extLst>
              </a:tr>
              <a:tr h="18115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음극탭부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]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하부 분리막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~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Slitting Line Gap (E3)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일반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EPS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사행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기준값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-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6265526"/>
                  </a:ext>
                </a:extLst>
              </a:tr>
              <a:tr h="126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노칭골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~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분리막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Gap (CW1)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EPS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사행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기준값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16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Bold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baseline="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1695802"/>
                  </a:ext>
                </a:extLst>
              </a:tr>
              <a:tr h="126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노칭골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~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분리막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Gap (AW1)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EPS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사행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기준값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16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Bold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7628755"/>
                  </a:ext>
                </a:extLst>
              </a:tr>
              <a:tr h="126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Seal Tape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부착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Y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위치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일반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Seal Tape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부착 위치 설정 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16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16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Bold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763336"/>
                  </a:ext>
                </a:extLst>
              </a:tr>
              <a:tr h="125458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CCW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동심도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일반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Mover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집전판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공급 위치 설정 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-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1936233"/>
                  </a:ext>
                </a:extLst>
              </a:tr>
              <a:tr h="12545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집전판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이제기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공급 위치 설정 값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(Z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-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5080790"/>
                  </a:ext>
                </a:extLst>
              </a:tr>
              <a:tr h="125458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ACW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동심도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일반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Mover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집전판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공급 위치 설정 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-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481865"/>
                  </a:ext>
                </a:extLst>
              </a:tr>
              <a:tr h="12545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집전판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이제기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공급 위치 설정 값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(Z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-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8030428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B1B078A8-FC2C-49E8-8C1F-2CDB72C886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1251371"/>
              </p:ext>
            </p:extLst>
          </p:nvPr>
        </p:nvGraphicFramePr>
        <p:xfrm>
          <a:off x="3537237" y="5028716"/>
          <a:ext cx="5993528" cy="158688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15596">
                  <a:extLst>
                    <a:ext uri="{9D8B030D-6E8A-4147-A177-3AD203B41FA5}">
                      <a16:colId xmlns:a16="http://schemas.microsoft.com/office/drawing/2014/main" val="2112374504"/>
                    </a:ext>
                  </a:extLst>
                </a:gridCol>
                <a:gridCol w="896322">
                  <a:extLst>
                    <a:ext uri="{9D8B030D-6E8A-4147-A177-3AD203B41FA5}">
                      <a16:colId xmlns:a16="http://schemas.microsoft.com/office/drawing/2014/main" val="1624465201"/>
                    </a:ext>
                  </a:extLst>
                </a:gridCol>
                <a:gridCol w="896322">
                  <a:extLst>
                    <a:ext uri="{9D8B030D-6E8A-4147-A177-3AD203B41FA5}">
                      <a16:colId xmlns:a16="http://schemas.microsoft.com/office/drawing/2014/main" val="1838897507"/>
                    </a:ext>
                  </a:extLst>
                </a:gridCol>
                <a:gridCol w="896322">
                  <a:extLst>
                    <a:ext uri="{9D8B030D-6E8A-4147-A177-3AD203B41FA5}">
                      <a16:colId xmlns:a16="http://schemas.microsoft.com/office/drawing/2014/main" val="1651921955"/>
                    </a:ext>
                  </a:extLst>
                </a:gridCol>
                <a:gridCol w="896322">
                  <a:extLst>
                    <a:ext uri="{9D8B030D-6E8A-4147-A177-3AD203B41FA5}">
                      <a16:colId xmlns:a16="http://schemas.microsoft.com/office/drawing/2014/main" val="3277729254"/>
                    </a:ext>
                  </a:extLst>
                </a:gridCol>
                <a:gridCol w="896322">
                  <a:extLst>
                    <a:ext uri="{9D8B030D-6E8A-4147-A177-3AD203B41FA5}">
                      <a16:colId xmlns:a16="http://schemas.microsoft.com/office/drawing/2014/main" val="3099604630"/>
                    </a:ext>
                  </a:extLst>
                </a:gridCol>
                <a:gridCol w="896322">
                  <a:extLst>
                    <a:ext uri="{9D8B030D-6E8A-4147-A177-3AD203B41FA5}">
                      <a16:colId xmlns:a16="http://schemas.microsoft.com/office/drawing/2014/main" val="2096486821"/>
                    </a:ext>
                  </a:extLst>
                </a:gridCol>
              </a:tblGrid>
              <a:tr h="3744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latin typeface="Arial Narrow"/>
                          <a:ea typeface="LG스마트체 Regular"/>
                        </a:rPr>
                        <a:t>호기</a:t>
                      </a:r>
                    </a:p>
                  </a:txBody>
                  <a:tcPr marL="18000" marR="18000" marT="7200" marB="720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latin typeface="Arial Narrow"/>
                          <a:ea typeface="LG스마트체 Regular"/>
                        </a:rPr>
                        <a:t>반입</a:t>
                      </a:r>
                    </a:p>
                  </a:txBody>
                  <a:tcPr marL="18000" marR="18000" marT="7200" marB="720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Arial Narrow"/>
                          <a:ea typeface="LG스마트체 Regular"/>
                        </a:rPr>
                        <a:t>I/O Check</a:t>
                      </a:r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latin typeface="Arial Narrow"/>
                          <a:ea typeface="LG스마트체 Regular"/>
                        </a:rPr>
                        <a:t>연동 셋팅</a:t>
                      </a:r>
                    </a:p>
                  </a:txBody>
                  <a:tcPr marL="18000" marR="18000" marT="7200" marB="720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latin typeface="Arial Narrow"/>
                          <a:ea typeface="LG스마트체 Regular"/>
                        </a:rPr>
                        <a:t>품질 </a:t>
                      </a:r>
                      <a:r>
                        <a:rPr lang="en-US" altLang="ko-KR" sz="900" baseline="0">
                          <a:latin typeface="Arial Narrow"/>
                          <a:ea typeface="LG스마트체 Regular"/>
                        </a:rPr>
                        <a:t>&amp; Vision </a:t>
                      </a:r>
                      <a:r>
                        <a:rPr lang="ko-KR" altLang="en-US" sz="900" baseline="0">
                          <a:latin typeface="Arial Narrow"/>
                          <a:ea typeface="LG스마트체 Regular"/>
                        </a:rPr>
                        <a:t>셋팅</a:t>
                      </a:r>
                    </a:p>
                  </a:txBody>
                  <a:tcPr marL="18000" marR="18000" marT="7200" marB="720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latin typeface="Arial Narrow"/>
                          <a:ea typeface="LG스마트체 Regular"/>
                        </a:rPr>
                        <a:t>단기 가동점검</a:t>
                      </a:r>
                    </a:p>
                  </a:txBody>
                  <a:tcPr marL="18000" marR="18000" marT="7200" marB="720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SAT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495342"/>
                  </a:ext>
                </a:extLst>
              </a:tr>
              <a:tr h="1332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호기</a:t>
                      </a:r>
                    </a:p>
                  </a:txBody>
                  <a:tcPr marL="18000" marR="18000" marT="7200" marB="7200" anchor="ctr"/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’25.4.1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‘25.4.10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‘25.4.28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‘25.5.9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’25.5.17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‘25.6.1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extLst>
                  <a:ext uri="{0D108BD9-81ED-4DB2-BD59-A6C34878D82A}">
                    <a16:rowId xmlns:a16="http://schemas.microsoft.com/office/drawing/2014/main" val="3586572774"/>
                  </a:ext>
                </a:extLst>
              </a:tr>
              <a:tr h="1332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호기</a:t>
                      </a:r>
                    </a:p>
                  </a:txBody>
                  <a:tcPr marL="18000" marR="18000" marT="7200" marB="720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‘25.4.28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‘25.5.9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’25.5.17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‘25.6.1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extLst>
                  <a:ext uri="{0D108BD9-81ED-4DB2-BD59-A6C34878D82A}">
                    <a16:rowId xmlns:a16="http://schemas.microsoft.com/office/drawing/2014/main" val="2575955060"/>
                  </a:ext>
                </a:extLst>
              </a:tr>
              <a:tr h="1332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호기</a:t>
                      </a:r>
                    </a:p>
                  </a:txBody>
                  <a:tcPr marL="18000" marR="18000" marT="7200" marB="720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‘25.5.5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‘25.5.16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‘25.5.24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‘25.6.8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extLst>
                  <a:ext uri="{0D108BD9-81ED-4DB2-BD59-A6C34878D82A}">
                    <a16:rowId xmlns:a16="http://schemas.microsoft.com/office/drawing/2014/main" val="2522253509"/>
                  </a:ext>
                </a:extLst>
              </a:tr>
              <a:tr h="1332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호기</a:t>
                      </a:r>
                    </a:p>
                  </a:txBody>
                  <a:tcPr marL="18000" marR="18000" marT="7200" marB="720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‘25.5.5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‘25.5.16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‘25.5.24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‘25.6.8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extLst>
                  <a:ext uri="{0D108BD9-81ED-4DB2-BD59-A6C34878D82A}">
                    <a16:rowId xmlns:a16="http://schemas.microsoft.com/office/drawing/2014/main" val="1473747810"/>
                  </a:ext>
                </a:extLst>
              </a:tr>
              <a:tr h="1332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호기</a:t>
                      </a:r>
                    </a:p>
                  </a:txBody>
                  <a:tcPr marL="18000" marR="18000" marT="7200" marB="7200" anchor="ctr"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‘25.4.1</a:t>
                      </a: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0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‘25.4.20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Arial Narrow"/>
                          <a:ea typeface="LG스마트체 Regular"/>
                        </a:rPr>
                        <a:t>‘25.5.12</a:t>
                      </a:r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Arial Narrow"/>
                          <a:ea typeface="LG스마트체 Regular"/>
                        </a:rPr>
                        <a:t>‘25.5.23</a:t>
                      </a:r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Arial Narrow"/>
                          <a:ea typeface="LG스마트체 Regular"/>
                        </a:rPr>
                        <a:t>‘25.5.31</a:t>
                      </a:r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‘25.6.8</a:t>
                      </a:r>
                      <a:endParaRPr lang="ko-KR" altLang="en-US" sz="900" strike="noStrike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extLst>
                  <a:ext uri="{0D108BD9-81ED-4DB2-BD59-A6C34878D82A}">
                    <a16:rowId xmlns:a16="http://schemas.microsoft.com/office/drawing/2014/main" val="2534996498"/>
                  </a:ext>
                </a:extLst>
              </a:tr>
              <a:tr h="1332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호기</a:t>
                      </a:r>
                    </a:p>
                  </a:txBody>
                  <a:tcPr marL="18000" marR="18000" marT="7200" marB="720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Arial Narrow"/>
                          <a:ea typeface="LG스마트체 Regular"/>
                        </a:rPr>
                        <a:t>‘25.5.12</a:t>
                      </a:r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Arial Narrow"/>
                          <a:ea typeface="LG스마트체 Regular"/>
                        </a:rPr>
                        <a:t>‘25.5.23</a:t>
                      </a:r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Arial Narrow"/>
                          <a:ea typeface="LG스마트체 Regular"/>
                        </a:rPr>
                        <a:t>‘25.5.31</a:t>
                      </a:r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‘25.6.15</a:t>
                      </a:r>
                      <a:endParaRPr lang="ko-KR" altLang="en-US" sz="900" strike="noStrike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extLst>
                  <a:ext uri="{0D108BD9-81ED-4DB2-BD59-A6C34878D82A}">
                    <a16:rowId xmlns:a16="http://schemas.microsoft.com/office/drawing/2014/main" val="4021898157"/>
                  </a:ext>
                </a:extLst>
              </a:tr>
              <a:tr h="1332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7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호기</a:t>
                      </a:r>
                    </a:p>
                  </a:txBody>
                  <a:tcPr marL="18000" marR="18000" marT="7200" marB="7200" anchor="ctr"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‘25.4.1</a:t>
                      </a: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Arial Narrow"/>
                          <a:ea typeface="LG스마트체 Regular"/>
                        </a:rPr>
                        <a:t>‘25.5.19</a:t>
                      </a:r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Arial Narrow"/>
                          <a:ea typeface="LG스마트체 Regular"/>
                        </a:rPr>
                        <a:t>‘25.5.30</a:t>
                      </a:r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Arial Narrow"/>
                          <a:ea typeface="LG스마트체 Regular"/>
                        </a:rPr>
                        <a:t>‘25.6.7</a:t>
                      </a:r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‘25.6.22</a:t>
                      </a:r>
                      <a:endParaRPr lang="ko-KR" altLang="en-US" sz="900" strike="noStrike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extLst>
                  <a:ext uri="{0D108BD9-81ED-4DB2-BD59-A6C34878D82A}">
                    <a16:rowId xmlns:a16="http://schemas.microsoft.com/office/drawing/2014/main" val="4092154929"/>
                  </a:ext>
                </a:extLst>
              </a:tr>
              <a:tr h="1332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8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호기</a:t>
                      </a:r>
                    </a:p>
                  </a:txBody>
                  <a:tcPr marL="18000" marR="18000" marT="7200" marB="720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Arial Narrow"/>
                          <a:ea typeface="LG스마트체 Regular"/>
                        </a:rPr>
                        <a:t>‘25.5.19</a:t>
                      </a:r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Arial Narrow"/>
                          <a:ea typeface="LG스마트체 Regular"/>
                        </a:rPr>
                        <a:t>‘25.5.30</a:t>
                      </a:r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Arial Narrow"/>
                          <a:ea typeface="LG스마트체 Regular"/>
                        </a:rPr>
                        <a:t>‘25.6.7</a:t>
                      </a:r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‘25.6.22</a:t>
                      </a:r>
                      <a:endParaRPr lang="ko-KR" altLang="en-US" sz="900" strike="noStrike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extLst>
                  <a:ext uri="{0D108BD9-81ED-4DB2-BD59-A6C34878D82A}">
                    <a16:rowId xmlns:a16="http://schemas.microsoft.com/office/drawing/2014/main" val="1155440396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F04AF11-50D5-49B6-A265-556E9598BDBE}"/>
              </a:ext>
            </a:extLst>
          </p:cNvPr>
          <p:cNvSpPr txBox="1"/>
          <p:nvPr/>
        </p:nvSpPr>
        <p:spPr>
          <a:xfrm>
            <a:off x="1611469" y="852435"/>
            <a:ext cx="7861005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lang="en-US" altLang="ko-KR" sz="1100">
                <a:solidFill>
                  <a:srgbClr val="1414FE"/>
                </a:solidFill>
              </a:rPr>
              <a:t>W51) </a:t>
            </a:r>
            <a:r>
              <a:rPr lang="ko-KR" altLang="en-US" sz="1100">
                <a:solidFill>
                  <a:srgbClr val="1414FE"/>
                </a:solidFill>
              </a:rPr>
              <a:t>금주 특이사항 없습니다</a:t>
            </a:r>
            <a:r>
              <a:rPr lang="en-US" altLang="ko-KR" sz="1100">
                <a:solidFill>
                  <a:srgbClr val="1414FE"/>
                </a:solidFill>
              </a:rPr>
              <a:t>.</a:t>
            </a: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67BA07C2-3512-4369-B8B0-8A080581A5E2}"/>
              </a:ext>
            </a:extLst>
          </p:cNvPr>
          <p:cNvSpPr txBox="1">
            <a:spLocks/>
          </p:cNvSpPr>
          <p:nvPr/>
        </p:nvSpPr>
        <p:spPr>
          <a:xfrm>
            <a:off x="8321748" y="172973"/>
            <a:ext cx="95539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원종래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P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2538F03-743C-4E4C-83CE-319524F14C18}"/>
              </a:ext>
            </a:extLst>
          </p:cNvPr>
          <p:cNvSpPr txBox="1"/>
          <p:nvPr/>
        </p:nvSpPr>
        <p:spPr>
          <a:xfrm>
            <a:off x="8321748" y="342250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11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3901532967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extBox 35">
            <a:extLst>
              <a:ext uri="{FF2B5EF4-FFF2-40B4-BE49-F238E27FC236}">
                <a16:creationId xmlns:a16="http://schemas.microsoft.com/office/drawing/2014/main" id="{12DCADD3-5E0D-4461-AB04-98CD2AC10881}"/>
              </a:ext>
            </a:extLst>
          </p:cNvPr>
          <p:cNvSpPr txBox="1"/>
          <p:nvPr/>
        </p:nvSpPr>
        <p:spPr>
          <a:xfrm>
            <a:off x="273992" y="590825"/>
            <a:ext cx="9503544" cy="3077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21700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lang="en-US" altLang="ko-KR" sz="1400">
                <a:cs typeface="Malgun Gothic Semilight" panose="020B0502040204020203" pitchFamily="50" charset="-127"/>
              </a:rPr>
              <a:t>H52A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)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와인더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조립 공정 자동보정 수평전개 현황</a:t>
            </a:r>
            <a:endParaRPr kumimoji="0" lang="en-US" altLang="ko-KR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8" name="제목 1">
            <a:extLst>
              <a:ext uri="{FF2B5EF4-FFF2-40B4-BE49-F238E27FC236}">
                <a16:creationId xmlns:a16="http://schemas.microsoft.com/office/drawing/2014/main" id="{960A0393-6219-4F55-98F3-41CFDE70418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64046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21700(</a:t>
            </a:r>
            <a:r>
              <a:rPr lang="en-US" altLang="ko-KR" sz="1800">
                <a:cs typeface="Malgun Gothic Semilight" panose="020B0502040204020203" pitchFamily="50" charset="-127"/>
              </a:rPr>
              <a:t>H52A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)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수평전개 현황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615D8B7-2F76-467E-B74D-9F119B978A4C}"/>
              </a:ext>
            </a:extLst>
          </p:cNvPr>
          <p:cNvSpPr txBox="1"/>
          <p:nvPr/>
        </p:nvSpPr>
        <p:spPr>
          <a:xfrm>
            <a:off x="95662" y="4077911"/>
            <a:ext cx="5208477" cy="60016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100">
                <a:latin typeface="Arial Narrow"/>
                <a:ea typeface="LG스마트체 Regular"/>
              </a:rPr>
              <a:t>1. </a:t>
            </a:r>
            <a:r>
              <a:rPr lang="ko-KR" altLang="en-US" sz="1100">
                <a:latin typeface="Arial Narrow"/>
                <a:ea typeface="LG스마트체 Regular"/>
              </a:rPr>
              <a:t>양</a:t>
            </a:r>
            <a:r>
              <a:rPr lang="en-US" altLang="ko-KR" sz="1100">
                <a:latin typeface="Arial Narrow"/>
                <a:ea typeface="LG스마트체 Regular"/>
              </a:rPr>
              <a:t>/</a:t>
            </a:r>
            <a:r>
              <a:rPr lang="ko-KR" altLang="en-US" sz="1100">
                <a:latin typeface="Arial Narrow"/>
                <a:ea typeface="LG스마트체 Regular"/>
              </a:rPr>
              <a:t>음극 </a:t>
            </a:r>
            <a:r>
              <a:rPr lang="en-US" altLang="ko-KR" sz="1100">
                <a:latin typeface="Arial Narrow"/>
                <a:ea typeface="LG스마트체 Regular"/>
              </a:rPr>
              <a:t>Notching </a:t>
            </a:r>
            <a:r>
              <a:rPr lang="ko-KR" altLang="en-US" sz="1100">
                <a:latin typeface="Arial Narrow"/>
                <a:ea typeface="LG스마트체 Regular"/>
              </a:rPr>
              <a:t>자동보정</a:t>
            </a:r>
            <a:r>
              <a:rPr lang="en-US" altLang="ko-KR" sz="1100">
                <a:latin typeface="Arial Narrow"/>
                <a:ea typeface="LG스마트체 Regular"/>
              </a:rPr>
              <a:t>, </a:t>
            </a:r>
            <a:r>
              <a:rPr lang="ko-KR" altLang="en-US" sz="1100">
                <a:latin typeface="Arial Narrow"/>
                <a:ea typeface="LG스마트체 Regular"/>
              </a:rPr>
              <a:t>양</a:t>
            </a:r>
            <a:r>
              <a:rPr lang="en-US" altLang="ko-KR" sz="1100">
                <a:latin typeface="Arial Narrow"/>
                <a:ea typeface="LG스마트체 Regular"/>
              </a:rPr>
              <a:t>/</a:t>
            </a:r>
            <a:r>
              <a:rPr lang="ko-KR" altLang="en-US" sz="1100">
                <a:latin typeface="Arial Narrow"/>
                <a:ea typeface="LG스마트체 Regular"/>
              </a:rPr>
              <a:t>음극 주행 </a:t>
            </a:r>
            <a:r>
              <a:rPr lang="ko-KR" altLang="en-US" sz="1100" err="1">
                <a:latin typeface="Arial Narrow"/>
                <a:ea typeface="LG스마트체 Regular"/>
              </a:rPr>
              <a:t>포밍</a:t>
            </a:r>
            <a:r>
              <a:rPr lang="ko-KR" altLang="en-US" sz="1100">
                <a:latin typeface="Arial Narrow"/>
                <a:ea typeface="LG스마트체 Regular"/>
              </a:rPr>
              <a:t> 자동보정 적용을 완료하였습니다</a:t>
            </a:r>
            <a:r>
              <a:rPr lang="en-US" altLang="ko-KR" sz="1100">
                <a:latin typeface="Arial Narrow"/>
                <a:ea typeface="LG스마트체 Regular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100">
                <a:latin typeface="Arial Narrow"/>
                <a:ea typeface="LG스마트체 Regular"/>
              </a:rPr>
              <a:t>2. 6-1, 2</a:t>
            </a:r>
            <a:r>
              <a:rPr lang="ko-KR" altLang="en-US" sz="1100">
                <a:latin typeface="Arial Narrow"/>
                <a:ea typeface="LG스마트체 Regular"/>
              </a:rPr>
              <a:t>호기 제외한 나머지 호기의 증설은 진행 예정이나 정확한 일정은 </a:t>
            </a:r>
            <a:r>
              <a:rPr lang="en-US" altLang="ko-KR" sz="1100">
                <a:latin typeface="Arial Narrow"/>
                <a:ea typeface="LG스마트체 Regular"/>
              </a:rPr>
              <a:t>Fix</a:t>
            </a:r>
            <a:r>
              <a:rPr lang="ko-KR" altLang="en-US" sz="1100">
                <a:latin typeface="Arial Narrow"/>
                <a:ea typeface="LG스마트체 Regular"/>
              </a:rPr>
              <a:t>되지 않았습니다</a:t>
            </a:r>
            <a:r>
              <a:rPr lang="en-US" altLang="ko-KR" sz="1100">
                <a:latin typeface="Arial Narrow"/>
                <a:ea typeface="LG스마트체 Regular"/>
              </a:rPr>
              <a:t>.</a:t>
            </a:r>
          </a:p>
          <a:p>
            <a:pPr>
              <a:defRPr/>
            </a:pPr>
            <a:r>
              <a:rPr lang="en-US" altLang="ko-KR" sz="1100">
                <a:latin typeface="Arial Narrow"/>
                <a:ea typeface="LG스마트체 Regular"/>
              </a:rPr>
              <a:t>3. </a:t>
            </a:r>
            <a:r>
              <a:rPr lang="ko-KR" altLang="en-US" sz="1100">
                <a:latin typeface="Arial Narrow"/>
                <a:ea typeface="LG스마트체 Regular"/>
              </a:rPr>
              <a:t>자동보정 전 항목 </a:t>
            </a:r>
            <a:r>
              <a:rPr lang="en-US" altLang="ko-KR" sz="1100">
                <a:latin typeface="Arial Narrow"/>
                <a:ea typeface="LG스마트체 Regular"/>
              </a:rPr>
              <a:t>6-1, 6-2</a:t>
            </a:r>
            <a:r>
              <a:rPr lang="ko-KR" altLang="en-US" sz="1100">
                <a:latin typeface="Arial Narrow"/>
                <a:ea typeface="LG스마트체 Regular"/>
              </a:rPr>
              <a:t>호기에 수평전개 완료 되었습니다</a:t>
            </a:r>
            <a:r>
              <a:rPr lang="en-US" altLang="ko-KR" sz="1100">
                <a:latin typeface="Arial Narrow"/>
                <a:ea typeface="LG스마트체 Regular"/>
              </a:rPr>
              <a:t>.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F1ED0DE-DC80-49CF-A652-7525238A19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0448815"/>
              </p:ext>
            </p:extLst>
          </p:nvPr>
        </p:nvGraphicFramePr>
        <p:xfrm>
          <a:off x="307974" y="1111176"/>
          <a:ext cx="9339459" cy="2803284"/>
        </p:xfrm>
        <a:graphic>
          <a:graphicData uri="http://schemas.openxmlformats.org/drawingml/2006/table">
            <a:tbl>
              <a:tblPr/>
              <a:tblGrid>
                <a:gridCol w="632743">
                  <a:extLst>
                    <a:ext uri="{9D8B030D-6E8A-4147-A177-3AD203B41FA5}">
                      <a16:colId xmlns:a16="http://schemas.microsoft.com/office/drawing/2014/main" val="2199541021"/>
                    </a:ext>
                  </a:extLst>
                </a:gridCol>
                <a:gridCol w="3041102">
                  <a:extLst>
                    <a:ext uri="{9D8B030D-6E8A-4147-A177-3AD203B41FA5}">
                      <a16:colId xmlns:a16="http://schemas.microsoft.com/office/drawing/2014/main" val="2108972705"/>
                    </a:ext>
                  </a:extLst>
                </a:gridCol>
                <a:gridCol w="499907">
                  <a:extLst>
                    <a:ext uri="{9D8B030D-6E8A-4147-A177-3AD203B41FA5}">
                      <a16:colId xmlns:a16="http://schemas.microsoft.com/office/drawing/2014/main" val="3916326882"/>
                    </a:ext>
                  </a:extLst>
                </a:gridCol>
                <a:gridCol w="2916125">
                  <a:extLst>
                    <a:ext uri="{9D8B030D-6E8A-4147-A177-3AD203B41FA5}">
                      <a16:colId xmlns:a16="http://schemas.microsoft.com/office/drawing/2014/main" val="2986742378"/>
                    </a:ext>
                  </a:extLst>
                </a:gridCol>
                <a:gridCol w="416589">
                  <a:extLst>
                    <a:ext uri="{9D8B030D-6E8A-4147-A177-3AD203B41FA5}">
                      <a16:colId xmlns:a16="http://schemas.microsoft.com/office/drawing/2014/main" val="1940020400"/>
                    </a:ext>
                  </a:extLst>
                </a:gridCol>
                <a:gridCol w="416589">
                  <a:extLst>
                    <a:ext uri="{9D8B030D-6E8A-4147-A177-3AD203B41FA5}">
                      <a16:colId xmlns:a16="http://schemas.microsoft.com/office/drawing/2014/main" val="2366279008"/>
                    </a:ext>
                  </a:extLst>
                </a:gridCol>
                <a:gridCol w="499907">
                  <a:extLst>
                    <a:ext uri="{9D8B030D-6E8A-4147-A177-3AD203B41FA5}">
                      <a16:colId xmlns:a16="http://schemas.microsoft.com/office/drawing/2014/main" val="2085714403"/>
                    </a:ext>
                  </a:extLst>
                </a:gridCol>
                <a:gridCol w="916497">
                  <a:extLst>
                    <a:ext uri="{9D8B030D-6E8A-4147-A177-3AD203B41FA5}">
                      <a16:colId xmlns:a16="http://schemas.microsoft.com/office/drawing/2014/main" val="640601023"/>
                    </a:ext>
                  </a:extLst>
                </a:gridCol>
              </a:tblGrid>
              <a:tr h="182144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세부공정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대상항목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 </a:t>
                      </a:r>
                      <a:b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or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일반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Process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Parameter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 수평전개 현황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5006984"/>
                  </a:ext>
                </a:extLst>
              </a:tr>
              <a:tr h="1821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 6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  <a:endParaRPr 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78502868"/>
                  </a:ext>
                </a:extLst>
              </a:tr>
              <a:tr h="1821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구축률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74909290"/>
                  </a:ext>
                </a:extLst>
              </a:tr>
              <a:tr h="182144">
                <a:tc rowSpan="1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와인더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Slitting Line ↔ Tab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골 길이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일반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Notching EPS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사행 기준값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12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5008187"/>
                  </a:ext>
                </a:extLst>
              </a:tr>
              <a:tr h="1821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Slitting Line ↔ Tab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골 길이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일반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Notching EPS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사행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기준값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4802746"/>
                  </a:ext>
                </a:extLst>
              </a:tr>
              <a:tr h="1821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Pre-forming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각도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Pre-forming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위치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Pre-forming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높이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)(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 보정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2804343"/>
                  </a:ext>
                </a:extLst>
              </a:tr>
              <a:tr h="1821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Pre-forming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각도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Pre-forming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위치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Pre-forming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높이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)(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 보정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4753232"/>
                  </a:ext>
                </a:extLst>
              </a:tr>
              <a:tr h="1821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분리막 사행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상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하부 분리막간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Gap)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상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하부 분리막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EPS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사행 기준값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766394"/>
                  </a:ext>
                </a:extLst>
              </a:tr>
              <a:tr h="1821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음극탭부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]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Gap (F1)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EPS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사행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기준값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713294"/>
                  </a:ext>
                </a:extLst>
              </a:tr>
              <a:tr h="1821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양극탭부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]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Gap (F2)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EPS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사행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기준값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725585"/>
                  </a:ext>
                </a:extLst>
              </a:tr>
              <a:tr h="2177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양극탭부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]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상부 분리막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~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Slitting Line Gap (E2)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EPS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사행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기준값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549842"/>
                  </a:ext>
                </a:extLst>
              </a:tr>
              <a:tr h="2177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음극탭부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]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하부 분리막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~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Slitting Line Gap (E3)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일반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EPS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사행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기준값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6265526"/>
                  </a:ext>
                </a:extLst>
              </a:tr>
              <a:tr h="1821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노칭골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~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분리막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Gap (CW1)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EPS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사행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기준값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baseline="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1695802"/>
                  </a:ext>
                </a:extLst>
              </a:tr>
              <a:tr h="1821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노칭골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~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분리막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Gap (AW1)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CTQ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EPS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사행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기준값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7628755"/>
                  </a:ext>
                </a:extLst>
              </a:tr>
              <a:tr h="1821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Seal Tape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부착 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Y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위치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일반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Seal Tape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부착 위치 설정 값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Bold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Bold" panose="020B0600000101010101" pitchFamily="50" charset="-127"/>
                          <a:cs typeface="+mn-cs"/>
                        </a:rPr>
                        <a:t>100.0%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763336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F04AF11-50D5-49B6-A265-556E9598BDBE}"/>
              </a:ext>
            </a:extLst>
          </p:cNvPr>
          <p:cNvSpPr txBox="1"/>
          <p:nvPr/>
        </p:nvSpPr>
        <p:spPr>
          <a:xfrm>
            <a:off x="1611469" y="852435"/>
            <a:ext cx="7861005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lang="en-US" altLang="ko-KR" sz="1100">
                <a:solidFill>
                  <a:srgbClr val="1414FE"/>
                </a:solidFill>
              </a:rPr>
              <a:t>W51) </a:t>
            </a:r>
            <a:r>
              <a:rPr lang="ko-KR" altLang="en-US" sz="1100">
                <a:solidFill>
                  <a:srgbClr val="1414FE"/>
                </a:solidFill>
              </a:rPr>
              <a:t>금주 특이사항 없습니다</a:t>
            </a:r>
            <a:r>
              <a:rPr lang="en-US" altLang="ko-KR" sz="1100">
                <a:solidFill>
                  <a:srgbClr val="1414FE"/>
                </a:solidFill>
              </a:rPr>
              <a:t>.</a:t>
            </a: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67BA07C2-3512-4369-B8B0-8A080581A5E2}"/>
              </a:ext>
            </a:extLst>
          </p:cNvPr>
          <p:cNvSpPr txBox="1">
            <a:spLocks/>
          </p:cNvSpPr>
          <p:nvPr/>
        </p:nvSpPr>
        <p:spPr>
          <a:xfrm>
            <a:off x="8321748" y="172973"/>
            <a:ext cx="95539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원종래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P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2538F03-743C-4E4C-83CE-319524F14C18}"/>
              </a:ext>
            </a:extLst>
          </p:cNvPr>
          <p:cNvSpPr txBox="1"/>
          <p:nvPr/>
        </p:nvSpPr>
        <p:spPr>
          <a:xfrm>
            <a:off x="8321748" y="342250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11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07399AF7-4092-B337-6917-0E79F30D0A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1528342"/>
              </p:ext>
            </p:extLst>
          </p:nvPr>
        </p:nvGraphicFramePr>
        <p:xfrm>
          <a:off x="320626" y="4936247"/>
          <a:ext cx="5993528" cy="158688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15596">
                  <a:extLst>
                    <a:ext uri="{9D8B030D-6E8A-4147-A177-3AD203B41FA5}">
                      <a16:colId xmlns:a16="http://schemas.microsoft.com/office/drawing/2014/main" val="2112374504"/>
                    </a:ext>
                  </a:extLst>
                </a:gridCol>
                <a:gridCol w="896322">
                  <a:extLst>
                    <a:ext uri="{9D8B030D-6E8A-4147-A177-3AD203B41FA5}">
                      <a16:colId xmlns:a16="http://schemas.microsoft.com/office/drawing/2014/main" val="1624465201"/>
                    </a:ext>
                  </a:extLst>
                </a:gridCol>
                <a:gridCol w="896322">
                  <a:extLst>
                    <a:ext uri="{9D8B030D-6E8A-4147-A177-3AD203B41FA5}">
                      <a16:colId xmlns:a16="http://schemas.microsoft.com/office/drawing/2014/main" val="1838897507"/>
                    </a:ext>
                  </a:extLst>
                </a:gridCol>
                <a:gridCol w="896322">
                  <a:extLst>
                    <a:ext uri="{9D8B030D-6E8A-4147-A177-3AD203B41FA5}">
                      <a16:colId xmlns:a16="http://schemas.microsoft.com/office/drawing/2014/main" val="1651921955"/>
                    </a:ext>
                  </a:extLst>
                </a:gridCol>
                <a:gridCol w="896322">
                  <a:extLst>
                    <a:ext uri="{9D8B030D-6E8A-4147-A177-3AD203B41FA5}">
                      <a16:colId xmlns:a16="http://schemas.microsoft.com/office/drawing/2014/main" val="3277729254"/>
                    </a:ext>
                  </a:extLst>
                </a:gridCol>
                <a:gridCol w="896322">
                  <a:extLst>
                    <a:ext uri="{9D8B030D-6E8A-4147-A177-3AD203B41FA5}">
                      <a16:colId xmlns:a16="http://schemas.microsoft.com/office/drawing/2014/main" val="3099604630"/>
                    </a:ext>
                  </a:extLst>
                </a:gridCol>
                <a:gridCol w="896322">
                  <a:extLst>
                    <a:ext uri="{9D8B030D-6E8A-4147-A177-3AD203B41FA5}">
                      <a16:colId xmlns:a16="http://schemas.microsoft.com/office/drawing/2014/main" val="2096486821"/>
                    </a:ext>
                  </a:extLst>
                </a:gridCol>
              </a:tblGrid>
              <a:tr h="3744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latin typeface="Arial Narrow"/>
                          <a:ea typeface="LG스마트체 Regular"/>
                        </a:rPr>
                        <a:t>호기</a:t>
                      </a:r>
                    </a:p>
                  </a:txBody>
                  <a:tcPr marL="18000" marR="18000" marT="7200" marB="720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latin typeface="Arial Narrow"/>
                          <a:ea typeface="LG스마트체 Regular"/>
                        </a:rPr>
                        <a:t>반입</a:t>
                      </a:r>
                    </a:p>
                  </a:txBody>
                  <a:tcPr marL="18000" marR="18000" marT="7200" marB="720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Arial Narrow"/>
                          <a:ea typeface="LG스마트체 Regular"/>
                        </a:rPr>
                        <a:t>I/O Check</a:t>
                      </a:r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latin typeface="Arial Narrow"/>
                          <a:ea typeface="LG스마트체 Regular"/>
                        </a:rPr>
                        <a:t>연동 셋팅</a:t>
                      </a:r>
                    </a:p>
                  </a:txBody>
                  <a:tcPr marL="18000" marR="18000" marT="7200" marB="720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latin typeface="Arial Narrow"/>
                          <a:ea typeface="LG스마트체 Regular"/>
                        </a:rPr>
                        <a:t>품질 </a:t>
                      </a:r>
                      <a:r>
                        <a:rPr lang="en-US" altLang="ko-KR" sz="900" baseline="0">
                          <a:latin typeface="Arial Narrow"/>
                          <a:ea typeface="LG스마트체 Regular"/>
                        </a:rPr>
                        <a:t>&amp; Vision </a:t>
                      </a:r>
                      <a:r>
                        <a:rPr lang="ko-KR" altLang="en-US" sz="900" baseline="0">
                          <a:latin typeface="Arial Narrow"/>
                          <a:ea typeface="LG스마트체 Regular"/>
                        </a:rPr>
                        <a:t>셋팅</a:t>
                      </a:r>
                    </a:p>
                  </a:txBody>
                  <a:tcPr marL="18000" marR="18000" marT="7200" marB="720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latin typeface="Arial Narrow"/>
                          <a:ea typeface="LG스마트체 Regular"/>
                        </a:rPr>
                        <a:t>단기 가동점검</a:t>
                      </a:r>
                    </a:p>
                  </a:txBody>
                  <a:tcPr marL="18000" marR="18000" marT="7200" marB="720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SAT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495342"/>
                  </a:ext>
                </a:extLst>
              </a:tr>
              <a:tr h="1332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호기</a:t>
                      </a:r>
                    </a:p>
                  </a:txBody>
                  <a:tcPr marL="18000" marR="18000" marT="7200" marB="7200" anchor="ctr"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‘25.7.21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‘25.7.30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‘25.8.5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‘25.8.5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’25.8.17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‘25.8.31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extLst>
                  <a:ext uri="{0D108BD9-81ED-4DB2-BD59-A6C34878D82A}">
                    <a16:rowId xmlns:a16="http://schemas.microsoft.com/office/drawing/2014/main" val="3586572774"/>
                  </a:ext>
                </a:extLst>
              </a:tr>
              <a:tr h="1332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호기</a:t>
                      </a:r>
                    </a:p>
                  </a:txBody>
                  <a:tcPr marL="18000" marR="18000" marT="7200" marB="720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‘25.8.9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‘25.8.9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’25.8.17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‘25.8.30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extLst>
                  <a:ext uri="{0D108BD9-81ED-4DB2-BD59-A6C34878D82A}">
                    <a16:rowId xmlns:a16="http://schemas.microsoft.com/office/drawing/2014/main" val="2575955060"/>
                  </a:ext>
                </a:extLst>
              </a:tr>
              <a:tr h="1332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호기</a:t>
                      </a:r>
                    </a:p>
                  </a:txBody>
                  <a:tcPr marL="18000" marR="18000" marT="7200" marB="7200" anchor="ctr"/>
                </a:tc>
                <a:tc rowSpan="6" grid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미정</a:t>
                      </a:r>
                    </a:p>
                  </a:txBody>
                  <a:tcPr marL="18000" marR="18000" marT="7200" marB="7200" anchor="ctr"/>
                </a:tc>
                <a:tc rowSpan="6"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 rowSpan="6"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 rowSpan="6"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 rowSpan="6"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 rowSpan="6"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extLst>
                  <a:ext uri="{0D108BD9-81ED-4DB2-BD59-A6C34878D82A}">
                    <a16:rowId xmlns:a16="http://schemas.microsoft.com/office/drawing/2014/main" val="2522253509"/>
                  </a:ext>
                </a:extLst>
              </a:tr>
              <a:tr h="1332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호기</a:t>
                      </a:r>
                    </a:p>
                  </a:txBody>
                  <a:tcPr marL="18000" marR="18000" marT="7200" marB="7200" anchor="ctr"/>
                </a:tc>
                <a:tc gridSpan="6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extLst>
                  <a:ext uri="{0D108BD9-81ED-4DB2-BD59-A6C34878D82A}">
                    <a16:rowId xmlns:a16="http://schemas.microsoft.com/office/drawing/2014/main" val="1473747810"/>
                  </a:ext>
                </a:extLst>
              </a:tr>
              <a:tr h="1332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호기</a:t>
                      </a:r>
                    </a:p>
                  </a:txBody>
                  <a:tcPr marL="18000" marR="18000" marT="7200" marB="7200" anchor="ctr"/>
                </a:tc>
                <a:tc gridSpan="6"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strike="noStrike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extLst>
                  <a:ext uri="{0D108BD9-81ED-4DB2-BD59-A6C34878D82A}">
                    <a16:rowId xmlns:a16="http://schemas.microsoft.com/office/drawing/2014/main" val="2534996498"/>
                  </a:ext>
                </a:extLst>
              </a:tr>
              <a:tr h="1332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호기</a:t>
                      </a:r>
                    </a:p>
                  </a:txBody>
                  <a:tcPr marL="18000" marR="18000" marT="7200" marB="7200" anchor="ctr"/>
                </a:tc>
                <a:tc gridSpan="6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strike="noStrike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extLst>
                  <a:ext uri="{0D108BD9-81ED-4DB2-BD59-A6C34878D82A}">
                    <a16:rowId xmlns:a16="http://schemas.microsoft.com/office/drawing/2014/main" val="4021898157"/>
                  </a:ext>
                </a:extLst>
              </a:tr>
              <a:tr h="1332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7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호기</a:t>
                      </a:r>
                    </a:p>
                  </a:txBody>
                  <a:tcPr marL="18000" marR="18000" marT="7200" marB="7200" anchor="ctr"/>
                </a:tc>
                <a:tc gridSpan="6"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strike="noStrike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extLst>
                  <a:ext uri="{0D108BD9-81ED-4DB2-BD59-A6C34878D82A}">
                    <a16:rowId xmlns:a16="http://schemas.microsoft.com/office/drawing/2014/main" val="4092154929"/>
                  </a:ext>
                </a:extLst>
              </a:tr>
              <a:tr h="1332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8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호기</a:t>
                      </a:r>
                    </a:p>
                  </a:txBody>
                  <a:tcPr marL="18000" marR="18000" marT="7200" marB="7200" anchor="ctr"/>
                </a:tc>
                <a:tc gridSpan="6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900" strike="noStrike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7200" marB="7200" anchor="ctr"/>
                </a:tc>
                <a:extLst>
                  <a:ext uri="{0D108BD9-81ED-4DB2-BD59-A6C34878D82A}">
                    <a16:rowId xmlns:a16="http://schemas.microsoft.com/office/drawing/2014/main" val="115544039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2027129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6" name="표 1">
            <a:extLst>
              <a:ext uri="{FF2B5EF4-FFF2-40B4-BE49-F238E27FC236}">
                <a16:creationId xmlns:a16="http://schemas.microsoft.com/office/drawing/2014/main" id="{33D55F02-6D8E-4551-BA96-882BCCE1D0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9868680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21700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사행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로직 고도화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NJ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’25.09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원종래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서재근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4D46E176-B856-4BB3-9682-7730921C348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07803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21700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와인더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공정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권취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사행 자동보정 로직 고도화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(1/2)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제목 1">
            <a:extLst>
              <a:ext uri="{FF2B5EF4-FFF2-40B4-BE49-F238E27FC236}">
                <a16:creationId xmlns:a16="http://schemas.microsoft.com/office/drawing/2014/main" id="{CA4D1764-F195-480C-AB6A-AF31FAD2886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1744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조립자동보정팀 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원통형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AC0E64D7-C678-4BFA-BA23-CADEA743A6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3201439"/>
              </p:ext>
            </p:extLst>
          </p:nvPr>
        </p:nvGraphicFramePr>
        <p:xfrm>
          <a:off x="1650029" y="1092844"/>
          <a:ext cx="6972241" cy="54785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0218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32023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39062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금주(W51)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금주 특이사항 없습니다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.</a:t>
                      </a:r>
                      <a:endParaRPr lang="en-US" altLang="ko-KR" sz="900" b="1" i="0" u="none" strike="noStrike" baseline="0" noProof="0">
                        <a:solidFill>
                          <a:srgbClr val="0000FF"/>
                        </a:solidFill>
                        <a:latin typeface="+mn-lt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477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30372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현수준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특정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Slitter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Lane(1, K Lane)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에서 작업된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Pancake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이 와인더 설비에 투입 시 최외곽에서 양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-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음극 오버행 현상이 발생하여 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            Can Crack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유발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① 음극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Side Lane (1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번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K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번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폭 방향 두께 차이에 따라 젤리롤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최외곽 양극 사행 변동이 발생합니다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② 음극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번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K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번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Lane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의 폭 방향 두께 편차가 반대로 형성되어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Lane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의 양극 사행 쏠림 현상이 반대 방향으로 발생합니다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③ 전극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Cutting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전 구간은 젤리롤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권취 시 사행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EPC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보정으로 인해 형상이 유지되지만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Cutting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EPC Clamp open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후 외곽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구간에서 전극 사행이 발생합니다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목표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전극 교체 시점에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Lane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별 사행 구간별 자동보정 적용을 통해 최외곽부 불량률을 감소시키고자 합니다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endParaRPr lang="en-US" altLang="ko-KR" sz="900" b="0" baseline="0">
                        <a:solidFill>
                          <a:srgbClr val="000000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④ 주차별 사행 불량률 현황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b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</a:b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4789FE95-2348-43AA-BA45-0F95C748F2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8641571"/>
              </p:ext>
            </p:extLst>
          </p:nvPr>
        </p:nvGraphicFramePr>
        <p:xfrm>
          <a:off x="2641378" y="1664741"/>
          <a:ext cx="5980892" cy="440055"/>
        </p:xfrm>
        <a:graphic>
          <a:graphicData uri="http://schemas.openxmlformats.org/drawingml/2006/table">
            <a:tbl>
              <a:tblPr/>
              <a:tblGrid>
                <a:gridCol w="1495223">
                  <a:extLst>
                    <a:ext uri="{9D8B030D-6E8A-4147-A177-3AD203B41FA5}">
                      <a16:colId xmlns:a16="http://schemas.microsoft.com/office/drawing/2014/main" val="4122298531"/>
                    </a:ext>
                  </a:extLst>
                </a:gridCol>
                <a:gridCol w="1495223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495223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1495223">
                  <a:extLst>
                    <a:ext uri="{9D8B030D-6E8A-4147-A177-3AD203B41FA5}">
                      <a16:colId xmlns:a16="http://schemas.microsoft.com/office/drawing/2014/main" val="85475786"/>
                    </a:ext>
                  </a:extLst>
                </a:gridCol>
              </a:tblGrid>
              <a:tr h="46157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진행 계획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안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데이터 분석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로직 개발 및 검증 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수평전개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모니터링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관리 방안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‘25.02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‘25.08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’25.08</a:t>
                      </a: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’25.09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5CB6B52A-4202-4A9F-8472-3EBC97A059A2}"/>
              </a:ext>
            </a:extLst>
          </p:cNvPr>
          <p:cNvSpPr txBox="1"/>
          <p:nvPr/>
        </p:nvSpPr>
        <p:spPr>
          <a:xfrm>
            <a:off x="1719701" y="1588838"/>
            <a:ext cx="78098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계획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10483A7-B15F-4419-A078-17739F07346E}"/>
              </a:ext>
            </a:extLst>
          </p:cNvPr>
          <p:cNvSpPr txBox="1"/>
          <p:nvPr/>
        </p:nvSpPr>
        <p:spPr>
          <a:xfrm>
            <a:off x="1860765" y="2146532"/>
            <a:ext cx="49885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배경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E1B06F4-6F31-44E8-A911-7F1C355C1C3F}"/>
              </a:ext>
            </a:extLst>
          </p:cNvPr>
          <p:cNvSpPr txBox="1"/>
          <p:nvPr/>
        </p:nvSpPr>
        <p:spPr>
          <a:xfrm>
            <a:off x="1735731" y="5651796"/>
            <a:ext cx="74892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진행상황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9" name="이등변 삼각형 28">
            <a:extLst>
              <a:ext uri="{FF2B5EF4-FFF2-40B4-BE49-F238E27FC236}">
                <a16:creationId xmlns:a16="http://schemas.microsoft.com/office/drawing/2014/main" id="{1B42EC2D-3712-4E80-87C7-10252EF84E8A}"/>
              </a:ext>
            </a:extLst>
          </p:cNvPr>
          <p:cNvSpPr/>
          <p:nvPr/>
        </p:nvSpPr>
        <p:spPr>
          <a:xfrm rot="10800000">
            <a:off x="6293080" y="1711080"/>
            <a:ext cx="184938" cy="104487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C0715F36-B943-4611-BD1F-023404209F31}"/>
              </a:ext>
            </a:extLst>
          </p:cNvPr>
          <p:cNvSpPr/>
          <p:nvPr/>
        </p:nvSpPr>
        <p:spPr>
          <a:xfrm>
            <a:off x="5629684" y="1813195"/>
            <a:ext cx="1497685" cy="30374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pic>
        <p:nvPicPr>
          <p:cNvPr id="31" name="그림 30">
            <a:extLst>
              <a:ext uri="{FF2B5EF4-FFF2-40B4-BE49-F238E27FC236}">
                <a16:creationId xmlns:a16="http://schemas.microsoft.com/office/drawing/2014/main" id="{9282BF66-F99E-424D-931F-2DAA660B2A38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713189" y="3218030"/>
            <a:ext cx="1122817" cy="538258"/>
          </a:xfrm>
          <a:prstGeom prst="rect">
            <a:avLst/>
          </a:prstGeom>
        </p:spPr>
      </p:pic>
      <p:sp>
        <p:nvSpPr>
          <p:cNvPr id="32" name="TextBox 31">
            <a:extLst>
              <a:ext uri="{FF2B5EF4-FFF2-40B4-BE49-F238E27FC236}">
                <a16:creationId xmlns:a16="http://schemas.microsoft.com/office/drawing/2014/main" id="{C22B20CF-D4E2-4F10-BFBC-36AAAE572EE2}"/>
              </a:ext>
            </a:extLst>
          </p:cNvPr>
          <p:cNvSpPr txBox="1"/>
          <p:nvPr/>
        </p:nvSpPr>
        <p:spPr>
          <a:xfrm>
            <a:off x="3965365" y="2085436"/>
            <a:ext cx="211074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┌ 음극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Slitter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Lane : 1~9, A~K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번 존재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56BA5CAF-CDCA-45FC-8A54-07AF29BC4FFC}"/>
              </a:ext>
            </a:extLst>
          </p:cNvPr>
          <p:cNvSpPr txBox="1"/>
          <p:nvPr/>
        </p:nvSpPr>
        <p:spPr>
          <a:xfrm>
            <a:off x="5650230" y="2070634"/>
            <a:ext cx="334925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ESNJ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법인에서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사행 개선 불량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TDR </a:t>
            </a:r>
            <a:r>
              <a:rPr kumimoji="0" lang="ko-KR" altLang="en-US" sz="7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계획중이며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해당 일정에 맞춰 계획 수립</a:t>
            </a:r>
          </a:p>
        </p:txBody>
      </p: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1BA94166-C353-40C6-B471-8796A149E07C}"/>
              </a:ext>
            </a:extLst>
          </p:cNvPr>
          <p:cNvGrpSpPr/>
          <p:nvPr/>
        </p:nvGrpSpPr>
        <p:grpSpPr>
          <a:xfrm>
            <a:off x="3054506" y="3747054"/>
            <a:ext cx="780452" cy="1717025"/>
            <a:chOff x="3629818" y="3825875"/>
            <a:chExt cx="780452" cy="1717025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6F9DE5C9-5E53-45A0-A234-755E8FE3D889}"/>
                </a:ext>
              </a:extLst>
            </p:cNvPr>
            <p:cNvSpPr/>
            <p:nvPr/>
          </p:nvSpPr>
          <p:spPr>
            <a:xfrm>
              <a:off x="3846015" y="3916772"/>
              <a:ext cx="498855" cy="1445136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BD849DED-FF40-4BEB-BFAE-2684F42722A7}"/>
                </a:ext>
              </a:extLst>
            </p:cNvPr>
            <p:cNvSpPr/>
            <p:nvPr/>
          </p:nvSpPr>
          <p:spPr>
            <a:xfrm>
              <a:off x="3846016" y="3825875"/>
              <a:ext cx="498855" cy="90897"/>
            </a:xfrm>
            <a:prstGeom prst="rect">
              <a:avLst/>
            </a:prstGeom>
            <a:solidFill>
              <a:srgbClr val="FFC000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57E35A57-63F9-48F2-B0E4-04B1BD45A1F1}"/>
                </a:ext>
              </a:extLst>
            </p:cNvPr>
            <p:cNvSpPr/>
            <p:nvPr/>
          </p:nvSpPr>
          <p:spPr>
            <a:xfrm flipV="1">
              <a:off x="3629818" y="5427163"/>
              <a:ext cx="373668" cy="4571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2536380A-B1C4-46A1-83AB-781E7FB582A2}"/>
                </a:ext>
              </a:extLst>
            </p:cNvPr>
            <p:cNvSpPr/>
            <p:nvPr/>
          </p:nvSpPr>
          <p:spPr>
            <a:xfrm>
              <a:off x="3846015" y="5364765"/>
              <a:ext cx="498855" cy="178135"/>
            </a:xfrm>
            <a:prstGeom prst="rect">
              <a:avLst/>
            </a:prstGeom>
            <a:solidFill>
              <a:srgbClr val="FFC000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E00611B4-4C7D-4FA0-8A96-9D00DBF527EE}"/>
                </a:ext>
              </a:extLst>
            </p:cNvPr>
            <p:cNvSpPr/>
            <p:nvPr/>
          </p:nvSpPr>
          <p:spPr>
            <a:xfrm rot="288004">
              <a:off x="3860783" y="3953763"/>
              <a:ext cx="395760" cy="130642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AABF1243-6D47-4003-8FC4-D369E8A5BFC3}"/>
                </a:ext>
              </a:extLst>
            </p:cNvPr>
            <p:cNvSpPr/>
            <p:nvPr/>
          </p:nvSpPr>
          <p:spPr>
            <a:xfrm rot="310598">
              <a:off x="3874769" y="4394649"/>
              <a:ext cx="395760" cy="17121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EEE883C6-25E1-47B2-8198-F98C3B465507}"/>
                </a:ext>
              </a:extLst>
            </p:cNvPr>
            <p:cNvSpPr/>
            <p:nvPr/>
          </p:nvSpPr>
          <p:spPr>
            <a:xfrm rot="270300" flipV="1">
              <a:off x="3935608" y="4461270"/>
              <a:ext cx="474662" cy="537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049FEC13-3E7C-45E8-B8F4-CD5C9763AE72}"/>
                </a:ext>
              </a:extLst>
            </p:cNvPr>
            <p:cNvSpPr/>
            <p:nvPr/>
          </p:nvSpPr>
          <p:spPr>
            <a:xfrm rot="355051">
              <a:off x="3861893" y="4337006"/>
              <a:ext cx="420293" cy="279566"/>
            </a:xfrm>
            <a:prstGeom prst="rect">
              <a:avLst/>
            </a:prstGeom>
            <a:solidFill>
              <a:srgbClr val="FFC000">
                <a:alpha val="30196"/>
              </a:srgbClr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  <p:pic>
        <p:nvPicPr>
          <p:cNvPr id="43" name="그림 42">
            <a:extLst>
              <a:ext uri="{FF2B5EF4-FFF2-40B4-BE49-F238E27FC236}">
                <a16:creationId xmlns:a16="http://schemas.microsoft.com/office/drawing/2014/main" id="{6E7378D9-8756-46F2-88B1-131E7A8B9462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48435" y="3686907"/>
            <a:ext cx="2122071" cy="1538318"/>
          </a:xfrm>
          <a:prstGeom prst="rect">
            <a:avLst/>
          </a:prstGeom>
        </p:spPr>
      </p:pic>
      <p:sp>
        <p:nvSpPr>
          <p:cNvPr id="44" name="TextBox 43">
            <a:extLst>
              <a:ext uri="{FF2B5EF4-FFF2-40B4-BE49-F238E27FC236}">
                <a16:creationId xmlns:a16="http://schemas.microsoft.com/office/drawing/2014/main" id="{A24A841B-9331-4F01-A483-37016AF33753}"/>
              </a:ext>
            </a:extLst>
          </p:cNvPr>
          <p:cNvSpPr txBox="1"/>
          <p:nvPr/>
        </p:nvSpPr>
        <p:spPr>
          <a:xfrm>
            <a:off x="2516775" y="3809320"/>
            <a:ext cx="828693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음극 폭 방향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두께 편차 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있을 시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양극 사행 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쏠림 발생 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(EPC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사행보정 없을 시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)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pic>
        <p:nvPicPr>
          <p:cNvPr id="45" name="그림 44">
            <a:extLst>
              <a:ext uri="{FF2B5EF4-FFF2-40B4-BE49-F238E27FC236}">
                <a16:creationId xmlns:a16="http://schemas.microsoft.com/office/drawing/2014/main" id="{732C0C1F-6A3C-44BA-A5AB-4318AF4867BC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174531" y="4291856"/>
            <a:ext cx="1421785" cy="1117365"/>
          </a:xfrm>
          <a:prstGeom prst="rect">
            <a:avLst/>
          </a:prstGeom>
        </p:spPr>
      </p:pic>
      <p:pic>
        <p:nvPicPr>
          <p:cNvPr id="46" name="그림 45">
            <a:extLst>
              <a:ext uri="{FF2B5EF4-FFF2-40B4-BE49-F238E27FC236}">
                <a16:creationId xmlns:a16="http://schemas.microsoft.com/office/drawing/2014/main" id="{AF2AF32E-F799-4A4A-8FFA-974E5E4AA2B5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747981" y="4299080"/>
            <a:ext cx="825311" cy="1060149"/>
          </a:xfrm>
          <a:prstGeom prst="rect">
            <a:avLst/>
          </a:prstGeom>
        </p:spPr>
      </p:pic>
      <p:pic>
        <p:nvPicPr>
          <p:cNvPr id="47" name="그림 46">
            <a:extLst>
              <a:ext uri="{FF2B5EF4-FFF2-40B4-BE49-F238E27FC236}">
                <a16:creationId xmlns:a16="http://schemas.microsoft.com/office/drawing/2014/main" id="{92E80D41-A707-4EED-93AA-73BB88837434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732997" y="3391038"/>
            <a:ext cx="1561063" cy="889593"/>
          </a:xfrm>
          <a:prstGeom prst="rect">
            <a:avLst/>
          </a:prstGeom>
        </p:spPr>
      </p:pic>
      <p:grpSp>
        <p:nvGrpSpPr>
          <p:cNvPr id="48" name="그룹 47">
            <a:extLst>
              <a:ext uri="{FF2B5EF4-FFF2-40B4-BE49-F238E27FC236}">
                <a16:creationId xmlns:a16="http://schemas.microsoft.com/office/drawing/2014/main" id="{149B2687-A224-4EB7-9454-8C8D99CB390D}"/>
              </a:ext>
            </a:extLst>
          </p:cNvPr>
          <p:cNvGrpSpPr/>
          <p:nvPr/>
        </p:nvGrpSpPr>
        <p:grpSpPr>
          <a:xfrm>
            <a:off x="8226535" y="3409307"/>
            <a:ext cx="542375" cy="608244"/>
            <a:chOff x="6138578" y="3584198"/>
            <a:chExt cx="542375" cy="608244"/>
          </a:xfrm>
        </p:grpSpPr>
        <p:grpSp>
          <p:nvGrpSpPr>
            <p:cNvPr id="49" name="그룹 48">
              <a:extLst>
                <a:ext uri="{FF2B5EF4-FFF2-40B4-BE49-F238E27FC236}">
                  <a16:creationId xmlns:a16="http://schemas.microsoft.com/office/drawing/2014/main" id="{42828993-318D-430A-B38D-ED84FBC31F0B}"/>
                </a:ext>
              </a:extLst>
            </p:cNvPr>
            <p:cNvGrpSpPr/>
            <p:nvPr/>
          </p:nvGrpSpPr>
          <p:grpSpPr>
            <a:xfrm>
              <a:off x="6138578" y="3584198"/>
              <a:ext cx="228774" cy="608244"/>
              <a:chOff x="3846015" y="3825875"/>
              <a:chExt cx="498856" cy="1216489"/>
            </a:xfrm>
          </p:grpSpPr>
          <p:sp>
            <p:nvSpPr>
              <p:cNvPr id="61" name="직사각형 60">
                <a:extLst>
                  <a:ext uri="{FF2B5EF4-FFF2-40B4-BE49-F238E27FC236}">
                    <a16:creationId xmlns:a16="http://schemas.microsoft.com/office/drawing/2014/main" id="{DC7844CB-ED24-4A62-9BC5-E94EB763C280}"/>
                  </a:ext>
                </a:extLst>
              </p:cNvPr>
              <p:cNvSpPr/>
              <p:nvPr/>
            </p:nvSpPr>
            <p:spPr>
              <a:xfrm>
                <a:off x="3846015" y="3916771"/>
                <a:ext cx="498856" cy="938557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Narrow"/>
                  <a:ea typeface="LG스마트체 Regular"/>
                  <a:cs typeface="+mn-cs"/>
                </a:endParaRPr>
              </a:p>
            </p:txBody>
          </p:sp>
          <p:sp>
            <p:nvSpPr>
              <p:cNvPr id="62" name="직사각형 61">
                <a:extLst>
                  <a:ext uri="{FF2B5EF4-FFF2-40B4-BE49-F238E27FC236}">
                    <a16:creationId xmlns:a16="http://schemas.microsoft.com/office/drawing/2014/main" id="{65AEA540-9143-431D-A398-1308BC78F317}"/>
                  </a:ext>
                </a:extLst>
              </p:cNvPr>
              <p:cNvSpPr/>
              <p:nvPr/>
            </p:nvSpPr>
            <p:spPr>
              <a:xfrm>
                <a:off x="3846016" y="3825875"/>
                <a:ext cx="498855" cy="90897"/>
              </a:xfrm>
              <a:prstGeom prst="rect">
                <a:avLst/>
              </a:prstGeom>
              <a:solidFill>
                <a:srgbClr val="FFC000"/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Narrow"/>
                  <a:ea typeface="LG스마트체 Regular"/>
                  <a:cs typeface="+mn-cs"/>
                </a:endParaRPr>
              </a:p>
            </p:txBody>
          </p:sp>
          <p:sp>
            <p:nvSpPr>
              <p:cNvPr id="63" name="직사각형 62">
                <a:extLst>
                  <a:ext uri="{FF2B5EF4-FFF2-40B4-BE49-F238E27FC236}">
                    <a16:creationId xmlns:a16="http://schemas.microsoft.com/office/drawing/2014/main" id="{FA46CF0A-9DD1-4CB6-A2C3-4CC9DA7C497A}"/>
                  </a:ext>
                </a:extLst>
              </p:cNvPr>
              <p:cNvSpPr/>
              <p:nvPr/>
            </p:nvSpPr>
            <p:spPr>
              <a:xfrm>
                <a:off x="3846015" y="4864230"/>
                <a:ext cx="498856" cy="178134"/>
              </a:xfrm>
              <a:prstGeom prst="rect">
                <a:avLst/>
              </a:prstGeom>
              <a:solidFill>
                <a:srgbClr val="FFC000"/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Narrow"/>
                  <a:ea typeface="LG스마트체 Regular"/>
                  <a:cs typeface="+mn-cs"/>
                </a:endParaRPr>
              </a:p>
            </p:txBody>
          </p:sp>
        </p:grpSp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57EBE3CD-C5C2-4D6C-83D4-2EC4D539A8BA}"/>
                </a:ext>
              </a:extLst>
            </p:cNvPr>
            <p:cNvSpPr/>
            <p:nvPr/>
          </p:nvSpPr>
          <p:spPr>
            <a:xfrm>
              <a:off x="6155750" y="3663679"/>
              <a:ext cx="45719" cy="45719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+mn-cs"/>
                </a:rPr>
                <a:t>1</a:t>
              </a:r>
              <a:endPara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</p:txBody>
        </p: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085DDC03-0397-42EC-93DB-4FBAD81880C8}"/>
                </a:ext>
              </a:extLst>
            </p:cNvPr>
            <p:cNvSpPr/>
            <p:nvPr/>
          </p:nvSpPr>
          <p:spPr>
            <a:xfrm>
              <a:off x="6225936" y="3663679"/>
              <a:ext cx="45719" cy="45719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+mn-cs"/>
                </a:rPr>
                <a:t>2</a:t>
              </a:r>
              <a:endPara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</p:txBody>
        </p:sp>
        <p:sp>
          <p:nvSpPr>
            <p:cNvPr id="52" name="타원 51">
              <a:extLst>
                <a:ext uri="{FF2B5EF4-FFF2-40B4-BE49-F238E27FC236}">
                  <a16:creationId xmlns:a16="http://schemas.microsoft.com/office/drawing/2014/main" id="{4D997189-3831-4B44-A1D0-CD25A3DFD656}"/>
                </a:ext>
              </a:extLst>
            </p:cNvPr>
            <p:cNvSpPr/>
            <p:nvPr/>
          </p:nvSpPr>
          <p:spPr>
            <a:xfrm>
              <a:off x="6296995" y="3663679"/>
              <a:ext cx="45719" cy="45719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+mn-cs"/>
                </a:rPr>
                <a:t>3</a:t>
              </a:r>
              <a:endPara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</p:txBody>
        </p:sp>
        <p:sp>
          <p:nvSpPr>
            <p:cNvPr id="53" name="타원 52">
              <a:extLst>
                <a:ext uri="{FF2B5EF4-FFF2-40B4-BE49-F238E27FC236}">
                  <a16:creationId xmlns:a16="http://schemas.microsoft.com/office/drawing/2014/main" id="{0891D14C-F47B-4052-9C52-3A61AC8E7D7B}"/>
                </a:ext>
              </a:extLst>
            </p:cNvPr>
            <p:cNvSpPr/>
            <p:nvPr/>
          </p:nvSpPr>
          <p:spPr>
            <a:xfrm>
              <a:off x="6297351" y="3816079"/>
              <a:ext cx="45719" cy="45719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</p:txBody>
        </p:sp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0ABB98C0-F0F7-49CE-8D5E-B31613CB1BD0}"/>
                </a:ext>
              </a:extLst>
            </p:cNvPr>
            <p:cNvSpPr/>
            <p:nvPr/>
          </p:nvSpPr>
          <p:spPr>
            <a:xfrm>
              <a:off x="6151671" y="3816079"/>
              <a:ext cx="45719" cy="45719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970FCA9F-8D58-4E47-B0C6-78F9CA63E60E}"/>
                </a:ext>
              </a:extLst>
            </p:cNvPr>
            <p:cNvSpPr/>
            <p:nvPr/>
          </p:nvSpPr>
          <p:spPr>
            <a:xfrm>
              <a:off x="6224511" y="3816079"/>
              <a:ext cx="45719" cy="45719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</p:txBody>
        </p:sp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9C4E3616-9FF8-412D-BF1B-E2C85C2AF7F6}"/>
                </a:ext>
              </a:extLst>
            </p:cNvPr>
            <p:cNvSpPr/>
            <p:nvPr/>
          </p:nvSpPr>
          <p:spPr>
            <a:xfrm>
              <a:off x="6297351" y="3974383"/>
              <a:ext cx="45719" cy="45719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</p:txBody>
        </p:sp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5A83262B-0C5D-4878-9F12-29E27E21E932}"/>
                </a:ext>
              </a:extLst>
            </p:cNvPr>
            <p:cNvSpPr/>
            <p:nvPr/>
          </p:nvSpPr>
          <p:spPr>
            <a:xfrm>
              <a:off x="6151671" y="3974383"/>
              <a:ext cx="45719" cy="45719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1AC61BA8-E90F-4B27-90C0-72F68C3FFED2}"/>
                </a:ext>
              </a:extLst>
            </p:cNvPr>
            <p:cNvSpPr/>
            <p:nvPr/>
          </p:nvSpPr>
          <p:spPr>
            <a:xfrm>
              <a:off x="6224511" y="3974383"/>
              <a:ext cx="45719" cy="45719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</p:txBody>
        </p:sp>
        <p:cxnSp>
          <p:nvCxnSpPr>
            <p:cNvPr id="59" name="직선 화살표 연결선 58">
              <a:extLst>
                <a:ext uri="{FF2B5EF4-FFF2-40B4-BE49-F238E27FC236}">
                  <a16:creationId xmlns:a16="http://schemas.microsoft.com/office/drawing/2014/main" id="{A7BC8ECC-487B-4F5C-9C85-1C68DF7A0650}"/>
                </a:ext>
              </a:extLst>
            </p:cNvPr>
            <p:cNvCxnSpPr/>
            <p:nvPr/>
          </p:nvCxnSpPr>
          <p:spPr>
            <a:xfrm>
              <a:off x="6424611" y="3629647"/>
              <a:ext cx="0" cy="518262"/>
            </a:xfrm>
            <a:prstGeom prst="straightConnector1">
              <a:avLst/>
            </a:prstGeom>
            <a:ln>
              <a:solidFill>
                <a:schemeClr val="accent2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157A4E3D-7367-4185-89B6-50F46A8B4F0A}"/>
                </a:ext>
              </a:extLst>
            </p:cNvPr>
            <p:cNvSpPr txBox="1"/>
            <p:nvPr/>
          </p:nvSpPr>
          <p:spPr>
            <a:xfrm>
              <a:off x="6348155" y="3584961"/>
              <a:ext cx="33279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+mn-cs"/>
                </a:rPr>
                <a:t>전극</a:t>
              </a:r>
              <a:endPara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+mn-cs"/>
                </a:rPr>
                <a:t>주행</a:t>
              </a:r>
              <a:endPara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+mn-cs"/>
                </a:rPr>
                <a:t>방향</a:t>
              </a:r>
              <a:endPara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768820E6-7DC9-4513-B200-1B56953FA671}"/>
              </a:ext>
            </a:extLst>
          </p:cNvPr>
          <p:cNvSpPr txBox="1"/>
          <p:nvPr/>
        </p:nvSpPr>
        <p:spPr>
          <a:xfrm>
            <a:off x="7922778" y="3259135"/>
            <a:ext cx="82869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5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※</a:t>
            </a:r>
            <a:r>
              <a:rPr kumimoji="0" lang="ko-KR" altLang="en-US" sz="5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음극 두께 측정 위치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0F71EE0-1B22-4B21-AD3F-A56E5F1E363A}"/>
              </a:ext>
            </a:extLst>
          </p:cNvPr>
          <p:cNvSpPr txBox="1"/>
          <p:nvPr/>
        </p:nvSpPr>
        <p:spPr>
          <a:xfrm>
            <a:off x="3789722" y="5190764"/>
            <a:ext cx="334925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※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전극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Cutting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EPC Open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구간 발생하며</a:t>
            </a:r>
            <a:endParaRPr kumimoji="0" lang="en-US" altLang="ko-KR" sz="7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   EPC Open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구간에서는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EPC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보정 불가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E64D67A8-BF09-4EC9-848A-4F7300BBDB3A}"/>
              </a:ext>
            </a:extLst>
          </p:cNvPr>
          <p:cNvSpPr/>
          <p:nvPr/>
        </p:nvSpPr>
        <p:spPr>
          <a:xfrm>
            <a:off x="5901405" y="274808"/>
            <a:ext cx="2318263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900">
                <a:latin typeface="+mn-ea"/>
              </a:rPr>
              <a:t>[ 과제번호 : 조립자동보정-#</a:t>
            </a:r>
            <a:r>
              <a:rPr lang="en-US" altLang="ko-KR" sz="900">
                <a:latin typeface="+mn-ea"/>
              </a:rPr>
              <a:t>9</a:t>
            </a:r>
            <a:r>
              <a:rPr lang="ko-KR" altLang="en-US" sz="900">
                <a:latin typeface="+mn-ea"/>
              </a:rPr>
              <a:t>, 진행 상태 : </a:t>
            </a:r>
            <a:r>
              <a:rPr lang="ko-KR" altLang="en-US" sz="9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900">
                <a:latin typeface="+mn-ea"/>
              </a:rPr>
              <a:t>]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DF67FEB9-4AB7-4D44-9D13-B27C7C303C42}"/>
              </a:ext>
            </a:extLst>
          </p:cNvPr>
          <p:cNvSpPr txBox="1"/>
          <p:nvPr/>
        </p:nvSpPr>
        <p:spPr>
          <a:xfrm>
            <a:off x="8321748" y="342250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>
                <a:latin typeface="Arial Narrow"/>
                <a:ea typeface="맑은 고딕"/>
                <a:cs typeface="Malgun Gothic Semilight"/>
              </a:rPr>
              <a:t>: 12/16 11</a:t>
            </a:r>
            <a:r>
              <a:rPr lang="ko-KR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71" name="내용 개체 틀 20">
            <a:extLst>
              <a:ext uri="{FF2B5EF4-FFF2-40B4-BE49-F238E27FC236}">
                <a16:creationId xmlns:a16="http://schemas.microsoft.com/office/drawing/2014/main" id="{C9AF2676-262D-494B-A4F2-AD4F72D11910}"/>
              </a:ext>
            </a:extLst>
          </p:cNvPr>
          <p:cNvSpPr txBox="1">
            <a:spLocks/>
          </p:cNvSpPr>
          <p:nvPr/>
        </p:nvSpPr>
        <p:spPr>
          <a:xfrm>
            <a:off x="8321748" y="172973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서재근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P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graphicFrame>
        <p:nvGraphicFramePr>
          <p:cNvPr id="64" name="표 63">
            <a:extLst>
              <a:ext uri="{FF2B5EF4-FFF2-40B4-BE49-F238E27FC236}">
                <a16:creationId xmlns:a16="http://schemas.microsoft.com/office/drawing/2014/main" id="{0705FDA6-9762-4EFD-84D1-BBEE26F619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8615670"/>
              </p:ext>
            </p:extLst>
          </p:nvPr>
        </p:nvGraphicFramePr>
        <p:xfrm>
          <a:off x="2953691" y="5888277"/>
          <a:ext cx="5358777" cy="254210"/>
        </p:xfrm>
        <a:graphic>
          <a:graphicData uri="http://schemas.openxmlformats.org/drawingml/2006/table">
            <a:tbl>
              <a:tblPr/>
              <a:tblGrid>
                <a:gridCol w="763417">
                  <a:extLst>
                    <a:ext uri="{9D8B030D-6E8A-4147-A177-3AD203B41FA5}">
                      <a16:colId xmlns:a16="http://schemas.microsoft.com/office/drawing/2014/main" val="77834441"/>
                    </a:ext>
                  </a:extLst>
                </a:gridCol>
                <a:gridCol w="563360">
                  <a:extLst>
                    <a:ext uri="{9D8B030D-6E8A-4147-A177-3AD203B41FA5}">
                      <a16:colId xmlns:a16="http://schemas.microsoft.com/office/drawing/2014/main" val="2806242171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960906066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28845403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121595456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987017917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34882097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027659865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6080726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707356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Category</a:t>
                      </a:r>
                    </a:p>
                  </a:txBody>
                  <a:tcPr marL="6414" marR="6414" marT="641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  <a:endParaRPr lang="en-US" altLang="ko-KR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14" marR="6414" marT="641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W43</a:t>
                      </a:r>
                      <a:endParaRPr lang="en-US"/>
                    </a:p>
                  </a:txBody>
                  <a:tcPr marL="6414" marR="6414" marT="641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W44</a:t>
                      </a:r>
                      <a:endParaRPr lang="en-US"/>
                    </a:p>
                  </a:txBody>
                  <a:tcPr marL="6414" marR="6414" marT="641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W45</a:t>
                      </a:r>
                    </a:p>
                  </a:txBody>
                  <a:tcPr marL="6414" marR="6414" marT="641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W46</a:t>
                      </a:r>
                    </a:p>
                  </a:txBody>
                  <a:tcPr marL="6414" marR="6414" marT="641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W47</a:t>
                      </a:r>
                    </a:p>
                  </a:txBody>
                  <a:tcPr marL="6414" marR="6414" marT="641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W48</a:t>
                      </a:r>
                    </a:p>
                  </a:txBody>
                  <a:tcPr marL="6414" marR="6414" marT="641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W49</a:t>
                      </a:r>
                    </a:p>
                  </a:txBody>
                  <a:tcPr marL="6414" marR="6414" marT="641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1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W50</a:t>
                      </a:r>
                    </a:p>
                  </a:txBody>
                  <a:tcPr marL="6414" marR="6414" marT="641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4946259"/>
                  </a:ext>
                </a:extLst>
              </a:tr>
              <a:tr h="141116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사행 불량률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14" marR="6414" marT="641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15~30</a:t>
                      </a: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14" marR="6414" marT="641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0.076%</a:t>
                      </a:r>
                      <a:endParaRPr lang="en-US"/>
                    </a:p>
                  </a:txBody>
                  <a:tcPr marL="6414" marR="6414" marT="641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0.077%</a:t>
                      </a:r>
                      <a:endParaRPr lang="en-US"/>
                    </a:p>
                  </a:txBody>
                  <a:tcPr marL="6414" marR="6414" marT="641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0.076%</a:t>
                      </a:r>
                    </a:p>
                  </a:txBody>
                  <a:tcPr marL="6414" marR="6414" marT="641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0.089%</a:t>
                      </a:r>
                    </a:p>
                  </a:txBody>
                  <a:tcPr marL="6414" marR="6414" marT="641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0.086%</a:t>
                      </a:r>
                    </a:p>
                  </a:txBody>
                  <a:tcPr marL="6414" marR="6414" marT="641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0.091%</a:t>
                      </a:r>
                    </a:p>
                  </a:txBody>
                  <a:tcPr marL="6414" marR="6414" marT="641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0.120%</a:t>
                      </a:r>
                    </a:p>
                  </a:txBody>
                  <a:tcPr marL="6414" marR="6414" marT="641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0.090%</a:t>
                      </a:r>
                    </a:p>
                  </a:txBody>
                  <a:tcPr marL="6414" marR="6414" marT="641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1918721"/>
                  </a:ext>
                </a:extLst>
              </a:tr>
            </a:tbl>
          </a:graphicData>
        </a:graphic>
      </p:graphicFrame>
      <p:sp>
        <p:nvSpPr>
          <p:cNvPr id="67" name="직사각형 66">
            <a:extLst>
              <a:ext uri="{FF2B5EF4-FFF2-40B4-BE49-F238E27FC236}">
                <a16:creationId xmlns:a16="http://schemas.microsoft.com/office/drawing/2014/main" id="{8A11FFD8-3196-4FCF-997A-9C4425C57362}"/>
              </a:ext>
            </a:extLst>
          </p:cNvPr>
          <p:cNvSpPr/>
          <p:nvPr/>
        </p:nvSpPr>
        <p:spPr>
          <a:xfrm>
            <a:off x="7733827" y="6354630"/>
            <a:ext cx="96803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r">
              <a:defRPr/>
            </a:pPr>
            <a:r>
              <a:rPr lang="en-US" altLang="ko-KR" sz="1000" b="1">
                <a:solidFill>
                  <a:srgbClr val="000000"/>
                </a:solidFill>
                <a:latin typeface="LG스마트체 Regular"/>
              </a:rPr>
              <a:t>(</a:t>
            </a:r>
            <a:r>
              <a:rPr lang="ko-KR" altLang="en-US" sz="1000" b="1">
                <a:solidFill>
                  <a:srgbClr val="000000"/>
                </a:solidFill>
                <a:latin typeface="LG스마트체 Regular"/>
              </a:rPr>
              <a:t>다음 장 계속</a:t>
            </a:r>
            <a:r>
              <a:rPr lang="en-US" altLang="ko-KR" sz="1000" b="1">
                <a:solidFill>
                  <a:srgbClr val="000000"/>
                </a:solidFill>
                <a:latin typeface="LG스마트체 Regular"/>
              </a:rPr>
              <a:t>..)</a:t>
            </a:r>
            <a:endParaRPr lang="ko-KR" altLang="en-US" sz="2000">
              <a:solidFill>
                <a:srgbClr val="1414F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9307129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6" name="표 1">
            <a:extLst>
              <a:ext uri="{FF2B5EF4-FFF2-40B4-BE49-F238E27FC236}">
                <a16:creationId xmlns:a16="http://schemas.microsoft.com/office/drawing/2014/main" id="{33D55F02-6D8E-4551-BA96-882BCCE1D0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9778443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21700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사행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로직 고도화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NJ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’25.09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원종래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서재근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4D46E176-B856-4BB3-9682-7730921C348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49963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21700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와인더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공정 권취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사행 자동보정 로직 고도화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(2/2)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제목 1">
            <a:extLst>
              <a:ext uri="{FF2B5EF4-FFF2-40B4-BE49-F238E27FC236}">
                <a16:creationId xmlns:a16="http://schemas.microsoft.com/office/drawing/2014/main" id="{CA4D1764-F195-480C-AB6A-AF31FAD2886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1744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조립자동보정팀 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원통형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AC0E64D7-C678-4BFA-BA23-CADEA743A6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238731"/>
              </p:ext>
            </p:extLst>
          </p:nvPr>
        </p:nvGraphicFramePr>
        <p:xfrm>
          <a:off x="1650029" y="1088081"/>
          <a:ext cx="6972241" cy="549774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0218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32023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41956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금주(W51)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금주 특이사항 없습니다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.</a:t>
                      </a:r>
                      <a:endParaRPr lang="en-US" altLang="ko-KR" sz="900" b="1" i="0" u="none" strike="noStrike" baseline="0" noProof="0">
                        <a:solidFill>
                          <a:srgbClr val="0000FF"/>
                        </a:solidFill>
                        <a:latin typeface="+mn-lt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652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46631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⑥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9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 기준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라인 양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음극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Gap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불량 유형 분석 결과 양극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트렌드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음극 트렌드로 인한 불량이 높아 전극 트렌드에 대한 불량 보정           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로직 고도화 방안 검토 진행중입니다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현재 자동보정 로직은 재료 간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Gap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보정이 우선적으로 구성되어 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.)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23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호 라인 양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음극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Gap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불량률은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0.022%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이며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 중 전극 트렌드로 인한 불량률은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0.011%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52.953%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비중을 차지합니다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사행 불량을 판정하는 총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17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중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Raw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데이터를 통해 분석 가능한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14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로직별로 세부 사행 불량률 분석 진행하였으며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우선순위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를 정하여 자동보정 로직 고도화 검토 진행 예정입니다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현재 표준리포트 기준 사행 불량 항목은 불량 코드 기준으로 집계되고 있어 시스템 상으로 로직별 불량률 파악이 불가능합니다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이를 분석하기 위해 파이썬을 통해 양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불 판정 로직 구현 후 로직별 세부 불량률 분석 진행하였습니다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→ 분석 결과 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1.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연탄 판정에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항목이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Top3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를 차지하고 있으며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사행 불량률 중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64.56%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비중을 차지하고 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2.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양극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Trend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판정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양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음극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Gap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불량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불량이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11.106%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Top4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항목으로 확인되었습니다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3.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최외각부 양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음극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Gap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불량 판정이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5.815%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Top5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항목으로 확인되었습니다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위의 분석 결과를 토대로 불량률이 높은 판정 항목에 대해 로직 고도화 검토 진행 예정입니다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⑦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ESOC (9,10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호기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사행 불량률 세부 분석 진행중에 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ESOC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사행 불량률이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0.164%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ESNJ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사행 불량률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(0.078%)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보다 높으며 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양극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음극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Gap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불량이 가장 높아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Site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간 차이점 분석 진행중입니다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(~11/28)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차 분석 결과 양극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음극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Gap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불량이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0.114%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 전체 불량률 중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69.4%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비중을 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차지하고 있으며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양극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음극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Gap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불량에 대해 데이터 세부 분석 진행 예정입니다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  (~11/28)</a:t>
                      </a: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7" name="TextBox 26">
            <a:extLst>
              <a:ext uri="{FF2B5EF4-FFF2-40B4-BE49-F238E27FC236}">
                <a16:creationId xmlns:a16="http://schemas.microsoft.com/office/drawing/2014/main" id="{0E1B06F4-6F31-44E8-A911-7F1C355C1C3F}"/>
              </a:ext>
            </a:extLst>
          </p:cNvPr>
          <p:cNvSpPr txBox="1"/>
          <p:nvPr/>
        </p:nvSpPr>
        <p:spPr>
          <a:xfrm>
            <a:off x="1735731" y="3717120"/>
            <a:ext cx="74892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진행상황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CFF2B00-7E0F-4033-9443-0B6C53A331C8}"/>
              </a:ext>
            </a:extLst>
          </p:cNvPr>
          <p:cNvSpPr txBox="1"/>
          <p:nvPr/>
        </p:nvSpPr>
        <p:spPr>
          <a:xfrm>
            <a:off x="6760144" y="3269753"/>
            <a:ext cx="1862126" cy="969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</a:t>
            </a:r>
            <a:r>
              <a:rPr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일정 </a:t>
            </a: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9/16 ~ 29</a:t>
            </a:r>
            <a:r>
              <a:rPr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</a:t>
            </a: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대상호기 </a:t>
            </a: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23</a:t>
            </a:r>
            <a:r>
              <a:rPr lang="ko-KR" altLang="en-US" sz="7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호라인</a:t>
            </a:r>
            <a:r>
              <a:rPr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(8</a:t>
            </a:r>
            <a:r>
              <a:rPr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대 설비</a:t>
            </a: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7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E2C9F9A8-654A-4BFB-9CA2-436B940F4BAB}"/>
              </a:ext>
            </a:extLst>
          </p:cNvPr>
          <p:cNvSpPr/>
          <p:nvPr/>
        </p:nvSpPr>
        <p:spPr>
          <a:xfrm>
            <a:off x="5901405" y="274808"/>
            <a:ext cx="2318263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900">
                <a:latin typeface="+mn-ea"/>
              </a:rPr>
              <a:t>[ 과제번호 : 조립자동보정-#</a:t>
            </a:r>
            <a:r>
              <a:rPr lang="en-US" altLang="ko-KR" sz="900">
                <a:latin typeface="+mn-ea"/>
              </a:rPr>
              <a:t>9</a:t>
            </a:r>
            <a:r>
              <a:rPr lang="ko-KR" altLang="en-US" sz="900">
                <a:latin typeface="+mn-ea"/>
              </a:rPr>
              <a:t>, 진행 상태 : </a:t>
            </a:r>
            <a:r>
              <a:rPr lang="ko-KR" altLang="en-US" sz="9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900">
                <a:latin typeface="+mn-ea"/>
              </a:rPr>
              <a:t>]</a:t>
            </a:r>
          </a:p>
        </p:txBody>
      </p:sp>
      <p:sp>
        <p:nvSpPr>
          <p:cNvPr id="56" name="내용 개체 틀 20">
            <a:extLst>
              <a:ext uri="{FF2B5EF4-FFF2-40B4-BE49-F238E27FC236}">
                <a16:creationId xmlns:a16="http://schemas.microsoft.com/office/drawing/2014/main" id="{0E38A2FD-7C9D-4BFA-86E7-D308A828A913}"/>
              </a:ext>
            </a:extLst>
          </p:cNvPr>
          <p:cNvSpPr txBox="1">
            <a:spLocks/>
          </p:cNvSpPr>
          <p:nvPr/>
        </p:nvSpPr>
        <p:spPr>
          <a:xfrm>
            <a:off x="8321748" y="172973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서재근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P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5E68797A-4CB2-44C2-A3EA-46B05FB814DF}"/>
              </a:ext>
            </a:extLst>
          </p:cNvPr>
          <p:cNvSpPr txBox="1"/>
          <p:nvPr/>
        </p:nvSpPr>
        <p:spPr>
          <a:xfrm>
            <a:off x="5840961" y="2819079"/>
            <a:ext cx="2942452" cy="969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┌ 나머지 로직의 경우 주름 검출</a:t>
            </a: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테이프 검출과 같은 이미지 분석 로직임</a:t>
            </a: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endParaRPr lang="ko-KR" altLang="en-US" sz="7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8F7A2B43-7ED5-498B-9062-64ADB92536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15510" y="3389564"/>
            <a:ext cx="5911389" cy="1715096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B37B5930-E590-474C-B34F-D326DD490861}"/>
              </a:ext>
            </a:extLst>
          </p:cNvPr>
          <p:cNvSpPr txBox="1"/>
          <p:nvPr/>
        </p:nvSpPr>
        <p:spPr>
          <a:xfrm>
            <a:off x="8321748" y="342250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 altLang="ko-KR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: 12/16 11</a:t>
            </a:r>
            <a:r>
              <a:rPr lang="ko-KR" altLang="ko-KR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3DD478D-C479-4012-BEA3-03D4CC86607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0367" y="5273348"/>
            <a:ext cx="1964218" cy="1171828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34640684-1765-4267-9991-13A314005406}"/>
              </a:ext>
            </a:extLst>
          </p:cNvPr>
          <p:cNvSpPr txBox="1"/>
          <p:nvPr/>
        </p:nvSpPr>
        <p:spPr>
          <a:xfrm>
            <a:off x="6660367" y="6473231"/>
            <a:ext cx="1862126" cy="969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</a:t>
            </a:r>
            <a:r>
              <a:rPr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일정 </a:t>
            </a: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10/1 ~ 10/29, </a:t>
            </a:r>
            <a:r>
              <a:rPr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대상호기 </a:t>
            </a: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ESOC 9,10</a:t>
            </a:r>
            <a:r>
              <a:rPr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 </a:t>
            </a: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(16</a:t>
            </a:r>
            <a:r>
              <a:rPr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대</a:t>
            </a: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7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C693972-9163-4E4D-929C-927A9215FAA2}"/>
              </a:ext>
            </a:extLst>
          </p:cNvPr>
          <p:cNvSpPr txBox="1"/>
          <p:nvPr/>
        </p:nvSpPr>
        <p:spPr>
          <a:xfrm>
            <a:off x="7405954" y="5161453"/>
            <a:ext cx="1377459" cy="969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┏ </a:t>
            </a: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10</a:t>
            </a:r>
            <a:r>
              <a:rPr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 전체 </a:t>
            </a: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15~30</a:t>
            </a:r>
            <a:r>
              <a:rPr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 사행 불량률</a:t>
            </a:r>
          </a:p>
        </p:txBody>
      </p:sp>
    </p:spTree>
    <p:extLst>
      <p:ext uri="{BB962C8B-B14F-4D97-AF65-F5344CB8AC3E}">
        <p14:creationId xmlns:p14="http://schemas.microsoft.com/office/powerpoint/2010/main" val="4007070389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7914656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21700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(H52A)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 적용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EP1 6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임인섭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20280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21700(H52A) 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자동보정 프로그램 적용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(1/2)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endParaRPr kumimoji="0" lang="ko-KR" altLang="en-US" sz="1400" b="1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401744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kumimoji="1" lang="en-US" altLang="ko-KR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2. </a:t>
            </a:r>
            <a:r>
              <a:rPr kumimoji="1" lang="ko-KR" altLang="en-US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조립자동보정팀 </a:t>
            </a:r>
            <a:r>
              <a:rPr lang="en-US" altLang="ko-KR" sz="1800">
                <a:cs typeface="Malgun Gothic Semilight" panose="020B0502040204020203" pitchFamily="50" charset="-127"/>
              </a:rPr>
              <a:t>(</a:t>
            </a:r>
            <a:r>
              <a:rPr lang="ko-KR" altLang="en-US" sz="1800">
                <a:cs typeface="Malgun Gothic Semilight" panose="020B0502040204020203" pitchFamily="50" charset="-127"/>
              </a:rPr>
              <a:t>원통형</a:t>
            </a:r>
            <a:r>
              <a:rPr lang="en-US" altLang="ko-KR" sz="1800">
                <a:cs typeface="Malgun Gothic Semilight" panose="020B0502040204020203" pitchFamily="50" charset="-127"/>
              </a:rPr>
              <a:t>)</a:t>
            </a:r>
            <a:endParaRPr lang="ko-KR" altLang="en-US" sz="1800">
              <a:cs typeface="Malgun Gothic Semilight" panose="020B0502040204020203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BF916D-8A9E-4800-92E6-357BE08183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8644229"/>
              </p:ext>
            </p:extLst>
          </p:nvPr>
        </p:nvGraphicFramePr>
        <p:xfrm>
          <a:off x="1645642" y="1100704"/>
          <a:ext cx="7064249" cy="548566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52625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111624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43563">
                <a:tc gridSpan="2"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spc="-1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금주(W51). </a:t>
                      </a:r>
                      <a:r>
                        <a:rPr lang="ko-KR" altLang="en-US" sz="900" b="0" i="0" u="none" strike="noStrike" spc="-1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금주</a:t>
                      </a:r>
                      <a:r>
                        <a:rPr lang="en-US" altLang="ko-KR" sz="900" b="0" i="0" u="none" strike="noStrike" spc="-1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spc="-1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특이사항 없습니다</a:t>
                      </a:r>
                      <a:r>
                        <a:rPr lang="en-US" altLang="ko-KR" sz="900" b="0" i="0" u="none" strike="noStrike" spc="-1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.</a:t>
                      </a:r>
                      <a:endParaRPr lang="en-US" altLang="ko-KR" sz="900" b="0" spc="-10" baseline="0">
                        <a:solidFill>
                          <a:srgbClr val="0000FF"/>
                        </a:solidFill>
                        <a:latin typeface="+mn-lt"/>
                        <a:ea typeface="+mn-ea"/>
                        <a:cs typeface="Malgun Gothic Semilight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749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32944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H52A 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모델은 탭리스 모델로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21700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모델을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NFF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모델과 동일한 공정을 거쳐 생산 예정입니다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항목은 양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음극 노칭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양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음극 주행 포밍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상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하부 분리막 사행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음극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분리막 사행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양극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음극 사행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씰테이프 위치로 총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8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항목입니다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u="none" baseline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1) PLC Interface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테스트 완료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(8/8)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 9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10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 오전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6-1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호기에서 자동보정 전 항목 테스트 및 적용 완료 하였으며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6-2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호기에 수평전개 하였습니다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3) H52A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의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SAT 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당시 데이터와 현재 자동보정 적용 전 후 효과 분석은 아직 샘플일정이 정해지지 않아 샘플 생산 뒤 진행 예정입니다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4) 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현재 전 호기 자동보정 켜놓은 상태로 생산 중에 있습니다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(11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24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일부터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12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일까지 예정되어 있으나 연장될 수 있습니다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→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6-1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호기는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11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26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 오전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11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시부터 전 항목 켠 상태로 생산 중에 있습니다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→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6-2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호기는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11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24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 오후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5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시부터 전 항목 켜놓은 상태로 생산 중에 있습니다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(Seal Tape 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항목은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11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26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ON)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▶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Seal Tape 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자동보정 항목은 검사 결과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CSV File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에서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Column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명을 음극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양극 바꾸어 저장하여 문제가 발생하여 사용하지 못하였으나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11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26</a:t>
                      </a:r>
                      <a:r>
                        <a:rPr lang="ko-KR" altLang="en-US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 수정되어 현재 사용 중에 있습니다</a:t>
                      </a:r>
                      <a:r>
                        <a:rPr lang="en-US" altLang="ko-KR" sz="9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3ECAD9FC-D852-4063-9712-418387AA6A78}"/>
              </a:ext>
            </a:extLst>
          </p:cNvPr>
          <p:cNvSpPr txBox="1"/>
          <p:nvPr/>
        </p:nvSpPr>
        <p:spPr>
          <a:xfrm>
            <a:off x="1860766" y="2175758"/>
            <a:ext cx="49885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배경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endParaRPr kumimoji="0" lang="ko-KR" altLang="en-US" sz="1100" b="0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E17E6E8A-7FA1-4BB3-9027-57E4864783BD}"/>
              </a:ext>
            </a:extLst>
          </p:cNvPr>
          <p:cNvSpPr txBox="1"/>
          <p:nvPr/>
        </p:nvSpPr>
        <p:spPr>
          <a:xfrm>
            <a:off x="1719701" y="1686676"/>
            <a:ext cx="78098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계획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endParaRPr kumimoji="0" lang="ko-KR" altLang="en-US" sz="1100" b="0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186787BD-0D0A-4FBF-B605-16D76EB626E6}"/>
              </a:ext>
            </a:extLst>
          </p:cNvPr>
          <p:cNvSpPr txBox="1"/>
          <p:nvPr/>
        </p:nvSpPr>
        <p:spPr>
          <a:xfrm>
            <a:off x="8321748" y="342250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11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67" name="내용 개체 틀 20">
            <a:extLst>
              <a:ext uri="{FF2B5EF4-FFF2-40B4-BE49-F238E27FC236}">
                <a16:creationId xmlns:a16="http://schemas.microsoft.com/office/drawing/2014/main" id="{820ED363-6F42-4CFF-8B91-C43C4E4C91D3}"/>
              </a:ext>
            </a:extLst>
          </p:cNvPr>
          <p:cNvSpPr txBox="1">
            <a:spLocks/>
          </p:cNvSpPr>
          <p:nvPr/>
        </p:nvSpPr>
        <p:spPr>
          <a:xfrm>
            <a:off x="8321748" y="172973"/>
            <a:ext cx="95539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원종래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P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graphicFrame>
        <p:nvGraphicFramePr>
          <p:cNvPr id="69" name="표 68">
            <a:extLst>
              <a:ext uri="{FF2B5EF4-FFF2-40B4-BE49-F238E27FC236}">
                <a16:creationId xmlns:a16="http://schemas.microsoft.com/office/drawing/2014/main" id="{BF78624E-A7A7-4EDE-851F-F44522DC4B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8374868"/>
              </p:ext>
            </p:extLst>
          </p:nvPr>
        </p:nvGraphicFramePr>
        <p:xfrm>
          <a:off x="2641379" y="1688113"/>
          <a:ext cx="5989683" cy="440055"/>
        </p:xfrm>
        <a:graphic>
          <a:graphicData uri="http://schemas.openxmlformats.org/drawingml/2006/table">
            <a:tbl>
              <a:tblPr/>
              <a:tblGrid>
                <a:gridCol w="1996561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996561">
                  <a:extLst>
                    <a:ext uri="{9D8B030D-6E8A-4147-A177-3AD203B41FA5}">
                      <a16:colId xmlns:a16="http://schemas.microsoft.com/office/drawing/2014/main" val="22886984"/>
                    </a:ext>
                  </a:extLst>
                </a:gridCol>
                <a:gridCol w="1996561">
                  <a:extLst>
                    <a:ext uri="{9D8B030D-6E8A-4147-A177-3AD203B41FA5}">
                      <a16:colId xmlns:a16="http://schemas.microsoft.com/office/drawing/2014/main" val="1046268274"/>
                    </a:ext>
                  </a:extLst>
                </a:gridCol>
              </a:tblGrid>
              <a:tr h="46157"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계획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안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pc="-7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PLC </a:t>
                      </a:r>
                      <a:r>
                        <a:rPr lang="ko-KR" altLang="en-US" sz="900" b="0" i="0" u="none" strike="noStrike" spc="-7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spc="-7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Interface </a:t>
                      </a:r>
                      <a:r>
                        <a:rPr lang="ko-KR" altLang="en-US" sz="900" b="0" i="0" u="none" strike="noStrike" spc="-7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테스트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기능 테스트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단기 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‘25.08.08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~‘25.11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~’25, 12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70" name="이등변 삼각형 69">
            <a:extLst>
              <a:ext uri="{FF2B5EF4-FFF2-40B4-BE49-F238E27FC236}">
                <a16:creationId xmlns:a16="http://schemas.microsoft.com/office/drawing/2014/main" id="{89E07384-65F8-48AD-9330-5307D840F0DC}"/>
              </a:ext>
            </a:extLst>
          </p:cNvPr>
          <p:cNvSpPr/>
          <p:nvPr/>
        </p:nvSpPr>
        <p:spPr>
          <a:xfrm rot="10800000">
            <a:off x="7557862" y="1734270"/>
            <a:ext cx="184938" cy="104487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D63D2F98-CC92-4CB2-8D1D-0EA5967117E0}"/>
              </a:ext>
            </a:extLst>
          </p:cNvPr>
          <p:cNvSpPr/>
          <p:nvPr/>
        </p:nvSpPr>
        <p:spPr>
          <a:xfrm>
            <a:off x="6637020" y="1840913"/>
            <a:ext cx="1989979" cy="289873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84860FBB-E4F0-0776-F4CB-A126C1660958}"/>
              </a:ext>
            </a:extLst>
          </p:cNvPr>
          <p:cNvGrpSpPr/>
          <p:nvPr/>
        </p:nvGrpSpPr>
        <p:grpSpPr>
          <a:xfrm>
            <a:off x="6460914" y="2586114"/>
            <a:ext cx="1606720" cy="1056755"/>
            <a:chOff x="5310850" y="3557869"/>
            <a:chExt cx="2577857" cy="2184866"/>
          </a:xfrm>
        </p:grpSpPr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D0B01BE0-F46A-0D1A-1622-4AF6FDF02685}"/>
                </a:ext>
              </a:extLst>
            </p:cNvPr>
            <p:cNvGrpSpPr/>
            <p:nvPr/>
          </p:nvGrpSpPr>
          <p:grpSpPr>
            <a:xfrm rot="5400000">
              <a:off x="5365633" y="4297331"/>
              <a:ext cx="1871029" cy="1019780"/>
              <a:chOff x="1716169" y="1724588"/>
              <a:chExt cx="3038475" cy="1656083"/>
            </a:xfrm>
          </p:grpSpPr>
          <p:pic>
            <p:nvPicPr>
              <p:cNvPr id="10" name="그림 9">
                <a:extLst>
                  <a:ext uri="{FF2B5EF4-FFF2-40B4-BE49-F238E27FC236}">
                    <a16:creationId xmlns:a16="http://schemas.microsoft.com/office/drawing/2014/main" id="{1882A78A-3943-73A1-5A64-9A70C65E6B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1716169" y="1724588"/>
                <a:ext cx="3038475" cy="1392265"/>
              </a:xfrm>
              <a:prstGeom prst="rect">
                <a:avLst/>
              </a:prstGeom>
            </p:spPr>
          </p:pic>
          <p:cxnSp>
            <p:nvCxnSpPr>
              <p:cNvPr id="11" name="직선 연결선 10">
                <a:extLst>
                  <a:ext uri="{FF2B5EF4-FFF2-40B4-BE49-F238E27FC236}">
                    <a16:creationId xmlns:a16="http://schemas.microsoft.com/office/drawing/2014/main" id="{A4013EC4-D5DB-4D4E-7AAA-5BA7A4FB92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32223" y="1724588"/>
                <a:ext cx="0" cy="1656083"/>
              </a:xfrm>
              <a:prstGeom prst="line">
                <a:avLst/>
              </a:prstGeom>
              <a:ln w="28575">
                <a:solidFill>
                  <a:srgbClr val="FF0000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직선 연결선 11">
                <a:extLst>
                  <a:ext uri="{FF2B5EF4-FFF2-40B4-BE49-F238E27FC236}">
                    <a16:creationId xmlns:a16="http://schemas.microsoft.com/office/drawing/2014/main" id="{3018E62A-1005-2DA2-2F19-3DB1645F98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79823" y="1724588"/>
                <a:ext cx="0" cy="1656083"/>
              </a:xfrm>
              <a:prstGeom prst="line">
                <a:avLst/>
              </a:prstGeom>
              <a:ln w="28575">
                <a:solidFill>
                  <a:srgbClr val="FF0000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10DF70F4-FDAE-49E8-805E-36188F6CC0B8}"/>
                </a:ext>
              </a:extLst>
            </p:cNvPr>
            <p:cNvSpPr txBox="1"/>
            <p:nvPr/>
          </p:nvSpPr>
          <p:spPr>
            <a:xfrm>
              <a:off x="5310850" y="3557869"/>
              <a:ext cx="2577857" cy="4755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음극 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Foil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부 분리막 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~ Seal Tape 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부착위치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</a:p>
          </p:txBody>
        </p:sp>
        <p:cxnSp>
          <p:nvCxnSpPr>
            <p:cNvPr id="15" name="직선 화살표 연결선 14">
              <a:extLst>
                <a:ext uri="{FF2B5EF4-FFF2-40B4-BE49-F238E27FC236}">
                  <a16:creationId xmlns:a16="http://schemas.microsoft.com/office/drawing/2014/main" id="{E56AAAE8-E440-AEBF-7434-ADE8A634EE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80866" y="4074302"/>
              <a:ext cx="0" cy="10800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화살표 연결선 15">
              <a:extLst>
                <a:ext uri="{FF2B5EF4-FFF2-40B4-BE49-F238E27FC236}">
                  <a16:creationId xmlns:a16="http://schemas.microsoft.com/office/drawing/2014/main" id="{1E2B73EE-DFA0-5CF2-124D-4A22A64690C7}"/>
                </a:ext>
              </a:extLst>
            </p:cNvPr>
            <p:cNvCxnSpPr>
              <a:cxnSpLocks/>
            </p:cNvCxnSpPr>
            <p:nvPr/>
          </p:nvCxnSpPr>
          <p:spPr>
            <a:xfrm>
              <a:off x="5880866" y="3852129"/>
              <a:ext cx="0" cy="106068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8A1D6E19-DE58-38FF-E94A-0A834EC74C71}"/>
              </a:ext>
            </a:extLst>
          </p:cNvPr>
          <p:cNvGrpSpPr/>
          <p:nvPr/>
        </p:nvGrpSpPr>
        <p:grpSpPr>
          <a:xfrm>
            <a:off x="5677630" y="2708557"/>
            <a:ext cx="733692" cy="1303031"/>
            <a:chOff x="1781509" y="3027087"/>
            <a:chExt cx="1245030" cy="2398859"/>
          </a:xfrm>
        </p:grpSpPr>
        <p:sp>
          <p:nvSpPr>
            <p:cNvPr id="21" name="Rectangle 7">
              <a:extLst>
                <a:ext uri="{FF2B5EF4-FFF2-40B4-BE49-F238E27FC236}">
                  <a16:creationId xmlns:a16="http://schemas.microsoft.com/office/drawing/2014/main" id="{740CD753-084E-967B-A55C-E93B78D9C04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278157" y="4546463"/>
              <a:ext cx="1694836" cy="64127"/>
            </a:xfrm>
            <a:prstGeom prst="rect">
              <a:avLst/>
            </a:prstGeom>
            <a:solidFill>
              <a:srgbClr val="4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22" name="Rectangle 8">
              <a:extLst>
                <a:ext uri="{FF2B5EF4-FFF2-40B4-BE49-F238E27FC236}">
                  <a16:creationId xmlns:a16="http://schemas.microsoft.com/office/drawing/2014/main" id="{9B8819CC-C96E-2F0C-897B-B735081FA7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132021" y="4545847"/>
              <a:ext cx="1694836" cy="65361"/>
            </a:xfrm>
            <a:prstGeom prst="rect">
              <a:avLst/>
            </a:prstGeom>
            <a:solidFill>
              <a:srgbClr val="4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9F0009D0-0BA4-C786-153C-0C5015BA327E}"/>
                </a:ext>
              </a:extLst>
            </p:cNvPr>
            <p:cNvGrpSpPr/>
            <p:nvPr/>
          </p:nvGrpSpPr>
          <p:grpSpPr>
            <a:xfrm>
              <a:off x="1781509" y="3027087"/>
              <a:ext cx="1245030" cy="2390677"/>
              <a:chOff x="1781509" y="3027087"/>
              <a:chExt cx="1245030" cy="2390677"/>
            </a:xfrm>
          </p:grpSpPr>
          <p:sp>
            <p:nvSpPr>
              <p:cNvPr id="24" name="Rectangle 5">
                <a:extLst>
                  <a:ext uri="{FF2B5EF4-FFF2-40B4-BE49-F238E27FC236}">
                    <a16:creationId xmlns:a16="http://schemas.microsoft.com/office/drawing/2014/main" id="{64AD1236-EF04-23E7-6E68-A0E7BF493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84781" y="4409032"/>
                <a:ext cx="1927437" cy="90025"/>
              </a:xfrm>
              <a:prstGeom prst="rect">
                <a:avLst/>
              </a:prstGeom>
              <a:solidFill>
                <a:srgbClr val="D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/>
              </a:p>
            </p:txBody>
          </p:sp>
          <p:sp>
            <p:nvSpPr>
              <p:cNvPr id="25" name="Freeform 16">
                <a:extLst>
                  <a:ext uri="{FF2B5EF4-FFF2-40B4-BE49-F238E27FC236}">
                    <a16:creationId xmlns:a16="http://schemas.microsoft.com/office/drawing/2014/main" id="{AFDF30E9-29E6-B368-64A4-25B219E4C5A3}"/>
                  </a:ext>
                </a:extLst>
              </p:cNvPr>
              <p:cNvSpPr>
                <a:spLocks/>
              </p:cNvSpPr>
              <p:nvPr/>
            </p:nvSpPr>
            <p:spPr bwMode="auto">
              <a:xfrm rot="5400000">
                <a:off x="1713643" y="3158443"/>
                <a:ext cx="446501" cy="310769"/>
              </a:xfrm>
              <a:custGeom>
                <a:avLst/>
                <a:gdLst>
                  <a:gd name="T0" fmla="*/ 0 w 382"/>
                  <a:gd name="T1" fmla="*/ 191 h 252"/>
                  <a:gd name="T2" fmla="*/ 346 w 382"/>
                  <a:gd name="T3" fmla="*/ 0 h 252"/>
                  <a:gd name="T4" fmla="*/ 382 w 382"/>
                  <a:gd name="T5" fmla="*/ 60 h 252"/>
                  <a:gd name="T6" fmla="*/ 36 w 382"/>
                  <a:gd name="T7" fmla="*/ 252 h 252"/>
                  <a:gd name="T8" fmla="*/ 0 w 382"/>
                  <a:gd name="T9" fmla="*/ 191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2" h="252">
                    <a:moveTo>
                      <a:pt x="0" y="191"/>
                    </a:moveTo>
                    <a:lnTo>
                      <a:pt x="346" y="0"/>
                    </a:lnTo>
                    <a:lnTo>
                      <a:pt x="382" y="60"/>
                    </a:lnTo>
                    <a:lnTo>
                      <a:pt x="36" y="252"/>
                    </a:ln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/>
              </a:p>
            </p:txBody>
          </p:sp>
          <p:sp>
            <p:nvSpPr>
              <p:cNvPr id="26" name="Freeform 20">
                <a:extLst>
                  <a:ext uri="{FF2B5EF4-FFF2-40B4-BE49-F238E27FC236}">
                    <a16:creationId xmlns:a16="http://schemas.microsoft.com/office/drawing/2014/main" id="{7C61A5D9-DCCF-0D84-039E-687F7C079DDA}"/>
                  </a:ext>
                </a:extLst>
              </p:cNvPr>
              <p:cNvSpPr>
                <a:spLocks/>
              </p:cNvSpPr>
              <p:nvPr/>
            </p:nvSpPr>
            <p:spPr bwMode="auto">
              <a:xfrm rot="5400000">
                <a:off x="2072977" y="3751644"/>
                <a:ext cx="105196" cy="64127"/>
              </a:xfrm>
              <a:custGeom>
                <a:avLst/>
                <a:gdLst>
                  <a:gd name="T0" fmla="*/ 0 w 90"/>
                  <a:gd name="T1" fmla="*/ 0 h 52"/>
                  <a:gd name="T2" fmla="*/ 90 w 90"/>
                  <a:gd name="T3" fmla="*/ 0 h 52"/>
                  <a:gd name="T4" fmla="*/ 0 w 90"/>
                  <a:gd name="T5" fmla="*/ 52 h 52"/>
                  <a:gd name="T6" fmla="*/ 0 w 90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0" h="52">
                    <a:moveTo>
                      <a:pt x="0" y="0"/>
                    </a:moveTo>
                    <a:lnTo>
                      <a:pt x="90" y="0"/>
                    </a:lnTo>
                    <a:lnTo>
                      <a:pt x="0" y="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/>
              </a:p>
            </p:txBody>
          </p:sp>
          <p:sp>
            <p:nvSpPr>
              <p:cNvPr id="27" name="Freeform 21">
                <a:extLst>
                  <a:ext uri="{FF2B5EF4-FFF2-40B4-BE49-F238E27FC236}">
                    <a16:creationId xmlns:a16="http://schemas.microsoft.com/office/drawing/2014/main" id="{59CD8445-B00E-36B3-23EC-E5CB89543484}"/>
                  </a:ext>
                </a:extLst>
              </p:cNvPr>
              <p:cNvSpPr>
                <a:spLocks/>
              </p:cNvSpPr>
              <p:nvPr/>
            </p:nvSpPr>
            <p:spPr bwMode="auto">
              <a:xfrm rot="5400000">
                <a:off x="1930931" y="3746936"/>
                <a:ext cx="97015" cy="65361"/>
              </a:xfrm>
              <a:custGeom>
                <a:avLst/>
                <a:gdLst>
                  <a:gd name="T0" fmla="*/ 0 w 83"/>
                  <a:gd name="T1" fmla="*/ 0 h 53"/>
                  <a:gd name="T2" fmla="*/ 83 w 83"/>
                  <a:gd name="T3" fmla="*/ 53 h 53"/>
                  <a:gd name="T4" fmla="*/ 0 w 83"/>
                  <a:gd name="T5" fmla="*/ 53 h 53"/>
                  <a:gd name="T6" fmla="*/ 0 w 83"/>
                  <a:gd name="T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" h="53">
                    <a:moveTo>
                      <a:pt x="0" y="0"/>
                    </a:moveTo>
                    <a:lnTo>
                      <a:pt x="83" y="53"/>
                    </a:lnTo>
                    <a:lnTo>
                      <a:pt x="0" y="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/>
              </a:p>
            </p:txBody>
          </p:sp>
          <p:cxnSp>
            <p:nvCxnSpPr>
              <p:cNvPr id="63" name="직선 연결선 62">
                <a:extLst>
                  <a:ext uri="{FF2B5EF4-FFF2-40B4-BE49-F238E27FC236}">
                    <a16:creationId xmlns:a16="http://schemas.microsoft.com/office/drawing/2014/main" id="{ADF01E36-3184-B424-E11D-EC0E92FC26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92278" y="3495676"/>
                <a:ext cx="196897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TextBox 72">
                <a:extLst>
                  <a:ext uri="{FF2B5EF4-FFF2-40B4-BE49-F238E27FC236}">
                    <a16:creationId xmlns:a16="http://schemas.microsoft.com/office/drawing/2014/main" id="{217C30A9-1A47-2E9A-98A0-9E0D88E5D2D1}"/>
                  </a:ext>
                </a:extLst>
              </p:cNvPr>
              <p:cNvSpPr txBox="1"/>
              <p:nvPr/>
            </p:nvSpPr>
            <p:spPr>
              <a:xfrm>
                <a:off x="2099137" y="3939683"/>
                <a:ext cx="927402" cy="119062"/>
              </a:xfrm>
              <a:prstGeom prst="rect">
                <a:avLst/>
              </a:prstGeom>
              <a:noFill/>
              <a:ln w="9525" cmpd="sng"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dk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None/>
                </a:pPr>
                <a:r>
                  <a:rPr lang="ko-KR" altLang="en-US" sz="600" err="1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노칭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골 위치</a:t>
                </a: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(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고정</a:t>
                </a: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)</a:t>
                </a:r>
              </a:p>
            </p:txBody>
          </p:sp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AE648375-6AA9-AA1D-D1C6-6B81BBA0E1FF}"/>
                  </a:ext>
                </a:extLst>
              </p:cNvPr>
              <p:cNvSpPr txBox="1"/>
              <p:nvPr/>
            </p:nvSpPr>
            <p:spPr>
              <a:xfrm>
                <a:off x="2289175" y="3093244"/>
                <a:ext cx="432640" cy="400050"/>
              </a:xfrm>
              <a:prstGeom prst="rect">
                <a:avLst/>
              </a:prstGeom>
              <a:noFill/>
              <a:ln w="9525" cmpd="sng"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dk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None/>
                </a:pPr>
                <a:endPara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4AD6093C-EB7F-866D-0F20-E085C5A4B1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92276" y="3607597"/>
                <a:ext cx="196897" cy="0"/>
              </a:xfrm>
              <a:prstGeom prst="line">
                <a:avLst/>
              </a:prstGeom>
              <a:ln>
                <a:solidFill>
                  <a:schemeClr val="accent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직선 화살표 연결선 74">
                <a:extLst>
                  <a:ext uri="{FF2B5EF4-FFF2-40B4-BE49-F238E27FC236}">
                    <a16:creationId xmlns:a16="http://schemas.microsoft.com/office/drawing/2014/main" id="{1EF90686-1CA2-0318-F2A0-65483D306FA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193976" y="3230137"/>
                <a:ext cx="295763" cy="254253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headEnd type="non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6" name="TextBox 72">
                <a:extLst>
                  <a:ext uri="{FF2B5EF4-FFF2-40B4-BE49-F238E27FC236}">
                    <a16:creationId xmlns:a16="http://schemas.microsoft.com/office/drawing/2014/main" id="{BE94D3F5-1BC0-AA6C-93C2-8783F70B6047}"/>
                  </a:ext>
                </a:extLst>
              </p:cNvPr>
              <p:cNvSpPr txBox="1"/>
              <p:nvPr/>
            </p:nvSpPr>
            <p:spPr>
              <a:xfrm>
                <a:off x="2034415" y="3027087"/>
                <a:ext cx="949776" cy="119062"/>
              </a:xfrm>
              <a:prstGeom prst="rect">
                <a:avLst/>
              </a:prstGeom>
              <a:noFill/>
              <a:ln w="9525" cmpd="sng"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dk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None/>
                </a:pP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Forming 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위치</a:t>
                </a:r>
                <a:endPara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  <a:p>
                <a:pPr algn="ctr">
                  <a:buNone/>
                </a:pP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(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유동</a:t>
                </a: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)</a:t>
                </a:r>
              </a:p>
            </p:txBody>
          </p:sp>
          <p:sp>
            <p:nvSpPr>
              <p:cNvPr id="77" name="직사각형 76">
                <a:extLst>
                  <a:ext uri="{FF2B5EF4-FFF2-40B4-BE49-F238E27FC236}">
                    <a16:creationId xmlns:a16="http://schemas.microsoft.com/office/drawing/2014/main" id="{66FD4779-E074-9772-FD27-175A1C989855}"/>
                  </a:ext>
                </a:extLst>
              </p:cNvPr>
              <p:cNvSpPr/>
              <p:nvPr/>
            </p:nvSpPr>
            <p:spPr>
              <a:xfrm>
                <a:off x="1940925" y="4625742"/>
                <a:ext cx="209061" cy="7920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25D5B6D3-148C-3F70-C8E6-0868647DF774}"/>
              </a:ext>
            </a:extLst>
          </p:cNvPr>
          <p:cNvGrpSpPr/>
          <p:nvPr/>
        </p:nvGrpSpPr>
        <p:grpSpPr>
          <a:xfrm>
            <a:off x="4661579" y="2653808"/>
            <a:ext cx="1038966" cy="982432"/>
            <a:chOff x="5856720" y="4260826"/>
            <a:chExt cx="1763036" cy="2245073"/>
          </a:xfrm>
        </p:grpSpPr>
        <p:grpSp>
          <p:nvGrpSpPr>
            <p:cNvPr id="79" name="그룹 78">
              <a:extLst>
                <a:ext uri="{FF2B5EF4-FFF2-40B4-BE49-F238E27FC236}">
                  <a16:creationId xmlns:a16="http://schemas.microsoft.com/office/drawing/2014/main" id="{303E60D3-B05B-E131-3261-17F8EB2B68E8}"/>
                </a:ext>
              </a:extLst>
            </p:cNvPr>
            <p:cNvGrpSpPr/>
            <p:nvPr/>
          </p:nvGrpSpPr>
          <p:grpSpPr>
            <a:xfrm>
              <a:off x="5947189" y="4260826"/>
              <a:ext cx="1485791" cy="2245073"/>
              <a:chOff x="5947189" y="4063904"/>
              <a:chExt cx="1485791" cy="2245073"/>
            </a:xfrm>
          </p:grpSpPr>
          <p:grpSp>
            <p:nvGrpSpPr>
              <p:cNvPr id="84" name="그룹 83">
                <a:extLst>
                  <a:ext uri="{FF2B5EF4-FFF2-40B4-BE49-F238E27FC236}">
                    <a16:creationId xmlns:a16="http://schemas.microsoft.com/office/drawing/2014/main" id="{0C7105D9-54AF-2C3D-3F37-66BF3E2E50E8}"/>
                  </a:ext>
                </a:extLst>
              </p:cNvPr>
              <p:cNvGrpSpPr/>
              <p:nvPr/>
            </p:nvGrpSpPr>
            <p:grpSpPr>
              <a:xfrm rot="16200000" flipH="1">
                <a:off x="5234823" y="4893374"/>
                <a:ext cx="1987366" cy="562625"/>
                <a:chOff x="6177136" y="2312872"/>
                <a:chExt cx="2484276" cy="560193"/>
              </a:xfrm>
              <a:solidFill>
                <a:srgbClr val="FFC000"/>
              </a:solidFill>
            </p:grpSpPr>
            <p:sp>
              <p:nvSpPr>
                <p:cNvPr id="97" name="사다리꼴 96">
                  <a:extLst>
                    <a:ext uri="{FF2B5EF4-FFF2-40B4-BE49-F238E27FC236}">
                      <a16:creationId xmlns:a16="http://schemas.microsoft.com/office/drawing/2014/main" id="{E4122AFB-3649-769E-18F3-C3DABBF18E94}"/>
                    </a:ext>
                  </a:extLst>
                </p:cNvPr>
                <p:cNvSpPr/>
                <p:nvPr/>
              </p:nvSpPr>
              <p:spPr>
                <a:xfrm>
                  <a:off x="6213140" y="2312878"/>
                  <a:ext cx="252028" cy="216022"/>
                </a:xfrm>
                <a:prstGeom prst="trapezoid">
                  <a:avLst/>
                </a:prstGeom>
                <a:grp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98" name="사다리꼴 97">
                  <a:extLst>
                    <a:ext uri="{FF2B5EF4-FFF2-40B4-BE49-F238E27FC236}">
                      <a16:creationId xmlns:a16="http://schemas.microsoft.com/office/drawing/2014/main" id="{F7CCCC37-44B7-4CC2-A712-965ABE6767FA}"/>
                    </a:ext>
                  </a:extLst>
                </p:cNvPr>
                <p:cNvSpPr/>
                <p:nvPr/>
              </p:nvSpPr>
              <p:spPr>
                <a:xfrm>
                  <a:off x="6573180" y="2312877"/>
                  <a:ext cx="252028" cy="216022"/>
                </a:xfrm>
                <a:prstGeom prst="trapezoid">
                  <a:avLst/>
                </a:prstGeom>
                <a:grp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99" name="사다리꼴 98">
                  <a:extLst>
                    <a:ext uri="{FF2B5EF4-FFF2-40B4-BE49-F238E27FC236}">
                      <a16:creationId xmlns:a16="http://schemas.microsoft.com/office/drawing/2014/main" id="{FE7A62B5-3EDB-0985-62A8-13DE5670BE7E}"/>
                    </a:ext>
                  </a:extLst>
                </p:cNvPr>
                <p:cNvSpPr/>
                <p:nvPr/>
              </p:nvSpPr>
              <p:spPr>
                <a:xfrm>
                  <a:off x="6933220" y="2312876"/>
                  <a:ext cx="252028" cy="216022"/>
                </a:xfrm>
                <a:prstGeom prst="trapezoid">
                  <a:avLst/>
                </a:prstGeom>
                <a:grp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00" name="사다리꼴 99">
                  <a:extLst>
                    <a:ext uri="{FF2B5EF4-FFF2-40B4-BE49-F238E27FC236}">
                      <a16:creationId xmlns:a16="http://schemas.microsoft.com/office/drawing/2014/main" id="{EA134D90-8259-6B97-0D1A-538A188CD59A}"/>
                    </a:ext>
                  </a:extLst>
                </p:cNvPr>
                <p:cNvSpPr/>
                <p:nvPr/>
              </p:nvSpPr>
              <p:spPr>
                <a:xfrm>
                  <a:off x="7293260" y="2312875"/>
                  <a:ext cx="252028" cy="216022"/>
                </a:xfrm>
                <a:prstGeom prst="trapezoid">
                  <a:avLst/>
                </a:prstGeom>
                <a:grp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01" name="사다리꼴 100">
                  <a:extLst>
                    <a:ext uri="{FF2B5EF4-FFF2-40B4-BE49-F238E27FC236}">
                      <a16:creationId xmlns:a16="http://schemas.microsoft.com/office/drawing/2014/main" id="{3CE5ED17-A7C4-2A4B-D0A1-48AF3F8B748C}"/>
                    </a:ext>
                  </a:extLst>
                </p:cNvPr>
                <p:cNvSpPr/>
                <p:nvPr/>
              </p:nvSpPr>
              <p:spPr>
                <a:xfrm>
                  <a:off x="7653300" y="2312874"/>
                  <a:ext cx="252028" cy="216022"/>
                </a:xfrm>
                <a:prstGeom prst="trapezoid">
                  <a:avLst/>
                </a:prstGeom>
                <a:grp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02" name="사다리꼴 101">
                  <a:extLst>
                    <a:ext uri="{FF2B5EF4-FFF2-40B4-BE49-F238E27FC236}">
                      <a16:creationId xmlns:a16="http://schemas.microsoft.com/office/drawing/2014/main" id="{698C1A60-8ACC-F2F3-7081-EBBCDFBA6C2A}"/>
                    </a:ext>
                  </a:extLst>
                </p:cNvPr>
                <p:cNvSpPr/>
                <p:nvPr/>
              </p:nvSpPr>
              <p:spPr>
                <a:xfrm>
                  <a:off x="8013340" y="2312873"/>
                  <a:ext cx="252028" cy="216022"/>
                </a:xfrm>
                <a:prstGeom prst="trapezoid">
                  <a:avLst/>
                </a:prstGeom>
                <a:grp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03" name="사다리꼴 102">
                  <a:extLst>
                    <a:ext uri="{FF2B5EF4-FFF2-40B4-BE49-F238E27FC236}">
                      <a16:creationId xmlns:a16="http://schemas.microsoft.com/office/drawing/2014/main" id="{93874536-C829-93CD-E21D-32618EC8A7FF}"/>
                    </a:ext>
                  </a:extLst>
                </p:cNvPr>
                <p:cNvSpPr/>
                <p:nvPr/>
              </p:nvSpPr>
              <p:spPr>
                <a:xfrm>
                  <a:off x="8373380" y="2312872"/>
                  <a:ext cx="252028" cy="216022"/>
                </a:xfrm>
                <a:prstGeom prst="trapezoid">
                  <a:avLst/>
                </a:prstGeom>
                <a:grp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04" name="직사각형 103">
                  <a:extLst>
                    <a:ext uri="{FF2B5EF4-FFF2-40B4-BE49-F238E27FC236}">
                      <a16:creationId xmlns:a16="http://schemas.microsoft.com/office/drawing/2014/main" id="{BF5427C4-C159-67BD-0C7C-B93E0ED66D7D}"/>
                    </a:ext>
                  </a:extLst>
                </p:cNvPr>
                <p:cNvSpPr/>
                <p:nvPr/>
              </p:nvSpPr>
              <p:spPr>
                <a:xfrm>
                  <a:off x="6177136" y="2513019"/>
                  <a:ext cx="2484276" cy="360046"/>
                </a:xfrm>
                <a:prstGeom prst="rect">
                  <a:avLst/>
                </a:prstGeom>
                <a:grp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grpSp>
            <p:nvGrpSpPr>
              <p:cNvPr id="85" name="그룹 84">
                <a:extLst>
                  <a:ext uri="{FF2B5EF4-FFF2-40B4-BE49-F238E27FC236}">
                    <a16:creationId xmlns:a16="http://schemas.microsoft.com/office/drawing/2014/main" id="{21DCE640-5C37-40BA-026F-3922B1AF4883}"/>
                  </a:ext>
                </a:extLst>
              </p:cNvPr>
              <p:cNvGrpSpPr/>
              <p:nvPr/>
            </p:nvGrpSpPr>
            <p:grpSpPr>
              <a:xfrm rot="16200000" flipH="1">
                <a:off x="5234819" y="4893374"/>
                <a:ext cx="1987366" cy="562625"/>
                <a:chOff x="6177136" y="2312872"/>
                <a:chExt cx="2484276" cy="56019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89" name="사다리꼴 88">
                  <a:extLst>
                    <a:ext uri="{FF2B5EF4-FFF2-40B4-BE49-F238E27FC236}">
                      <a16:creationId xmlns:a16="http://schemas.microsoft.com/office/drawing/2014/main" id="{03CA9CDF-63C7-85D2-0C1D-DF7E28D2BBD0}"/>
                    </a:ext>
                  </a:extLst>
                </p:cNvPr>
                <p:cNvSpPr/>
                <p:nvPr/>
              </p:nvSpPr>
              <p:spPr>
                <a:xfrm>
                  <a:off x="6213140" y="2312878"/>
                  <a:ext cx="252028" cy="216022"/>
                </a:xfrm>
                <a:prstGeom prst="trapezoid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90" name="사다리꼴 89">
                  <a:extLst>
                    <a:ext uri="{FF2B5EF4-FFF2-40B4-BE49-F238E27FC236}">
                      <a16:creationId xmlns:a16="http://schemas.microsoft.com/office/drawing/2014/main" id="{E98D7862-DEF9-CA4E-BBC1-280B773BC600}"/>
                    </a:ext>
                  </a:extLst>
                </p:cNvPr>
                <p:cNvSpPr/>
                <p:nvPr/>
              </p:nvSpPr>
              <p:spPr>
                <a:xfrm>
                  <a:off x="6573180" y="2312877"/>
                  <a:ext cx="252028" cy="216022"/>
                </a:xfrm>
                <a:prstGeom prst="trapezoid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91" name="사다리꼴 90">
                  <a:extLst>
                    <a:ext uri="{FF2B5EF4-FFF2-40B4-BE49-F238E27FC236}">
                      <a16:creationId xmlns:a16="http://schemas.microsoft.com/office/drawing/2014/main" id="{7ADEE7E8-59BD-A9F8-7EC1-91379905B9CB}"/>
                    </a:ext>
                  </a:extLst>
                </p:cNvPr>
                <p:cNvSpPr/>
                <p:nvPr/>
              </p:nvSpPr>
              <p:spPr>
                <a:xfrm>
                  <a:off x="6933220" y="2312876"/>
                  <a:ext cx="252028" cy="216022"/>
                </a:xfrm>
                <a:prstGeom prst="trapezoid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92" name="사다리꼴 91">
                  <a:extLst>
                    <a:ext uri="{FF2B5EF4-FFF2-40B4-BE49-F238E27FC236}">
                      <a16:creationId xmlns:a16="http://schemas.microsoft.com/office/drawing/2014/main" id="{4EECDB7A-E4D2-3E4D-FC16-EFF95F271940}"/>
                    </a:ext>
                  </a:extLst>
                </p:cNvPr>
                <p:cNvSpPr/>
                <p:nvPr/>
              </p:nvSpPr>
              <p:spPr>
                <a:xfrm>
                  <a:off x="7293260" y="2312875"/>
                  <a:ext cx="252028" cy="216022"/>
                </a:xfrm>
                <a:prstGeom prst="trapezoid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93" name="사다리꼴 92">
                  <a:extLst>
                    <a:ext uri="{FF2B5EF4-FFF2-40B4-BE49-F238E27FC236}">
                      <a16:creationId xmlns:a16="http://schemas.microsoft.com/office/drawing/2014/main" id="{E02F0966-5BB4-B752-B14A-D3936DC36ADE}"/>
                    </a:ext>
                  </a:extLst>
                </p:cNvPr>
                <p:cNvSpPr/>
                <p:nvPr/>
              </p:nvSpPr>
              <p:spPr>
                <a:xfrm>
                  <a:off x="7653300" y="2312874"/>
                  <a:ext cx="252028" cy="216022"/>
                </a:xfrm>
                <a:prstGeom prst="trapezoid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94" name="사다리꼴 93">
                  <a:extLst>
                    <a:ext uri="{FF2B5EF4-FFF2-40B4-BE49-F238E27FC236}">
                      <a16:creationId xmlns:a16="http://schemas.microsoft.com/office/drawing/2014/main" id="{6FFE2FD1-54FD-E978-064E-4A3F683D9C30}"/>
                    </a:ext>
                  </a:extLst>
                </p:cNvPr>
                <p:cNvSpPr/>
                <p:nvPr/>
              </p:nvSpPr>
              <p:spPr>
                <a:xfrm>
                  <a:off x="8013340" y="2312873"/>
                  <a:ext cx="252028" cy="216022"/>
                </a:xfrm>
                <a:prstGeom prst="trapezoid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95" name="사다리꼴 94">
                  <a:extLst>
                    <a:ext uri="{FF2B5EF4-FFF2-40B4-BE49-F238E27FC236}">
                      <a16:creationId xmlns:a16="http://schemas.microsoft.com/office/drawing/2014/main" id="{AE59E3A9-3CD6-D120-37B6-BB06B54AB475}"/>
                    </a:ext>
                  </a:extLst>
                </p:cNvPr>
                <p:cNvSpPr/>
                <p:nvPr/>
              </p:nvSpPr>
              <p:spPr>
                <a:xfrm>
                  <a:off x="8373380" y="2312872"/>
                  <a:ext cx="252028" cy="216022"/>
                </a:xfrm>
                <a:prstGeom prst="trapezoid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96" name="직사각형 95">
                  <a:extLst>
                    <a:ext uri="{FF2B5EF4-FFF2-40B4-BE49-F238E27FC236}">
                      <a16:creationId xmlns:a16="http://schemas.microsoft.com/office/drawing/2014/main" id="{71058DC4-3192-E49E-859E-0E1290CA18F4}"/>
                    </a:ext>
                  </a:extLst>
                </p:cNvPr>
                <p:cNvSpPr/>
                <p:nvPr/>
              </p:nvSpPr>
              <p:spPr>
                <a:xfrm>
                  <a:off x="6177136" y="2513019"/>
                  <a:ext cx="2484276" cy="36004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86" name="직사각형 85">
                <a:extLst>
                  <a:ext uri="{FF2B5EF4-FFF2-40B4-BE49-F238E27FC236}">
                    <a16:creationId xmlns:a16="http://schemas.microsoft.com/office/drawing/2014/main" id="{26B80EB6-DF3A-5CA1-DECC-44F78C94BEF3}"/>
                  </a:ext>
                </a:extLst>
              </p:cNvPr>
              <p:cNvSpPr/>
              <p:nvPr/>
            </p:nvSpPr>
            <p:spPr>
              <a:xfrm rot="16200000" flipH="1">
                <a:off x="5830942" y="4566343"/>
                <a:ext cx="1987369" cy="1216707"/>
              </a:xfrm>
              <a:prstGeom prst="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8575">
                <a:solidFill>
                  <a:srgbClr val="7F7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cxnSp>
            <p:nvCxnSpPr>
              <p:cNvPr id="87" name="직선 연결선 86">
                <a:extLst>
                  <a:ext uri="{FF2B5EF4-FFF2-40B4-BE49-F238E27FC236}">
                    <a16:creationId xmlns:a16="http://schemas.microsoft.com/office/drawing/2014/main" id="{DE88E324-AB00-42C2-8AF5-EF2A4E6F38D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040002" y="4063904"/>
                <a:ext cx="0" cy="2245073"/>
              </a:xfrm>
              <a:prstGeom prst="line">
                <a:avLst/>
              </a:prstGeom>
              <a:ln w="19050">
                <a:solidFill>
                  <a:srgbClr val="FF0000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4F2BFBE0-E518-EBE9-C646-077B8FD9B2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148014" y="4063904"/>
                <a:ext cx="0" cy="2245073"/>
              </a:xfrm>
              <a:prstGeom prst="line">
                <a:avLst/>
              </a:prstGeom>
              <a:ln w="19050">
                <a:solidFill>
                  <a:srgbClr val="FF0000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0" name="직선 화살표 연결선 79">
              <a:extLst>
                <a:ext uri="{FF2B5EF4-FFF2-40B4-BE49-F238E27FC236}">
                  <a16:creationId xmlns:a16="http://schemas.microsoft.com/office/drawing/2014/main" id="{F5F16694-4427-B935-F185-38A2B1C0AED7}"/>
                </a:ext>
              </a:extLst>
            </p:cNvPr>
            <p:cNvCxnSpPr/>
            <p:nvPr/>
          </p:nvCxnSpPr>
          <p:spPr>
            <a:xfrm flipH="1">
              <a:off x="6144752" y="4522023"/>
              <a:ext cx="176400" cy="3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화살표 연결선 80">
              <a:extLst>
                <a:ext uri="{FF2B5EF4-FFF2-40B4-BE49-F238E27FC236}">
                  <a16:creationId xmlns:a16="http://schemas.microsoft.com/office/drawing/2014/main" id="{676404D4-7090-5851-92CF-EA3389F46698}"/>
                </a:ext>
              </a:extLst>
            </p:cNvPr>
            <p:cNvCxnSpPr/>
            <p:nvPr/>
          </p:nvCxnSpPr>
          <p:spPr>
            <a:xfrm flipV="1">
              <a:off x="5856720" y="4522023"/>
              <a:ext cx="176400" cy="1618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" name="TextBox 72">
              <a:extLst>
                <a:ext uri="{FF2B5EF4-FFF2-40B4-BE49-F238E27FC236}">
                  <a16:creationId xmlns:a16="http://schemas.microsoft.com/office/drawing/2014/main" id="{7EA11CF0-6029-2928-940D-D8CD1A8F1017}"/>
                </a:ext>
              </a:extLst>
            </p:cNvPr>
            <p:cNvSpPr txBox="1"/>
            <p:nvPr/>
          </p:nvSpPr>
          <p:spPr>
            <a:xfrm>
              <a:off x="6053820" y="4289035"/>
              <a:ext cx="1565936" cy="235908"/>
            </a:xfrm>
            <a:prstGeom prst="rect">
              <a:avLst/>
            </a:prstGeom>
            <a:noFill/>
            <a:ln w="9525" cmpd="sng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wrap="square" rtlCol="0" anchor="t"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None/>
              </a:pP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양극 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Notching 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골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~ Forming 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위치</a:t>
              </a:r>
              <a:endPara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83" name="TextBox 72">
              <a:extLst>
                <a:ext uri="{FF2B5EF4-FFF2-40B4-BE49-F238E27FC236}">
                  <a16:creationId xmlns:a16="http://schemas.microsoft.com/office/drawing/2014/main" id="{CAC0620A-A538-EFE3-9653-DFC98168C1AD}"/>
                </a:ext>
              </a:extLst>
            </p:cNvPr>
            <p:cNvSpPr txBox="1"/>
            <p:nvPr/>
          </p:nvSpPr>
          <p:spPr>
            <a:xfrm>
              <a:off x="6174440" y="4749659"/>
              <a:ext cx="1376011" cy="235908"/>
            </a:xfrm>
            <a:prstGeom prst="rect">
              <a:avLst/>
            </a:prstGeom>
            <a:noFill/>
            <a:ln w="9525" cmpd="sng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wrap="square" rtlCol="0" anchor="t"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None/>
              </a:pP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주행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Forming Gap)</a:t>
              </a:r>
            </a:p>
          </p:txBody>
        </p: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364457F6-2AE5-4F34-9035-61C3041BEF71}"/>
              </a:ext>
            </a:extLst>
          </p:cNvPr>
          <p:cNvGrpSpPr/>
          <p:nvPr/>
        </p:nvGrpSpPr>
        <p:grpSpPr>
          <a:xfrm>
            <a:off x="2672738" y="2531985"/>
            <a:ext cx="1370052" cy="1187824"/>
            <a:chOff x="2355137" y="2783461"/>
            <a:chExt cx="2248901" cy="2512562"/>
          </a:xfrm>
        </p:grpSpPr>
        <p:grpSp>
          <p:nvGrpSpPr>
            <p:cNvPr id="106" name="그룹 105">
              <a:extLst>
                <a:ext uri="{FF2B5EF4-FFF2-40B4-BE49-F238E27FC236}">
                  <a16:creationId xmlns:a16="http://schemas.microsoft.com/office/drawing/2014/main" id="{5A81E993-B127-A565-041A-C7E470ABC578}"/>
                </a:ext>
              </a:extLst>
            </p:cNvPr>
            <p:cNvGrpSpPr/>
            <p:nvPr/>
          </p:nvGrpSpPr>
          <p:grpSpPr>
            <a:xfrm>
              <a:off x="2759779" y="2783461"/>
              <a:ext cx="1844259" cy="2512562"/>
              <a:chOff x="3121729" y="1534613"/>
              <a:chExt cx="1844259" cy="2512562"/>
            </a:xfrm>
          </p:grpSpPr>
          <p:grpSp>
            <p:nvGrpSpPr>
              <p:cNvPr id="107" name="그룹 106">
                <a:extLst>
                  <a:ext uri="{FF2B5EF4-FFF2-40B4-BE49-F238E27FC236}">
                    <a16:creationId xmlns:a16="http://schemas.microsoft.com/office/drawing/2014/main" id="{6A113DF1-D248-3F33-3539-DB9EB4D4E0A3}"/>
                  </a:ext>
                </a:extLst>
              </p:cNvPr>
              <p:cNvGrpSpPr/>
              <p:nvPr/>
            </p:nvGrpSpPr>
            <p:grpSpPr>
              <a:xfrm>
                <a:off x="3121729" y="1534613"/>
                <a:ext cx="1818283" cy="2512562"/>
                <a:chOff x="3121729" y="1534613"/>
                <a:chExt cx="1818283" cy="2512562"/>
              </a:xfrm>
            </p:grpSpPr>
            <p:grpSp>
              <p:nvGrpSpPr>
                <p:cNvPr id="110" name="그룹 109">
                  <a:extLst>
                    <a:ext uri="{FF2B5EF4-FFF2-40B4-BE49-F238E27FC236}">
                      <a16:creationId xmlns:a16="http://schemas.microsoft.com/office/drawing/2014/main" id="{1079487F-B879-3DC7-5146-69585A53B93C}"/>
                    </a:ext>
                  </a:extLst>
                </p:cNvPr>
                <p:cNvGrpSpPr/>
                <p:nvPr/>
              </p:nvGrpSpPr>
              <p:grpSpPr>
                <a:xfrm>
                  <a:off x="3399169" y="1701218"/>
                  <a:ext cx="1540843" cy="2345957"/>
                  <a:chOff x="3399169" y="1701218"/>
                  <a:chExt cx="1540843" cy="2345957"/>
                </a:xfrm>
              </p:grpSpPr>
              <p:grpSp>
                <p:nvGrpSpPr>
                  <p:cNvPr id="113" name="그룹 112">
                    <a:extLst>
                      <a:ext uri="{FF2B5EF4-FFF2-40B4-BE49-F238E27FC236}">
                        <a16:creationId xmlns:a16="http://schemas.microsoft.com/office/drawing/2014/main" id="{E8DD6925-DEC6-311C-80FC-D877F65673B3}"/>
                      </a:ext>
                    </a:extLst>
                  </p:cNvPr>
                  <p:cNvGrpSpPr/>
                  <p:nvPr/>
                </p:nvGrpSpPr>
                <p:grpSpPr>
                  <a:xfrm>
                    <a:off x="3399169" y="1701218"/>
                    <a:ext cx="1540843" cy="2345957"/>
                    <a:chOff x="3159269" y="2173229"/>
                    <a:chExt cx="2219325" cy="3605423"/>
                  </a:xfrm>
                </p:grpSpPr>
                <p:pic>
                  <p:nvPicPr>
                    <p:cNvPr id="116" name="그림 115">
                      <a:extLst>
                        <a:ext uri="{FF2B5EF4-FFF2-40B4-BE49-F238E27FC236}">
                          <a16:creationId xmlns:a16="http://schemas.microsoft.com/office/drawing/2014/main" id="{91E1133E-871E-199D-6B1E-6FFA91B6376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 rotWithShape="1">
                    <a:blip r:embed="rId4" cstate="email">
                      <a:extLst>
                        <a:ext uri="{28A0092B-C50C-407E-A947-70E740481C1C}">
                          <a14:useLocalDpi xmlns:a14="http://schemas.microsoft.com/office/drawing/2010/main"/>
                        </a:ext>
                      </a:extLst>
                    </a:blip>
                    <a:srcRect/>
                    <a:stretch/>
                  </p:blipFill>
                  <p:spPr>
                    <a:xfrm rot="16200000">
                      <a:off x="2469324" y="2869382"/>
                      <a:ext cx="3599215" cy="2219325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117" name="직사각형 116">
                      <a:extLst>
                        <a:ext uri="{FF2B5EF4-FFF2-40B4-BE49-F238E27FC236}">
                          <a16:creationId xmlns:a16="http://schemas.microsoft.com/office/drawing/2014/main" id="{7C623E28-8746-404B-224D-07D2E2DBBF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7073" y="2173229"/>
                      <a:ext cx="529112" cy="8073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solidFill>
                        <a:schemeClr val="bg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ko-KR" altLang="en-US"/>
                    </a:p>
                  </p:txBody>
                </p:sp>
                <p:sp>
                  <p:nvSpPr>
                    <p:cNvPr id="118" name="직사각형 117">
                      <a:extLst>
                        <a:ext uri="{FF2B5EF4-FFF2-40B4-BE49-F238E27FC236}">
                          <a16:creationId xmlns:a16="http://schemas.microsoft.com/office/drawing/2014/main" id="{798EAF06-303B-A205-5AAD-BEAA6E7908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57776" y="2173231"/>
                      <a:ext cx="341477" cy="16924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solidFill>
                        <a:schemeClr val="bg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ko-KR" altLang="en-US"/>
                    </a:p>
                  </p:txBody>
                </p:sp>
              </p:grpSp>
              <p:sp>
                <p:nvSpPr>
                  <p:cNvPr id="114" name="직사각형 113">
                    <a:extLst>
                      <a:ext uri="{FF2B5EF4-FFF2-40B4-BE49-F238E27FC236}">
                        <a16:creationId xmlns:a16="http://schemas.microsoft.com/office/drawing/2014/main" id="{927CA370-27E2-BC02-C7E7-21A360B1F63F}"/>
                      </a:ext>
                    </a:extLst>
                  </p:cNvPr>
                  <p:cNvSpPr/>
                  <p:nvPr/>
                </p:nvSpPr>
                <p:spPr>
                  <a:xfrm>
                    <a:off x="4440876" y="2631755"/>
                    <a:ext cx="367354" cy="525337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15" name="직사각형 114">
                    <a:extLst>
                      <a:ext uri="{FF2B5EF4-FFF2-40B4-BE49-F238E27FC236}">
                        <a16:creationId xmlns:a16="http://schemas.microsoft.com/office/drawing/2014/main" id="{C878A54A-5263-CC8F-661A-3D3135FC00F9}"/>
                      </a:ext>
                    </a:extLst>
                  </p:cNvPr>
                  <p:cNvSpPr/>
                  <p:nvPr/>
                </p:nvSpPr>
                <p:spPr>
                  <a:xfrm>
                    <a:off x="3913116" y="2609719"/>
                    <a:ext cx="74708" cy="525337"/>
                  </a:xfrm>
                  <a:prstGeom prst="rect">
                    <a:avLst/>
                  </a:prstGeom>
                  <a:solidFill>
                    <a:srgbClr val="BFBFBF"/>
                  </a:solidFill>
                  <a:ln>
                    <a:solidFill>
                      <a:srgbClr val="BFBFBF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</p:grpSp>
            <p:sp>
              <p:nvSpPr>
                <p:cNvPr id="111" name="TextBox 72">
                  <a:extLst>
                    <a:ext uri="{FF2B5EF4-FFF2-40B4-BE49-F238E27FC236}">
                      <a16:creationId xmlns:a16="http://schemas.microsoft.com/office/drawing/2014/main" id="{AE9B966E-90B4-D868-4DDE-E4EDF28A7F75}"/>
                    </a:ext>
                  </a:extLst>
                </p:cNvPr>
                <p:cNvSpPr txBox="1"/>
                <p:nvPr/>
              </p:nvSpPr>
              <p:spPr>
                <a:xfrm>
                  <a:off x="3870797" y="1534613"/>
                  <a:ext cx="1007568" cy="235907"/>
                </a:xfrm>
                <a:prstGeom prst="rect">
                  <a:avLst/>
                </a:prstGeom>
                <a:noFill/>
                <a:ln w="9525" cmpd="sng"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dk1"/>
                </a:fontRef>
              </p:style>
              <p:txBody>
                <a:bodyPr wrap="square" rtlCol="0" anchor="t"/>
                <a:lstStyle>
                  <a:lvl1pPr marL="0" indent="0">
                    <a:defRPr sz="11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buNone/>
                  </a:pPr>
                  <a:r>
                    <a:rPr lang="ko-KR" altLang="en-US" sz="600">
                      <a:latin typeface="Arial Narrow" panose="020B0606020202030204" pitchFamily="34" charset="0"/>
                      <a:ea typeface="LG스마트체 Regular" panose="020B0600000101010101" pitchFamily="50" charset="-127"/>
                    </a:rPr>
                    <a:t>전장길이</a:t>
                  </a:r>
                  <a:r>
                    <a:rPr lang="en-US" altLang="ko-KR" sz="600">
                      <a:latin typeface="Arial Narrow" panose="020B0606020202030204" pitchFamily="34" charset="0"/>
                      <a:ea typeface="LG스마트체 Regular" panose="020B0600000101010101" pitchFamily="50" charset="-127"/>
                    </a:rPr>
                    <a:t>(CH)</a:t>
                  </a:r>
                </a:p>
              </p:txBody>
            </p:sp>
            <p:sp>
              <p:nvSpPr>
                <p:cNvPr id="112" name="TextBox 72">
                  <a:extLst>
                    <a:ext uri="{FF2B5EF4-FFF2-40B4-BE49-F238E27FC236}">
                      <a16:creationId xmlns:a16="http://schemas.microsoft.com/office/drawing/2014/main" id="{81EA9D1B-1D2E-9E74-2BFB-A318AC18852A}"/>
                    </a:ext>
                  </a:extLst>
                </p:cNvPr>
                <p:cNvSpPr txBox="1"/>
                <p:nvPr/>
              </p:nvSpPr>
              <p:spPr>
                <a:xfrm>
                  <a:off x="3121729" y="1847025"/>
                  <a:ext cx="1007569" cy="235908"/>
                </a:xfrm>
                <a:prstGeom prst="rect">
                  <a:avLst/>
                </a:prstGeom>
                <a:noFill/>
                <a:ln w="9525" cmpd="sng"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dk1"/>
                </a:fontRef>
              </p:style>
              <p:txBody>
                <a:bodyPr wrap="square" rtlCol="0" anchor="t"/>
                <a:lstStyle>
                  <a:lvl1pPr marL="0" indent="0">
                    <a:defRPr sz="11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buNone/>
                  </a:pPr>
                  <a:r>
                    <a:rPr lang="ko-KR" altLang="en-US" sz="600">
                      <a:latin typeface="Arial Narrow" panose="020B0606020202030204" pitchFamily="34" charset="0"/>
                      <a:ea typeface="LG스마트체 Regular" panose="020B0600000101010101" pitchFamily="50" charset="-127"/>
                    </a:rPr>
                    <a:t>어깨선</a:t>
                  </a:r>
                  <a:endPara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</p:grpSp>
          <p:sp>
            <p:nvSpPr>
              <p:cNvPr id="108" name="TextBox 72">
                <a:extLst>
                  <a:ext uri="{FF2B5EF4-FFF2-40B4-BE49-F238E27FC236}">
                    <a16:creationId xmlns:a16="http://schemas.microsoft.com/office/drawing/2014/main" id="{B8409960-E01D-2748-7069-42C2A3A28F77}"/>
                  </a:ext>
                </a:extLst>
              </p:cNvPr>
              <p:cNvSpPr txBox="1"/>
              <p:nvPr/>
            </p:nvSpPr>
            <p:spPr>
              <a:xfrm>
                <a:off x="3268239" y="2845522"/>
                <a:ext cx="1007567" cy="235908"/>
              </a:xfrm>
              <a:prstGeom prst="rect">
                <a:avLst/>
              </a:prstGeom>
              <a:noFill/>
              <a:ln w="9525" cmpd="sng"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dk1"/>
              </a:fontRef>
            </p:style>
            <p:txBody>
              <a:bodyPr wrap="square" rtlCol="0" anchor="t"/>
              <a:lstStyle>
                <a:lvl1pPr marL="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None/>
                </a:pP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Tab Side</a:t>
                </a:r>
              </a:p>
            </p:txBody>
          </p:sp>
          <p:sp>
            <p:nvSpPr>
              <p:cNvPr id="109" name="TextBox 72">
                <a:extLst>
                  <a:ext uri="{FF2B5EF4-FFF2-40B4-BE49-F238E27FC236}">
                    <a16:creationId xmlns:a16="http://schemas.microsoft.com/office/drawing/2014/main" id="{3B2F2527-2726-C0BC-A8A5-7B357AAF820A}"/>
                  </a:ext>
                </a:extLst>
              </p:cNvPr>
              <p:cNvSpPr txBox="1"/>
              <p:nvPr/>
            </p:nvSpPr>
            <p:spPr>
              <a:xfrm>
                <a:off x="3958421" y="2852248"/>
                <a:ext cx="1007567" cy="235908"/>
              </a:xfrm>
              <a:prstGeom prst="rect">
                <a:avLst/>
              </a:prstGeom>
              <a:noFill/>
              <a:ln w="9525" cmpd="sng"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dk1"/>
              </a:fontRef>
            </p:style>
            <p:txBody>
              <a:bodyPr wrap="square" rtlCol="0" anchor="t"/>
              <a:lstStyle>
                <a:lvl1pPr marL="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None/>
                </a:pPr>
                <a:r>
                  <a:rPr lang="en-US" altLang="ko-KR" sz="600">
                    <a:solidFill>
                      <a:schemeClr val="bg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Bottom Side</a:t>
                </a:r>
              </a:p>
            </p:txBody>
          </p:sp>
        </p:grpSp>
        <p:pic>
          <p:nvPicPr>
            <p:cNvPr id="119" name="그림 118">
              <a:extLst>
                <a:ext uri="{FF2B5EF4-FFF2-40B4-BE49-F238E27FC236}">
                  <a16:creationId xmlns:a16="http://schemas.microsoft.com/office/drawing/2014/main" id="{133D20E1-908C-8B3D-CD4A-CF320948ABD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355137" y="2924793"/>
              <a:ext cx="1093345" cy="198124"/>
            </a:xfrm>
            <a:prstGeom prst="rect">
              <a:avLst/>
            </a:prstGeom>
          </p:spPr>
        </p:pic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DA1317AC-4359-9F60-9625-89AD7F7D9FCF}"/>
              </a:ext>
            </a:extLst>
          </p:cNvPr>
          <p:cNvGrpSpPr/>
          <p:nvPr/>
        </p:nvGrpSpPr>
        <p:grpSpPr>
          <a:xfrm>
            <a:off x="2713309" y="3821757"/>
            <a:ext cx="2052930" cy="1008888"/>
            <a:chOff x="3638789" y="3374562"/>
            <a:chExt cx="2131614" cy="1349921"/>
          </a:xfrm>
        </p:grpSpPr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9F7503C8-C1B4-1C8A-7AF3-78E97868BCFC}"/>
                </a:ext>
              </a:extLst>
            </p:cNvPr>
            <p:cNvSpPr/>
            <p:nvPr/>
          </p:nvSpPr>
          <p:spPr>
            <a:xfrm>
              <a:off x="3647326" y="3825126"/>
              <a:ext cx="1288918" cy="7762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23" name="직사각형 122">
              <a:extLst>
                <a:ext uri="{FF2B5EF4-FFF2-40B4-BE49-F238E27FC236}">
                  <a16:creationId xmlns:a16="http://schemas.microsoft.com/office/drawing/2014/main" id="{E494C24A-A7F0-C68D-72F1-4C943C831420}"/>
                </a:ext>
              </a:extLst>
            </p:cNvPr>
            <p:cNvSpPr/>
            <p:nvPr/>
          </p:nvSpPr>
          <p:spPr>
            <a:xfrm>
              <a:off x="3640560" y="3943199"/>
              <a:ext cx="1099329" cy="63741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CD286447-942F-C29D-4421-54C3DF0FA13D}"/>
                </a:ext>
              </a:extLst>
            </p:cNvPr>
            <p:cNvSpPr/>
            <p:nvPr/>
          </p:nvSpPr>
          <p:spPr>
            <a:xfrm>
              <a:off x="3640560" y="3809837"/>
              <a:ext cx="1099329" cy="13336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 err="1">
                <a:solidFill>
                  <a:schemeClr val="accent6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0F11B549-B4B0-A761-5D06-3E754D5FA7ED}"/>
                </a:ext>
              </a:extLst>
            </p:cNvPr>
            <p:cNvGrpSpPr/>
            <p:nvPr/>
          </p:nvGrpSpPr>
          <p:grpSpPr>
            <a:xfrm>
              <a:off x="3645173" y="3728584"/>
              <a:ext cx="486262" cy="79841"/>
              <a:chOff x="6344832" y="3820420"/>
              <a:chExt cx="862095" cy="141551"/>
            </a:xfrm>
          </p:grpSpPr>
          <p:sp>
            <p:nvSpPr>
              <p:cNvPr id="145" name="사다리꼴 144">
                <a:extLst>
                  <a:ext uri="{FF2B5EF4-FFF2-40B4-BE49-F238E27FC236}">
                    <a16:creationId xmlns:a16="http://schemas.microsoft.com/office/drawing/2014/main" id="{0CBEC1F6-8046-221E-D091-54D340F47F51}"/>
                  </a:ext>
                </a:extLst>
              </p:cNvPr>
              <p:cNvSpPr/>
              <p:nvPr/>
            </p:nvSpPr>
            <p:spPr>
              <a:xfrm>
                <a:off x="6344832" y="3820421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46" name="사다리꼴 145">
                <a:extLst>
                  <a:ext uri="{FF2B5EF4-FFF2-40B4-BE49-F238E27FC236}">
                    <a16:creationId xmlns:a16="http://schemas.microsoft.com/office/drawing/2014/main" id="{4D577C07-6F93-7AE6-EF65-7E7C299210D3}"/>
                  </a:ext>
                </a:extLst>
              </p:cNvPr>
              <p:cNvSpPr/>
              <p:nvPr/>
            </p:nvSpPr>
            <p:spPr>
              <a:xfrm>
                <a:off x="6472550" y="3820421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47" name="사다리꼴 146">
                <a:extLst>
                  <a:ext uri="{FF2B5EF4-FFF2-40B4-BE49-F238E27FC236}">
                    <a16:creationId xmlns:a16="http://schemas.microsoft.com/office/drawing/2014/main" id="{5E9D3952-CCF4-935D-8F34-605E02C3B70E}"/>
                  </a:ext>
                </a:extLst>
              </p:cNvPr>
              <p:cNvSpPr/>
              <p:nvPr/>
            </p:nvSpPr>
            <p:spPr>
              <a:xfrm>
                <a:off x="6600268" y="3820421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48" name="사다리꼴 147">
                <a:extLst>
                  <a:ext uri="{FF2B5EF4-FFF2-40B4-BE49-F238E27FC236}">
                    <a16:creationId xmlns:a16="http://schemas.microsoft.com/office/drawing/2014/main" id="{A599251A-D30D-2E52-D7B8-B414B76010EF}"/>
                  </a:ext>
                </a:extLst>
              </p:cNvPr>
              <p:cNvSpPr/>
              <p:nvPr/>
            </p:nvSpPr>
            <p:spPr>
              <a:xfrm>
                <a:off x="6727986" y="3820421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49" name="사다리꼴 148">
                <a:extLst>
                  <a:ext uri="{FF2B5EF4-FFF2-40B4-BE49-F238E27FC236}">
                    <a16:creationId xmlns:a16="http://schemas.microsoft.com/office/drawing/2014/main" id="{CE7402A4-9851-0069-BC5A-C7AB0042B399}"/>
                  </a:ext>
                </a:extLst>
              </p:cNvPr>
              <p:cNvSpPr/>
              <p:nvPr/>
            </p:nvSpPr>
            <p:spPr>
              <a:xfrm>
                <a:off x="6855704" y="3820420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50" name="사다리꼴 149">
                <a:extLst>
                  <a:ext uri="{FF2B5EF4-FFF2-40B4-BE49-F238E27FC236}">
                    <a16:creationId xmlns:a16="http://schemas.microsoft.com/office/drawing/2014/main" id="{69B902D2-89B6-9519-9F2A-43C7ABCF0677}"/>
                  </a:ext>
                </a:extLst>
              </p:cNvPr>
              <p:cNvSpPr/>
              <p:nvPr/>
            </p:nvSpPr>
            <p:spPr>
              <a:xfrm>
                <a:off x="6983422" y="3820420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51" name="사다리꼴 150">
                <a:extLst>
                  <a:ext uri="{FF2B5EF4-FFF2-40B4-BE49-F238E27FC236}">
                    <a16:creationId xmlns:a16="http://schemas.microsoft.com/office/drawing/2014/main" id="{620A2F25-A98E-F55E-7622-DF2D64E98389}"/>
                  </a:ext>
                </a:extLst>
              </p:cNvPr>
              <p:cNvSpPr/>
              <p:nvPr/>
            </p:nvSpPr>
            <p:spPr>
              <a:xfrm>
                <a:off x="7111139" y="3820420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</p:grpSp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CC03EAD9-35C8-F4E0-AF57-E3DD123F92A7}"/>
                </a:ext>
              </a:extLst>
            </p:cNvPr>
            <p:cNvSpPr/>
            <p:nvPr/>
          </p:nvSpPr>
          <p:spPr>
            <a:xfrm rot="10800000" flipH="1">
              <a:off x="3645156" y="3855528"/>
              <a:ext cx="835481" cy="7776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82145D8F-40F6-A95B-0142-D933441699B6}"/>
                </a:ext>
              </a:extLst>
            </p:cNvPr>
            <p:cNvSpPr/>
            <p:nvPr/>
          </p:nvSpPr>
          <p:spPr>
            <a:xfrm rot="10800000" flipH="1">
              <a:off x="3647329" y="4056125"/>
              <a:ext cx="611329" cy="47842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9F7FF5FC-359A-0235-0AC7-90A9E7E04CF7}"/>
                </a:ext>
              </a:extLst>
            </p:cNvPr>
            <p:cNvSpPr/>
            <p:nvPr/>
          </p:nvSpPr>
          <p:spPr>
            <a:xfrm rot="10800000" flipH="1">
              <a:off x="3638789" y="4522998"/>
              <a:ext cx="619869" cy="13331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 err="1">
                <a:solidFill>
                  <a:schemeClr val="accent6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grpSp>
          <p:nvGrpSpPr>
            <p:cNvPr id="129" name="그룹 128">
              <a:extLst>
                <a:ext uri="{FF2B5EF4-FFF2-40B4-BE49-F238E27FC236}">
                  <a16:creationId xmlns:a16="http://schemas.microsoft.com/office/drawing/2014/main" id="{F0D7C0D3-C302-80CA-3EC6-916BB9700241}"/>
                </a:ext>
              </a:extLst>
            </p:cNvPr>
            <p:cNvGrpSpPr/>
            <p:nvPr/>
          </p:nvGrpSpPr>
          <p:grpSpPr>
            <a:xfrm>
              <a:off x="3641743" y="4644143"/>
              <a:ext cx="480547" cy="80340"/>
              <a:chOff x="5888647" y="4815326"/>
              <a:chExt cx="846369" cy="141499"/>
            </a:xfrm>
          </p:grpSpPr>
          <p:sp>
            <p:nvSpPr>
              <p:cNvPr id="138" name="사다리꼴 137">
                <a:extLst>
                  <a:ext uri="{FF2B5EF4-FFF2-40B4-BE49-F238E27FC236}">
                    <a16:creationId xmlns:a16="http://schemas.microsoft.com/office/drawing/2014/main" id="{9490210A-2851-C13B-D08F-10599399452D}"/>
                  </a:ext>
                </a:extLst>
              </p:cNvPr>
              <p:cNvSpPr/>
              <p:nvPr/>
            </p:nvSpPr>
            <p:spPr>
              <a:xfrm rot="10800000" flipH="1">
                <a:off x="5888647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39" name="사다리꼴 138">
                <a:extLst>
                  <a:ext uri="{FF2B5EF4-FFF2-40B4-BE49-F238E27FC236}">
                    <a16:creationId xmlns:a16="http://schemas.microsoft.com/office/drawing/2014/main" id="{03639EFE-C0FE-1D2B-8A89-060E928C5075}"/>
                  </a:ext>
                </a:extLst>
              </p:cNvPr>
              <p:cNvSpPr/>
              <p:nvPr/>
            </p:nvSpPr>
            <p:spPr>
              <a:xfrm rot="10800000" flipH="1">
                <a:off x="6014035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40" name="사다리꼴 139">
                <a:extLst>
                  <a:ext uri="{FF2B5EF4-FFF2-40B4-BE49-F238E27FC236}">
                    <a16:creationId xmlns:a16="http://schemas.microsoft.com/office/drawing/2014/main" id="{7F64C5ED-AE55-B71B-9B49-73F576DC3603}"/>
                  </a:ext>
                </a:extLst>
              </p:cNvPr>
              <p:cNvSpPr/>
              <p:nvPr/>
            </p:nvSpPr>
            <p:spPr>
              <a:xfrm rot="10800000" flipH="1">
                <a:off x="6139423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41" name="사다리꼴 140">
                <a:extLst>
                  <a:ext uri="{FF2B5EF4-FFF2-40B4-BE49-F238E27FC236}">
                    <a16:creationId xmlns:a16="http://schemas.microsoft.com/office/drawing/2014/main" id="{8474737E-FA36-D546-D9C6-76F57A9008ED}"/>
                  </a:ext>
                </a:extLst>
              </p:cNvPr>
              <p:cNvSpPr/>
              <p:nvPr/>
            </p:nvSpPr>
            <p:spPr>
              <a:xfrm rot="10800000" flipH="1">
                <a:off x="6264812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42" name="사다리꼴 141">
                <a:extLst>
                  <a:ext uri="{FF2B5EF4-FFF2-40B4-BE49-F238E27FC236}">
                    <a16:creationId xmlns:a16="http://schemas.microsoft.com/office/drawing/2014/main" id="{371E1E51-8397-FBD5-2CF3-480DD252EEEA}"/>
                  </a:ext>
                </a:extLst>
              </p:cNvPr>
              <p:cNvSpPr/>
              <p:nvPr/>
            </p:nvSpPr>
            <p:spPr>
              <a:xfrm rot="10800000" flipH="1">
                <a:off x="6390200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43" name="사다리꼴 142">
                <a:extLst>
                  <a:ext uri="{FF2B5EF4-FFF2-40B4-BE49-F238E27FC236}">
                    <a16:creationId xmlns:a16="http://schemas.microsoft.com/office/drawing/2014/main" id="{A9F908DE-047B-4F39-5CAE-F53360D941A2}"/>
                  </a:ext>
                </a:extLst>
              </p:cNvPr>
              <p:cNvSpPr/>
              <p:nvPr/>
            </p:nvSpPr>
            <p:spPr>
              <a:xfrm rot="10800000" flipH="1">
                <a:off x="6515588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44" name="사다리꼴 143">
                <a:extLst>
                  <a:ext uri="{FF2B5EF4-FFF2-40B4-BE49-F238E27FC236}">
                    <a16:creationId xmlns:a16="http://schemas.microsoft.com/office/drawing/2014/main" id="{8432A198-0AFC-FD51-5077-BE22031B956C}"/>
                  </a:ext>
                </a:extLst>
              </p:cNvPr>
              <p:cNvSpPr/>
              <p:nvPr/>
            </p:nvSpPr>
            <p:spPr>
              <a:xfrm rot="10800000" flipH="1">
                <a:off x="6640975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</p:grp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3BE2222E-DCFE-A394-9E8A-6A041308DBD2}"/>
                </a:ext>
              </a:extLst>
            </p:cNvPr>
            <p:cNvSpPr txBox="1"/>
            <p:nvPr/>
          </p:nvSpPr>
          <p:spPr bwMode="auto">
            <a:xfrm>
              <a:off x="3877793" y="4036549"/>
              <a:ext cx="456975" cy="258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indent="0" algn="ctr" fontAlgn="auto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1000">
                  <a:solidFill>
                    <a:schemeClr val="bg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양극</a:t>
              </a: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05BFACCF-03E0-57CB-31A9-A291DEC765CA}"/>
                </a:ext>
              </a:extLst>
            </p:cNvPr>
            <p:cNvSpPr txBox="1"/>
            <p:nvPr/>
          </p:nvSpPr>
          <p:spPr bwMode="auto">
            <a:xfrm>
              <a:off x="4378888" y="3893540"/>
              <a:ext cx="456975" cy="258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indent="0" algn="ctr" fontAlgn="auto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1000">
                  <a:solidFill>
                    <a:schemeClr val="bg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음극</a:t>
              </a: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39EFE97D-72EF-0BF9-FE99-3C6293D208D0}"/>
                </a:ext>
              </a:extLst>
            </p:cNvPr>
            <p:cNvSpPr txBox="1"/>
            <p:nvPr/>
          </p:nvSpPr>
          <p:spPr bwMode="auto">
            <a:xfrm>
              <a:off x="4221739" y="3798333"/>
              <a:ext cx="364202" cy="8799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square" rtlCol="0">
              <a:spAutoFit/>
            </a:bodyPr>
            <a:lstStyle/>
            <a:p>
              <a:pPr marL="0" indent="0" algn="ctr" fontAlgn="auto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상부 </a:t>
              </a:r>
              <a:r>
                <a:rPr lang="ko-KR" altLang="en-US" sz="700" err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분리막</a:t>
              </a:r>
              <a:endParaRPr lang="ko-KR" altLang="en-US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8021822-66C3-B619-D135-F59C9C7415F3}"/>
                </a:ext>
              </a:extLst>
            </p:cNvPr>
            <p:cNvCxnSpPr>
              <a:cxnSpLocks/>
            </p:cNvCxnSpPr>
            <p:nvPr/>
          </p:nvCxnSpPr>
          <p:spPr>
            <a:xfrm>
              <a:off x="4370580" y="3851466"/>
              <a:ext cx="944370" cy="0"/>
            </a:xfrm>
            <a:prstGeom prst="line">
              <a:avLst/>
            </a:prstGeom>
            <a:ln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C7A86AAC-2848-C0B1-D566-E898FEA74369}"/>
                </a:ext>
              </a:extLst>
            </p:cNvPr>
            <p:cNvCxnSpPr>
              <a:cxnSpLocks/>
            </p:cNvCxnSpPr>
            <p:nvPr/>
          </p:nvCxnSpPr>
          <p:spPr>
            <a:xfrm>
              <a:off x="4724400" y="3829460"/>
              <a:ext cx="616827" cy="0"/>
            </a:xfrm>
            <a:prstGeom prst="line">
              <a:avLst/>
            </a:prstGeom>
            <a:ln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화살표 연결선 134">
              <a:extLst>
                <a:ext uri="{FF2B5EF4-FFF2-40B4-BE49-F238E27FC236}">
                  <a16:creationId xmlns:a16="http://schemas.microsoft.com/office/drawing/2014/main" id="{3DC7261D-9EFF-E7F2-5A84-9E56C4A9CEF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32412" y="3860796"/>
              <a:ext cx="0" cy="13575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B72069A-81C8-1376-2896-22DB0C05AD1A}"/>
                </a:ext>
              </a:extLst>
            </p:cNvPr>
            <p:cNvSpPr txBox="1"/>
            <p:nvPr/>
          </p:nvSpPr>
          <p:spPr>
            <a:xfrm>
              <a:off x="4271139" y="3374562"/>
              <a:ext cx="1499264" cy="37063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상부</a:t>
              </a:r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ko-KR" altLang="en-US" sz="600" err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분리막</a:t>
              </a:r>
              <a:r>
                <a:rPr lang="ko-KR" altLang="en-US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↔ 하부 </a:t>
              </a:r>
              <a:r>
                <a:rPr lang="ko-KR" altLang="en-US" sz="600" err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분리막</a:t>
              </a:r>
              <a:r>
                <a:rPr lang="ko-KR" altLang="en-US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endPara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/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Gap (H)</a:t>
              </a:r>
              <a:endPara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137" name="직선 화살표 연결선 136">
              <a:extLst>
                <a:ext uri="{FF2B5EF4-FFF2-40B4-BE49-F238E27FC236}">
                  <a16:creationId xmlns:a16="http://schemas.microsoft.com/office/drawing/2014/main" id="{493468B8-FCF5-0E40-4A2B-24447C062887}"/>
                </a:ext>
              </a:extLst>
            </p:cNvPr>
            <p:cNvCxnSpPr>
              <a:cxnSpLocks/>
            </p:cNvCxnSpPr>
            <p:nvPr/>
          </p:nvCxnSpPr>
          <p:spPr>
            <a:xfrm rot="10800000" flipH="1" flipV="1">
              <a:off x="5029644" y="3664914"/>
              <a:ext cx="0" cy="150632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222F387F-30DC-0074-D280-D7391AE1CB25}"/>
              </a:ext>
            </a:extLst>
          </p:cNvPr>
          <p:cNvGrpSpPr/>
          <p:nvPr/>
        </p:nvGrpSpPr>
        <p:grpSpPr>
          <a:xfrm>
            <a:off x="4470705" y="3858632"/>
            <a:ext cx="2026364" cy="1243247"/>
            <a:chOff x="4453890" y="3322315"/>
            <a:chExt cx="2104029" cy="1663505"/>
          </a:xfrm>
        </p:grpSpPr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C3976423-81C7-51A1-F3B5-F9019457B651}"/>
                </a:ext>
              </a:extLst>
            </p:cNvPr>
            <p:cNvSpPr txBox="1"/>
            <p:nvPr/>
          </p:nvSpPr>
          <p:spPr>
            <a:xfrm>
              <a:off x="5669663" y="4616487"/>
              <a:ext cx="888256" cy="36933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상부</a:t>
              </a:r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ko-KR" altLang="en-US" sz="600" err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분리막</a:t>
              </a:r>
              <a:r>
                <a:rPr lang="ko-KR" altLang="en-US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↔ </a:t>
              </a:r>
              <a:endPara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/>
              <a:r>
                <a:rPr lang="ko-KR" altLang="en-US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음극 </a:t>
              </a:r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Slitting Line</a:t>
              </a:r>
              <a:r>
                <a:rPr lang="ko-KR" altLang="en-US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Gap</a:t>
              </a:r>
            </a:p>
            <a:p>
              <a:pPr algn="ctr"/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(E2)</a:t>
              </a:r>
              <a:endPara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53" name="직사각형 152">
              <a:extLst>
                <a:ext uri="{FF2B5EF4-FFF2-40B4-BE49-F238E27FC236}">
                  <a16:creationId xmlns:a16="http://schemas.microsoft.com/office/drawing/2014/main" id="{8EC9600A-E13E-4E13-3F27-40DC0D85A937}"/>
                </a:ext>
              </a:extLst>
            </p:cNvPr>
            <p:cNvSpPr/>
            <p:nvPr/>
          </p:nvSpPr>
          <p:spPr>
            <a:xfrm>
              <a:off x="4462427" y="3719249"/>
              <a:ext cx="1288918" cy="7762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4F5AF542-6B35-21D7-7931-661063273CA6}"/>
                </a:ext>
              </a:extLst>
            </p:cNvPr>
            <p:cNvSpPr/>
            <p:nvPr/>
          </p:nvSpPr>
          <p:spPr>
            <a:xfrm>
              <a:off x="4455661" y="3837322"/>
              <a:ext cx="1099329" cy="63741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55" name="직사각형 154">
              <a:extLst>
                <a:ext uri="{FF2B5EF4-FFF2-40B4-BE49-F238E27FC236}">
                  <a16:creationId xmlns:a16="http://schemas.microsoft.com/office/drawing/2014/main" id="{EC8C5A3F-8A62-95AD-15A0-2C90945DB653}"/>
                </a:ext>
              </a:extLst>
            </p:cNvPr>
            <p:cNvSpPr/>
            <p:nvPr/>
          </p:nvSpPr>
          <p:spPr>
            <a:xfrm>
              <a:off x="4455661" y="3703960"/>
              <a:ext cx="1099329" cy="13336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 err="1">
                <a:solidFill>
                  <a:schemeClr val="accent6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grpSp>
          <p:nvGrpSpPr>
            <p:cNvPr id="156" name="그룹 155">
              <a:extLst>
                <a:ext uri="{FF2B5EF4-FFF2-40B4-BE49-F238E27FC236}">
                  <a16:creationId xmlns:a16="http://schemas.microsoft.com/office/drawing/2014/main" id="{1761E377-8B19-90BF-0F67-539D2128D50C}"/>
                </a:ext>
              </a:extLst>
            </p:cNvPr>
            <p:cNvGrpSpPr/>
            <p:nvPr/>
          </p:nvGrpSpPr>
          <p:grpSpPr>
            <a:xfrm>
              <a:off x="4460274" y="3622707"/>
              <a:ext cx="486262" cy="79841"/>
              <a:chOff x="6344832" y="3820420"/>
              <a:chExt cx="862095" cy="141551"/>
            </a:xfrm>
          </p:grpSpPr>
          <p:sp>
            <p:nvSpPr>
              <p:cNvPr id="157" name="사다리꼴 156">
                <a:extLst>
                  <a:ext uri="{FF2B5EF4-FFF2-40B4-BE49-F238E27FC236}">
                    <a16:creationId xmlns:a16="http://schemas.microsoft.com/office/drawing/2014/main" id="{F1AEB496-0C94-91D9-2765-7F90A800999C}"/>
                  </a:ext>
                </a:extLst>
              </p:cNvPr>
              <p:cNvSpPr/>
              <p:nvPr/>
            </p:nvSpPr>
            <p:spPr>
              <a:xfrm>
                <a:off x="6344832" y="3820421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58" name="사다리꼴 157">
                <a:extLst>
                  <a:ext uri="{FF2B5EF4-FFF2-40B4-BE49-F238E27FC236}">
                    <a16:creationId xmlns:a16="http://schemas.microsoft.com/office/drawing/2014/main" id="{5D73B3BA-74C3-3BC7-1002-D3B95F552A9A}"/>
                  </a:ext>
                </a:extLst>
              </p:cNvPr>
              <p:cNvSpPr/>
              <p:nvPr/>
            </p:nvSpPr>
            <p:spPr>
              <a:xfrm>
                <a:off x="6472550" y="3820421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59" name="사다리꼴 158">
                <a:extLst>
                  <a:ext uri="{FF2B5EF4-FFF2-40B4-BE49-F238E27FC236}">
                    <a16:creationId xmlns:a16="http://schemas.microsoft.com/office/drawing/2014/main" id="{1BDEA162-A341-BE65-7E70-B4FDC96C56EF}"/>
                  </a:ext>
                </a:extLst>
              </p:cNvPr>
              <p:cNvSpPr/>
              <p:nvPr/>
            </p:nvSpPr>
            <p:spPr>
              <a:xfrm>
                <a:off x="6600268" y="3820421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60" name="사다리꼴 159">
                <a:extLst>
                  <a:ext uri="{FF2B5EF4-FFF2-40B4-BE49-F238E27FC236}">
                    <a16:creationId xmlns:a16="http://schemas.microsoft.com/office/drawing/2014/main" id="{992C67A3-FD6B-8B5E-DA03-6387B3F5D4BB}"/>
                  </a:ext>
                </a:extLst>
              </p:cNvPr>
              <p:cNvSpPr/>
              <p:nvPr/>
            </p:nvSpPr>
            <p:spPr>
              <a:xfrm>
                <a:off x="6727986" y="3820421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61" name="사다리꼴 160">
                <a:extLst>
                  <a:ext uri="{FF2B5EF4-FFF2-40B4-BE49-F238E27FC236}">
                    <a16:creationId xmlns:a16="http://schemas.microsoft.com/office/drawing/2014/main" id="{6815E0A0-9798-0CC9-1385-172B2EA75E0C}"/>
                  </a:ext>
                </a:extLst>
              </p:cNvPr>
              <p:cNvSpPr/>
              <p:nvPr/>
            </p:nvSpPr>
            <p:spPr>
              <a:xfrm>
                <a:off x="6855704" y="3820420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62" name="사다리꼴 161">
                <a:extLst>
                  <a:ext uri="{FF2B5EF4-FFF2-40B4-BE49-F238E27FC236}">
                    <a16:creationId xmlns:a16="http://schemas.microsoft.com/office/drawing/2014/main" id="{F28EEE19-7482-C74B-39E6-464B7CD5AF31}"/>
                  </a:ext>
                </a:extLst>
              </p:cNvPr>
              <p:cNvSpPr/>
              <p:nvPr/>
            </p:nvSpPr>
            <p:spPr>
              <a:xfrm>
                <a:off x="6983422" y="3820420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63" name="사다리꼴 162">
                <a:extLst>
                  <a:ext uri="{FF2B5EF4-FFF2-40B4-BE49-F238E27FC236}">
                    <a16:creationId xmlns:a16="http://schemas.microsoft.com/office/drawing/2014/main" id="{06092CC7-E943-BEB1-2E91-2CAC727D1F6C}"/>
                  </a:ext>
                </a:extLst>
              </p:cNvPr>
              <p:cNvSpPr/>
              <p:nvPr/>
            </p:nvSpPr>
            <p:spPr>
              <a:xfrm>
                <a:off x="7111139" y="3820420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C0AF140-CC73-3F6E-1FA4-AC693A9D1D2E}"/>
                </a:ext>
              </a:extLst>
            </p:cNvPr>
            <p:cNvSpPr txBox="1"/>
            <p:nvPr/>
          </p:nvSpPr>
          <p:spPr bwMode="auto">
            <a:xfrm>
              <a:off x="5506660" y="3692456"/>
              <a:ext cx="364202" cy="8799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square" rtlCol="0">
              <a:spAutoFit/>
            </a:bodyPr>
            <a:lstStyle/>
            <a:p>
              <a:pPr marL="0" indent="0" algn="ctr" fontAlgn="auto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하부 분리막</a:t>
              </a:r>
            </a:p>
          </p:txBody>
        </p:sp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79EFEEAA-2675-E058-CD7F-F675FF38EA2D}"/>
                </a:ext>
              </a:extLst>
            </p:cNvPr>
            <p:cNvSpPr/>
            <p:nvPr/>
          </p:nvSpPr>
          <p:spPr>
            <a:xfrm rot="10800000" flipH="1">
              <a:off x="4460257" y="3749651"/>
              <a:ext cx="835481" cy="7776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66" name="직사각형 165">
              <a:extLst>
                <a:ext uri="{FF2B5EF4-FFF2-40B4-BE49-F238E27FC236}">
                  <a16:creationId xmlns:a16="http://schemas.microsoft.com/office/drawing/2014/main" id="{C9DD4E21-8DED-0EB4-EF6E-E5FEAED486A8}"/>
                </a:ext>
              </a:extLst>
            </p:cNvPr>
            <p:cNvSpPr/>
            <p:nvPr/>
          </p:nvSpPr>
          <p:spPr>
            <a:xfrm rot="10800000" flipH="1">
              <a:off x="4462430" y="3950248"/>
              <a:ext cx="611329" cy="47842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67" name="직사각형 166">
              <a:extLst>
                <a:ext uri="{FF2B5EF4-FFF2-40B4-BE49-F238E27FC236}">
                  <a16:creationId xmlns:a16="http://schemas.microsoft.com/office/drawing/2014/main" id="{58A00E20-EF95-882C-7D1B-795391CF8FD5}"/>
                </a:ext>
              </a:extLst>
            </p:cNvPr>
            <p:cNvSpPr/>
            <p:nvPr/>
          </p:nvSpPr>
          <p:spPr>
            <a:xfrm rot="10800000" flipH="1">
              <a:off x="4453890" y="4417121"/>
              <a:ext cx="619869" cy="13331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 err="1">
                <a:solidFill>
                  <a:schemeClr val="accent6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C7EA44CA-3E59-EA08-9E7E-B752636876D4}"/>
                </a:ext>
              </a:extLst>
            </p:cNvPr>
            <p:cNvGrpSpPr/>
            <p:nvPr/>
          </p:nvGrpSpPr>
          <p:grpSpPr>
            <a:xfrm>
              <a:off x="4456844" y="4538266"/>
              <a:ext cx="480547" cy="80340"/>
              <a:chOff x="5888647" y="4815326"/>
              <a:chExt cx="846369" cy="141499"/>
            </a:xfrm>
          </p:grpSpPr>
          <p:sp>
            <p:nvSpPr>
              <p:cNvPr id="169" name="사다리꼴 168">
                <a:extLst>
                  <a:ext uri="{FF2B5EF4-FFF2-40B4-BE49-F238E27FC236}">
                    <a16:creationId xmlns:a16="http://schemas.microsoft.com/office/drawing/2014/main" id="{1470530C-894F-A19F-CA4A-ABA0A93C6811}"/>
                  </a:ext>
                </a:extLst>
              </p:cNvPr>
              <p:cNvSpPr/>
              <p:nvPr/>
            </p:nvSpPr>
            <p:spPr>
              <a:xfrm rot="10800000" flipH="1">
                <a:off x="5888647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70" name="사다리꼴 169">
                <a:extLst>
                  <a:ext uri="{FF2B5EF4-FFF2-40B4-BE49-F238E27FC236}">
                    <a16:creationId xmlns:a16="http://schemas.microsoft.com/office/drawing/2014/main" id="{FD2478D5-0110-52CC-8BDF-1122825BFC47}"/>
                  </a:ext>
                </a:extLst>
              </p:cNvPr>
              <p:cNvSpPr/>
              <p:nvPr/>
            </p:nvSpPr>
            <p:spPr>
              <a:xfrm rot="10800000" flipH="1">
                <a:off x="6014035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71" name="사다리꼴 170">
                <a:extLst>
                  <a:ext uri="{FF2B5EF4-FFF2-40B4-BE49-F238E27FC236}">
                    <a16:creationId xmlns:a16="http://schemas.microsoft.com/office/drawing/2014/main" id="{657F7C55-7EEF-15C1-F1EB-97FF30FAF8F6}"/>
                  </a:ext>
                </a:extLst>
              </p:cNvPr>
              <p:cNvSpPr/>
              <p:nvPr/>
            </p:nvSpPr>
            <p:spPr>
              <a:xfrm rot="10800000" flipH="1">
                <a:off x="6139423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72" name="사다리꼴 171">
                <a:extLst>
                  <a:ext uri="{FF2B5EF4-FFF2-40B4-BE49-F238E27FC236}">
                    <a16:creationId xmlns:a16="http://schemas.microsoft.com/office/drawing/2014/main" id="{200B236D-CCB3-09BF-5494-8F9DE47E3DA8}"/>
                  </a:ext>
                </a:extLst>
              </p:cNvPr>
              <p:cNvSpPr/>
              <p:nvPr/>
            </p:nvSpPr>
            <p:spPr>
              <a:xfrm rot="10800000" flipH="1">
                <a:off x="6264812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73" name="사다리꼴 172">
                <a:extLst>
                  <a:ext uri="{FF2B5EF4-FFF2-40B4-BE49-F238E27FC236}">
                    <a16:creationId xmlns:a16="http://schemas.microsoft.com/office/drawing/2014/main" id="{BE08B744-B11F-A705-BF0D-EBE414FA189D}"/>
                  </a:ext>
                </a:extLst>
              </p:cNvPr>
              <p:cNvSpPr/>
              <p:nvPr/>
            </p:nvSpPr>
            <p:spPr>
              <a:xfrm rot="10800000" flipH="1">
                <a:off x="6390200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74" name="사다리꼴 173">
                <a:extLst>
                  <a:ext uri="{FF2B5EF4-FFF2-40B4-BE49-F238E27FC236}">
                    <a16:creationId xmlns:a16="http://schemas.microsoft.com/office/drawing/2014/main" id="{87B54BE1-5B8A-0E61-5FA5-CD48AEF60F1E}"/>
                  </a:ext>
                </a:extLst>
              </p:cNvPr>
              <p:cNvSpPr/>
              <p:nvPr/>
            </p:nvSpPr>
            <p:spPr>
              <a:xfrm rot="10800000" flipH="1">
                <a:off x="6515588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75" name="사다리꼴 174">
                <a:extLst>
                  <a:ext uri="{FF2B5EF4-FFF2-40B4-BE49-F238E27FC236}">
                    <a16:creationId xmlns:a16="http://schemas.microsoft.com/office/drawing/2014/main" id="{664BAD11-770E-AF85-57DE-ACA92D839DDF}"/>
                  </a:ext>
                </a:extLst>
              </p:cNvPr>
              <p:cNvSpPr/>
              <p:nvPr/>
            </p:nvSpPr>
            <p:spPr>
              <a:xfrm rot="10800000" flipH="1">
                <a:off x="6640975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</p:grp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62B89937-4D2E-8652-276D-604307C9E169}"/>
                </a:ext>
              </a:extLst>
            </p:cNvPr>
            <p:cNvSpPr txBox="1"/>
            <p:nvPr/>
          </p:nvSpPr>
          <p:spPr bwMode="auto">
            <a:xfrm>
              <a:off x="4692894" y="3930672"/>
              <a:ext cx="456975" cy="258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indent="0" algn="ctr" fontAlgn="auto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1000">
                  <a:solidFill>
                    <a:schemeClr val="bg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양극</a:t>
              </a:r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A364FD98-BC9D-FB8C-0CB1-35CB3C6AD85C}"/>
                </a:ext>
              </a:extLst>
            </p:cNvPr>
            <p:cNvSpPr txBox="1"/>
            <p:nvPr/>
          </p:nvSpPr>
          <p:spPr bwMode="auto">
            <a:xfrm>
              <a:off x="5193989" y="3787663"/>
              <a:ext cx="456975" cy="258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indent="0" algn="ctr" fontAlgn="auto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1000">
                  <a:solidFill>
                    <a:schemeClr val="bg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음극</a:t>
              </a: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E1D9CDA7-E561-706B-9C5B-45AA0BDFCC96}"/>
                </a:ext>
              </a:extLst>
            </p:cNvPr>
            <p:cNvSpPr txBox="1"/>
            <p:nvPr/>
          </p:nvSpPr>
          <p:spPr bwMode="auto">
            <a:xfrm>
              <a:off x="5036840" y="3692456"/>
              <a:ext cx="364202" cy="8799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square" rtlCol="0">
              <a:spAutoFit/>
            </a:bodyPr>
            <a:lstStyle/>
            <a:p>
              <a:pPr marL="0" indent="0" algn="ctr" fontAlgn="auto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상부 분리막</a:t>
              </a:r>
            </a:p>
          </p:txBody>
        </p:sp>
        <p:cxnSp>
          <p:nvCxnSpPr>
            <p:cNvPr id="179" name="직선 화살표 연결선 178">
              <a:extLst>
                <a:ext uri="{FF2B5EF4-FFF2-40B4-BE49-F238E27FC236}">
                  <a16:creationId xmlns:a16="http://schemas.microsoft.com/office/drawing/2014/main" id="{FEACDC38-883D-0413-8B2D-568B937DD91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86468" y="4531977"/>
              <a:ext cx="0" cy="13575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직선 화살표 연결선 179">
              <a:extLst>
                <a:ext uri="{FF2B5EF4-FFF2-40B4-BE49-F238E27FC236}">
                  <a16:creationId xmlns:a16="http://schemas.microsoft.com/office/drawing/2014/main" id="{97D9EADC-A737-8A04-F0BF-A06F7B2B0076}"/>
                </a:ext>
              </a:extLst>
            </p:cNvPr>
            <p:cNvCxnSpPr>
              <a:cxnSpLocks/>
            </p:cNvCxnSpPr>
            <p:nvPr/>
          </p:nvCxnSpPr>
          <p:spPr>
            <a:xfrm rot="10800000" flipH="1" flipV="1">
              <a:off x="6086469" y="4321859"/>
              <a:ext cx="0" cy="150632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A5CB57C3-C4D0-D539-92B8-EC9AAF9149A2}"/>
                </a:ext>
              </a:extLst>
            </p:cNvPr>
            <p:cNvCxnSpPr>
              <a:cxnSpLocks/>
            </p:cNvCxnSpPr>
            <p:nvPr/>
          </p:nvCxnSpPr>
          <p:spPr>
            <a:xfrm>
              <a:off x="5044117" y="4530116"/>
              <a:ext cx="1302073" cy="0"/>
            </a:xfrm>
            <a:prstGeom prst="line">
              <a:avLst/>
            </a:prstGeom>
            <a:ln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9E250D97-D0B9-B502-CC4A-91519CDE9F96}"/>
                </a:ext>
              </a:extLst>
            </p:cNvPr>
            <p:cNvCxnSpPr>
              <a:cxnSpLocks/>
            </p:cNvCxnSpPr>
            <p:nvPr/>
          </p:nvCxnSpPr>
          <p:spPr>
            <a:xfrm>
              <a:off x="5300333" y="4474654"/>
              <a:ext cx="1045857" cy="0"/>
            </a:xfrm>
            <a:prstGeom prst="line">
              <a:avLst/>
            </a:prstGeom>
            <a:ln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직선 화살표 연결선 182">
              <a:extLst>
                <a:ext uri="{FF2B5EF4-FFF2-40B4-BE49-F238E27FC236}">
                  <a16:creationId xmlns:a16="http://schemas.microsoft.com/office/drawing/2014/main" id="{C0E62DF8-AF41-8DCA-40A3-DB25611D33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48219" y="3849815"/>
              <a:ext cx="0" cy="13575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07186B75-BCEC-C99B-A704-128417EF5354}"/>
                </a:ext>
              </a:extLst>
            </p:cNvPr>
            <p:cNvCxnSpPr>
              <a:cxnSpLocks/>
            </p:cNvCxnSpPr>
            <p:nvPr/>
          </p:nvCxnSpPr>
          <p:spPr>
            <a:xfrm>
              <a:off x="5298763" y="3838001"/>
              <a:ext cx="862697" cy="0"/>
            </a:xfrm>
            <a:prstGeom prst="line">
              <a:avLst/>
            </a:prstGeom>
            <a:ln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827E6C4C-901C-7173-C5CD-CDCFFBCDADB3}"/>
                </a:ext>
              </a:extLst>
            </p:cNvPr>
            <p:cNvCxnSpPr>
              <a:cxnSpLocks/>
            </p:cNvCxnSpPr>
            <p:nvPr/>
          </p:nvCxnSpPr>
          <p:spPr>
            <a:xfrm>
              <a:off x="4865175" y="3752495"/>
              <a:ext cx="1289935" cy="0"/>
            </a:xfrm>
            <a:prstGeom prst="line">
              <a:avLst/>
            </a:prstGeom>
            <a:ln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0FB14852-3797-C76B-E1F8-7FED35A1F3A7}"/>
                </a:ext>
              </a:extLst>
            </p:cNvPr>
            <p:cNvSpPr txBox="1"/>
            <p:nvPr/>
          </p:nvSpPr>
          <p:spPr>
            <a:xfrm>
              <a:off x="5292376" y="3322315"/>
              <a:ext cx="1106194" cy="37063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상부</a:t>
              </a:r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ko-KR" altLang="en-US" sz="600" err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분리막</a:t>
              </a:r>
              <a:r>
                <a:rPr lang="ko-KR" altLang="en-US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↔ 음극 </a:t>
              </a:r>
              <a:endPara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/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Gap (E1)</a:t>
              </a:r>
              <a:endPara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187" name="직선 화살표 연결선 186">
              <a:extLst>
                <a:ext uri="{FF2B5EF4-FFF2-40B4-BE49-F238E27FC236}">
                  <a16:creationId xmlns:a16="http://schemas.microsoft.com/office/drawing/2014/main" id="{62D8DCA4-936D-5B51-4FE4-0F915CE3EAA7}"/>
                </a:ext>
              </a:extLst>
            </p:cNvPr>
            <p:cNvCxnSpPr>
              <a:cxnSpLocks/>
            </p:cNvCxnSpPr>
            <p:nvPr/>
          </p:nvCxnSpPr>
          <p:spPr>
            <a:xfrm rot="10800000" flipH="1" flipV="1">
              <a:off x="5845451" y="3609483"/>
              <a:ext cx="0" cy="150632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1C705A7D-09FE-BDEA-36B6-2572539B3263}"/>
              </a:ext>
            </a:extLst>
          </p:cNvPr>
          <p:cNvGrpSpPr/>
          <p:nvPr/>
        </p:nvGrpSpPr>
        <p:grpSpPr>
          <a:xfrm>
            <a:off x="6252975" y="3976303"/>
            <a:ext cx="2100447" cy="900887"/>
            <a:chOff x="4208975" y="5313521"/>
            <a:chExt cx="2180955" cy="1205416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7A89B6BB-A9AF-4A8F-E4E9-6F7D1D133EF1}"/>
                </a:ext>
              </a:extLst>
            </p:cNvPr>
            <p:cNvSpPr txBox="1"/>
            <p:nvPr/>
          </p:nvSpPr>
          <p:spPr>
            <a:xfrm>
              <a:off x="4339599" y="6334271"/>
              <a:ext cx="799512" cy="18466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err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양극↔음극</a:t>
              </a:r>
              <a:r>
                <a:rPr lang="ko-KR" altLang="en-US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Gap (F2)</a:t>
              </a:r>
              <a:endPara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26" name="직사각형 225">
              <a:extLst>
                <a:ext uri="{FF2B5EF4-FFF2-40B4-BE49-F238E27FC236}">
                  <a16:creationId xmlns:a16="http://schemas.microsoft.com/office/drawing/2014/main" id="{A187C883-1E51-BAD5-E4BD-57C13CC00F7B}"/>
                </a:ext>
              </a:extLst>
            </p:cNvPr>
            <p:cNvSpPr/>
            <p:nvPr/>
          </p:nvSpPr>
          <p:spPr>
            <a:xfrm>
              <a:off x="4981495" y="5494565"/>
              <a:ext cx="1288918" cy="7762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27" name="직사각형 226">
              <a:extLst>
                <a:ext uri="{FF2B5EF4-FFF2-40B4-BE49-F238E27FC236}">
                  <a16:creationId xmlns:a16="http://schemas.microsoft.com/office/drawing/2014/main" id="{5C61F976-7F74-1697-DE89-C499048445D1}"/>
                </a:ext>
              </a:extLst>
            </p:cNvPr>
            <p:cNvSpPr/>
            <p:nvPr/>
          </p:nvSpPr>
          <p:spPr>
            <a:xfrm>
              <a:off x="4974729" y="5590413"/>
              <a:ext cx="1099329" cy="63741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28" name="직사각형 227">
              <a:extLst>
                <a:ext uri="{FF2B5EF4-FFF2-40B4-BE49-F238E27FC236}">
                  <a16:creationId xmlns:a16="http://schemas.microsoft.com/office/drawing/2014/main" id="{253487A8-D14F-4248-E573-A0E9405B4571}"/>
                </a:ext>
              </a:extLst>
            </p:cNvPr>
            <p:cNvSpPr/>
            <p:nvPr/>
          </p:nvSpPr>
          <p:spPr>
            <a:xfrm>
              <a:off x="4974729" y="5457051"/>
              <a:ext cx="1099329" cy="13336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 err="1">
                <a:solidFill>
                  <a:schemeClr val="accent6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5FD94233-798E-3FE0-F527-0F2840C6CD04}"/>
                </a:ext>
              </a:extLst>
            </p:cNvPr>
            <p:cNvGrpSpPr/>
            <p:nvPr/>
          </p:nvGrpSpPr>
          <p:grpSpPr>
            <a:xfrm>
              <a:off x="4979344" y="5375798"/>
              <a:ext cx="486262" cy="79841"/>
              <a:chOff x="6344832" y="3820420"/>
              <a:chExt cx="862095" cy="141551"/>
            </a:xfrm>
          </p:grpSpPr>
          <p:sp>
            <p:nvSpPr>
              <p:cNvPr id="230" name="사다리꼴 229">
                <a:extLst>
                  <a:ext uri="{FF2B5EF4-FFF2-40B4-BE49-F238E27FC236}">
                    <a16:creationId xmlns:a16="http://schemas.microsoft.com/office/drawing/2014/main" id="{AF9A8B06-E9F6-083C-6CA9-9E37855A8525}"/>
                  </a:ext>
                </a:extLst>
              </p:cNvPr>
              <p:cNvSpPr/>
              <p:nvPr/>
            </p:nvSpPr>
            <p:spPr>
              <a:xfrm>
                <a:off x="6344832" y="3820421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31" name="사다리꼴 230">
                <a:extLst>
                  <a:ext uri="{FF2B5EF4-FFF2-40B4-BE49-F238E27FC236}">
                    <a16:creationId xmlns:a16="http://schemas.microsoft.com/office/drawing/2014/main" id="{BC3B9E38-1951-BAFC-06C3-D5B9CF4C11D0}"/>
                  </a:ext>
                </a:extLst>
              </p:cNvPr>
              <p:cNvSpPr/>
              <p:nvPr/>
            </p:nvSpPr>
            <p:spPr>
              <a:xfrm>
                <a:off x="6472550" y="3820421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32" name="사다리꼴 231">
                <a:extLst>
                  <a:ext uri="{FF2B5EF4-FFF2-40B4-BE49-F238E27FC236}">
                    <a16:creationId xmlns:a16="http://schemas.microsoft.com/office/drawing/2014/main" id="{0CBA7971-5290-209C-64BF-17A470A24F95}"/>
                  </a:ext>
                </a:extLst>
              </p:cNvPr>
              <p:cNvSpPr/>
              <p:nvPr/>
            </p:nvSpPr>
            <p:spPr>
              <a:xfrm>
                <a:off x="6600268" y="3820421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33" name="사다리꼴 232">
                <a:extLst>
                  <a:ext uri="{FF2B5EF4-FFF2-40B4-BE49-F238E27FC236}">
                    <a16:creationId xmlns:a16="http://schemas.microsoft.com/office/drawing/2014/main" id="{B7637698-23C8-B715-D5D6-53EC9DB23A15}"/>
                  </a:ext>
                </a:extLst>
              </p:cNvPr>
              <p:cNvSpPr/>
              <p:nvPr/>
            </p:nvSpPr>
            <p:spPr>
              <a:xfrm>
                <a:off x="6727986" y="3820421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34" name="사다리꼴 233">
                <a:extLst>
                  <a:ext uri="{FF2B5EF4-FFF2-40B4-BE49-F238E27FC236}">
                    <a16:creationId xmlns:a16="http://schemas.microsoft.com/office/drawing/2014/main" id="{45BD2FF4-DAA9-08ED-07CC-8C1E047E6925}"/>
                  </a:ext>
                </a:extLst>
              </p:cNvPr>
              <p:cNvSpPr/>
              <p:nvPr/>
            </p:nvSpPr>
            <p:spPr>
              <a:xfrm>
                <a:off x="6855704" y="3820420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35" name="사다리꼴 234">
                <a:extLst>
                  <a:ext uri="{FF2B5EF4-FFF2-40B4-BE49-F238E27FC236}">
                    <a16:creationId xmlns:a16="http://schemas.microsoft.com/office/drawing/2014/main" id="{8487883E-66CF-1EEA-4987-5AD49E089D9D}"/>
                  </a:ext>
                </a:extLst>
              </p:cNvPr>
              <p:cNvSpPr/>
              <p:nvPr/>
            </p:nvSpPr>
            <p:spPr>
              <a:xfrm>
                <a:off x="6983422" y="3820420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36" name="사다리꼴 235">
                <a:extLst>
                  <a:ext uri="{FF2B5EF4-FFF2-40B4-BE49-F238E27FC236}">
                    <a16:creationId xmlns:a16="http://schemas.microsoft.com/office/drawing/2014/main" id="{36E1750F-2A35-E030-0B10-954EB9F36215}"/>
                  </a:ext>
                </a:extLst>
              </p:cNvPr>
              <p:cNvSpPr/>
              <p:nvPr/>
            </p:nvSpPr>
            <p:spPr>
              <a:xfrm>
                <a:off x="7111139" y="3820420"/>
                <a:ext cx="95788" cy="141550"/>
              </a:xfrm>
              <a:prstGeom prst="trapezoid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16B8F55F-F039-420A-9E08-42E4D9B2D114}"/>
                </a:ext>
              </a:extLst>
            </p:cNvPr>
            <p:cNvSpPr txBox="1"/>
            <p:nvPr/>
          </p:nvSpPr>
          <p:spPr bwMode="auto">
            <a:xfrm>
              <a:off x="6025728" y="5467772"/>
              <a:ext cx="364202" cy="8799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square" rtlCol="0">
              <a:spAutoFit/>
            </a:bodyPr>
            <a:lstStyle/>
            <a:p>
              <a:pPr marL="0" indent="0" algn="ctr" fontAlgn="auto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하부 분리막</a:t>
              </a:r>
            </a:p>
          </p:txBody>
        </p:sp>
        <p:sp>
          <p:nvSpPr>
            <p:cNvPr id="238" name="직사각형 237">
              <a:extLst>
                <a:ext uri="{FF2B5EF4-FFF2-40B4-BE49-F238E27FC236}">
                  <a16:creationId xmlns:a16="http://schemas.microsoft.com/office/drawing/2014/main" id="{268EB63E-7FB2-64F6-94C8-5254024F5609}"/>
                </a:ext>
              </a:extLst>
            </p:cNvPr>
            <p:cNvSpPr/>
            <p:nvPr/>
          </p:nvSpPr>
          <p:spPr>
            <a:xfrm rot="10800000" flipH="1">
              <a:off x="4979325" y="5524967"/>
              <a:ext cx="835481" cy="7776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5D6FC1DB-D184-E226-98F5-76FF3AB521A7}"/>
                </a:ext>
              </a:extLst>
            </p:cNvPr>
            <p:cNvSpPr/>
            <p:nvPr/>
          </p:nvSpPr>
          <p:spPr>
            <a:xfrm rot="10800000" flipH="1">
              <a:off x="4981498" y="5712864"/>
              <a:ext cx="611329" cy="46687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40" name="직사각형 239">
              <a:extLst>
                <a:ext uri="{FF2B5EF4-FFF2-40B4-BE49-F238E27FC236}">
                  <a16:creationId xmlns:a16="http://schemas.microsoft.com/office/drawing/2014/main" id="{2214DF59-2356-4E4A-28A6-F7117809C5A8}"/>
                </a:ext>
              </a:extLst>
            </p:cNvPr>
            <p:cNvSpPr/>
            <p:nvPr/>
          </p:nvSpPr>
          <p:spPr>
            <a:xfrm rot="10800000" flipH="1">
              <a:off x="4972958" y="6179737"/>
              <a:ext cx="619869" cy="13331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 err="1">
                <a:solidFill>
                  <a:schemeClr val="accent6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09CD1BB4-6EDA-EEA9-0973-C99CB93F74B1}"/>
                </a:ext>
              </a:extLst>
            </p:cNvPr>
            <p:cNvGrpSpPr/>
            <p:nvPr/>
          </p:nvGrpSpPr>
          <p:grpSpPr>
            <a:xfrm>
              <a:off x="4975910" y="6300882"/>
              <a:ext cx="480547" cy="80340"/>
              <a:chOff x="5888647" y="4815326"/>
              <a:chExt cx="846369" cy="141499"/>
            </a:xfrm>
          </p:grpSpPr>
          <p:sp>
            <p:nvSpPr>
              <p:cNvPr id="242" name="사다리꼴 241">
                <a:extLst>
                  <a:ext uri="{FF2B5EF4-FFF2-40B4-BE49-F238E27FC236}">
                    <a16:creationId xmlns:a16="http://schemas.microsoft.com/office/drawing/2014/main" id="{33F06F60-FF20-6825-5A7D-F05171D51B14}"/>
                  </a:ext>
                </a:extLst>
              </p:cNvPr>
              <p:cNvSpPr/>
              <p:nvPr/>
            </p:nvSpPr>
            <p:spPr>
              <a:xfrm rot="10800000" flipH="1">
                <a:off x="5888647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43" name="사다리꼴 242">
                <a:extLst>
                  <a:ext uri="{FF2B5EF4-FFF2-40B4-BE49-F238E27FC236}">
                    <a16:creationId xmlns:a16="http://schemas.microsoft.com/office/drawing/2014/main" id="{B29C33AA-6431-79E9-6CC7-AEE4532E67E2}"/>
                  </a:ext>
                </a:extLst>
              </p:cNvPr>
              <p:cNvSpPr/>
              <p:nvPr/>
            </p:nvSpPr>
            <p:spPr>
              <a:xfrm rot="10800000" flipH="1">
                <a:off x="6014035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44" name="사다리꼴 243">
                <a:extLst>
                  <a:ext uri="{FF2B5EF4-FFF2-40B4-BE49-F238E27FC236}">
                    <a16:creationId xmlns:a16="http://schemas.microsoft.com/office/drawing/2014/main" id="{A6AEEF6D-5887-FF2F-59D8-61FEE66DA814}"/>
                  </a:ext>
                </a:extLst>
              </p:cNvPr>
              <p:cNvSpPr/>
              <p:nvPr/>
            </p:nvSpPr>
            <p:spPr>
              <a:xfrm rot="10800000" flipH="1">
                <a:off x="6139423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45" name="사다리꼴 244">
                <a:extLst>
                  <a:ext uri="{FF2B5EF4-FFF2-40B4-BE49-F238E27FC236}">
                    <a16:creationId xmlns:a16="http://schemas.microsoft.com/office/drawing/2014/main" id="{A44B58D3-B073-39CB-C794-65AC99D36B88}"/>
                  </a:ext>
                </a:extLst>
              </p:cNvPr>
              <p:cNvSpPr/>
              <p:nvPr/>
            </p:nvSpPr>
            <p:spPr>
              <a:xfrm rot="10800000" flipH="1">
                <a:off x="6264812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46" name="사다리꼴 245">
                <a:extLst>
                  <a:ext uri="{FF2B5EF4-FFF2-40B4-BE49-F238E27FC236}">
                    <a16:creationId xmlns:a16="http://schemas.microsoft.com/office/drawing/2014/main" id="{8DADE8B7-24EA-9FA2-64A7-3157CAC0A298}"/>
                  </a:ext>
                </a:extLst>
              </p:cNvPr>
              <p:cNvSpPr/>
              <p:nvPr/>
            </p:nvSpPr>
            <p:spPr>
              <a:xfrm rot="10800000" flipH="1">
                <a:off x="6390200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47" name="사다리꼴 246">
                <a:extLst>
                  <a:ext uri="{FF2B5EF4-FFF2-40B4-BE49-F238E27FC236}">
                    <a16:creationId xmlns:a16="http://schemas.microsoft.com/office/drawing/2014/main" id="{F2B99DAF-6508-4157-217B-6E01537E16DC}"/>
                  </a:ext>
                </a:extLst>
              </p:cNvPr>
              <p:cNvSpPr/>
              <p:nvPr/>
            </p:nvSpPr>
            <p:spPr>
              <a:xfrm rot="10800000" flipH="1">
                <a:off x="6515588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48" name="사다리꼴 247">
                <a:extLst>
                  <a:ext uri="{FF2B5EF4-FFF2-40B4-BE49-F238E27FC236}">
                    <a16:creationId xmlns:a16="http://schemas.microsoft.com/office/drawing/2014/main" id="{84FE3096-7765-CFDE-F9D1-7085327DEEC6}"/>
                  </a:ext>
                </a:extLst>
              </p:cNvPr>
              <p:cNvSpPr/>
              <p:nvPr/>
            </p:nvSpPr>
            <p:spPr>
              <a:xfrm rot="10800000" flipH="1">
                <a:off x="6640975" y="4815326"/>
                <a:ext cx="94041" cy="141499"/>
              </a:xfrm>
              <a:prstGeom prst="trapezoid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</p:grp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DD433B19-FC2F-891C-AF17-C32096B25C33}"/>
                </a:ext>
              </a:extLst>
            </p:cNvPr>
            <p:cNvSpPr txBox="1"/>
            <p:nvPr/>
          </p:nvSpPr>
          <p:spPr bwMode="auto">
            <a:xfrm>
              <a:off x="5211962" y="5693288"/>
              <a:ext cx="456975" cy="258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indent="0" algn="ctr" fontAlgn="auto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1000">
                  <a:solidFill>
                    <a:schemeClr val="bg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양극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E7055BF6-8262-CC1E-5436-1E3AC982093E}"/>
                </a:ext>
              </a:extLst>
            </p:cNvPr>
            <p:cNvSpPr txBox="1"/>
            <p:nvPr/>
          </p:nvSpPr>
          <p:spPr bwMode="auto">
            <a:xfrm>
              <a:off x="5713057" y="5562979"/>
              <a:ext cx="456975" cy="258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indent="0" algn="ctr" fontAlgn="auto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1000">
                  <a:solidFill>
                    <a:schemeClr val="bg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음극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91C68057-A2FF-27EE-23EC-F0314AB5B17A}"/>
                </a:ext>
              </a:extLst>
            </p:cNvPr>
            <p:cNvSpPr txBox="1"/>
            <p:nvPr/>
          </p:nvSpPr>
          <p:spPr bwMode="auto">
            <a:xfrm>
              <a:off x="5555908" y="5467772"/>
              <a:ext cx="364202" cy="8799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square" rtlCol="0">
              <a:spAutoFit/>
            </a:bodyPr>
            <a:lstStyle/>
            <a:p>
              <a:pPr marL="0" indent="0" algn="ctr" fontAlgn="auto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상부 분리막</a:t>
              </a:r>
            </a:p>
          </p:txBody>
        </p:sp>
        <p:cxnSp>
          <p:nvCxnSpPr>
            <p:cNvPr id="252" name="직선 화살표 연결선 251">
              <a:extLst>
                <a:ext uri="{FF2B5EF4-FFF2-40B4-BE49-F238E27FC236}">
                  <a16:creationId xmlns:a16="http://schemas.microsoft.com/office/drawing/2014/main" id="{6810BD1A-5717-8009-0272-5A1673D3F5A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26218" y="6218221"/>
              <a:ext cx="0" cy="13575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직선 화살표 연결선 252">
              <a:extLst>
                <a:ext uri="{FF2B5EF4-FFF2-40B4-BE49-F238E27FC236}">
                  <a16:creationId xmlns:a16="http://schemas.microsoft.com/office/drawing/2014/main" id="{6E35A201-63F8-A632-6CDD-513C16B40417}"/>
                </a:ext>
              </a:extLst>
            </p:cNvPr>
            <p:cNvCxnSpPr>
              <a:cxnSpLocks/>
            </p:cNvCxnSpPr>
            <p:nvPr/>
          </p:nvCxnSpPr>
          <p:spPr>
            <a:xfrm rot="10800000" flipH="1" flipV="1">
              <a:off x="4717544" y="6014166"/>
              <a:ext cx="0" cy="150632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B1BDEC06-44BE-00FE-DF25-4881FB47C4BD}"/>
                </a:ext>
              </a:extLst>
            </p:cNvPr>
            <p:cNvCxnSpPr>
              <a:cxnSpLocks/>
            </p:cNvCxnSpPr>
            <p:nvPr/>
          </p:nvCxnSpPr>
          <p:spPr>
            <a:xfrm>
              <a:off x="4461439" y="6173670"/>
              <a:ext cx="1117741" cy="0"/>
            </a:xfrm>
            <a:prstGeom prst="line">
              <a:avLst/>
            </a:prstGeom>
            <a:ln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6DE1B82C-0A32-B22A-2F98-82A8D8EF5C00}"/>
                </a:ext>
              </a:extLst>
            </p:cNvPr>
            <p:cNvCxnSpPr>
              <a:cxnSpLocks/>
            </p:cNvCxnSpPr>
            <p:nvPr/>
          </p:nvCxnSpPr>
          <p:spPr>
            <a:xfrm>
              <a:off x="4461439" y="6218221"/>
              <a:ext cx="1613041" cy="0"/>
            </a:xfrm>
            <a:prstGeom prst="line">
              <a:avLst/>
            </a:prstGeom>
            <a:ln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직선 화살표 연결선 255">
              <a:extLst>
                <a:ext uri="{FF2B5EF4-FFF2-40B4-BE49-F238E27FC236}">
                  <a16:creationId xmlns:a16="http://schemas.microsoft.com/office/drawing/2014/main" id="{A170BDF8-B1EB-5A16-3410-C74850EB356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65487" y="5710856"/>
              <a:ext cx="0" cy="13575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3FE91F28-EAFE-14BC-483D-946F5721E16B}"/>
                </a:ext>
              </a:extLst>
            </p:cNvPr>
            <p:cNvCxnSpPr>
              <a:cxnSpLocks/>
            </p:cNvCxnSpPr>
            <p:nvPr/>
          </p:nvCxnSpPr>
          <p:spPr>
            <a:xfrm>
              <a:off x="4461439" y="5599823"/>
              <a:ext cx="1609100" cy="0"/>
            </a:xfrm>
            <a:prstGeom prst="line">
              <a:avLst/>
            </a:prstGeom>
            <a:ln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D213B87C-E23F-D585-4626-2F28F95B9BDB}"/>
                </a:ext>
              </a:extLst>
            </p:cNvPr>
            <p:cNvCxnSpPr>
              <a:cxnSpLocks/>
            </p:cNvCxnSpPr>
            <p:nvPr/>
          </p:nvCxnSpPr>
          <p:spPr>
            <a:xfrm>
              <a:off x="4461439" y="5719214"/>
              <a:ext cx="1127869" cy="0"/>
            </a:xfrm>
            <a:prstGeom prst="line">
              <a:avLst/>
            </a:prstGeom>
            <a:ln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E616FF75-88D4-3A34-8526-E6E5DEDB532B}"/>
                </a:ext>
              </a:extLst>
            </p:cNvPr>
            <p:cNvSpPr txBox="1"/>
            <p:nvPr/>
          </p:nvSpPr>
          <p:spPr>
            <a:xfrm>
              <a:off x="4208975" y="5313521"/>
              <a:ext cx="810131" cy="276999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양극 ↔음극 </a:t>
              </a:r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Gap (F1)</a:t>
              </a:r>
              <a:endPara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260" name="직선 화살표 연결선 259">
              <a:extLst>
                <a:ext uri="{FF2B5EF4-FFF2-40B4-BE49-F238E27FC236}">
                  <a16:creationId xmlns:a16="http://schemas.microsoft.com/office/drawing/2014/main" id="{8779D4C9-B0B9-D259-A2A7-BFB42D1430BB}"/>
                </a:ext>
              </a:extLst>
            </p:cNvPr>
            <p:cNvCxnSpPr>
              <a:cxnSpLocks/>
            </p:cNvCxnSpPr>
            <p:nvPr/>
          </p:nvCxnSpPr>
          <p:spPr>
            <a:xfrm rot="10800000" flipH="1" flipV="1">
              <a:off x="4662719" y="5448299"/>
              <a:ext cx="0" cy="150632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4" name="TextBox 263">
            <a:extLst>
              <a:ext uri="{FF2B5EF4-FFF2-40B4-BE49-F238E27FC236}">
                <a16:creationId xmlns:a16="http://schemas.microsoft.com/office/drawing/2014/main" id="{A36FC00B-73C2-AEF8-FEFD-F160255CD420}"/>
              </a:ext>
            </a:extLst>
          </p:cNvPr>
          <p:cNvSpPr txBox="1"/>
          <p:nvPr/>
        </p:nvSpPr>
        <p:spPr>
          <a:xfrm>
            <a:off x="2671436" y="4794689"/>
            <a:ext cx="1386619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Figure 4. 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상하부 </a:t>
            </a:r>
            <a:r>
              <a:rPr lang="ko-KR" altLang="en-US" sz="6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분리막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자동보정</a:t>
            </a:r>
            <a:endParaRPr kumimoji="0" lang="ko-KR" altLang="en-US" sz="6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89221372-29D8-F77C-4B64-EB4E9193CEE6}"/>
              </a:ext>
            </a:extLst>
          </p:cNvPr>
          <p:cNvSpPr txBox="1"/>
          <p:nvPr/>
        </p:nvSpPr>
        <p:spPr>
          <a:xfrm>
            <a:off x="4605698" y="4787644"/>
            <a:ext cx="1145966" cy="1380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Figure 5. 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</a:t>
            </a: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분리막 자동보정</a:t>
            </a:r>
            <a:endParaRPr kumimoji="0" lang="ko-KR" altLang="en-US" sz="6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1FE113F9-B0A8-96D6-4BA3-AF51CB628C43}"/>
              </a:ext>
            </a:extLst>
          </p:cNvPr>
          <p:cNvSpPr txBox="1"/>
          <p:nvPr/>
        </p:nvSpPr>
        <p:spPr>
          <a:xfrm>
            <a:off x="6946463" y="4726696"/>
            <a:ext cx="1145966" cy="1380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Figure 6. 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양극</a:t>
            </a: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 자동보정</a:t>
            </a:r>
            <a:endParaRPr kumimoji="0" lang="ko-KR" altLang="en-US" sz="6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0BD2B862-2503-78C6-1AF8-5BDE7C2C3F9F}"/>
              </a:ext>
            </a:extLst>
          </p:cNvPr>
          <p:cNvSpPr/>
          <p:nvPr/>
        </p:nvSpPr>
        <p:spPr>
          <a:xfrm>
            <a:off x="3099096" y="3572701"/>
            <a:ext cx="986936" cy="8769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E34BCEB2-F8C4-4BCA-8610-D9FEC728A134}"/>
              </a:ext>
            </a:extLst>
          </p:cNvPr>
          <p:cNvSpPr txBox="1"/>
          <p:nvPr/>
        </p:nvSpPr>
        <p:spPr>
          <a:xfrm>
            <a:off x="3088783" y="3533797"/>
            <a:ext cx="1036638" cy="1380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Figure 1. Notching 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</a:t>
            </a:r>
            <a:endParaRPr kumimoji="0" lang="ko-KR" altLang="en-US" sz="6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637B7DD9-7180-0E31-707B-581AD1921293}"/>
              </a:ext>
            </a:extLst>
          </p:cNvPr>
          <p:cNvSpPr txBox="1"/>
          <p:nvPr/>
        </p:nvSpPr>
        <p:spPr>
          <a:xfrm>
            <a:off x="4760834" y="3566973"/>
            <a:ext cx="1036638" cy="1380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Figure 2. 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주행 </a:t>
            </a:r>
            <a:r>
              <a:rPr lang="ko-KR" altLang="en-US" sz="6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포밍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자동보정</a:t>
            </a:r>
            <a:endParaRPr kumimoji="0" lang="ko-KR" altLang="en-US" sz="6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412CA0E8-207E-3A07-1D39-D7B127EB179E}"/>
              </a:ext>
            </a:extLst>
          </p:cNvPr>
          <p:cNvSpPr txBox="1"/>
          <p:nvPr/>
        </p:nvSpPr>
        <p:spPr>
          <a:xfrm>
            <a:off x="6395837" y="3620054"/>
            <a:ext cx="1386619" cy="1380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Figure 3. </a:t>
            </a:r>
            <a:r>
              <a:rPr lang="ko-KR" altLang="en-US" sz="6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씰테이프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위치 자동보정</a:t>
            </a:r>
            <a:endParaRPr kumimoji="0" lang="ko-KR" altLang="en-US" sz="6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77F63A79-1E48-9AD5-47C6-7998E2D897D0}"/>
              </a:ext>
            </a:extLst>
          </p:cNvPr>
          <p:cNvSpPr txBox="1"/>
          <p:nvPr/>
        </p:nvSpPr>
        <p:spPr>
          <a:xfrm>
            <a:off x="3152331" y="3614389"/>
            <a:ext cx="860881" cy="2070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X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: Notching EPC</a:t>
            </a:r>
          </a:p>
          <a:p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Y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전장길이</a:t>
            </a: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C2645D75-4AF2-E57F-8841-8FD49B1174C2}"/>
              </a:ext>
            </a:extLst>
          </p:cNvPr>
          <p:cNvSpPr txBox="1"/>
          <p:nvPr/>
        </p:nvSpPr>
        <p:spPr>
          <a:xfrm>
            <a:off x="4787689" y="3647565"/>
            <a:ext cx="929679" cy="2070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X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: Roller EPC</a:t>
            </a:r>
          </a:p>
          <a:p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Y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 항목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주행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Forming Gap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71BE5325-4380-DE0C-CCA2-01868E6DE085}"/>
              </a:ext>
            </a:extLst>
          </p:cNvPr>
          <p:cNvSpPr txBox="1"/>
          <p:nvPr/>
        </p:nvSpPr>
        <p:spPr>
          <a:xfrm>
            <a:off x="6567329" y="3700646"/>
            <a:ext cx="1649791" cy="276999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X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: Seal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Tape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Spool</a:t>
            </a:r>
          </a:p>
          <a:p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Y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전극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Foil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부 </a:t>
            </a:r>
            <a:r>
              <a:rPr lang="ko-KR" altLang="en-US" sz="6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분리막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~Seal Tape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부착 위치</a:t>
            </a: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88DF841E-0518-7DDE-0D35-90AA6BD06B3D}"/>
              </a:ext>
            </a:extLst>
          </p:cNvPr>
          <p:cNvSpPr txBox="1"/>
          <p:nvPr/>
        </p:nvSpPr>
        <p:spPr>
          <a:xfrm>
            <a:off x="2817242" y="4869806"/>
            <a:ext cx="1148923" cy="2070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X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상부 </a:t>
            </a:r>
            <a:r>
              <a:rPr lang="ko-KR" altLang="en-US" sz="6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분리막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Spool EPC</a:t>
            </a:r>
          </a:p>
          <a:p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Y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상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-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하부 </a:t>
            </a:r>
            <a:r>
              <a:rPr lang="ko-KR" altLang="en-US" sz="6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분리막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Gap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93247B9A-3CBA-CD5D-86B6-1AE844E2CBEA}"/>
              </a:ext>
            </a:extLst>
          </p:cNvPr>
          <p:cNvSpPr txBox="1"/>
          <p:nvPr/>
        </p:nvSpPr>
        <p:spPr bwMode="auto">
          <a:xfrm>
            <a:off x="3730657" y="4129574"/>
            <a:ext cx="350758" cy="6576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square" rtlCol="0">
            <a:spAutoFit/>
          </a:bodyPr>
          <a:lstStyle/>
          <a:p>
            <a:pPr marL="0" indent="0" algn="ctr"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>
                <a:latin typeface="Arial Narrow" panose="020B0606020202030204" pitchFamily="34" charset="0"/>
                <a:ea typeface="LG스마트체 Regular" panose="020B0600000101010101" pitchFamily="50" charset="-127"/>
              </a:rPr>
              <a:t>하부 분리막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5816265-009D-974A-1DB2-0AD909C293CE}"/>
              </a:ext>
            </a:extLst>
          </p:cNvPr>
          <p:cNvSpPr txBox="1"/>
          <p:nvPr/>
        </p:nvSpPr>
        <p:spPr>
          <a:xfrm>
            <a:off x="4662595" y="4857066"/>
            <a:ext cx="1148923" cy="2070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X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Final EPC</a:t>
            </a:r>
          </a:p>
          <a:p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Y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-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분리막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Gap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5051E096-3635-A2BB-0AF4-29CBFAEEF200}"/>
              </a:ext>
            </a:extLst>
          </p:cNvPr>
          <p:cNvSpPr txBox="1"/>
          <p:nvPr/>
        </p:nvSpPr>
        <p:spPr>
          <a:xfrm>
            <a:off x="7045331" y="4800463"/>
            <a:ext cx="1148923" cy="2070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X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양극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Final EPC</a:t>
            </a:r>
          </a:p>
          <a:p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Y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양극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-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Gap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</a:p>
        </p:txBody>
      </p:sp>
      <p:cxnSp>
        <p:nvCxnSpPr>
          <p:cNvPr id="276" name="직선 화살표 연결선 275">
            <a:extLst>
              <a:ext uri="{FF2B5EF4-FFF2-40B4-BE49-F238E27FC236}">
                <a16:creationId xmlns:a16="http://schemas.microsoft.com/office/drawing/2014/main" id="{6697EAC7-4DC0-2FEB-9D4F-C36498D1CD21}"/>
              </a:ext>
            </a:extLst>
          </p:cNvPr>
          <p:cNvCxnSpPr>
            <a:cxnSpLocks/>
          </p:cNvCxnSpPr>
          <p:nvPr/>
        </p:nvCxnSpPr>
        <p:spPr>
          <a:xfrm flipH="1" flipV="1">
            <a:off x="5929121" y="3031580"/>
            <a:ext cx="84854" cy="107967"/>
          </a:xfrm>
          <a:prstGeom prst="straightConnector1">
            <a:avLst/>
          </a:prstGeom>
          <a:ln>
            <a:solidFill>
              <a:schemeClr val="accent6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5" name="그림 284">
            <a:extLst>
              <a:ext uri="{FF2B5EF4-FFF2-40B4-BE49-F238E27FC236}">
                <a16:creationId xmlns:a16="http://schemas.microsoft.com/office/drawing/2014/main" id="{593FCFE8-D352-47C1-0698-F4C307CD7A0E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5891352" y="2947754"/>
            <a:ext cx="66053" cy="92743"/>
          </a:xfrm>
          <a:prstGeom prst="rect">
            <a:avLst/>
          </a:prstGeom>
        </p:spPr>
      </p:pic>
      <p:cxnSp>
        <p:nvCxnSpPr>
          <p:cNvPr id="286" name="직선 화살표 연결선 285">
            <a:extLst>
              <a:ext uri="{FF2B5EF4-FFF2-40B4-BE49-F238E27FC236}">
                <a16:creationId xmlns:a16="http://schemas.microsoft.com/office/drawing/2014/main" id="{BC1C8413-FD0A-7CE3-8F4D-1CCFEE15503C}"/>
              </a:ext>
            </a:extLst>
          </p:cNvPr>
          <p:cNvCxnSpPr>
            <a:cxnSpLocks/>
          </p:cNvCxnSpPr>
          <p:nvPr/>
        </p:nvCxnSpPr>
        <p:spPr>
          <a:xfrm flipH="1">
            <a:off x="5934472" y="2995395"/>
            <a:ext cx="176588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9" name="TextBox 72">
            <a:extLst>
              <a:ext uri="{FF2B5EF4-FFF2-40B4-BE49-F238E27FC236}">
                <a16:creationId xmlns:a16="http://schemas.microsoft.com/office/drawing/2014/main" id="{988647BB-FC2C-26BE-7C46-7897AC4E8FE6}"/>
              </a:ext>
            </a:extLst>
          </p:cNvPr>
          <p:cNvSpPr txBox="1"/>
          <p:nvPr/>
        </p:nvSpPr>
        <p:spPr>
          <a:xfrm>
            <a:off x="6035382" y="2964827"/>
            <a:ext cx="678830" cy="64673"/>
          </a:xfrm>
          <a:prstGeom prst="rect">
            <a:avLst/>
          </a:prstGeom>
          <a:noFill/>
          <a:ln w="9525" cmpd="sng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buNone/>
            </a:pP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주행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Forming Gap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FC65080-4181-84A9-B153-8DA38088A25B}"/>
              </a:ext>
            </a:extLst>
          </p:cNvPr>
          <p:cNvSpPr txBox="1"/>
          <p:nvPr/>
        </p:nvSpPr>
        <p:spPr>
          <a:xfrm>
            <a:off x="1735733" y="5866870"/>
            <a:ext cx="7489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진행상황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endParaRPr kumimoji="0" lang="ko-KR" altLang="en-US" sz="1100" b="0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91322217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8037996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21700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(H52A)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 적용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EP1 6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임인섭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17074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21700(H52A) 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자동보정 프로그램 적용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(2/2)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endParaRPr kumimoji="0" lang="ko-KR" altLang="en-US" sz="1400" b="1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401744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>
              <a:defRPr/>
            </a:pPr>
            <a:r>
              <a:rPr kumimoji="1" lang="en-US" altLang="ko-KR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2. </a:t>
            </a:r>
            <a:r>
              <a:rPr kumimoji="1" lang="ko-KR" altLang="en-US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조립자동보정팀 </a:t>
            </a:r>
            <a:r>
              <a:rPr lang="en-US" altLang="ko-KR" sz="1800">
                <a:cs typeface="Malgun Gothic Semilight" panose="020B0502040204020203" pitchFamily="50" charset="-127"/>
              </a:rPr>
              <a:t>(</a:t>
            </a:r>
            <a:r>
              <a:rPr lang="ko-KR" altLang="en-US" sz="1800">
                <a:cs typeface="Malgun Gothic Semilight" panose="020B0502040204020203" pitchFamily="50" charset="-127"/>
              </a:rPr>
              <a:t>원통형</a:t>
            </a:r>
            <a:r>
              <a:rPr lang="en-US" altLang="ko-KR" sz="1800">
                <a:cs typeface="Malgun Gothic Semilight" panose="020B0502040204020203" pitchFamily="50" charset="-127"/>
              </a:rPr>
              <a:t>)</a:t>
            </a:r>
            <a:endParaRPr lang="ko-KR" altLang="en-US" sz="1800">
              <a:cs typeface="Malgun Gothic Semilight" panose="020B0502040204020203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BF916D-8A9E-4800-92E6-357BE08183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9079990"/>
              </p:ext>
            </p:extLst>
          </p:nvPr>
        </p:nvGraphicFramePr>
        <p:xfrm>
          <a:off x="1645642" y="1100704"/>
          <a:ext cx="7064249" cy="548566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52625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111624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43563">
                <a:tc gridSpan="2"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spc="-1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금주(W51). </a:t>
                      </a:r>
                      <a:r>
                        <a:rPr lang="ko-KR" altLang="en-US" sz="900" b="0" i="0" u="none" strike="noStrike" spc="-1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금주</a:t>
                      </a:r>
                      <a:r>
                        <a:rPr lang="en-US" altLang="ko-KR" sz="900" b="0" i="0" u="none" strike="noStrike" spc="-1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spc="-1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특이사항 없습니다</a:t>
                      </a:r>
                      <a:r>
                        <a:rPr lang="en-US" altLang="ko-KR" sz="900" b="0" i="0" u="none" strike="noStrike" spc="-1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.</a:t>
                      </a:r>
                      <a:endParaRPr lang="en-US" altLang="ko-KR" sz="900" b="0" spc="-10" baseline="0">
                        <a:solidFill>
                          <a:srgbClr val="0000FF"/>
                        </a:solidFill>
                        <a:latin typeface="+mn-lt"/>
                        <a:ea typeface="+mn-ea"/>
                        <a:cs typeface="Malgun Gothic Semilight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749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32944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u="sng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1) 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자동보정 적용 후 전체적으로 공정능력이 향상되었습니다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2) F1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의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Cpk 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하락은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F1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과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F2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항목의 품질을 균일하게 보정하기 때문에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F2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는 향상되고 기존에 </a:t>
                      </a:r>
                      <a:endParaRPr lang="en-US" altLang="ko-KR" sz="900" b="0" u="none" spc="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좋았던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F1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은 하락하게 되었습니다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보정 결과로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Cpk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간 편차는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2.02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에서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0.07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 개선</a:t>
                      </a:r>
                      <a:endParaRPr lang="en-US" altLang="ko-KR" sz="900" b="0" u="none" spc="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되었습니다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3) E2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의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Cpk 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하락 원인은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Spec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 줄어든 것으로 기존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0.1~1.6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에서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0.1~1.1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 변경되었습니다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4) E1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의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Cp 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및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Cpk 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하락 원인은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E1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과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E2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모두의 편차를 고려하여 보정하고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Spec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 좁은</a:t>
                      </a:r>
                      <a:endParaRPr lang="en-US" altLang="ko-KR" sz="900" b="0" u="none" spc="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항목 기준으로 보정하게 됩니다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현재 상황에서는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E2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가 기준이 되어 보정되며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팬케이크별로</a:t>
                      </a:r>
                      <a:endParaRPr lang="en-US" altLang="ko-KR" sz="900" b="0" u="none" spc="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음극의 폭이 변화 함에 따라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E1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 흔들리면서  왼쪽 그래프와 같이 산포가 커진 것 처럼 </a:t>
                      </a:r>
                      <a:endParaRPr lang="en-US" altLang="ko-KR" sz="900" b="0" u="none" spc="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보이게 되어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Cp 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및 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Cpk</a:t>
                      </a:r>
                      <a:r>
                        <a:rPr lang="ko-KR" altLang="en-US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가 줄어드는 현상이 발생하였습니다</a:t>
                      </a:r>
                      <a:r>
                        <a:rPr lang="en-US" altLang="ko-KR" sz="900" b="0" u="none" spc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3ECAD9FC-D852-4063-9712-418387AA6A78}"/>
              </a:ext>
            </a:extLst>
          </p:cNvPr>
          <p:cNvSpPr txBox="1"/>
          <p:nvPr/>
        </p:nvSpPr>
        <p:spPr>
          <a:xfrm>
            <a:off x="1735732" y="2175758"/>
            <a:ext cx="7489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효과분석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endParaRPr kumimoji="0" lang="ko-KR" altLang="en-US" sz="1100" b="0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E17E6E8A-7FA1-4BB3-9027-57E4864783BD}"/>
              </a:ext>
            </a:extLst>
          </p:cNvPr>
          <p:cNvSpPr txBox="1"/>
          <p:nvPr/>
        </p:nvSpPr>
        <p:spPr>
          <a:xfrm>
            <a:off x="1719701" y="1686676"/>
            <a:ext cx="78098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계획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endParaRPr kumimoji="0" lang="ko-KR" altLang="en-US" sz="1100" b="0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186787BD-0D0A-4FBF-B605-16D76EB626E6}"/>
              </a:ext>
            </a:extLst>
          </p:cNvPr>
          <p:cNvSpPr txBox="1"/>
          <p:nvPr/>
        </p:nvSpPr>
        <p:spPr>
          <a:xfrm>
            <a:off x="8321748" y="342250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11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67" name="내용 개체 틀 20">
            <a:extLst>
              <a:ext uri="{FF2B5EF4-FFF2-40B4-BE49-F238E27FC236}">
                <a16:creationId xmlns:a16="http://schemas.microsoft.com/office/drawing/2014/main" id="{820ED363-6F42-4CFF-8B91-C43C4E4C91D3}"/>
              </a:ext>
            </a:extLst>
          </p:cNvPr>
          <p:cNvSpPr txBox="1">
            <a:spLocks/>
          </p:cNvSpPr>
          <p:nvPr/>
        </p:nvSpPr>
        <p:spPr>
          <a:xfrm>
            <a:off x="8321748" y="172973"/>
            <a:ext cx="95539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원종래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P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graphicFrame>
        <p:nvGraphicFramePr>
          <p:cNvPr id="69" name="표 68">
            <a:extLst>
              <a:ext uri="{FF2B5EF4-FFF2-40B4-BE49-F238E27FC236}">
                <a16:creationId xmlns:a16="http://schemas.microsoft.com/office/drawing/2014/main" id="{BF78624E-A7A7-4EDE-851F-F44522DC4B6E}"/>
              </a:ext>
            </a:extLst>
          </p:cNvPr>
          <p:cNvGraphicFramePr>
            <a:graphicFrameLocks noGrp="1"/>
          </p:cNvGraphicFramePr>
          <p:nvPr/>
        </p:nvGraphicFramePr>
        <p:xfrm>
          <a:off x="2641379" y="1688113"/>
          <a:ext cx="5989683" cy="440055"/>
        </p:xfrm>
        <a:graphic>
          <a:graphicData uri="http://schemas.openxmlformats.org/drawingml/2006/table">
            <a:tbl>
              <a:tblPr/>
              <a:tblGrid>
                <a:gridCol w="1996561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996561">
                  <a:extLst>
                    <a:ext uri="{9D8B030D-6E8A-4147-A177-3AD203B41FA5}">
                      <a16:colId xmlns:a16="http://schemas.microsoft.com/office/drawing/2014/main" val="22886984"/>
                    </a:ext>
                  </a:extLst>
                </a:gridCol>
                <a:gridCol w="1996561">
                  <a:extLst>
                    <a:ext uri="{9D8B030D-6E8A-4147-A177-3AD203B41FA5}">
                      <a16:colId xmlns:a16="http://schemas.microsoft.com/office/drawing/2014/main" val="1046268274"/>
                    </a:ext>
                  </a:extLst>
                </a:gridCol>
              </a:tblGrid>
              <a:tr h="46157"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계획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안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pc="-7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PLC </a:t>
                      </a:r>
                      <a:r>
                        <a:rPr lang="ko-KR" altLang="en-US" sz="900" b="0" i="0" u="none" strike="noStrike" spc="-7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spc="-7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Interface </a:t>
                      </a:r>
                      <a:r>
                        <a:rPr lang="ko-KR" altLang="en-US" sz="900" b="0" i="0" u="none" strike="noStrike" spc="-7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테스트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기능 테스트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단기 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‘25.08.08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~‘25.11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~’25, 12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70" name="이등변 삼각형 69">
            <a:extLst>
              <a:ext uri="{FF2B5EF4-FFF2-40B4-BE49-F238E27FC236}">
                <a16:creationId xmlns:a16="http://schemas.microsoft.com/office/drawing/2014/main" id="{89E07384-65F8-48AD-9330-5307D840F0DC}"/>
              </a:ext>
            </a:extLst>
          </p:cNvPr>
          <p:cNvSpPr/>
          <p:nvPr/>
        </p:nvSpPr>
        <p:spPr>
          <a:xfrm rot="10800000">
            <a:off x="7557862" y="1734270"/>
            <a:ext cx="184938" cy="104487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D63D2F98-CC92-4CB2-8D1D-0EA5967117E0}"/>
              </a:ext>
            </a:extLst>
          </p:cNvPr>
          <p:cNvSpPr/>
          <p:nvPr/>
        </p:nvSpPr>
        <p:spPr>
          <a:xfrm>
            <a:off x="6637020" y="1840913"/>
            <a:ext cx="1989979" cy="289873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4AFC594-FFFD-F6B3-E3ED-055FC2D2F5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2529499"/>
              </p:ext>
            </p:extLst>
          </p:nvPr>
        </p:nvGraphicFramePr>
        <p:xfrm>
          <a:off x="2641379" y="2231697"/>
          <a:ext cx="6258780" cy="27573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66533">
                  <a:extLst>
                    <a:ext uri="{9D8B030D-6E8A-4147-A177-3AD203B41FA5}">
                      <a16:colId xmlns:a16="http://schemas.microsoft.com/office/drawing/2014/main" val="1196825741"/>
                    </a:ext>
                  </a:extLst>
                </a:gridCol>
                <a:gridCol w="501968">
                  <a:extLst>
                    <a:ext uri="{9D8B030D-6E8A-4147-A177-3AD203B41FA5}">
                      <a16:colId xmlns:a16="http://schemas.microsoft.com/office/drawing/2014/main" val="1785581472"/>
                    </a:ext>
                  </a:extLst>
                </a:gridCol>
                <a:gridCol w="678730">
                  <a:extLst>
                    <a:ext uri="{9D8B030D-6E8A-4147-A177-3AD203B41FA5}">
                      <a16:colId xmlns:a16="http://schemas.microsoft.com/office/drawing/2014/main" val="3613422190"/>
                    </a:ext>
                  </a:extLst>
                </a:gridCol>
                <a:gridCol w="678730">
                  <a:extLst>
                    <a:ext uri="{9D8B030D-6E8A-4147-A177-3AD203B41FA5}">
                      <a16:colId xmlns:a16="http://schemas.microsoft.com/office/drawing/2014/main" val="758387310"/>
                    </a:ext>
                  </a:extLst>
                </a:gridCol>
                <a:gridCol w="678730">
                  <a:extLst>
                    <a:ext uri="{9D8B030D-6E8A-4147-A177-3AD203B41FA5}">
                      <a16:colId xmlns:a16="http://schemas.microsoft.com/office/drawing/2014/main" val="197564411"/>
                    </a:ext>
                  </a:extLst>
                </a:gridCol>
                <a:gridCol w="678730">
                  <a:extLst>
                    <a:ext uri="{9D8B030D-6E8A-4147-A177-3AD203B41FA5}">
                      <a16:colId xmlns:a16="http://schemas.microsoft.com/office/drawing/2014/main" val="830798233"/>
                    </a:ext>
                  </a:extLst>
                </a:gridCol>
                <a:gridCol w="975359">
                  <a:extLst>
                    <a:ext uri="{9D8B030D-6E8A-4147-A177-3AD203B41FA5}">
                      <a16:colId xmlns:a16="http://schemas.microsoft.com/office/drawing/2014/main" val="2272890872"/>
                    </a:ext>
                  </a:extLst>
                </a:gridCol>
              </a:tblGrid>
              <a:tr h="271374">
                <a:tc>
                  <a:txBody>
                    <a:bodyPr/>
                    <a:lstStyle/>
                    <a:p>
                      <a:pPr algn="ctr" latinLnBrk="1">
                        <a:lnSpc>
                          <a:spcPct val="100000"/>
                        </a:lnSpc>
                      </a:pPr>
                      <a:r>
                        <a:rPr lang="en-US" altLang="ko-KR" sz="75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6-2</a:t>
                      </a:r>
                      <a:r>
                        <a:rPr lang="ko-KR" altLang="en-US" sz="75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</a:t>
                      </a:r>
                      <a:endParaRPr lang="en-US" altLang="ko-KR" sz="75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>
                        <a:lnSpc>
                          <a:spcPct val="100000"/>
                        </a:lnSpc>
                      </a:pPr>
                      <a:r>
                        <a:rPr lang="en-US" altLang="ko-KR" sz="75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 or</a:t>
                      </a:r>
                    </a:p>
                    <a:p>
                      <a:pPr algn="ctr" latinLnBrk="1">
                        <a:lnSpc>
                          <a:spcPct val="100000"/>
                        </a:lnSpc>
                      </a:pPr>
                      <a:r>
                        <a:rPr lang="ko-KR" altLang="en-US" sz="75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일반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>
                        <a:lnSpc>
                          <a:spcPct val="100000"/>
                        </a:lnSpc>
                      </a:pPr>
                      <a:r>
                        <a:rPr lang="en-US" altLang="ko-KR" sz="75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SAT (</a:t>
                      </a:r>
                      <a:r>
                        <a:rPr lang="ko-KR" altLang="en-US" sz="75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 적용 전</a:t>
                      </a:r>
                      <a:r>
                        <a:rPr lang="en-US" altLang="ko-KR" sz="75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algn="ctr" latinLnBrk="1">
                        <a:lnSpc>
                          <a:spcPct val="100000"/>
                        </a:lnSpc>
                      </a:pPr>
                      <a:r>
                        <a:rPr lang="en-US" altLang="ko-KR" sz="75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(‘25/8/28)</a:t>
                      </a:r>
                      <a:endParaRPr lang="ko-KR" altLang="en-US" sz="75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5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샘플생산 </a:t>
                      </a:r>
                      <a:r>
                        <a:rPr lang="en-US" altLang="ko-KR" sz="75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75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 적용 후</a:t>
                      </a:r>
                      <a:r>
                        <a:rPr lang="en-US" altLang="ko-KR" sz="75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(‘25/11/25~’25/12/04)</a:t>
                      </a:r>
                      <a:endParaRPr lang="ko-KR" altLang="en-US" sz="75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>
                        <a:lnSpc>
                          <a:spcPct val="100000"/>
                        </a:lnSpc>
                      </a:pPr>
                      <a:endParaRPr lang="ko-KR" altLang="en-US" sz="80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5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비고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3324393"/>
                  </a:ext>
                </a:extLst>
              </a:tr>
              <a:tr h="172692">
                <a:tc>
                  <a:txBody>
                    <a:bodyPr/>
                    <a:lstStyle/>
                    <a:p>
                      <a:pPr algn="ctr" latinLnBrk="1">
                        <a:lnSpc>
                          <a:spcPct val="100000"/>
                        </a:lnSpc>
                      </a:pPr>
                      <a:r>
                        <a:rPr lang="ko-KR" altLang="en-US" sz="75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 적용 항목</a:t>
                      </a:r>
                      <a:endParaRPr lang="en-US" altLang="ko-KR" sz="75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>
                        <a:lnSpc>
                          <a:spcPct val="100000"/>
                        </a:lnSpc>
                      </a:pPr>
                      <a:endParaRPr lang="en-US" altLang="ko-KR" sz="80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5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Cp</a:t>
                      </a:r>
                      <a:endParaRPr lang="ko-KR" altLang="en-US" sz="75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00000"/>
                        </a:lnSpc>
                      </a:pPr>
                      <a:r>
                        <a:rPr lang="en-US" altLang="ko-KR" sz="750" baseline="0" err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Cpk</a:t>
                      </a:r>
                      <a:endParaRPr lang="ko-KR" altLang="en-US" sz="75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Cp</a:t>
                      </a:r>
                      <a:endParaRPr lang="ko-KR" altLang="en-US" sz="75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00000"/>
                        </a:lnSpc>
                      </a:pPr>
                      <a:r>
                        <a:rPr lang="en-US" altLang="ko-KR" sz="750" baseline="0" err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Cpk</a:t>
                      </a:r>
                      <a:endParaRPr lang="ko-KR" altLang="en-US" sz="75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>
                        <a:lnSpc>
                          <a:spcPct val="100000"/>
                        </a:lnSpc>
                      </a:pPr>
                      <a:endParaRPr lang="ko-KR" altLang="en-US" sz="80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124972"/>
                  </a:ext>
                </a:extLst>
              </a:tr>
              <a:tr h="146224">
                <a:tc>
                  <a:txBody>
                    <a:bodyPr/>
                    <a:lstStyle/>
                    <a:p>
                      <a:pPr algn="ctr" latinLnBrk="1">
                        <a:lnSpc>
                          <a:spcPct val="70000"/>
                        </a:lnSpc>
                      </a:pP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Slitting Line 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↔ 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골 길이 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(CH)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ko-KR" altLang="en-US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일반</a:t>
                      </a:r>
                      <a:endParaRPr lang="en-US" altLang="ko-KR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1.91</a:t>
                      </a:r>
                      <a:endParaRPr lang="ko-KR" altLang="en-US" sz="750"/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2.22 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(0.78</a:t>
                      </a:r>
                      <a:r>
                        <a:rPr lang="ko-KR" altLang="en-US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↑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endParaRPr lang="en-US" altLang="ko-KR" sz="750" b="0" i="0" u="none" strike="noStrike" kern="1200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737462195"/>
                  </a:ext>
                </a:extLst>
              </a:tr>
              <a:tr h="14622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Slitting Line 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↔ 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골 길이 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(AH)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ko-KR" altLang="en-US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일반</a:t>
                      </a:r>
                      <a:endParaRPr lang="en-US" altLang="ko-KR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2.57</a:t>
                      </a:r>
                      <a:endParaRPr lang="ko-KR" altLang="en-US" sz="750"/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2.77 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(1.38</a:t>
                      </a:r>
                      <a:r>
                        <a:rPr lang="ko-KR" altLang="en-US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↑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endParaRPr lang="en-US" altLang="ko-KR" sz="750" b="0" i="0" u="none" strike="noStrike" kern="1200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042803423"/>
                  </a:ext>
                </a:extLst>
              </a:tr>
              <a:tr h="146224">
                <a:tc>
                  <a:txBody>
                    <a:bodyPr/>
                    <a:lstStyle/>
                    <a:p>
                      <a:pPr algn="ctr" latinLnBrk="1">
                        <a:lnSpc>
                          <a:spcPct val="70000"/>
                        </a:lnSpc>
                      </a:pP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ko-KR" altLang="en-US" sz="75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주행포밍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위치 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(CF)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0.43</a:t>
                      </a:r>
                      <a:endParaRPr lang="ko-KR" altLang="en-US" sz="750"/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1.11 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(0.74</a:t>
                      </a:r>
                      <a:r>
                        <a:rPr lang="ko-KR" altLang="en-US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↑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endParaRPr lang="en-US" altLang="ko-KR" sz="750" b="0" i="0" u="none" strike="noStrike" kern="1200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1554688"/>
                  </a:ext>
                </a:extLst>
              </a:tr>
              <a:tr h="14622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ko-KR" altLang="en-US" sz="75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주행포밍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위치 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(AF)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1.25</a:t>
                      </a:r>
                      <a:endParaRPr lang="ko-KR" altLang="en-US" sz="750"/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1.40 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(0.41</a:t>
                      </a:r>
                      <a:r>
                        <a:rPr lang="ko-KR" altLang="en-US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↑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endParaRPr lang="en-US" altLang="ko-KR" sz="750" b="0" i="0" u="none" strike="noStrike" kern="1200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6233596"/>
                  </a:ext>
                </a:extLst>
              </a:tr>
              <a:tr h="146224">
                <a:tc>
                  <a:txBody>
                    <a:bodyPr/>
                    <a:lstStyle/>
                    <a:p>
                      <a:pPr algn="ctr" latinLnBrk="1">
                        <a:lnSpc>
                          <a:spcPct val="70000"/>
                        </a:lnSpc>
                      </a:pP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상부 하부 </a:t>
                      </a:r>
                      <a:r>
                        <a:rPr lang="ko-KR" altLang="en-US" sz="75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분리막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Gap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(H)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  <a:endParaRPr lang="en-US" altLang="ko-KR" sz="75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5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1.69</a:t>
                      </a:r>
                      <a:endParaRPr lang="ko-KR" altLang="en-US" sz="750"/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2.04 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(0.39</a:t>
                      </a:r>
                      <a:r>
                        <a:rPr lang="ko-KR" altLang="en-US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↑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endParaRPr lang="en-US" altLang="ko-KR" sz="750" b="0" i="0" u="none" strike="noStrike" kern="1200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93802364"/>
                  </a:ext>
                </a:extLst>
              </a:tr>
              <a:tr h="146224">
                <a:tc>
                  <a:txBody>
                    <a:bodyPr/>
                    <a:lstStyle/>
                    <a:p>
                      <a:pPr algn="ctr" latinLnBrk="1">
                        <a:lnSpc>
                          <a:spcPct val="70000"/>
                        </a:lnSpc>
                      </a:pP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75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음극탭부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/ 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Gap (F1)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  <a:endParaRPr lang="en-US" altLang="ko-KR" sz="75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5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4.05</a:t>
                      </a:r>
                      <a:endParaRPr lang="ko-KR" altLang="en-US" sz="750"/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2.06 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(1.37</a:t>
                      </a:r>
                      <a:r>
                        <a:rPr lang="ko-KR" altLang="en-US" sz="750" b="0" i="0" u="none" strike="noStrike" kern="1200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↓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tc rowSpan="2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7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F1, F2</a:t>
                      </a:r>
                      <a:r>
                        <a:rPr lang="ko-KR" altLang="en-US" sz="7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은 품질 균일성을 위해 서로를 감안하여 보정 진행</a:t>
                      </a:r>
                      <a:endParaRPr lang="en-US" altLang="ko-KR" sz="75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083280218"/>
                  </a:ext>
                </a:extLst>
              </a:tr>
              <a:tr h="1575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75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양극탭부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/ 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Gap (F2)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  <a:endParaRPr lang="en-US" altLang="ko-KR" sz="75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5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1.67</a:t>
                      </a:r>
                      <a:endParaRPr lang="ko-KR" altLang="en-US" sz="750"/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2.13 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(0.72</a:t>
                      </a:r>
                      <a:r>
                        <a:rPr lang="ko-KR" altLang="en-US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↑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endParaRPr lang="en-US" altLang="ko-KR" sz="8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983895265"/>
                  </a:ext>
                </a:extLst>
              </a:tr>
              <a:tr h="146224">
                <a:tc>
                  <a:txBody>
                    <a:bodyPr/>
                    <a:lstStyle/>
                    <a:p>
                      <a:pPr algn="ctr" latinLnBrk="1">
                        <a:lnSpc>
                          <a:spcPct val="70000"/>
                        </a:lnSpc>
                      </a:pP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ko-KR" altLang="en-US" sz="75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골 ↔</a:t>
                      </a:r>
                      <a:r>
                        <a:rPr lang="ko-KR" altLang="en-US" sz="75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분리막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Gap (CW1)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  <a:endParaRPr lang="en-US" altLang="ko-KR" sz="75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5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750"/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2.30 (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0.22</a:t>
                      </a:r>
                      <a:r>
                        <a:rPr lang="ko-KR" altLang="en-US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↑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SAT </a:t>
                      </a:r>
                      <a:r>
                        <a:rPr lang="ko-KR" altLang="en-US" sz="7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당시 </a:t>
                      </a:r>
                      <a:r>
                        <a:rPr lang="en-US" altLang="ko-KR" sz="7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LSL</a:t>
                      </a:r>
                      <a:r>
                        <a:rPr lang="ko-KR" altLang="en-US" sz="7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만 존재하여 </a:t>
                      </a:r>
                      <a:r>
                        <a:rPr lang="en-US" altLang="ko-KR" sz="750" b="0" i="0" u="none" strike="noStrike" kern="1200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Cpk</a:t>
                      </a:r>
                      <a:r>
                        <a:rPr lang="ko-KR" altLang="en-US" sz="7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대신 </a:t>
                      </a:r>
                      <a:r>
                        <a:rPr lang="en-US" altLang="ko-KR" sz="750" b="0" i="0" u="none" strike="noStrike" kern="1200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Cpl</a:t>
                      </a:r>
                      <a:r>
                        <a:rPr lang="ko-KR" altLang="en-US" sz="7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사용</a:t>
                      </a:r>
                      <a:endParaRPr lang="en-US" altLang="ko-KR" sz="75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588501455"/>
                  </a:ext>
                </a:extLst>
              </a:tr>
              <a:tr h="146224">
                <a:tc>
                  <a:txBody>
                    <a:bodyPr/>
                    <a:lstStyle/>
                    <a:p>
                      <a:pPr algn="ctr" latinLnBrk="1">
                        <a:lnSpc>
                          <a:spcPct val="70000"/>
                        </a:lnSpc>
                      </a:pP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75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음극탭부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상부 </a:t>
                      </a:r>
                      <a:r>
                        <a:rPr lang="ko-KR" altLang="en-US" sz="75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분리막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Gap (E1)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ko-KR" altLang="en-US" sz="75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일반</a:t>
                      </a:r>
                      <a:endParaRPr lang="en-US" altLang="ko-KR" sz="75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5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2.37</a:t>
                      </a:r>
                      <a:endParaRPr lang="ko-KR" altLang="en-US" sz="750"/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1.64 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(0.47</a:t>
                      </a:r>
                      <a:r>
                        <a:rPr lang="ko-KR" altLang="en-US" sz="750" b="0" i="0" u="none" strike="noStrike" kern="1200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↓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E1, E2</a:t>
                      </a:r>
                      <a:r>
                        <a:rPr lang="ko-KR" altLang="en-US" sz="7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은 품질 균일성을 위해 서로를 감안하여 보정 진행</a:t>
                      </a:r>
                      <a:endParaRPr lang="en-US" altLang="ko-KR" sz="75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102741678"/>
                  </a:ext>
                </a:extLst>
              </a:tr>
              <a:tr h="1575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75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양극탭부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상부 </a:t>
                      </a:r>
                      <a:r>
                        <a:rPr lang="ko-KR" altLang="en-US" sz="75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분리막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Gap (E2)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  <a:endParaRPr lang="en-US" altLang="ko-KR" sz="75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5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3.92</a:t>
                      </a:r>
                      <a:endParaRPr lang="ko-KR" altLang="en-US" sz="750"/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1.82 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(1.84</a:t>
                      </a:r>
                      <a:r>
                        <a:rPr lang="ko-KR" altLang="en-US" sz="750" b="0" i="0" u="none" strike="noStrike" kern="1200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↓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endParaRPr lang="en-US" altLang="ko-KR" sz="800" b="0" i="0" u="none" strike="noStrike" kern="1200" baseline="0"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432755531"/>
                  </a:ext>
                </a:extLst>
              </a:tr>
              <a:tr h="14622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ko-KR" altLang="en-US" sz="75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골 ↔</a:t>
                      </a:r>
                      <a:r>
                        <a:rPr lang="ko-KR" altLang="en-US" sz="75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분리막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Gap (AW1)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  <a:endParaRPr lang="en-US" altLang="ko-KR" sz="75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5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750"/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1.90 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(0.05</a:t>
                      </a:r>
                      <a:r>
                        <a:rPr lang="ko-KR" altLang="en-US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↑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7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SAT </a:t>
                      </a:r>
                      <a:r>
                        <a:rPr lang="ko-KR" altLang="en-US" sz="7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당시 </a:t>
                      </a:r>
                      <a:r>
                        <a:rPr lang="en-US" altLang="ko-KR" sz="7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LSL</a:t>
                      </a:r>
                      <a:r>
                        <a:rPr lang="ko-KR" altLang="en-US" sz="7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만 존재하여 </a:t>
                      </a:r>
                      <a:r>
                        <a:rPr lang="en-US" altLang="ko-KR" sz="750" b="0" i="0" u="none" strike="noStrike" kern="1200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Cpk</a:t>
                      </a:r>
                      <a:r>
                        <a:rPr lang="ko-KR" altLang="en-US" sz="7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대신 </a:t>
                      </a:r>
                      <a:r>
                        <a:rPr lang="en-US" altLang="ko-KR" sz="750" b="0" i="0" u="none" strike="noStrike" kern="1200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Cpl</a:t>
                      </a:r>
                      <a:r>
                        <a:rPr lang="ko-KR" altLang="en-US" sz="7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사용</a:t>
                      </a:r>
                      <a:endParaRPr lang="en-US" altLang="ko-KR" sz="75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78411825"/>
                  </a:ext>
                </a:extLst>
              </a:tr>
              <a:tr h="146224">
                <a:tc>
                  <a:txBody>
                    <a:bodyPr/>
                    <a:lstStyle/>
                    <a:p>
                      <a:pPr algn="ctr" latinLnBrk="1">
                        <a:lnSpc>
                          <a:spcPct val="70000"/>
                        </a:lnSpc>
                      </a:pP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Seal Tape 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부착 </a:t>
                      </a:r>
                      <a:r>
                        <a:rPr lang="en-US" altLang="ko-KR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Y</a:t>
                      </a:r>
                      <a:r>
                        <a:rPr lang="ko-KR" altLang="en-US" sz="75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위치</a:t>
                      </a:r>
                      <a:endParaRPr lang="en-US" altLang="ko-KR" sz="75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  <a:endParaRPr lang="en-US" altLang="ko-KR" sz="75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5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3.23</a:t>
                      </a:r>
                      <a:endParaRPr lang="ko-KR" altLang="en-US" sz="750"/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3.10 </a:t>
                      </a:r>
                      <a:r>
                        <a:rPr lang="en-US" altLang="ko-KR" sz="75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(0.24</a:t>
                      </a:r>
                      <a:r>
                        <a:rPr lang="ko-KR" altLang="en-US" sz="75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↑</a:t>
                      </a:r>
                      <a:r>
                        <a:rPr lang="en-US" altLang="ko-KR" sz="75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endParaRPr lang="en-US" altLang="ko-KR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359068606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A1133C69-D486-E164-8AA4-628B7A3F6703}"/>
              </a:ext>
            </a:extLst>
          </p:cNvPr>
          <p:cNvSpPr txBox="1"/>
          <p:nvPr/>
        </p:nvSpPr>
        <p:spPr>
          <a:xfrm>
            <a:off x="2648998" y="4967357"/>
            <a:ext cx="159915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E2 Spec SAT : 0.1~1.6</a:t>
            </a:r>
          </a:p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샘플생산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0.1~1.1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2935019-6B6E-468A-9DCC-9C08D4341F12}"/>
              </a:ext>
            </a:extLst>
          </p:cNvPr>
          <p:cNvSpPr txBox="1"/>
          <p:nvPr/>
        </p:nvSpPr>
        <p:spPr>
          <a:xfrm>
            <a:off x="6778282" y="6331918"/>
            <a:ext cx="283299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Figure 1.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샘플생산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E1,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음극 폭 측정치 및 재료교체 시점 예시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pic>
        <p:nvPicPr>
          <p:cNvPr id="8" name="그림 7" descr="텍스트, 스크린샷, 라인, 그래프이(가) 표시된 사진&#10;&#10;AI가 생성한 콘텐츠는 부정확할 수 있습니다.">
            <a:extLst>
              <a:ext uri="{FF2B5EF4-FFF2-40B4-BE49-F238E27FC236}">
                <a16:creationId xmlns:a16="http://schemas.microsoft.com/office/drawing/2014/main" id="{A1D57BC0-C481-FA8B-2A9A-05B086DBFDB5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019927" y="5043873"/>
            <a:ext cx="1989979" cy="134303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6808765B-6B7E-8FDD-99CA-2054888DCC8B}"/>
              </a:ext>
            </a:extLst>
          </p:cNvPr>
          <p:cNvSpPr txBox="1"/>
          <p:nvPr/>
        </p:nvSpPr>
        <p:spPr>
          <a:xfrm>
            <a:off x="6563320" y="4967673"/>
            <a:ext cx="59171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E1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측정치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59D142D-16E1-8FE3-E3E7-65302A244418}"/>
              </a:ext>
            </a:extLst>
          </p:cNvPr>
          <p:cNvSpPr txBox="1"/>
          <p:nvPr/>
        </p:nvSpPr>
        <p:spPr>
          <a:xfrm>
            <a:off x="6671832" y="5590921"/>
            <a:ext cx="5917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음극 폭 측정치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F6506DB-9A59-DA08-EB27-11508D383A7D}"/>
              </a:ext>
            </a:extLst>
          </p:cNvPr>
          <p:cNvSpPr txBox="1"/>
          <p:nvPr/>
        </p:nvSpPr>
        <p:spPr>
          <a:xfrm>
            <a:off x="8266240" y="5062165"/>
            <a:ext cx="88848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재료 교체 시점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159BD925-B5DE-10F7-FB0A-BCC37E1990E9}"/>
              </a:ext>
            </a:extLst>
          </p:cNvPr>
          <p:cNvCxnSpPr/>
          <p:nvPr/>
        </p:nvCxnSpPr>
        <p:spPr>
          <a:xfrm>
            <a:off x="8039131" y="5150761"/>
            <a:ext cx="285750" cy="0"/>
          </a:xfrm>
          <a:prstGeom prst="line">
            <a:avLst/>
          </a:prstGeom>
          <a:ln w="12700">
            <a:solidFill>
              <a:srgbClr val="B366B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BCC7D584-5663-C6CD-EA55-FAEB883ED439}"/>
              </a:ext>
            </a:extLst>
          </p:cNvPr>
          <p:cNvSpPr txBox="1"/>
          <p:nvPr/>
        </p:nvSpPr>
        <p:spPr>
          <a:xfrm>
            <a:off x="8647845" y="5549596"/>
            <a:ext cx="59171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촬상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순서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7B52D58-E9E8-8DE5-4B08-221B2243AC25}"/>
              </a:ext>
            </a:extLst>
          </p:cNvPr>
          <p:cNvSpPr txBox="1"/>
          <p:nvPr/>
        </p:nvSpPr>
        <p:spPr>
          <a:xfrm>
            <a:off x="8647845" y="6204916"/>
            <a:ext cx="59171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촬상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순서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5CB915E-4CFF-0F29-E73A-5C949CB03483}"/>
              </a:ext>
            </a:extLst>
          </p:cNvPr>
          <p:cNvSpPr txBox="1"/>
          <p:nvPr/>
        </p:nvSpPr>
        <p:spPr>
          <a:xfrm>
            <a:off x="6770892" y="6565312"/>
            <a:ext cx="28403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Figure 1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에서는 재료교체 시점을 몇 개만 추출하여 표시한 것으로 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흔들리는 시점은 폭이 변하는 시점 모두 재료교체 구간입니다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0295CDF-B9CB-7A85-8A85-AEDCD2C0513A}"/>
              </a:ext>
            </a:extLst>
          </p:cNvPr>
          <p:cNvSpPr txBox="1"/>
          <p:nvPr/>
        </p:nvSpPr>
        <p:spPr>
          <a:xfrm>
            <a:off x="8898900" y="5355802"/>
            <a:ext cx="59171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LSL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84EA2CF-8420-01E5-8BD8-04E1BA8C64A0}"/>
              </a:ext>
            </a:extLst>
          </p:cNvPr>
          <p:cNvSpPr txBox="1"/>
          <p:nvPr/>
        </p:nvSpPr>
        <p:spPr>
          <a:xfrm>
            <a:off x="8898900" y="5127194"/>
            <a:ext cx="59171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USL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1642B9D-48C8-6897-F758-68716FE80DB6}"/>
              </a:ext>
            </a:extLst>
          </p:cNvPr>
          <p:cNvSpPr txBox="1"/>
          <p:nvPr/>
        </p:nvSpPr>
        <p:spPr>
          <a:xfrm>
            <a:off x="3736758" y="4968432"/>
            <a:ext cx="246722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</a:t>
            </a:r>
            <a:r>
              <a:rPr kumimoji="0" lang="en-US" altLang="ko-KR" sz="8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Cpk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= min(</a:t>
            </a:r>
            <a:r>
              <a:rPr kumimoji="0" lang="en-US" altLang="ko-KR" sz="8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Cpu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en-US" altLang="ko-KR" sz="8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Cpl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</a:t>
            </a:r>
            <a:r>
              <a:rPr kumimoji="0" lang="en-US" altLang="ko-KR" sz="8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Cpl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= (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데이터 평균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– LSL) / (3 *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데이터 표준편차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2499988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6" name="표 1">
            <a:extLst>
              <a:ext uri="{FF2B5EF4-FFF2-40B4-BE49-F238E27FC236}">
                <a16:creationId xmlns:a16="http://schemas.microsoft.com/office/drawing/2014/main" id="{33D55F02-6D8E-4551-BA96-882BCCE1D0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6452385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원통형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46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시리즈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와인더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APC 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전환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EP2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양산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1,2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 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원종래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서재근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임인섭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4D46E176-B856-4BB3-9682-7730921C348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10450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ESOC2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원통형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46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시리즈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lang="ko-KR" altLang="en-US" sz="1400" b="1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와인더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APC 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전환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제목 1">
            <a:extLst>
              <a:ext uri="{FF2B5EF4-FFF2-40B4-BE49-F238E27FC236}">
                <a16:creationId xmlns:a16="http://schemas.microsoft.com/office/drawing/2014/main" id="{CA4D1764-F195-480C-AB6A-AF31FAD2886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1744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조립자동보정팀 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원통형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AC0E64D7-C678-4BFA-BA23-CADEA743A6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7250188"/>
              </p:ext>
            </p:extLst>
          </p:nvPr>
        </p:nvGraphicFramePr>
        <p:xfrm>
          <a:off x="1650029" y="1088081"/>
          <a:ext cx="6972241" cy="6113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0218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32023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29635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금주(W51) APC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서버 ↔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HMI S/W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간 통신 테스트 완료되었으며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사행검사기 제외한 나머지 검사기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Data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정합성 검증 완료하였습니다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.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사행 검사기는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SPC+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로 데이터가 올라오지않아 검사기술팀에서 점검 진행중입니다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.</a:t>
                      </a:r>
                      <a:endParaRPr lang="en-US" altLang="ko-KR" sz="900" b="1" i="0" u="none" strike="noStrike" baseline="0" noProof="0">
                        <a:solidFill>
                          <a:srgbClr val="0000FF"/>
                        </a:solidFill>
                        <a:latin typeface="+mn-lt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19908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898951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1.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진행 현황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①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원통형 와인더는 제어기 ↔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FA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망이 연결되어 있지 않아 기존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APC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서버 ↔ 제어기 통신 방식 적용이 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이로인해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APC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서버 ↔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HMI S/W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간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Message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사양을 새롭게 정의 하였습니다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FA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망이 연결되어 있지 않은 사유는 아래와 같습니다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 1) 21700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와인더 제어기인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Pmac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의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Maker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社에서 다수 네트워크 연결은 지양할 것을 권장하여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제어기는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FA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망에 연결하지 않고 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      HMI S/W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에서 상위 통신하는 구조를 사용하고 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(21700 H52A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설비도 동일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  2) Beckhoff PLC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를 사용하는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NFF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의 경우 망 연결이 가능하나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설비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Maker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社 내 상위 통신 대응 인력 미비 및 제어기 부하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문제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   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 제어기와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FA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망을 연결하지 않고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HMI S/W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에서 상위통신 하는 구조를 사용하고 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    21700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및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NFF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에 동일한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APC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시스템 적용을 위해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APC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서버 ↔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HMI S/W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통신 사양으로 구축 진행중에 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endParaRPr lang="en-US" altLang="ko-KR" sz="900" b="0" i="0" u="none" strike="noStrike" baseline="0" noProof="0">
                        <a:solidFill>
                          <a:srgbClr val="000000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③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APC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서버 ↔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HMI S/W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간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차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Interface Test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완료하였습니다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④ 수집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Data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준비 진행중에 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endParaRPr lang="en-US" altLang="ko-KR" sz="900" b="0" i="0" u="none" strike="noStrike" baseline="0" noProof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- Vision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기준정보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차 작성하였으며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솔라스로 자동보정에서 사용중인 데이터가 업로드되고 있지 않아 업로드 요청하였습니다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현재 검사기술팀 인원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MP2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라인 생산 대응으로 인해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APC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관련 업무는 </a:t>
                      </a:r>
                      <a:r>
                        <a:rPr lang="en-US" altLang="ko-KR" sz="900" b="0" i="0" u="none" strike="sng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sng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월 대응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→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26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월 대응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예정 입니다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⑤ 알고리즘 등록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검증 테스트 진행 예정입니다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      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- HMI S/W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↔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APC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서버 간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PLC Data Write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동작 테스트 완료하였으며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, PLC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데이터 정합성 검증 완료하였습니다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. (12/11)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        -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사행 검사기 제외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Vision Data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정합성 검증 완료하였습니다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. (12/16)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           ※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사행 검사기는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SPC+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로 데이터가 올라오지 않아 검사기술팀 점검 진행중입니다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        -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자동보정 알고리즘 적용하여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APC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테스트 진행 예정입니다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. (12/17 ~ 19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일 중 진행 예정이며 기존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C#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코드로 적용 후 검증 예정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⑥ 와인더 공정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APC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코드표준화 전환을 위해 코드표준화 프로그램 작업 진행중에 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(~12/12)</a:t>
                      </a:r>
                      <a:b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- Config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구성 및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Data Filter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구성 완료하였으며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알고리즘 구성 및 프로그램 디버깅 작업 진행중에 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en-US" altLang="ko-KR" sz="900" b="0" i="0" u="none" strike="sng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(~12/05)</a:t>
                      </a:r>
                      <a:br>
                        <a:rPr lang="en-US" altLang="ko-KR" sz="900" b="0" i="0" u="none" strike="sng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- APC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서버 개발 완료 시점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(~12/15)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에 코드표준화 현장 적용 및 검증 완료 예정입니다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- Notching, Forming, SealTape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부착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Y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항목에 대한 알고리즘 구성 완료하였습니다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-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사행 알고리즘 구성 진행중에 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en-US" altLang="ko-KR" sz="900" b="0" i="0" u="none" strike="sng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(~12/12)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(12/24)</a:t>
                      </a:r>
                      <a:endParaRPr lang="en-US" altLang="ko-KR" sz="900" b="0" i="0" u="none" strike="sngStrike" baseline="0" noProof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7" name="TextBox 26">
            <a:extLst>
              <a:ext uri="{FF2B5EF4-FFF2-40B4-BE49-F238E27FC236}">
                <a16:creationId xmlns:a16="http://schemas.microsoft.com/office/drawing/2014/main" id="{0E1B06F4-6F31-44E8-A911-7F1C355C1C3F}"/>
              </a:ext>
            </a:extLst>
          </p:cNvPr>
          <p:cNvSpPr txBox="1"/>
          <p:nvPr/>
        </p:nvSpPr>
        <p:spPr>
          <a:xfrm>
            <a:off x="1735731" y="3717120"/>
            <a:ext cx="74892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진행상황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6" name="내용 개체 틀 20">
            <a:extLst>
              <a:ext uri="{FF2B5EF4-FFF2-40B4-BE49-F238E27FC236}">
                <a16:creationId xmlns:a16="http://schemas.microsoft.com/office/drawing/2014/main" id="{0E38A2FD-7C9D-4BFA-86E7-D308A828A913}"/>
              </a:ext>
            </a:extLst>
          </p:cNvPr>
          <p:cNvSpPr txBox="1">
            <a:spLocks/>
          </p:cNvSpPr>
          <p:nvPr/>
        </p:nvSpPr>
        <p:spPr>
          <a:xfrm>
            <a:off x="8321748" y="172973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서재근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P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37B5930-E590-474C-B34F-D326DD490861}"/>
              </a:ext>
            </a:extLst>
          </p:cNvPr>
          <p:cNvSpPr txBox="1"/>
          <p:nvPr/>
        </p:nvSpPr>
        <p:spPr>
          <a:xfrm>
            <a:off x="8321748" y="342250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11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9779E312-C9FB-4C89-9F7F-FCF42F2781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453380"/>
              </p:ext>
            </p:extLst>
          </p:nvPr>
        </p:nvGraphicFramePr>
        <p:xfrm>
          <a:off x="2686050" y="1658312"/>
          <a:ext cx="5906781" cy="680484"/>
        </p:xfrm>
        <a:graphic>
          <a:graphicData uri="http://schemas.openxmlformats.org/drawingml/2006/table">
            <a:tbl>
              <a:tblPr/>
              <a:tblGrid>
                <a:gridCol w="569947">
                  <a:extLst>
                    <a:ext uri="{9D8B030D-6E8A-4147-A177-3AD203B41FA5}">
                      <a16:colId xmlns:a16="http://schemas.microsoft.com/office/drawing/2014/main" val="1924073001"/>
                    </a:ext>
                  </a:extLst>
                </a:gridCol>
                <a:gridCol w="569947">
                  <a:extLst>
                    <a:ext uri="{9D8B030D-6E8A-4147-A177-3AD203B41FA5}">
                      <a16:colId xmlns:a16="http://schemas.microsoft.com/office/drawing/2014/main" val="4024427999"/>
                    </a:ext>
                  </a:extLst>
                </a:gridCol>
                <a:gridCol w="625005">
                  <a:extLst>
                    <a:ext uri="{9D8B030D-6E8A-4147-A177-3AD203B41FA5}">
                      <a16:colId xmlns:a16="http://schemas.microsoft.com/office/drawing/2014/main" val="2683556667"/>
                    </a:ext>
                  </a:extLst>
                </a:gridCol>
                <a:gridCol w="423281">
                  <a:extLst>
                    <a:ext uri="{9D8B030D-6E8A-4147-A177-3AD203B41FA5}">
                      <a16:colId xmlns:a16="http://schemas.microsoft.com/office/drawing/2014/main" val="3872940129"/>
                    </a:ext>
                  </a:extLst>
                </a:gridCol>
                <a:gridCol w="423281">
                  <a:extLst>
                    <a:ext uri="{9D8B030D-6E8A-4147-A177-3AD203B41FA5}">
                      <a16:colId xmlns:a16="http://schemas.microsoft.com/office/drawing/2014/main" val="480868127"/>
                    </a:ext>
                  </a:extLst>
                </a:gridCol>
                <a:gridCol w="423281">
                  <a:extLst>
                    <a:ext uri="{9D8B030D-6E8A-4147-A177-3AD203B41FA5}">
                      <a16:colId xmlns:a16="http://schemas.microsoft.com/office/drawing/2014/main" val="1302842262"/>
                    </a:ext>
                  </a:extLst>
                </a:gridCol>
                <a:gridCol w="365930">
                  <a:extLst>
                    <a:ext uri="{9D8B030D-6E8A-4147-A177-3AD203B41FA5}">
                      <a16:colId xmlns:a16="http://schemas.microsoft.com/office/drawing/2014/main" val="2489949728"/>
                    </a:ext>
                  </a:extLst>
                </a:gridCol>
                <a:gridCol w="364878">
                  <a:extLst>
                    <a:ext uri="{9D8B030D-6E8A-4147-A177-3AD203B41FA5}">
                      <a16:colId xmlns:a16="http://schemas.microsoft.com/office/drawing/2014/main" val="4183175346"/>
                    </a:ext>
                  </a:extLst>
                </a:gridCol>
                <a:gridCol w="378305">
                  <a:extLst>
                    <a:ext uri="{9D8B030D-6E8A-4147-A177-3AD203B41FA5}">
                      <a16:colId xmlns:a16="http://schemas.microsoft.com/office/drawing/2014/main" val="772367748"/>
                    </a:ext>
                  </a:extLst>
                </a:gridCol>
                <a:gridCol w="657979">
                  <a:extLst>
                    <a:ext uri="{9D8B030D-6E8A-4147-A177-3AD203B41FA5}">
                      <a16:colId xmlns:a16="http://schemas.microsoft.com/office/drawing/2014/main" val="2795383441"/>
                    </a:ext>
                  </a:extLst>
                </a:gridCol>
                <a:gridCol w="658612">
                  <a:extLst>
                    <a:ext uri="{9D8B030D-6E8A-4147-A177-3AD203B41FA5}">
                      <a16:colId xmlns:a16="http://schemas.microsoft.com/office/drawing/2014/main" val="3771331774"/>
                    </a:ext>
                  </a:extLst>
                </a:gridCol>
                <a:gridCol w="446335">
                  <a:extLst>
                    <a:ext uri="{9D8B030D-6E8A-4147-A177-3AD203B41FA5}">
                      <a16:colId xmlns:a16="http://schemas.microsoft.com/office/drawing/2014/main" val="365806302"/>
                    </a:ext>
                  </a:extLst>
                </a:gridCol>
              </a:tblGrid>
              <a:tr h="12412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  <a:endParaRPr lang="ko-KR" alt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공정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1.</a:t>
                      </a:r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통신 테스트</a:t>
                      </a:r>
                      <a:endParaRPr lang="en-US" altLang="ko-KR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2.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APC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7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환경</a:t>
                      </a:r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7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구성</a:t>
                      </a:r>
                      <a:endParaRPr lang="en-US" altLang="ko-KR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3. Data </a:t>
                      </a:r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준비</a:t>
                      </a:r>
                      <a:endParaRPr lang="en-US" altLang="ko-KR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4.</a:t>
                      </a:r>
                    </a:p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수집</a:t>
                      </a:r>
                      <a:endParaRPr lang="en-US" altLang="ko-KR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준비</a:t>
                      </a:r>
                      <a:endParaRPr lang="ko-KR" altLang="en-US" sz="7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5.</a:t>
                      </a:r>
                    </a:p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수집</a:t>
                      </a:r>
                      <a:endParaRPr lang="en-US" altLang="ko-KR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점검</a:t>
                      </a:r>
                      <a:endParaRPr lang="ko-KR" altLang="en-US" sz="70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6.</a:t>
                      </a:r>
                    </a:p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데이터</a:t>
                      </a:r>
                      <a:endParaRPr lang="en-US" altLang="ko-KR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정합성</a:t>
                      </a:r>
                      <a:b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검증</a:t>
                      </a:r>
                      <a:endParaRPr lang="ko-KR" altLang="en-US" sz="7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7.</a:t>
                      </a:r>
                      <a:endParaRPr lang="en-US" sz="700" baseline="0"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 보정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적용 준비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(PLC,HMI)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8.</a:t>
                      </a:r>
                    </a:p>
                    <a:p>
                      <a:pPr lvl="0" algn="ctr">
                        <a:buNone/>
                      </a:pPr>
                      <a:r>
                        <a:rPr lang="ko-KR" sz="7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알고리즘</a:t>
                      </a:r>
                      <a:endParaRPr lang="en-US" sz="7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7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등록</a:t>
                      </a:r>
                      <a:r>
                        <a:rPr lang="en-US" sz="7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7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검증</a:t>
                      </a:r>
                      <a:endParaRPr lang="en-US" altLang="ko-KR" sz="70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7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(Write)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9.</a:t>
                      </a:r>
                    </a:p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APC</a:t>
                      </a:r>
                    </a:p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적용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8609879"/>
                  </a:ext>
                </a:extLst>
              </a:tr>
              <a:tr h="2784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PLC연동</a:t>
                      </a:r>
                      <a:endParaRPr lang="en-US" altLang="ko-KR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Vision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연동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5140849"/>
                  </a:ext>
                </a:extLst>
              </a:tr>
              <a:tr h="21776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aseline="0">
                          <a:latin typeface="Arial Narrow"/>
                          <a:ea typeface="LG스마트체 Regular"/>
                        </a:rPr>
                        <a:t>ESOC2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aseline="0">
                          <a:latin typeface="Arial Narrow"/>
                          <a:ea typeface="LG스마트체 Regular"/>
                        </a:rPr>
                        <a:t>46xx</a:t>
                      </a:r>
                      <a:r>
                        <a:rPr lang="ko-KR" altLang="en-US" sz="700" baseline="0"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700" baseline="0">
                          <a:latin typeface="Arial Narrow"/>
                          <a:ea typeface="LG스마트체 Regular"/>
                        </a:rPr>
                        <a:t>WND</a:t>
                      </a:r>
                      <a:endParaRPr lang="en-US" sz="700" baseline="0"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 </a:t>
                      </a:r>
                      <a:r>
                        <a:rPr lang="en-US" altLang="ko-KR" sz="700" b="0" i="0" u="none" strike="noStrike" baseline="0">
                          <a:solidFill>
                            <a:srgbClr val="0061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(‘25.10.31)</a:t>
                      </a:r>
                      <a:endParaRPr lang="ko-KR" altLang="en-US" sz="700" b="0" i="0" u="none" strike="noStrike" baseline="0">
                        <a:solidFill>
                          <a:srgbClr val="0061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~'25.12.15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61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~</a:t>
                      </a:r>
                      <a:r>
                        <a:rPr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’25.12.15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61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~</a:t>
                      </a:r>
                      <a:r>
                        <a:rPr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’25.12.19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61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'25.12.15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61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'25.12.</a:t>
                      </a:r>
                      <a:r>
                        <a:rPr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61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'25.12.</a:t>
                      </a:r>
                      <a:r>
                        <a:rPr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61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'25.12.</a:t>
                      </a:r>
                      <a:r>
                        <a:rPr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61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'25.12.</a:t>
                      </a:r>
                      <a:r>
                        <a:rPr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61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</a:t>
                      </a:r>
                      <a:r>
                        <a:rPr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1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’25.12.24</a:t>
                      </a:r>
                      <a:endParaRPr lang="ko-KR" altLang="en-US" sz="700" b="0" i="0" u="none" strike="noStrike" baseline="0">
                        <a:solidFill>
                          <a:srgbClr val="0061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3689197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2D79BCD5-324C-45CA-95F8-97208316746B}"/>
              </a:ext>
            </a:extLst>
          </p:cNvPr>
          <p:cNvSpPr/>
          <p:nvPr/>
        </p:nvSpPr>
        <p:spPr>
          <a:xfrm>
            <a:off x="3196369" y="3952839"/>
            <a:ext cx="647700" cy="1397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>
                <a:solidFill>
                  <a:schemeClr val="tx1"/>
                </a:solidFill>
              </a:rPr>
              <a:t>APC </a:t>
            </a:r>
            <a:r>
              <a:rPr lang="ko-KR" altLang="en-US" sz="500">
                <a:solidFill>
                  <a:schemeClr val="tx1"/>
                </a:solidFill>
              </a:rPr>
              <a:t>서버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287470B7-FDB4-4D6D-8AEC-267B30CCFB75}"/>
              </a:ext>
            </a:extLst>
          </p:cNvPr>
          <p:cNvSpPr/>
          <p:nvPr/>
        </p:nvSpPr>
        <p:spPr>
          <a:xfrm>
            <a:off x="3196369" y="4292030"/>
            <a:ext cx="647700" cy="1397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>
                <a:solidFill>
                  <a:schemeClr val="tx1"/>
                </a:solidFill>
              </a:rPr>
              <a:t>제어기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BA1A424D-6EFB-4789-B734-9548BAB3069E}"/>
              </a:ext>
            </a:extLst>
          </p:cNvPr>
          <p:cNvSpPr/>
          <p:nvPr/>
        </p:nvSpPr>
        <p:spPr>
          <a:xfrm>
            <a:off x="4093695" y="3952839"/>
            <a:ext cx="647700" cy="1397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>
                <a:solidFill>
                  <a:schemeClr val="tx1"/>
                </a:solidFill>
              </a:rPr>
              <a:t>자동보정 알고리즘</a:t>
            </a:r>
          </a:p>
        </p:txBody>
      </p:sp>
      <p:cxnSp>
        <p:nvCxnSpPr>
          <p:cNvPr id="7" name="직선 화살표 연결선 6">
            <a:extLst>
              <a:ext uri="{FF2B5EF4-FFF2-40B4-BE49-F238E27FC236}">
                <a16:creationId xmlns:a16="http://schemas.microsoft.com/office/drawing/2014/main" id="{2155B0F7-01AE-4EC9-8EA4-0402BFCFAE18}"/>
              </a:ext>
            </a:extLst>
          </p:cNvPr>
          <p:cNvCxnSpPr>
            <a:stCxn id="4" idx="3"/>
            <a:endCxn id="25" idx="1"/>
          </p:cNvCxnSpPr>
          <p:nvPr/>
        </p:nvCxnSpPr>
        <p:spPr>
          <a:xfrm>
            <a:off x="3844069" y="4022689"/>
            <a:ext cx="249626" cy="0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직선 화살표 연결선 25">
            <a:extLst>
              <a:ext uri="{FF2B5EF4-FFF2-40B4-BE49-F238E27FC236}">
                <a16:creationId xmlns:a16="http://schemas.microsoft.com/office/drawing/2014/main" id="{B88414F6-581E-4A3B-BAE0-289F401ED5C3}"/>
              </a:ext>
            </a:extLst>
          </p:cNvPr>
          <p:cNvCxnSpPr>
            <a:cxnSpLocks/>
            <a:stCxn id="4" idx="2"/>
            <a:endCxn id="24" idx="0"/>
          </p:cNvCxnSpPr>
          <p:nvPr/>
        </p:nvCxnSpPr>
        <p:spPr>
          <a:xfrm>
            <a:off x="3520219" y="4092539"/>
            <a:ext cx="0" cy="199491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0BA4961-4D9F-40D1-92CF-4BC98ECBE3B5}"/>
              </a:ext>
            </a:extLst>
          </p:cNvPr>
          <p:cNvSpPr/>
          <p:nvPr/>
        </p:nvSpPr>
        <p:spPr>
          <a:xfrm>
            <a:off x="5226247" y="3896116"/>
            <a:ext cx="647700" cy="1397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>
                <a:solidFill>
                  <a:schemeClr val="tx1"/>
                </a:solidFill>
              </a:rPr>
              <a:t>APC </a:t>
            </a:r>
            <a:r>
              <a:rPr lang="ko-KR" altLang="en-US" sz="500">
                <a:solidFill>
                  <a:schemeClr val="tx1"/>
                </a:solidFill>
              </a:rPr>
              <a:t>서버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D452DD63-F2CD-4E4F-A61B-464E065FFD71}"/>
              </a:ext>
            </a:extLst>
          </p:cNvPr>
          <p:cNvSpPr/>
          <p:nvPr/>
        </p:nvSpPr>
        <p:spPr>
          <a:xfrm>
            <a:off x="5226247" y="4507845"/>
            <a:ext cx="647700" cy="1397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>
                <a:solidFill>
                  <a:schemeClr val="tx1"/>
                </a:solidFill>
              </a:rPr>
              <a:t>제어기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7ED19850-6188-4B18-82B8-3D60C498EFBA}"/>
              </a:ext>
            </a:extLst>
          </p:cNvPr>
          <p:cNvSpPr/>
          <p:nvPr/>
        </p:nvSpPr>
        <p:spPr>
          <a:xfrm>
            <a:off x="6123573" y="3896116"/>
            <a:ext cx="647700" cy="1397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>
                <a:solidFill>
                  <a:schemeClr val="tx1"/>
                </a:solidFill>
              </a:rPr>
              <a:t>자동보정 알고리즘</a:t>
            </a:r>
          </a:p>
        </p:txBody>
      </p: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ECAD8895-8046-4A4E-9865-49A0778F2731}"/>
              </a:ext>
            </a:extLst>
          </p:cNvPr>
          <p:cNvCxnSpPr>
            <a:cxnSpLocks/>
            <a:stCxn id="37" idx="2"/>
            <a:endCxn id="31" idx="0"/>
          </p:cNvCxnSpPr>
          <p:nvPr/>
        </p:nvCxnSpPr>
        <p:spPr>
          <a:xfrm>
            <a:off x="5550097" y="4342392"/>
            <a:ext cx="0" cy="165453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33B94052-DE77-49DE-98EA-06BF2EE02784}"/>
              </a:ext>
            </a:extLst>
          </p:cNvPr>
          <p:cNvCxnSpPr/>
          <p:nvPr/>
        </p:nvCxnSpPr>
        <p:spPr>
          <a:xfrm>
            <a:off x="5873947" y="3976969"/>
            <a:ext cx="249626" cy="0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4C52F89-D0C3-4D8D-A208-ECA4508DDAB4}"/>
              </a:ext>
            </a:extLst>
          </p:cNvPr>
          <p:cNvSpPr/>
          <p:nvPr/>
        </p:nvSpPr>
        <p:spPr>
          <a:xfrm>
            <a:off x="5226247" y="4202692"/>
            <a:ext cx="647700" cy="1397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>
                <a:solidFill>
                  <a:schemeClr val="tx1"/>
                </a:solidFill>
              </a:rPr>
              <a:t>HMI S/W</a:t>
            </a:r>
            <a:endParaRPr lang="ko-KR" altLang="en-US" sz="50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90614421-7B26-4329-A583-8F172721AAB0}"/>
              </a:ext>
            </a:extLst>
          </p:cNvPr>
          <p:cNvCxnSpPr>
            <a:cxnSpLocks/>
            <a:stCxn id="30" idx="2"/>
            <a:endCxn id="37" idx="0"/>
          </p:cNvCxnSpPr>
          <p:nvPr/>
        </p:nvCxnSpPr>
        <p:spPr>
          <a:xfrm>
            <a:off x="5550097" y="4035816"/>
            <a:ext cx="0" cy="166876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AA953E5D-3EF8-4497-93A2-59C26FC788EA}"/>
              </a:ext>
            </a:extLst>
          </p:cNvPr>
          <p:cNvSpPr txBox="1"/>
          <p:nvPr/>
        </p:nvSpPr>
        <p:spPr>
          <a:xfrm>
            <a:off x="3614477" y="4508599"/>
            <a:ext cx="803068" cy="184666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기존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APC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통신 방식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1EB0D3BE-8ED7-4E01-A289-020ADBC9C953}"/>
              </a:ext>
            </a:extLst>
          </p:cNvPr>
          <p:cNvSpPr txBox="1"/>
          <p:nvPr/>
        </p:nvSpPr>
        <p:spPr>
          <a:xfrm>
            <a:off x="5597226" y="4671997"/>
            <a:ext cx="884854" cy="184666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와인더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APC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통신 방식</a:t>
            </a:r>
          </a:p>
        </p:txBody>
      </p:sp>
    </p:spTree>
    <p:extLst>
      <p:ext uri="{BB962C8B-B14F-4D97-AF65-F5344CB8AC3E}">
        <p14:creationId xmlns:p14="http://schemas.microsoft.com/office/powerpoint/2010/main" val="255137259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6" name="표 1">
            <a:extLst>
              <a:ext uri="{FF2B5EF4-FFF2-40B4-BE49-F238E27FC236}">
                <a16:creationId xmlns:a16="http://schemas.microsoft.com/office/drawing/2014/main" id="{33D55F02-6D8E-4551-BA96-882BCCE1D0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694465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NFF(46-Series)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로직 고도화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MP1, 2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’26.02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원종래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임인섭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4D46E176-B856-4BB3-9682-7730921C348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77319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NFF(46-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Series) 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자동보정 고도화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(1/2)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제목 1">
            <a:extLst>
              <a:ext uri="{FF2B5EF4-FFF2-40B4-BE49-F238E27FC236}">
                <a16:creationId xmlns:a16="http://schemas.microsoft.com/office/drawing/2014/main" id="{CA4D1764-F195-480C-AB6A-AF31FAD2886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1744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조립자동보정팀 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원통형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AC0E64D7-C678-4BFA-BA23-CADEA743A6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255106"/>
              </p:ext>
            </p:extLst>
          </p:nvPr>
        </p:nvGraphicFramePr>
        <p:xfrm>
          <a:off x="1650029" y="1092844"/>
          <a:ext cx="6972241" cy="54785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0218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32023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39062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금주(W51).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금주 특이사항 없습니다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.</a:t>
                      </a:r>
                      <a:endParaRPr lang="en-US" altLang="ko-KR" sz="900" b="1" i="0" u="none" strike="noStrike" baseline="0" noProof="0">
                        <a:solidFill>
                          <a:srgbClr val="0000FF"/>
                        </a:solidFill>
                        <a:latin typeface="+mn-lt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477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30372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00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현재 사행 구간별 자동 보정을 위한 </a:t>
                      </a:r>
                      <a:r>
                        <a:rPr lang="ko-KR" altLang="en-US" sz="900" u="sng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구간 설정은 작업자의 수동 개입에 의존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하고 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900" u="sng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작업자는 그래프를 직접 확인하며 구간을 예상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이를 반복 테스트하여 적절한 구간을 설정하게 되는데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 과정에서 </a:t>
                      </a:r>
                      <a:r>
                        <a:rPr lang="ko-KR" altLang="en-US" sz="900" u="sng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상당한 시간이 소요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됩니다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특히 설비별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Lot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단위로 서로 다른 트렌드를 보이기 때문에 </a:t>
                      </a:r>
                      <a:r>
                        <a:rPr lang="ko-KR" altLang="en-US" sz="900" u="sng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작업자의 개입과 소요 시간이 더욱 증가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할 것으로 예상됩니다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 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이러한 수동적이고 반복적인 작업 방식은 생산성 저하와 인적 오류 가능성을 높이며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자동화된 보정 시스템 도입의 필요성이 매우 크다고 할 수 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구간 자동 계산 기준 및 조정 항목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구간 계산에 사용되는 데이터는 음극↔분리막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Gap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조정 항목은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1, 2, 3, 4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구간의 길이입니다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데이터의 미사용 사유는 양극이 음극의 움직임에 따라가기 때문에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음극을 기준으로 설정했습니다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① 대표호기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(Pilot 3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기준으로 자동 구간 설정을 위한 현수준 분석 및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Logic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개발을 진행하고 있습니다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(12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완료 예정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1)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구간 설정의 수준에 따른 구간별 자동보정 성능 차이 비교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현재 조건 시뮬레이션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자동구간 시뮬레이션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4789FE95-2348-43AA-BA45-0F95C748F2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0064345"/>
              </p:ext>
            </p:extLst>
          </p:nvPr>
        </p:nvGraphicFramePr>
        <p:xfrm>
          <a:off x="2641378" y="1641881"/>
          <a:ext cx="5980890" cy="440055"/>
        </p:xfrm>
        <a:graphic>
          <a:graphicData uri="http://schemas.openxmlformats.org/drawingml/2006/table">
            <a:tbl>
              <a:tblPr/>
              <a:tblGrid>
                <a:gridCol w="1196178">
                  <a:extLst>
                    <a:ext uri="{9D8B030D-6E8A-4147-A177-3AD203B41FA5}">
                      <a16:colId xmlns:a16="http://schemas.microsoft.com/office/drawing/2014/main" val="4122298531"/>
                    </a:ext>
                  </a:extLst>
                </a:gridCol>
                <a:gridCol w="1305944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086412">
                  <a:extLst>
                    <a:ext uri="{9D8B030D-6E8A-4147-A177-3AD203B41FA5}">
                      <a16:colId xmlns:a16="http://schemas.microsoft.com/office/drawing/2014/main" val="177857397"/>
                    </a:ext>
                  </a:extLst>
                </a:gridCol>
                <a:gridCol w="1196178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1196178">
                  <a:extLst>
                    <a:ext uri="{9D8B030D-6E8A-4147-A177-3AD203B41FA5}">
                      <a16:colId xmlns:a16="http://schemas.microsoft.com/office/drawing/2014/main" val="85475786"/>
                    </a:ext>
                  </a:extLst>
                </a:gridCol>
              </a:tblGrid>
              <a:tr h="46157"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진행 계획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안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현수준 분석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Logic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Logic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검증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(Simulation)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기능 테스트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효과분석 및 수평전개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모니터링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관리 방안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‘25.12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‘25.12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‘26.1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’26.2</a:t>
                      </a: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’26.2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5CB6B52A-4202-4A9F-8472-3EBC97A059A2}"/>
              </a:ext>
            </a:extLst>
          </p:cNvPr>
          <p:cNvSpPr txBox="1"/>
          <p:nvPr/>
        </p:nvSpPr>
        <p:spPr>
          <a:xfrm>
            <a:off x="1719701" y="1588838"/>
            <a:ext cx="78098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계획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10483A7-B15F-4419-A078-17739F07346E}"/>
              </a:ext>
            </a:extLst>
          </p:cNvPr>
          <p:cNvSpPr txBox="1"/>
          <p:nvPr/>
        </p:nvSpPr>
        <p:spPr>
          <a:xfrm>
            <a:off x="1860765" y="2146532"/>
            <a:ext cx="49885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배경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E1B06F4-6F31-44E8-A911-7F1C355C1C3F}"/>
              </a:ext>
            </a:extLst>
          </p:cNvPr>
          <p:cNvSpPr txBox="1"/>
          <p:nvPr/>
        </p:nvSpPr>
        <p:spPr>
          <a:xfrm>
            <a:off x="1735731" y="4498987"/>
            <a:ext cx="74892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진행상황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9" name="이등변 삼각형 28">
            <a:extLst>
              <a:ext uri="{FF2B5EF4-FFF2-40B4-BE49-F238E27FC236}">
                <a16:creationId xmlns:a16="http://schemas.microsoft.com/office/drawing/2014/main" id="{1B42EC2D-3712-4E80-87C7-10252EF84E8A}"/>
              </a:ext>
            </a:extLst>
          </p:cNvPr>
          <p:cNvSpPr/>
          <p:nvPr/>
        </p:nvSpPr>
        <p:spPr>
          <a:xfrm rot="10800000">
            <a:off x="3145700" y="1678696"/>
            <a:ext cx="184938" cy="104487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C0715F36-B943-4611-BD1F-023404209F31}"/>
              </a:ext>
            </a:extLst>
          </p:cNvPr>
          <p:cNvSpPr/>
          <p:nvPr/>
        </p:nvSpPr>
        <p:spPr>
          <a:xfrm>
            <a:off x="2634072" y="1771286"/>
            <a:ext cx="1208693" cy="30374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DF67FEB9-4AB7-4D44-9D13-B27C7C303C42}"/>
              </a:ext>
            </a:extLst>
          </p:cNvPr>
          <p:cNvSpPr txBox="1"/>
          <p:nvPr/>
        </p:nvSpPr>
        <p:spPr>
          <a:xfrm>
            <a:off x="8321748" y="342250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>
                <a:latin typeface="Arial Narrow"/>
                <a:ea typeface="맑은 고딕"/>
                <a:cs typeface="Malgun Gothic Semilight"/>
              </a:rPr>
              <a:t>: 12/16 11</a:t>
            </a:r>
            <a:r>
              <a:rPr lang="ko-KR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71" name="내용 개체 틀 20">
            <a:extLst>
              <a:ext uri="{FF2B5EF4-FFF2-40B4-BE49-F238E27FC236}">
                <a16:creationId xmlns:a16="http://schemas.microsoft.com/office/drawing/2014/main" id="{C9AF2676-262D-494B-A4F2-AD4F72D11910}"/>
              </a:ext>
            </a:extLst>
          </p:cNvPr>
          <p:cNvSpPr txBox="1">
            <a:spLocks/>
          </p:cNvSpPr>
          <p:nvPr/>
        </p:nvSpPr>
        <p:spPr>
          <a:xfrm>
            <a:off x="8321748" y="172973"/>
            <a:ext cx="95539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원종래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P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C311903-23C2-17EF-A713-F286981BBF4D}"/>
              </a:ext>
            </a:extLst>
          </p:cNvPr>
          <p:cNvGrpSpPr/>
          <p:nvPr/>
        </p:nvGrpSpPr>
        <p:grpSpPr>
          <a:xfrm>
            <a:off x="3505200" y="3703431"/>
            <a:ext cx="741562" cy="218520"/>
            <a:chOff x="628605" y="6479280"/>
            <a:chExt cx="934599" cy="218520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BF043356-6493-B601-6BEF-2E53BFD04C2E}"/>
                </a:ext>
              </a:extLst>
            </p:cNvPr>
            <p:cNvSpPr txBox="1"/>
            <p:nvPr/>
          </p:nvSpPr>
          <p:spPr>
            <a:xfrm>
              <a:off x="820569" y="6482356"/>
              <a:ext cx="54386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defTabSz="457200" fontAlgn="auto" latinLnBrk="0">
                <a:spcBef>
                  <a:spcPts val="0"/>
                </a:spcBef>
                <a:spcAft>
                  <a:spcPts val="0"/>
                </a:spcAft>
                <a:buNone/>
                <a:defRPr kumimoji="0" sz="800" kern="0">
                  <a:solidFill>
                    <a:prstClr val="black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defRPr>
              </a:lvl1pPr>
              <a:lvl2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2pPr>
              <a:lvl3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3pPr>
              <a:lvl4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4pPr>
              <a:lvl5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5pPr>
              <a:lvl6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6pPr>
              <a:lvl7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7pPr>
              <a:lvl8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8pPr>
              <a:lvl9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9pPr>
            </a:lstStyle>
            <a:p>
              <a:pPr algn="ctr"/>
              <a:r>
                <a:rPr lang="en-US" altLang="ko-KR">
                  <a:solidFill>
                    <a:schemeClr val="tx1"/>
                  </a:solidFill>
                </a:rPr>
                <a:t>2</a:t>
              </a:r>
              <a:r>
                <a:rPr lang="ko-KR" altLang="en-US">
                  <a:solidFill>
                    <a:schemeClr val="tx1"/>
                  </a:solidFill>
                </a:rPr>
                <a:t>구간</a:t>
              </a:r>
              <a:endParaRPr lang="en-US" altLang="ko-KR">
                <a:solidFill>
                  <a:schemeClr val="tx1"/>
                </a:solidFill>
              </a:endParaRPr>
            </a:p>
          </p:txBody>
        </p:sp>
        <p:cxnSp>
          <p:nvCxnSpPr>
            <p:cNvPr id="4" name="직선 화살표 연결선 3">
              <a:extLst>
                <a:ext uri="{FF2B5EF4-FFF2-40B4-BE49-F238E27FC236}">
                  <a16:creationId xmlns:a16="http://schemas.microsoft.com/office/drawing/2014/main" id="{B66FD3F2-03DB-1F67-C2EE-592F2D8369C1}"/>
                </a:ext>
              </a:extLst>
            </p:cNvPr>
            <p:cNvCxnSpPr>
              <a:cxnSpLocks/>
            </p:cNvCxnSpPr>
            <p:nvPr/>
          </p:nvCxnSpPr>
          <p:spPr>
            <a:xfrm>
              <a:off x="628605" y="6479280"/>
              <a:ext cx="934599" cy="0"/>
            </a:xfrm>
            <a:prstGeom prst="straightConnector1">
              <a:avLst/>
            </a:prstGeom>
            <a:ln>
              <a:solidFill>
                <a:srgbClr val="0000FF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6C2E61D5-C79A-A2E4-6B2D-58F41D8B2BEC}"/>
              </a:ext>
            </a:extLst>
          </p:cNvPr>
          <p:cNvGrpSpPr/>
          <p:nvPr/>
        </p:nvGrpSpPr>
        <p:grpSpPr>
          <a:xfrm>
            <a:off x="4251118" y="3594676"/>
            <a:ext cx="2785255" cy="338554"/>
            <a:chOff x="1559183" y="6370525"/>
            <a:chExt cx="1406148" cy="338554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63FDB847-F6CD-39A6-7D26-BF3F219BCC17}"/>
                </a:ext>
              </a:extLst>
            </p:cNvPr>
            <p:cNvSpPr txBox="1"/>
            <p:nvPr/>
          </p:nvSpPr>
          <p:spPr>
            <a:xfrm>
              <a:off x="1889494" y="6370525"/>
              <a:ext cx="7503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defTabSz="457200" fontAlgn="auto" latinLnBrk="0">
                <a:spcBef>
                  <a:spcPts val="0"/>
                </a:spcBef>
                <a:spcAft>
                  <a:spcPts val="0"/>
                </a:spcAft>
                <a:buNone/>
                <a:defRPr kumimoji="0" sz="800" kern="0">
                  <a:solidFill>
                    <a:prstClr val="black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defRPr>
              </a:lvl1pPr>
              <a:lvl2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2pPr>
              <a:lvl3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3pPr>
              <a:lvl4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4pPr>
              <a:lvl5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5pPr>
              <a:lvl6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6pPr>
              <a:lvl7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7pPr>
              <a:lvl8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8pPr>
              <a:lvl9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9pPr>
            </a:lstStyle>
            <a:p>
              <a:pPr algn="ctr"/>
              <a:r>
                <a:rPr lang="en-US" altLang="ko-KR">
                  <a:solidFill>
                    <a:schemeClr val="tx1"/>
                  </a:solidFill>
                </a:rPr>
                <a:t>3</a:t>
              </a:r>
              <a:r>
                <a:rPr lang="ko-KR" altLang="en-US">
                  <a:solidFill>
                    <a:schemeClr val="tx1"/>
                  </a:solidFill>
                </a:rPr>
                <a:t>구간 </a:t>
              </a:r>
              <a:br>
                <a:rPr lang="en-US" altLang="ko-KR">
                  <a:solidFill>
                    <a:schemeClr val="tx1"/>
                  </a:solidFill>
                </a:rPr>
              </a:br>
              <a:r>
                <a:rPr lang="ko-KR" altLang="en-US">
                  <a:solidFill>
                    <a:schemeClr val="tx1"/>
                  </a:solidFill>
                </a:rPr>
                <a:t>총 길이 </a:t>
              </a:r>
              <a:r>
                <a:rPr lang="en-US" altLang="ko-KR">
                  <a:solidFill>
                    <a:schemeClr val="tx1"/>
                  </a:solidFill>
                </a:rPr>
                <a:t>– (1, 2, 4</a:t>
              </a:r>
              <a:r>
                <a:rPr lang="ko-KR" altLang="en-US">
                  <a:solidFill>
                    <a:schemeClr val="tx1"/>
                  </a:solidFill>
                </a:rPr>
                <a:t>구간 길이 합</a:t>
              </a:r>
              <a:r>
                <a:rPr lang="en-US" altLang="ko-KR">
                  <a:solidFill>
                    <a:schemeClr val="tx1"/>
                  </a:solidFill>
                </a:rPr>
                <a:t>)</a:t>
              </a:r>
              <a:endParaRPr lang="en-US" altLang="ko-KR" b="0">
                <a:solidFill>
                  <a:schemeClr val="tx1"/>
                </a:solidFill>
              </a:endParaRPr>
            </a:p>
          </p:txBody>
        </p:sp>
        <p:cxnSp>
          <p:nvCxnSpPr>
            <p:cNvPr id="7" name="직선 화살표 연결선 6">
              <a:extLst>
                <a:ext uri="{FF2B5EF4-FFF2-40B4-BE49-F238E27FC236}">
                  <a16:creationId xmlns:a16="http://schemas.microsoft.com/office/drawing/2014/main" id="{41021987-83BC-FA32-0A61-B3449738B72B}"/>
                </a:ext>
              </a:extLst>
            </p:cNvPr>
            <p:cNvCxnSpPr>
              <a:cxnSpLocks/>
            </p:cNvCxnSpPr>
            <p:nvPr/>
          </p:nvCxnSpPr>
          <p:spPr>
            <a:xfrm>
              <a:off x="2355491" y="6479280"/>
              <a:ext cx="609840" cy="0"/>
            </a:xfrm>
            <a:prstGeom prst="straightConnector1">
              <a:avLst/>
            </a:prstGeom>
            <a:ln>
              <a:solidFill>
                <a:schemeClr val="tx1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화살표 연결선 7">
              <a:extLst>
                <a:ext uri="{FF2B5EF4-FFF2-40B4-BE49-F238E27FC236}">
                  <a16:creationId xmlns:a16="http://schemas.microsoft.com/office/drawing/2014/main" id="{B3083399-E0FD-B940-118F-C756AF891A7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559183" y="6479280"/>
              <a:ext cx="609840" cy="0"/>
            </a:xfrm>
            <a:prstGeom prst="straightConnector1">
              <a:avLst/>
            </a:prstGeom>
            <a:ln>
              <a:solidFill>
                <a:schemeClr val="tx1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082AD0F1-5825-125F-585A-D3ACA66088D0}"/>
              </a:ext>
            </a:extLst>
          </p:cNvPr>
          <p:cNvGrpSpPr/>
          <p:nvPr/>
        </p:nvGrpSpPr>
        <p:grpSpPr>
          <a:xfrm>
            <a:off x="7035611" y="3703351"/>
            <a:ext cx="1241122" cy="215444"/>
            <a:chOff x="4388185" y="6479200"/>
            <a:chExt cx="760420" cy="215444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93844B5-FA7A-B561-FD6B-0ABC7FB77521}"/>
                </a:ext>
              </a:extLst>
            </p:cNvPr>
            <p:cNvSpPr txBox="1"/>
            <p:nvPr/>
          </p:nvSpPr>
          <p:spPr>
            <a:xfrm>
              <a:off x="4656457" y="6479200"/>
              <a:ext cx="28207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defTabSz="457200" fontAlgn="auto" latinLnBrk="0">
                <a:spcBef>
                  <a:spcPts val="0"/>
                </a:spcBef>
                <a:spcAft>
                  <a:spcPts val="0"/>
                </a:spcAft>
                <a:buNone/>
                <a:defRPr kumimoji="0" sz="800" kern="0">
                  <a:solidFill>
                    <a:prstClr val="black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defRPr>
              </a:lvl1pPr>
              <a:lvl2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2pPr>
              <a:lvl3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3pPr>
              <a:lvl4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4pPr>
              <a:lvl5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5pPr>
              <a:lvl6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6pPr>
              <a:lvl7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7pPr>
              <a:lvl8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8pPr>
              <a:lvl9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9pPr>
            </a:lstStyle>
            <a:p>
              <a:pPr algn="ctr"/>
              <a:r>
                <a:rPr lang="en-US" altLang="ko-KR">
                  <a:solidFill>
                    <a:schemeClr val="tx1"/>
                  </a:solidFill>
                </a:rPr>
                <a:t>4</a:t>
              </a:r>
              <a:r>
                <a:rPr lang="ko-KR" altLang="en-US">
                  <a:solidFill>
                    <a:schemeClr val="tx1"/>
                  </a:solidFill>
                </a:rPr>
                <a:t>구간 </a:t>
              </a:r>
              <a:endParaRPr lang="en-US" altLang="ko-KR">
                <a:solidFill>
                  <a:schemeClr val="tx1"/>
                </a:solidFill>
              </a:endParaRPr>
            </a:p>
          </p:txBody>
        </p:sp>
        <p:cxnSp>
          <p:nvCxnSpPr>
            <p:cNvPr id="11" name="직선 화살표 연결선 10">
              <a:extLst>
                <a:ext uri="{FF2B5EF4-FFF2-40B4-BE49-F238E27FC236}">
                  <a16:creationId xmlns:a16="http://schemas.microsoft.com/office/drawing/2014/main" id="{5732CBD9-DCD8-AAE7-8FB1-B81A1CC3473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388185" y="6479280"/>
              <a:ext cx="760420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2" name="그림 11">
            <a:extLst>
              <a:ext uri="{FF2B5EF4-FFF2-40B4-BE49-F238E27FC236}">
                <a16:creationId xmlns:a16="http://schemas.microsoft.com/office/drawing/2014/main" id="{672E1E25-8853-8F8F-DC51-C2AD47AC42F2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792413" y="3029701"/>
            <a:ext cx="5713412" cy="629654"/>
          </a:xfrm>
          <a:prstGeom prst="rect">
            <a:avLst/>
          </a:prstGeom>
        </p:spPr>
      </p:pic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97167827-14C0-B690-6BB5-3CC3081CCD9E}"/>
              </a:ext>
            </a:extLst>
          </p:cNvPr>
          <p:cNvCxnSpPr>
            <a:cxnSpLocks/>
          </p:cNvCxnSpPr>
          <p:nvPr/>
        </p:nvCxnSpPr>
        <p:spPr>
          <a:xfrm>
            <a:off x="7037022" y="2925706"/>
            <a:ext cx="0" cy="928265"/>
          </a:xfrm>
          <a:prstGeom prst="line">
            <a:avLst/>
          </a:prstGeom>
          <a:ln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E7962EB5-09D8-D139-868F-9229DBC78918}"/>
              </a:ext>
            </a:extLst>
          </p:cNvPr>
          <p:cNvCxnSpPr>
            <a:cxnSpLocks/>
          </p:cNvCxnSpPr>
          <p:nvPr/>
        </p:nvCxnSpPr>
        <p:spPr>
          <a:xfrm>
            <a:off x="3062411" y="2925706"/>
            <a:ext cx="0" cy="928265"/>
          </a:xfrm>
          <a:prstGeom prst="line">
            <a:avLst/>
          </a:prstGeom>
          <a:ln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D5288898-B266-B8D7-E075-69C32B1D80EC}"/>
              </a:ext>
            </a:extLst>
          </p:cNvPr>
          <p:cNvCxnSpPr>
            <a:cxnSpLocks/>
          </p:cNvCxnSpPr>
          <p:nvPr/>
        </p:nvCxnSpPr>
        <p:spPr>
          <a:xfrm>
            <a:off x="3502081" y="2925697"/>
            <a:ext cx="0" cy="928185"/>
          </a:xfrm>
          <a:prstGeom prst="line">
            <a:avLst/>
          </a:prstGeom>
          <a:ln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86B84B3D-FC62-214C-7FE7-1FF93D9DB240}"/>
              </a:ext>
            </a:extLst>
          </p:cNvPr>
          <p:cNvCxnSpPr>
            <a:cxnSpLocks/>
          </p:cNvCxnSpPr>
          <p:nvPr/>
        </p:nvCxnSpPr>
        <p:spPr>
          <a:xfrm>
            <a:off x="4248953" y="2925706"/>
            <a:ext cx="0" cy="928265"/>
          </a:xfrm>
          <a:prstGeom prst="line">
            <a:avLst/>
          </a:prstGeom>
          <a:ln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4032881E-096C-95E9-6F57-05CB4A7A4FE8}"/>
              </a:ext>
            </a:extLst>
          </p:cNvPr>
          <p:cNvCxnSpPr>
            <a:cxnSpLocks/>
          </p:cNvCxnSpPr>
          <p:nvPr/>
        </p:nvCxnSpPr>
        <p:spPr>
          <a:xfrm>
            <a:off x="8293264" y="2925706"/>
            <a:ext cx="0" cy="928265"/>
          </a:xfrm>
          <a:prstGeom prst="line">
            <a:avLst/>
          </a:prstGeom>
          <a:ln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DC2CE8D1-28E6-B1F1-C0C9-34DA456B22E2}"/>
              </a:ext>
            </a:extLst>
          </p:cNvPr>
          <p:cNvCxnSpPr>
            <a:cxnSpLocks/>
          </p:cNvCxnSpPr>
          <p:nvPr/>
        </p:nvCxnSpPr>
        <p:spPr>
          <a:xfrm>
            <a:off x="3057700" y="3702638"/>
            <a:ext cx="445901" cy="0"/>
          </a:xfrm>
          <a:prstGeom prst="straightConnector1">
            <a:avLst/>
          </a:prstGeom>
          <a:ln>
            <a:solidFill>
              <a:srgbClr val="0000FF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5F92BDD6-D87A-8D1B-58B2-6B658DC234D3}"/>
              </a:ext>
            </a:extLst>
          </p:cNvPr>
          <p:cNvGrpSpPr/>
          <p:nvPr/>
        </p:nvGrpSpPr>
        <p:grpSpPr>
          <a:xfrm>
            <a:off x="3067585" y="2866966"/>
            <a:ext cx="5234731" cy="215444"/>
            <a:chOff x="1559183" y="6370525"/>
            <a:chExt cx="1406148" cy="215444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0AC355E-921E-1CE3-659D-37C476A832E4}"/>
                </a:ext>
              </a:extLst>
            </p:cNvPr>
            <p:cNvSpPr txBox="1"/>
            <p:nvPr/>
          </p:nvSpPr>
          <p:spPr>
            <a:xfrm>
              <a:off x="2199184" y="6370525"/>
              <a:ext cx="13098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defTabSz="457200" fontAlgn="auto" latinLnBrk="0">
                <a:spcBef>
                  <a:spcPts val="0"/>
                </a:spcBef>
                <a:spcAft>
                  <a:spcPts val="0"/>
                </a:spcAft>
                <a:buNone/>
                <a:defRPr kumimoji="0" sz="800" kern="0">
                  <a:solidFill>
                    <a:prstClr val="black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defRPr>
              </a:lvl1pPr>
              <a:lvl2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2pPr>
              <a:lvl3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3pPr>
              <a:lvl4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4pPr>
              <a:lvl5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5pPr>
              <a:lvl6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6pPr>
              <a:lvl7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7pPr>
              <a:lvl8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8pPr>
              <a:lvl9pPr indent="0">
                <a:defRPr sz="1100">
                  <a:solidFill>
                    <a:schemeClr val="dk1"/>
                  </a:solidFill>
                  <a:latin typeface="+mn-lt"/>
                  <a:ea typeface="+mn-ea"/>
                </a:defRPr>
              </a:lvl9pPr>
            </a:lstStyle>
            <a:p>
              <a:pPr algn="ctr"/>
              <a:r>
                <a:rPr lang="ko-KR" altLang="en-US" b="0">
                  <a:solidFill>
                    <a:schemeClr val="tx1"/>
                  </a:solidFill>
                </a:rPr>
                <a:t>총 길이</a:t>
              </a:r>
              <a:endParaRPr lang="en-US" altLang="ko-KR" b="0">
                <a:solidFill>
                  <a:schemeClr val="tx1"/>
                </a:solidFill>
              </a:endParaRPr>
            </a:p>
          </p:txBody>
        </p:sp>
        <p:cxnSp>
          <p:nvCxnSpPr>
            <p:cNvPr id="73" name="직선 화살표 연결선 72">
              <a:extLst>
                <a:ext uri="{FF2B5EF4-FFF2-40B4-BE49-F238E27FC236}">
                  <a16:creationId xmlns:a16="http://schemas.microsoft.com/office/drawing/2014/main" id="{CE911EA8-388A-4DBE-CB7A-893964BD8F3C}"/>
                </a:ext>
              </a:extLst>
            </p:cNvPr>
            <p:cNvCxnSpPr>
              <a:cxnSpLocks/>
            </p:cNvCxnSpPr>
            <p:nvPr/>
          </p:nvCxnSpPr>
          <p:spPr>
            <a:xfrm>
              <a:off x="2355491" y="6479280"/>
              <a:ext cx="609840" cy="0"/>
            </a:xfrm>
            <a:prstGeom prst="straightConnector1">
              <a:avLst/>
            </a:prstGeom>
            <a:ln>
              <a:solidFill>
                <a:schemeClr val="tx1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화살표 연결선 73">
              <a:extLst>
                <a:ext uri="{FF2B5EF4-FFF2-40B4-BE49-F238E27FC236}">
                  <a16:creationId xmlns:a16="http://schemas.microsoft.com/office/drawing/2014/main" id="{A57272BD-F0A7-CD52-3EE1-D8936F7D55E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559183" y="6479280"/>
              <a:ext cx="609840" cy="0"/>
            </a:xfrm>
            <a:prstGeom prst="straightConnector1">
              <a:avLst/>
            </a:prstGeom>
            <a:ln>
              <a:solidFill>
                <a:schemeClr val="tx1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TextBox 81">
            <a:extLst>
              <a:ext uri="{FF2B5EF4-FFF2-40B4-BE49-F238E27FC236}">
                <a16:creationId xmlns:a16="http://schemas.microsoft.com/office/drawing/2014/main" id="{BEFBB73B-1709-3D32-7085-6D4F89E2D9D0}"/>
              </a:ext>
            </a:extLst>
          </p:cNvPr>
          <p:cNvSpPr txBox="1"/>
          <p:nvPr/>
        </p:nvSpPr>
        <p:spPr>
          <a:xfrm>
            <a:off x="2984550" y="3702542"/>
            <a:ext cx="55015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defTabSz="457200" fontAlgn="auto" latinLnBrk="0">
              <a:spcBef>
                <a:spcPts val="0"/>
              </a:spcBef>
              <a:spcAft>
                <a:spcPts val="0"/>
              </a:spcAft>
              <a:buNone/>
              <a:defRPr kumimoji="0" sz="8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  <a:lvl2pPr indent="0">
              <a:defRPr sz="1100">
                <a:solidFill>
                  <a:schemeClr val="dk1"/>
                </a:solidFill>
                <a:latin typeface="+mn-lt"/>
                <a:ea typeface="+mn-ea"/>
              </a:defRPr>
            </a:lvl2pPr>
            <a:lvl3pPr indent="0">
              <a:defRPr sz="1100">
                <a:solidFill>
                  <a:schemeClr val="dk1"/>
                </a:solidFill>
                <a:latin typeface="+mn-lt"/>
                <a:ea typeface="+mn-ea"/>
              </a:defRPr>
            </a:lvl3pPr>
            <a:lvl4pPr indent="0">
              <a:defRPr sz="1100">
                <a:solidFill>
                  <a:schemeClr val="dk1"/>
                </a:solidFill>
                <a:latin typeface="+mn-lt"/>
                <a:ea typeface="+mn-ea"/>
              </a:defRPr>
            </a:lvl4pPr>
            <a:lvl5pPr indent="0">
              <a:defRPr sz="1100">
                <a:solidFill>
                  <a:schemeClr val="dk1"/>
                </a:solidFill>
                <a:latin typeface="+mn-lt"/>
                <a:ea typeface="+mn-ea"/>
              </a:defRPr>
            </a:lvl5pPr>
            <a:lvl6pPr indent="0">
              <a:defRPr sz="1100">
                <a:solidFill>
                  <a:schemeClr val="dk1"/>
                </a:solidFill>
                <a:latin typeface="+mn-lt"/>
                <a:ea typeface="+mn-ea"/>
              </a:defRPr>
            </a:lvl6pPr>
            <a:lvl7pPr indent="0">
              <a:defRPr sz="1100">
                <a:solidFill>
                  <a:schemeClr val="dk1"/>
                </a:solidFill>
                <a:latin typeface="+mn-lt"/>
                <a:ea typeface="+mn-ea"/>
              </a:defRPr>
            </a:lvl7pPr>
            <a:lvl8pPr indent="0">
              <a:defRPr sz="1100">
                <a:solidFill>
                  <a:schemeClr val="dk1"/>
                </a:solidFill>
                <a:latin typeface="+mn-lt"/>
                <a:ea typeface="+mn-ea"/>
              </a:defRPr>
            </a:lvl8pPr>
            <a:lvl9pPr indent="0">
              <a:defRPr sz="1100"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algn="ctr"/>
            <a:r>
              <a:rPr lang="en-US" altLang="ko-KR">
                <a:solidFill>
                  <a:schemeClr val="tx1"/>
                </a:solidFill>
              </a:rPr>
              <a:t>1</a:t>
            </a:r>
            <a:r>
              <a:rPr lang="ko-KR" altLang="en-US">
                <a:solidFill>
                  <a:schemeClr val="tx1"/>
                </a:solidFill>
              </a:rPr>
              <a:t>구간</a:t>
            </a:r>
            <a:endParaRPr lang="en-US" altLang="ko-KR">
              <a:solidFill>
                <a:schemeClr val="tx1"/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55E5DDD-21C7-9E95-CAFF-934919FB0192}"/>
              </a:ext>
            </a:extLst>
          </p:cNvPr>
          <p:cNvSpPr txBox="1"/>
          <p:nvPr/>
        </p:nvSpPr>
        <p:spPr>
          <a:xfrm>
            <a:off x="2764132" y="2791699"/>
            <a:ext cx="4289636" cy="110800"/>
          </a:xfrm>
          <a:prstGeom prst="rect">
            <a:avLst/>
          </a:prstGeom>
          <a:noFill/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수동으로 구간 </a:t>
            </a:r>
            <a:r>
              <a:rPr lang="ko-KR" altLang="en-US" sz="800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설정시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약 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20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분 이상 소요하며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하루 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5~6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회 가량 구간 재설정이 필요할 것으로 예상됩니다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endParaRPr lang="ko-KR" altLang="en-US" sz="80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0423247E-6122-74D1-4AD0-181BC96E5D66}"/>
              </a:ext>
            </a:extLst>
          </p:cNvPr>
          <p:cNvSpPr/>
          <p:nvPr/>
        </p:nvSpPr>
        <p:spPr>
          <a:xfrm>
            <a:off x="3267075" y="3096931"/>
            <a:ext cx="114300" cy="762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E9C8ED1F-107B-EA1C-9A52-D304D1AA53A5}"/>
              </a:ext>
            </a:extLst>
          </p:cNvPr>
          <p:cNvSpPr/>
          <p:nvPr/>
        </p:nvSpPr>
        <p:spPr>
          <a:xfrm>
            <a:off x="3265488" y="3165193"/>
            <a:ext cx="114300" cy="371475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9D3B4E4-C37F-BC8D-4154-8E38BF94063B}"/>
              </a:ext>
            </a:extLst>
          </p:cNvPr>
          <p:cNvSpPr txBox="1"/>
          <p:nvPr/>
        </p:nvSpPr>
        <p:spPr>
          <a:xfrm>
            <a:off x="3253653" y="4323580"/>
            <a:ext cx="3002425" cy="110800"/>
          </a:xfrm>
          <a:prstGeom prst="rect">
            <a:avLst/>
          </a:prstGeom>
          <a:noFill/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Pilot 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설비 특성 상 모델변경 및 사행 경향의 변동이 많아 대표호기로 선정</a:t>
            </a:r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81C5A029-4EDA-7E87-5030-25C9E313E7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6370902"/>
              </p:ext>
            </p:extLst>
          </p:nvPr>
        </p:nvGraphicFramePr>
        <p:xfrm>
          <a:off x="2900363" y="4722156"/>
          <a:ext cx="4686472" cy="17612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21306">
                  <a:extLst>
                    <a:ext uri="{9D8B030D-6E8A-4147-A177-3AD203B41FA5}">
                      <a16:colId xmlns:a16="http://schemas.microsoft.com/office/drawing/2014/main" val="2197577209"/>
                    </a:ext>
                  </a:extLst>
                </a:gridCol>
                <a:gridCol w="411480">
                  <a:extLst>
                    <a:ext uri="{9D8B030D-6E8A-4147-A177-3AD203B41FA5}">
                      <a16:colId xmlns:a16="http://schemas.microsoft.com/office/drawing/2014/main" val="1196825741"/>
                    </a:ext>
                  </a:extLst>
                </a:gridCol>
                <a:gridCol w="360994">
                  <a:extLst>
                    <a:ext uri="{9D8B030D-6E8A-4147-A177-3AD203B41FA5}">
                      <a16:colId xmlns:a16="http://schemas.microsoft.com/office/drawing/2014/main" val="1785581472"/>
                    </a:ext>
                  </a:extLst>
                </a:gridCol>
                <a:gridCol w="413261">
                  <a:extLst>
                    <a:ext uri="{9D8B030D-6E8A-4147-A177-3AD203B41FA5}">
                      <a16:colId xmlns:a16="http://schemas.microsoft.com/office/drawing/2014/main" val="3344534949"/>
                    </a:ext>
                  </a:extLst>
                </a:gridCol>
                <a:gridCol w="883668">
                  <a:extLst>
                    <a:ext uri="{9D8B030D-6E8A-4147-A177-3AD203B41FA5}">
                      <a16:colId xmlns:a16="http://schemas.microsoft.com/office/drawing/2014/main" val="197564411"/>
                    </a:ext>
                  </a:extLst>
                </a:gridCol>
                <a:gridCol w="698990">
                  <a:extLst>
                    <a:ext uri="{9D8B030D-6E8A-4147-A177-3AD203B41FA5}">
                      <a16:colId xmlns:a16="http://schemas.microsoft.com/office/drawing/2014/main" val="830798233"/>
                    </a:ext>
                  </a:extLst>
                </a:gridCol>
                <a:gridCol w="896773">
                  <a:extLst>
                    <a:ext uri="{9D8B030D-6E8A-4147-A177-3AD203B41FA5}">
                      <a16:colId xmlns:a16="http://schemas.microsoft.com/office/drawing/2014/main" val="2772136548"/>
                    </a:ext>
                  </a:extLst>
                </a:gridCol>
              </a:tblGrid>
              <a:tr h="21659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00000"/>
                        </a:lnSpc>
                      </a:pPr>
                      <a:r>
                        <a:rPr lang="ko-KR" altLang="en-US" sz="80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보정 조건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00000"/>
                        </a:lnSpc>
                      </a:pPr>
                      <a:r>
                        <a:rPr lang="ko-KR" altLang="en-US" sz="80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항목</a:t>
                      </a:r>
                      <a:endParaRPr lang="en-US" altLang="ko-KR" sz="80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00000"/>
                        </a:lnSpc>
                      </a:pPr>
                      <a:r>
                        <a:rPr lang="en-US" altLang="ko-KR" sz="80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Cp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00000"/>
                        </a:lnSpc>
                      </a:pPr>
                      <a:r>
                        <a:rPr lang="en-US" altLang="ko-KR" sz="800" baseline="0" err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Cpk</a:t>
                      </a:r>
                      <a:endParaRPr lang="ko-KR" altLang="en-US" sz="80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불량률</a:t>
                      </a:r>
                      <a:endParaRPr lang="en-US" altLang="ko-KR" sz="80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단위</a:t>
                      </a:r>
                      <a:r>
                        <a:rPr lang="en-US" altLang="ko-KR" sz="80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00000"/>
                        </a:lnSpc>
                      </a:pPr>
                      <a:r>
                        <a:rPr lang="ko-KR" altLang="en-US" sz="80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불량률</a:t>
                      </a:r>
                      <a:endParaRPr lang="en-US" altLang="ko-KR" sz="80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>
                        <a:lnSpc>
                          <a:spcPct val="100000"/>
                        </a:lnSpc>
                      </a:pPr>
                      <a:r>
                        <a:rPr lang="en-US" altLang="ko-KR" sz="80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(Cell</a:t>
                      </a:r>
                      <a:r>
                        <a:rPr lang="ko-KR" altLang="en-US" sz="80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단위</a:t>
                      </a:r>
                      <a:r>
                        <a:rPr lang="en-US" altLang="ko-KR" sz="80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00000"/>
                        </a:lnSpc>
                      </a:pPr>
                      <a:r>
                        <a:rPr lang="ko-KR" altLang="en-US" sz="80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전체 불량률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3324393"/>
                  </a:ext>
                </a:extLst>
              </a:tr>
              <a:tr h="136180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고정 구간</a:t>
                      </a:r>
                      <a:endParaRPr lang="en-US" altLang="ko-KR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시뮬레이션</a:t>
                      </a:r>
                      <a:endParaRPr lang="en-US" altLang="ko-KR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현 수준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70000"/>
                        </a:lnSpc>
                      </a:pP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0.007%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0.153%</a:t>
                      </a:r>
                    </a:p>
                  </a:txBody>
                  <a:tcPr marL="9525" marR="9525" marT="9525" marB="0" anchor="ctr"/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0.852%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37462195"/>
                  </a:ext>
                </a:extLst>
              </a:tr>
              <a:tr h="13618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70000"/>
                        </a:lnSpc>
                      </a:pP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0.028%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0.251%</a:t>
                      </a: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42803423"/>
                  </a:ext>
                </a:extLst>
              </a:tr>
              <a:tr h="13618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70000"/>
                        </a:lnSpc>
                      </a:pP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0.029%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0.371%</a:t>
                      </a: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1554688"/>
                  </a:ext>
                </a:extLst>
              </a:tr>
              <a:tr h="13618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70000"/>
                        </a:lnSpc>
                      </a:pP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0.036%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0.699%</a:t>
                      </a: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86233596"/>
                  </a:ext>
                </a:extLst>
              </a:tr>
              <a:tr h="0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 구간</a:t>
                      </a:r>
                      <a:endParaRPr lang="en-US" altLang="ko-KR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시뮬레이션 </a:t>
                      </a:r>
                      <a:endParaRPr lang="en-US" altLang="ko-KR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구간 고정</a:t>
                      </a:r>
                      <a:endParaRPr lang="en-US" altLang="ko-KR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2, 3, 4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구간 자동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70000"/>
                        </a:lnSpc>
                      </a:pP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0.007%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0.142%</a:t>
                      </a:r>
                    </a:p>
                  </a:txBody>
                  <a:tcPr marL="9525" marR="9525" marT="9525" marB="0" anchor="ctr"/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0.819%</a:t>
                      </a:r>
                    </a:p>
                    <a:p>
                      <a:pPr algn="ctr" latinLnBrk="1"/>
                      <a:r>
                        <a:rPr lang="en-US" altLang="ko-KR" sz="800" b="1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(0.033% </a:t>
                      </a:r>
                      <a:r>
                        <a:rPr lang="ko-KR" altLang="en-US" sz="800" b="1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개선</a:t>
                      </a:r>
                      <a:r>
                        <a:rPr lang="en-US" altLang="ko-KR" sz="800" b="1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69380236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70000"/>
                        </a:lnSpc>
                      </a:pP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0.027%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0.251%</a:t>
                      </a: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08328021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70000"/>
                        </a:lnSpc>
                      </a:pP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0.032%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0.371%</a:t>
                      </a: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98389526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70000"/>
                        </a:lnSpc>
                      </a:pP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0.038%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70000"/>
                        </a:lnSpc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0.688%</a:t>
                      </a: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885014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19093233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6" name="표 1">
            <a:extLst>
              <a:ext uri="{FF2B5EF4-FFF2-40B4-BE49-F238E27FC236}">
                <a16:creationId xmlns:a16="http://schemas.microsoft.com/office/drawing/2014/main" id="{33D55F02-6D8E-4551-BA96-882BCCE1D0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4407613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NFF(46-Series)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로직 고도화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MP1, 2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’26.02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원종래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임인섭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4D46E176-B856-4BB3-9682-7730921C348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77319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NFF(46-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Series) 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자동보정 고도화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(2/2)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제목 1">
            <a:extLst>
              <a:ext uri="{FF2B5EF4-FFF2-40B4-BE49-F238E27FC236}">
                <a16:creationId xmlns:a16="http://schemas.microsoft.com/office/drawing/2014/main" id="{CA4D1764-F195-480C-AB6A-AF31FAD2886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401744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조립자동보정팀 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원통형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AC0E64D7-C678-4BFA-BA23-CADEA743A6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4228657"/>
              </p:ext>
            </p:extLst>
          </p:nvPr>
        </p:nvGraphicFramePr>
        <p:xfrm>
          <a:off x="1639888" y="1082544"/>
          <a:ext cx="6972241" cy="54785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0218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32023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39062">
                <a:tc gridSpan="2"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spc="-1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금주(W51). </a:t>
                      </a:r>
                      <a:r>
                        <a:rPr lang="ko-KR" altLang="en-US" sz="900" b="0" i="0" u="none" strike="noStrike" spc="-1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금주</a:t>
                      </a:r>
                      <a:r>
                        <a:rPr lang="en-US" altLang="ko-KR" sz="900" b="0" i="0" u="none" strike="noStrike" spc="-1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spc="-1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특이사항 없습니다</a:t>
                      </a:r>
                      <a:r>
                        <a:rPr lang="en-US" altLang="ko-KR" sz="900" b="0" i="0" u="none" strike="noStrike" spc="-1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.</a:t>
                      </a:r>
                      <a:endParaRPr lang="en-US" altLang="ko-KR" sz="900" b="0" spc="-10" baseline="0">
                        <a:solidFill>
                          <a:srgbClr val="0000FF"/>
                        </a:solidFill>
                        <a:latin typeface="+mn-lt"/>
                        <a:ea typeface="+mn-ea"/>
                        <a:cs typeface="Malgun Gothic Semilight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477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30372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2)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구간 자동설정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Logic</a:t>
                      </a: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4789FE95-2348-43AA-BA45-0F95C748F2C4}"/>
              </a:ext>
            </a:extLst>
          </p:cNvPr>
          <p:cNvGraphicFramePr>
            <a:graphicFrameLocks noGrp="1"/>
          </p:cNvGraphicFramePr>
          <p:nvPr/>
        </p:nvGraphicFramePr>
        <p:xfrm>
          <a:off x="2641378" y="1641881"/>
          <a:ext cx="5980890" cy="440055"/>
        </p:xfrm>
        <a:graphic>
          <a:graphicData uri="http://schemas.openxmlformats.org/drawingml/2006/table">
            <a:tbl>
              <a:tblPr/>
              <a:tblGrid>
                <a:gridCol w="1196178">
                  <a:extLst>
                    <a:ext uri="{9D8B030D-6E8A-4147-A177-3AD203B41FA5}">
                      <a16:colId xmlns:a16="http://schemas.microsoft.com/office/drawing/2014/main" val="4122298531"/>
                    </a:ext>
                  </a:extLst>
                </a:gridCol>
                <a:gridCol w="1305944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086412">
                  <a:extLst>
                    <a:ext uri="{9D8B030D-6E8A-4147-A177-3AD203B41FA5}">
                      <a16:colId xmlns:a16="http://schemas.microsoft.com/office/drawing/2014/main" val="177857397"/>
                    </a:ext>
                  </a:extLst>
                </a:gridCol>
                <a:gridCol w="1196178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1196178">
                  <a:extLst>
                    <a:ext uri="{9D8B030D-6E8A-4147-A177-3AD203B41FA5}">
                      <a16:colId xmlns:a16="http://schemas.microsoft.com/office/drawing/2014/main" val="85475786"/>
                    </a:ext>
                  </a:extLst>
                </a:gridCol>
              </a:tblGrid>
              <a:tr h="46157"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진행 계획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안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현수준 분석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Logic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Logic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검증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(Simulation)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기능 테스트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효과분석 및 수평전개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모니터링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관리 방안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‘25.12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‘25.12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‘26.1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’26.2</a:t>
                      </a: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’26.2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5CB6B52A-4202-4A9F-8472-3EBC97A059A2}"/>
              </a:ext>
            </a:extLst>
          </p:cNvPr>
          <p:cNvSpPr txBox="1"/>
          <p:nvPr/>
        </p:nvSpPr>
        <p:spPr>
          <a:xfrm>
            <a:off x="1719701" y="1588838"/>
            <a:ext cx="78098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계획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9" name="이등변 삼각형 28">
            <a:extLst>
              <a:ext uri="{FF2B5EF4-FFF2-40B4-BE49-F238E27FC236}">
                <a16:creationId xmlns:a16="http://schemas.microsoft.com/office/drawing/2014/main" id="{1B42EC2D-3712-4E80-87C7-10252EF84E8A}"/>
              </a:ext>
            </a:extLst>
          </p:cNvPr>
          <p:cNvSpPr/>
          <p:nvPr/>
        </p:nvSpPr>
        <p:spPr>
          <a:xfrm rot="10800000">
            <a:off x="3145700" y="1678696"/>
            <a:ext cx="184938" cy="104487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C0715F36-B943-4611-BD1F-023404209F31}"/>
              </a:ext>
            </a:extLst>
          </p:cNvPr>
          <p:cNvSpPr/>
          <p:nvPr/>
        </p:nvSpPr>
        <p:spPr>
          <a:xfrm>
            <a:off x="2634072" y="1771286"/>
            <a:ext cx="1208693" cy="30374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DF67FEB9-4AB7-4D44-9D13-B27C7C303C42}"/>
              </a:ext>
            </a:extLst>
          </p:cNvPr>
          <p:cNvSpPr txBox="1"/>
          <p:nvPr/>
        </p:nvSpPr>
        <p:spPr>
          <a:xfrm>
            <a:off x="8321748" y="342250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ko-KR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>
                <a:latin typeface="Arial Narrow"/>
                <a:ea typeface="맑은 고딕"/>
                <a:cs typeface="Malgun Gothic Semilight"/>
              </a:rPr>
              <a:t>: 12/16 11</a:t>
            </a:r>
            <a:r>
              <a:rPr lang="ko-KR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71" name="내용 개체 틀 20">
            <a:extLst>
              <a:ext uri="{FF2B5EF4-FFF2-40B4-BE49-F238E27FC236}">
                <a16:creationId xmlns:a16="http://schemas.microsoft.com/office/drawing/2014/main" id="{C9AF2676-262D-494B-A4F2-AD4F72D11910}"/>
              </a:ext>
            </a:extLst>
          </p:cNvPr>
          <p:cNvSpPr txBox="1">
            <a:spLocks/>
          </p:cNvSpPr>
          <p:nvPr/>
        </p:nvSpPr>
        <p:spPr>
          <a:xfrm>
            <a:off x="8321748" y="172973"/>
            <a:ext cx="95539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원종래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P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graphicFrame>
        <p:nvGraphicFramePr>
          <p:cNvPr id="137" name="표 136">
            <a:extLst>
              <a:ext uri="{FF2B5EF4-FFF2-40B4-BE49-F238E27FC236}">
                <a16:creationId xmlns:a16="http://schemas.microsoft.com/office/drawing/2014/main" id="{EB4FEA64-4840-2A2E-B5DF-269A867E2F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1685532"/>
              </p:ext>
            </p:extLst>
          </p:nvPr>
        </p:nvGraphicFramePr>
        <p:xfrm>
          <a:off x="2792414" y="2395399"/>
          <a:ext cx="5713412" cy="1161287"/>
        </p:xfrm>
        <a:graphic>
          <a:graphicData uri="http://schemas.openxmlformats.org/drawingml/2006/table">
            <a:tbl>
              <a:tblPr/>
              <a:tblGrid>
                <a:gridCol w="789839">
                  <a:extLst>
                    <a:ext uri="{9D8B030D-6E8A-4147-A177-3AD203B41FA5}">
                      <a16:colId xmlns:a16="http://schemas.microsoft.com/office/drawing/2014/main" val="865704505"/>
                    </a:ext>
                  </a:extLst>
                </a:gridCol>
                <a:gridCol w="4923573">
                  <a:extLst>
                    <a:ext uri="{9D8B030D-6E8A-4147-A177-3AD203B41FA5}">
                      <a16:colId xmlns:a16="http://schemas.microsoft.com/office/drawing/2014/main" val="1371013563"/>
                    </a:ext>
                  </a:extLst>
                </a:gridCol>
              </a:tblGrid>
              <a:tr h="1916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항목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620" marR="9620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구간 분리 로직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Logic</a:t>
                      </a:r>
                    </a:p>
                  </a:txBody>
                  <a:tcPr marL="9620" marR="9620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0636064"/>
                  </a:ext>
                </a:extLst>
              </a:tr>
              <a:tr h="9467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구간 분리</a:t>
                      </a:r>
                    </a:p>
                  </a:txBody>
                  <a:tcPr marL="9620" marR="9620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1)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전체 평균을 기준으로 연속적으로 같은 방향에 있는 데이터끼리 묶어 소구간으로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(Figure1)</a:t>
                      </a:r>
                    </a:p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예시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평균이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(4,5,6,2,1,6,7,1,1,4,4,6,6)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 될 경우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(4,5,6),(2,1), (6,7),(1,1),(4,4,),(6,6)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 분류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l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2)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각 소구간을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평균내어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인접한 소구간과의 차이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절대값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를 계산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(Figure2)</a:t>
                      </a:r>
                    </a:p>
                    <a:p>
                      <a:pPr algn="l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3)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차이가 가장 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개의 경계를 잡아 총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개의 구간으로 분류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(Figure2, 3)</a:t>
                      </a:r>
                    </a:p>
                  </a:txBody>
                  <a:tcPr marL="9620" marR="9620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0849692"/>
                  </a:ext>
                </a:extLst>
              </a:tr>
            </a:tbl>
          </a:graphicData>
        </a:graphic>
      </p:graphicFrame>
      <p:grpSp>
        <p:nvGrpSpPr>
          <p:cNvPr id="325" name="그룹 324">
            <a:extLst>
              <a:ext uri="{FF2B5EF4-FFF2-40B4-BE49-F238E27FC236}">
                <a16:creationId xmlns:a16="http://schemas.microsoft.com/office/drawing/2014/main" id="{2C6EC84E-99F3-6E12-80FD-CE39496E2D6D}"/>
              </a:ext>
            </a:extLst>
          </p:cNvPr>
          <p:cNvGrpSpPr/>
          <p:nvPr/>
        </p:nvGrpSpPr>
        <p:grpSpPr>
          <a:xfrm>
            <a:off x="2605275" y="5207558"/>
            <a:ext cx="3176400" cy="1353579"/>
            <a:chOff x="2792413" y="5207558"/>
            <a:chExt cx="2311304" cy="1353579"/>
          </a:xfrm>
        </p:grpSpPr>
        <p:grpSp>
          <p:nvGrpSpPr>
            <p:cNvPr id="234" name="그룹 233">
              <a:extLst>
                <a:ext uri="{FF2B5EF4-FFF2-40B4-BE49-F238E27FC236}">
                  <a16:creationId xmlns:a16="http://schemas.microsoft.com/office/drawing/2014/main" id="{7D987678-087A-760D-3839-86227A3F0C40}"/>
                </a:ext>
              </a:extLst>
            </p:cNvPr>
            <p:cNvGrpSpPr/>
            <p:nvPr/>
          </p:nvGrpSpPr>
          <p:grpSpPr>
            <a:xfrm>
              <a:off x="2792413" y="5207558"/>
              <a:ext cx="2064187" cy="1353579"/>
              <a:chOff x="6784182" y="4459345"/>
              <a:chExt cx="2923622" cy="1917151"/>
            </a:xfrm>
          </p:grpSpPr>
          <p:pic>
            <p:nvPicPr>
              <p:cNvPr id="252" name="그림 251">
                <a:extLst>
                  <a:ext uri="{FF2B5EF4-FFF2-40B4-BE49-F238E27FC236}">
                    <a16:creationId xmlns:a16="http://schemas.microsoft.com/office/drawing/2014/main" id="{1C8FDE44-9CB0-3653-FAB7-90EED5FFF490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r:embed="rId3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6784182" y="4459345"/>
                <a:ext cx="2906860" cy="1706354"/>
              </a:xfrm>
              <a:prstGeom prst="rect">
                <a:avLst/>
              </a:prstGeom>
            </p:spPr>
          </p:pic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34747D18-15CF-EFFB-AFCA-FD86F03EE06C}"/>
                  </a:ext>
                </a:extLst>
              </p:cNvPr>
              <p:cNvSpPr/>
              <p:nvPr/>
            </p:nvSpPr>
            <p:spPr>
              <a:xfrm>
                <a:off x="9020957" y="4520778"/>
                <a:ext cx="584088" cy="17582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54" name="TextBox 253">
                <a:extLst>
                  <a:ext uri="{FF2B5EF4-FFF2-40B4-BE49-F238E27FC236}">
                    <a16:creationId xmlns:a16="http://schemas.microsoft.com/office/drawing/2014/main" id="{92247421-79AF-02FD-6778-EE5A31A33CE5}"/>
                  </a:ext>
                </a:extLst>
              </p:cNvPr>
              <p:cNvSpPr txBox="1"/>
              <p:nvPr/>
            </p:nvSpPr>
            <p:spPr>
              <a:xfrm>
                <a:off x="7221027" y="6071350"/>
                <a:ext cx="2028320" cy="3051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Figure 3. </a:t>
                </a:r>
                <a:r>
                  <a:rPr lang="ko-KR" altLang="en-US" sz="8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최종 구간 분류</a:t>
                </a:r>
                <a:endPara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9AA7CB5F-0FF5-B147-869F-3B306BC984A8}"/>
                  </a:ext>
                </a:extLst>
              </p:cNvPr>
              <p:cNvSpPr txBox="1"/>
              <p:nvPr/>
            </p:nvSpPr>
            <p:spPr>
              <a:xfrm>
                <a:off x="9128906" y="4766788"/>
                <a:ext cx="578898" cy="47951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8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구간 경계</a:t>
                </a:r>
                <a:endPara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cxnSp>
            <p:nvCxnSpPr>
              <p:cNvPr id="256" name="직선 연결선 255">
                <a:extLst>
                  <a:ext uri="{FF2B5EF4-FFF2-40B4-BE49-F238E27FC236}">
                    <a16:creationId xmlns:a16="http://schemas.microsoft.com/office/drawing/2014/main" id="{E42C2CA8-5E00-9569-D9B7-50196A9950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06550" y="4866383"/>
                <a:ext cx="190499" cy="0"/>
              </a:xfrm>
              <a:prstGeom prst="line">
                <a:avLst/>
              </a:prstGeom>
              <a:ln w="19050">
                <a:solidFill>
                  <a:schemeClr val="accent6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직선 연결선 256">
                <a:extLst>
                  <a:ext uri="{FF2B5EF4-FFF2-40B4-BE49-F238E27FC236}">
                    <a16:creationId xmlns:a16="http://schemas.microsoft.com/office/drawing/2014/main" id="{61C0DA39-2138-6B46-BB02-6550899AB7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4655" y="4508500"/>
                <a:ext cx="0" cy="1556499"/>
              </a:xfrm>
              <a:prstGeom prst="line">
                <a:avLst/>
              </a:prstGeom>
              <a:ln w="19050">
                <a:solidFill>
                  <a:schemeClr val="accent6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>
                <a:extLst>
                  <a:ext uri="{FF2B5EF4-FFF2-40B4-BE49-F238E27FC236}">
                    <a16:creationId xmlns:a16="http://schemas.microsoft.com/office/drawing/2014/main" id="{CB4FA5A4-DE34-D2D6-E780-8E5C3A4E9E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26655" y="4506271"/>
                <a:ext cx="0" cy="1556499"/>
              </a:xfrm>
              <a:prstGeom prst="line">
                <a:avLst/>
              </a:prstGeom>
              <a:ln w="19050">
                <a:solidFill>
                  <a:schemeClr val="accent6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>
                <a:extLst>
                  <a:ext uri="{FF2B5EF4-FFF2-40B4-BE49-F238E27FC236}">
                    <a16:creationId xmlns:a16="http://schemas.microsoft.com/office/drawing/2014/main" id="{F7592388-F7DC-DCBE-9AB6-C8FEE802B2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5805" y="4509071"/>
                <a:ext cx="0" cy="1556499"/>
              </a:xfrm>
              <a:prstGeom prst="line">
                <a:avLst/>
              </a:prstGeom>
              <a:ln w="19050">
                <a:solidFill>
                  <a:schemeClr val="accent6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43DF1E33-B22E-AC13-B72C-01DD4871FF4E}"/>
                </a:ext>
              </a:extLst>
            </p:cNvPr>
            <p:cNvSpPr/>
            <p:nvPr/>
          </p:nvSpPr>
          <p:spPr>
            <a:xfrm>
              <a:off x="2894407" y="5644701"/>
              <a:ext cx="314133" cy="140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1</a:t>
              </a:r>
              <a:r>
                <a:rPr lang="ko-KR" altLang="en-US" sz="80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구간</a:t>
              </a:r>
            </a:p>
          </p:txBody>
        </p: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1818101E-8B19-3A3C-510A-8353F8B7BD7C}"/>
                </a:ext>
              </a:extLst>
            </p:cNvPr>
            <p:cNvSpPr/>
            <p:nvPr/>
          </p:nvSpPr>
          <p:spPr>
            <a:xfrm>
              <a:off x="3305108" y="5644701"/>
              <a:ext cx="314133" cy="140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2</a:t>
              </a:r>
              <a:r>
                <a:rPr lang="ko-KR" altLang="en-US" sz="80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구간</a:t>
              </a: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101C0EAB-54C7-22D5-F9DD-7C5F7D4D09AE}"/>
                </a:ext>
              </a:extLst>
            </p:cNvPr>
            <p:cNvSpPr/>
            <p:nvPr/>
          </p:nvSpPr>
          <p:spPr>
            <a:xfrm>
              <a:off x="3863021" y="5648232"/>
              <a:ext cx="314133" cy="140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3</a:t>
              </a:r>
              <a:r>
                <a:rPr lang="ko-KR" altLang="en-US" sz="80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구간</a:t>
              </a:r>
            </a:p>
          </p:txBody>
        </p:sp>
        <p:sp>
          <p:nvSpPr>
            <p:cNvPr id="238" name="직사각형 237">
              <a:extLst>
                <a:ext uri="{FF2B5EF4-FFF2-40B4-BE49-F238E27FC236}">
                  <a16:creationId xmlns:a16="http://schemas.microsoft.com/office/drawing/2014/main" id="{A0AD7FF8-466F-D5A6-DCA9-A208ED5C6D64}"/>
                </a:ext>
              </a:extLst>
            </p:cNvPr>
            <p:cNvSpPr/>
            <p:nvPr/>
          </p:nvSpPr>
          <p:spPr>
            <a:xfrm>
              <a:off x="4411018" y="5644701"/>
              <a:ext cx="314133" cy="140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4</a:t>
              </a:r>
              <a:r>
                <a:rPr lang="ko-KR" altLang="en-US" sz="80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구간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83E1FDE3-CE41-6DA8-223F-F9F51DEC380A}"/>
                </a:ext>
              </a:extLst>
            </p:cNvPr>
            <p:cNvSpPr txBox="1"/>
            <p:nvPr/>
          </p:nvSpPr>
          <p:spPr>
            <a:xfrm>
              <a:off x="4760340" y="5332069"/>
              <a:ext cx="30423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USL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55D5AB8E-D9E1-EB59-1954-BAA61E61A4CF}"/>
                </a:ext>
              </a:extLst>
            </p:cNvPr>
            <p:cNvSpPr txBox="1"/>
            <p:nvPr/>
          </p:nvSpPr>
          <p:spPr>
            <a:xfrm>
              <a:off x="4760340" y="5775919"/>
              <a:ext cx="34337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Target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920761FF-6B9A-7562-10A7-6F61810C6EBC}"/>
                </a:ext>
              </a:extLst>
            </p:cNvPr>
            <p:cNvSpPr txBox="1"/>
            <p:nvPr/>
          </p:nvSpPr>
          <p:spPr>
            <a:xfrm>
              <a:off x="4760340" y="6219769"/>
              <a:ext cx="30423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LSL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DA1C05F8-BE4E-CF93-FAD5-740D767B6D39}"/>
                </a:ext>
              </a:extLst>
            </p:cNvPr>
            <p:cNvSpPr txBox="1"/>
            <p:nvPr/>
          </p:nvSpPr>
          <p:spPr>
            <a:xfrm>
              <a:off x="4760340" y="5923869"/>
              <a:ext cx="30423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평균</a:t>
              </a:r>
              <a:endPara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326" name="그룹 325">
            <a:extLst>
              <a:ext uri="{FF2B5EF4-FFF2-40B4-BE49-F238E27FC236}">
                <a16:creationId xmlns:a16="http://schemas.microsoft.com/office/drawing/2014/main" id="{EDBB9A52-16B0-DECC-E2CA-D7948F4D9BB1}"/>
              </a:ext>
            </a:extLst>
          </p:cNvPr>
          <p:cNvGrpSpPr/>
          <p:nvPr/>
        </p:nvGrpSpPr>
        <p:grpSpPr>
          <a:xfrm>
            <a:off x="5641824" y="3685327"/>
            <a:ext cx="3141345" cy="1355484"/>
            <a:chOff x="5124609" y="3647227"/>
            <a:chExt cx="2302315" cy="1355484"/>
          </a:xfrm>
        </p:grpSpPr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A62561AE-FCC8-2D95-677B-DB64739FC1B1}"/>
                </a:ext>
              </a:extLst>
            </p:cNvPr>
            <p:cNvGrpSpPr/>
            <p:nvPr/>
          </p:nvGrpSpPr>
          <p:grpSpPr>
            <a:xfrm>
              <a:off x="5124609" y="3647227"/>
              <a:ext cx="2131929" cy="1355484"/>
              <a:chOff x="3568553" y="4459345"/>
              <a:chExt cx="3019570" cy="1919849"/>
            </a:xfrm>
          </p:grpSpPr>
          <p:grpSp>
            <p:nvGrpSpPr>
              <p:cNvPr id="260" name="그룹 259">
                <a:extLst>
                  <a:ext uri="{FF2B5EF4-FFF2-40B4-BE49-F238E27FC236}">
                    <a16:creationId xmlns:a16="http://schemas.microsoft.com/office/drawing/2014/main" id="{3EE30248-D719-706F-8F48-A850D0A941FA}"/>
                  </a:ext>
                </a:extLst>
              </p:cNvPr>
              <p:cNvGrpSpPr/>
              <p:nvPr/>
            </p:nvGrpSpPr>
            <p:grpSpPr>
              <a:xfrm>
                <a:off x="3568553" y="4459345"/>
                <a:ext cx="2906860" cy="1706354"/>
                <a:chOff x="345522" y="4049234"/>
                <a:chExt cx="4304299" cy="2526664"/>
              </a:xfrm>
            </p:grpSpPr>
            <p:pic>
              <p:nvPicPr>
                <p:cNvPr id="293" name="그림 292">
                  <a:extLst>
                    <a:ext uri="{FF2B5EF4-FFF2-40B4-BE49-F238E27FC236}">
                      <a16:creationId xmlns:a16="http://schemas.microsoft.com/office/drawing/2014/main" id="{17243CFB-AF6A-1BA6-8CF6-14D4614C711A}"/>
                    </a:ext>
                  </a:extLst>
                </p:cNvPr>
                <p:cNvPicPr preferRelativeResize="0">
                  <a:picLocks/>
                </p:cNvPicPr>
                <p:nvPr/>
              </p:nvPicPr>
              <p:blipFill>
                <a:blip r:embed="rId4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5522" y="4049234"/>
                  <a:ext cx="4304299" cy="2526664"/>
                </a:xfrm>
                <a:prstGeom prst="rect">
                  <a:avLst/>
                </a:prstGeom>
              </p:spPr>
            </p:pic>
            <p:sp>
              <p:nvSpPr>
                <p:cNvPr id="294" name="직사각형 293">
                  <a:extLst>
                    <a:ext uri="{FF2B5EF4-FFF2-40B4-BE49-F238E27FC236}">
                      <a16:creationId xmlns:a16="http://schemas.microsoft.com/office/drawing/2014/main" id="{AC11D80B-430B-4D9F-6E68-2CC1698A07D3}"/>
                    </a:ext>
                  </a:extLst>
                </p:cNvPr>
                <p:cNvSpPr/>
                <p:nvPr/>
              </p:nvSpPr>
              <p:spPr>
                <a:xfrm>
                  <a:off x="3657600" y="4140200"/>
                  <a:ext cx="864882" cy="26035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 b="1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</p:grpSp>
          <p:cxnSp>
            <p:nvCxnSpPr>
              <p:cNvPr id="261" name="직선 연결선 260">
                <a:extLst>
                  <a:ext uri="{FF2B5EF4-FFF2-40B4-BE49-F238E27FC236}">
                    <a16:creationId xmlns:a16="http://schemas.microsoft.com/office/drawing/2014/main" id="{8B2663CE-8651-B6EB-B63F-117B2F115F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04414" y="5149721"/>
                <a:ext cx="360226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직선 연결선 261">
                <a:extLst>
                  <a:ext uri="{FF2B5EF4-FFF2-40B4-BE49-F238E27FC236}">
                    <a16:creationId xmlns:a16="http://schemas.microsoft.com/office/drawing/2014/main" id="{51CB041E-9DC2-374F-F43B-7E2E513E70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58583" y="5656958"/>
                <a:ext cx="754758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직선 연결선 262">
                <a:extLst>
                  <a:ext uri="{FF2B5EF4-FFF2-40B4-BE49-F238E27FC236}">
                    <a16:creationId xmlns:a16="http://schemas.microsoft.com/office/drawing/2014/main" id="{90ED82CB-0742-EC1D-9644-032E5A2268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12268" y="5554786"/>
                <a:ext cx="72903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직선 연결선 263">
                <a:extLst>
                  <a:ext uri="{FF2B5EF4-FFF2-40B4-BE49-F238E27FC236}">
                    <a16:creationId xmlns:a16="http://schemas.microsoft.com/office/drawing/2014/main" id="{0F099F18-2C27-A4D8-9AC5-D8D0C67639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82353" y="5582593"/>
                <a:ext cx="30918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>
                <a:extLst>
                  <a:ext uri="{FF2B5EF4-FFF2-40B4-BE49-F238E27FC236}">
                    <a16:creationId xmlns:a16="http://schemas.microsoft.com/office/drawing/2014/main" id="{C7663DB2-E40E-EAF8-E0C5-1720DE3E09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15055" y="5557163"/>
                <a:ext cx="34010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>
                <a:extLst>
                  <a:ext uri="{FF2B5EF4-FFF2-40B4-BE49-F238E27FC236}">
                    <a16:creationId xmlns:a16="http://schemas.microsoft.com/office/drawing/2014/main" id="{0C46A7BD-D1EA-BFAD-D7EE-0FD027D921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44236" y="5588122"/>
                <a:ext cx="347130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직선 연결선 266">
                <a:extLst>
                  <a:ext uri="{FF2B5EF4-FFF2-40B4-BE49-F238E27FC236}">
                    <a16:creationId xmlns:a16="http://schemas.microsoft.com/office/drawing/2014/main" id="{E94335E7-F2C0-0EF3-5AC0-624CA70CCD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39555" y="5573064"/>
                <a:ext cx="30918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>
                <a:extLst>
                  <a:ext uri="{FF2B5EF4-FFF2-40B4-BE49-F238E27FC236}">
                    <a16:creationId xmlns:a16="http://schemas.microsoft.com/office/drawing/2014/main" id="{479EE7B7-264B-09CE-C6AD-46CC7768BD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96338" y="5561162"/>
                <a:ext cx="41152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직선 연결선 268">
                <a:extLst>
                  <a:ext uri="{FF2B5EF4-FFF2-40B4-BE49-F238E27FC236}">
                    <a16:creationId xmlns:a16="http://schemas.microsoft.com/office/drawing/2014/main" id="{41F7D096-4346-DAD7-9B96-BBA6472D32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4266" y="5554016"/>
                <a:ext cx="66275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>
                <a:extLst>
                  <a:ext uri="{FF2B5EF4-FFF2-40B4-BE49-F238E27FC236}">
                    <a16:creationId xmlns:a16="http://schemas.microsoft.com/office/drawing/2014/main" id="{848F618B-9218-2ECD-CB24-D6E68E8A17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800" y="5575445"/>
                <a:ext cx="49794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직선 연결선 270">
                <a:extLst>
                  <a:ext uri="{FF2B5EF4-FFF2-40B4-BE49-F238E27FC236}">
                    <a16:creationId xmlns:a16="http://schemas.microsoft.com/office/drawing/2014/main" id="{28000CAE-198C-A498-812A-47B4CE9B21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02376" y="5554016"/>
                <a:ext cx="129151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직선 연결선 271">
                <a:extLst>
                  <a:ext uri="{FF2B5EF4-FFF2-40B4-BE49-F238E27FC236}">
                    <a16:creationId xmlns:a16="http://schemas.microsoft.com/office/drawing/2014/main" id="{65DFD24F-37F8-AC8A-44CB-CAD69235D1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27421" y="5799287"/>
                <a:ext cx="593447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직선 연결선 272">
                <a:extLst>
                  <a:ext uri="{FF2B5EF4-FFF2-40B4-BE49-F238E27FC236}">
                    <a16:creationId xmlns:a16="http://schemas.microsoft.com/office/drawing/2014/main" id="{3FA77190-7C2C-8AC4-64C8-27FE7AC2A6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58583" y="5151438"/>
                <a:ext cx="0" cy="505520"/>
              </a:xfrm>
              <a:prstGeom prst="line">
                <a:avLst/>
              </a:prstGeom>
              <a:ln w="19050">
                <a:solidFill>
                  <a:schemeClr val="accent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>
                <a:extLst>
                  <a:ext uri="{FF2B5EF4-FFF2-40B4-BE49-F238E27FC236}">
                    <a16:creationId xmlns:a16="http://schemas.microsoft.com/office/drawing/2014/main" id="{6A56FF60-8679-F1C4-39EA-3ADED09AE3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11601" y="5553959"/>
                <a:ext cx="0" cy="102999"/>
              </a:xfrm>
              <a:prstGeom prst="line">
                <a:avLst/>
              </a:prstGeom>
              <a:ln w="19050">
                <a:solidFill>
                  <a:schemeClr val="accent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>
                <a:extLst>
                  <a:ext uri="{FF2B5EF4-FFF2-40B4-BE49-F238E27FC236}">
                    <a16:creationId xmlns:a16="http://schemas.microsoft.com/office/drawing/2014/main" id="{52F4C06B-088F-73F0-ACD1-3A360A53EA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82353" y="5553959"/>
                <a:ext cx="0" cy="27709"/>
              </a:xfrm>
              <a:prstGeom prst="line">
                <a:avLst/>
              </a:prstGeom>
              <a:ln w="19050">
                <a:solidFill>
                  <a:schemeClr val="accent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직선 연결선 275">
                <a:extLst>
                  <a:ext uri="{FF2B5EF4-FFF2-40B4-BE49-F238E27FC236}">
                    <a16:creationId xmlns:a16="http://schemas.microsoft.com/office/drawing/2014/main" id="{182DCEAF-B0E7-EE0C-9F40-1256C45210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14103" y="5553959"/>
                <a:ext cx="0" cy="27709"/>
              </a:xfrm>
              <a:prstGeom prst="line">
                <a:avLst/>
              </a:prstGeom>
              <a:ln w="19050">
                <a:solidFill>
                  <a:schemeClr val="accent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직선 연결선 276">
                <a:extLst>
                  <a:ext uri="{FF2B5EF4-FFF2-40B4-BE49-F238E27FC236}">
                    <a16:creationId xmlns:a16="http://schemas.microsoft.com/office/drawing/2014/main" id="{012F25DF-56F4-474B-36AC-8F2C9981D8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46647" y="5561097"/>
                <a:ext cx="0" cy="27709"/>
              </a:xfrm>
              <a:prstGeom prst="line">
                <a:avLst/>
              </a:prstGeom>
              <a:ln w="19050">
                <a:solidFill>
                  <a:schemeClr val="accent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직선 연결선 277">
                <a:extLst>
                  <a:ext uri="{FF2B5EF4-FFF2-40B4-BE49-F238E27FC236}">
                    <a16:creationId xmlns:a16="http://schemas.microsoft.com/office/drawing/2014/main" id="{7DB722E6-A71D-30CD-F671-3CAF8F6B27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91929" y="5558191"/>
                <a:ext cx="0" cy="33528"/>
              </a:xfrm>
              <a:prstGeom prst="line">
                <a:avLst/>
              </a:prstGeom>
              <a:ln w="19050">
                <a:solidFill>
                  <a:schemeClr val="accent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직선 연결선 278">
                <a:extLst>
                  <a:ext uri="{FF2B5EF4-FFF2-40B4-BE49-F238E27FC236}">
                    <a16:creationId xmlns:a16="http://schemas.microsoft.com/office/drawing/2014/main" id="{C57DC7C7-F2C3-2E00-2C8E-1F27C889F5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37174" y="5558350"/>
                <a:ext cx="0" cy="18925"/>
              </a:xfrm>
              <a:prstGeom prst="line">
                <a:avLst/>
              </a:prstGeom>
              <a:ln w="19050">
                <a:solidFill>
                  <a:schemeClr val="accent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직선 연결선 279">
                <a:extLst>
                  <a:ext uri="{FF2B5EF4-FFF2-40B4-BE49-F238E27FC236}">
                    <a16:creationId xmlns:a16="http://schemas.microsoft.com/office/drawing/2014/main" id="{6AC45C3D-BBD0-045A-6C5F-673CE058D0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57" y="5551597"/>
                <a:ext cx="0" cy="22900"/>
              </a:xfrm>
              <a:prstGeom prst="line">
                <a:avLst/>
              </a:prstGeom>
              <a:ln w="19050">
                <a:solidFill>
                  <a:schemeClr val="accent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1" name="직선 연결선 280">
                <a:extLst>
                  <a:ext uri="{FF2B5EF4-FFF2-40B4-BE49-F238E27FC236}">
                    <a16:creationId xmlns:a16="http://schemas.microsoft.com/office/drawing/2014/main" id="{0048AE33-87E1-74A4-B67B-E696D764C1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4334" y="5549198"/>
                <a:ext cx="0" cy="27709"/>
              </a:xfrm>
              <a:prstGeom prst="line">
                <a:avLst/>
              </a:prstGeom>
              <a:ln w="19050">
                <a:solidFill>
                  <a:schemeClr val="accent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직선 연결선 281">
                <a:extLst>
                  <a:ext uri="{FF2B5EF4-FFF2-40B4-BE49-F238E27FC236}">
                    <a16:creationId xmlns:a16="http://schemas.microsoft.com/office/drawing/2014/main" id="{CFDAF495-D780-1A41-691D-1C0AA3F72D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01484" y="5551576"/>
                <a:ext cx="0" cy="27709"/>
              </a:xfrm>
              <a:prstGeom prst="line">
                <a:avLst/>
              </a:prstGeom>
              <a:ln w="19050">
                <a:solidFill>
                  <a:schemeClr val="accent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>
                <a:extLst>
                  <a:ext uri="{FF2B5EF4-FFF2-40B4-BE49-F238E27FC236}">
                    <a16:creationId xmlns:a16="http://schemas.microsoft.com/office/drawing/2014/main" id="{B439E537-54B7-E0CE-7CCB-0C2DD0414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34834" y="5552134"/>
                <a:ext cx="0" cy="245667"/>
              </a:xfrm>
              <a:prstGeom prst="line">
                <a:avLst/>
              </a:prstGeom>
              <a:ln w="19050">
                <a:solidFill>
                  <a:schemeClr val="accent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4" name="TextBox 283">
                <a:extLst>
                  <a:ext uri="{FF2B5EF4-FFF2-40B4-BE49-F238E27FC236}">
                    <a16:creationId xmlns:a16="http://schemas.microsoft.com/office/drawing/2014/main" id="{BEBDFA93-4E26-361B-E723-34465180FA04}"/>
                  </a:ext>
                </a:extLst>
              </p:cNvPr>
              <p:cNvSpPr txBox="1"/>
              <p:nvPr/>
            </p:nvSpPr>
            <p:spPr>
              <a:xfrm>
                <a:off x="3654550" y="6074048"/>
                <a:ext cx="2734865" cy="3051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Figure 2. </a:t>
                </a:r>
                <a:r>
                  <a:rPr lang="ko-KR" altLang="en-US" sz="8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인접 </a:t>
                </a:r>
                <a:r>
                  <a:rPr lang="ko-KR" altLang="en-US" sz="800" err="1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소구간</a:t>
                </a:r>
                <a:r>
                  <a:rPr lang="ko-KR" altLang="en-US" sz="8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차이 계산 및 최대값 탐색</a:t>
                </a:r>
                <a:endPara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grpSp>
            <p:nvGrpSpPr>
              <p:cNvPr id="285" name="그룹 284">
                <a:extLst>
                  <a:ext uri="{FF2B5EF4-FFF2-40B4-BE49-F238E27FC236}">
                    <a16:creationId xmlns:a16="http://schemas.microsoft.com/office/drawing/2014/main" id="{399884C2-8928-8AAE-1E48-BB13B93C90AF}"/>
                  </a:ext>
                </a:extLst>
              </p:cNvPr>
              <p:cNvGrpSpPr/>
              <p:nvPr/>
            </p:nvGrpSpPr>
            <p:grpSpPr>
              <a:xfrm>
                <a:off x="5344062" y="4768506"/>
                <a:ext cx="1244061" cy="653883"/>
                <a:chOff x="8830212" y="5206656"/>
                <a:chExt cx="1244061" cy="653883"/>
              </a:xfrm>
            </p:grpSpPr>
            <p:sp>
              <p:nvSpPr>
                <p:cNvPr id="290" name="TextBox 289">
                  <a:extLst>
                    <a:ext uri="{FF2B5EF4-FFF2-40B4-BE49-F238E27FC236}">
                      <a16:creationId xmlns:a16="http://schemas.microsoft.com/office/drawing/2014/main" id="{31986CA0-E99E-0DBC-7933-7E76F313CCB9}"/>
                    </a:ext>
                  </a:extLst>
                </p:cNvPr>
                <p:cNvSpPr txBox="1"/>
                <p:nvPr/>
              </p:nvSpPr>
              <p:spPr>
                <a:xfrm>
                  <a:off x="8974792" y="5206656"/>
                  <a:ext cx="1099481" cy="65388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800" err="1">
                      <a:latin typeface="Arial Narrow" panose="020B0606020202030204" pitchFamily="34" charset="0"/>
                      <a:ea typeface="LG스마트체 Regular" panose="020B0600000101010101" pitchFamily="50" charset="-127"/>
                    </a:rPr>
                    <a:t>소구간</a:t>
                  </a:r>
                  <a:r>
                    <a:rPr lang="ko-KR" altLang="en-US" sz="800">
                      <a:latin typeface="Arial Narrow" panose="020B0606020202030204" pitchFamily="34" charset="0"/>
                      <a:ea typeface="LG스마트체 Regular" panose="020B0600000101010101" pitchFamily="50" charset="-127"/>
                    </a:rPr>
                    <a:t> 평균</a:t>
                  </a:r>
                  <a:endParaRPr lang="en-US" altLang="ko-KR" sz="800"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  <a:p>
                  <a:r>
                    <a:rPr lang="ko-KR" altLang="en-US" sz="800">
                      <a:latin typeface="Arial Narrow" panose="020B0606020202030204" pitchFamily="34" charset="0"/>
                      <a:ea typeface="LG스마트체 Regular" panose="020B0600000101010101" pitchFamily="50" charset="-127"/>
                    </a:rPr>
                    <a:t>인접 </a:t>
                  </a:r>
                  <a:r>
                    <a:rPr lang="ko-KR" altLang="en-US" sz="800" err="1">
                      <a:latin typeface="Arial Narrow" panose="020B0606020202030204" pitchFamily="34" charset="0"/>
                      <a:ea typeface="LG스마트체 Regular" panose="020B0600000101010101" pitchFamily="50" charset="-127"/>
                    </a:rPr>
                    <a:t>소구간</a:t>
                  </a:r>
                  <a:r>
                    <a:rPr lang="ko-KR" altLang="en-US" sz="800">
                      <a:latin typeface="Arial Narrow" panose="020B0606020202030204" pitchFamily="34" charset="0"/>
                      <a:ea typeface="LG스마트체 Regular" panose="020B0600000101010101" pitchFamily="50" charset="-127"/>
                    </a:rPr>
                    <a:t> 차이</a:t>
                  </a:r>
                  <a:endParaRPr lang="en-US" altLang="ko-KR" sz="800"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  <a:p>
                  <a:r>
                    <a:rPr lang="ko-KR" altLang="en-US" sz="800">
                      <a:latin typeface="Arial Narrow" panose="020B0606020202030204" pitchFamily="34" charset="0"/>
                      <a:ea typeface="LG스마트체 Regular" panose="020B0600000101010101" pitchFamily="50" charset="-127"/>
                    </a:rPr>
                    <a:t>최대 인접 구간 차이</a:t>
                  </a:r>
                  <a:endParaRPr lang="en-US" altLang="ko-KR" sz="800"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  <p:cxnSp>
              <p:nvCxnSpPr>
                <p:cNvPr id="291" name="직선 연결선 290">
                  <a:extLst>
                    <a:ext uri="{FF2B5EF4-FFF2-40B4-BE49-F238E27FC236}">
                      <a16:creationId xmlns:a16="http://schemas.microsoft.com/office/drawing/2014/main" id="{C9EF2628-2C4D-4FCC-1419-DE0E51D9D8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30212" y="5306250"/>
                  <a:ext cx="190499" cy="0"/>
                </a:xfrm>
                <a:prstGeom prst="line">
                  <a:avLst/>
                </a:prstGeom>
                <a:ln w="19050">
                  <a:solidFill>
                    <a:srgbClr val="7030A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2" name="직선 연결선 291">
                  <a:extLst>
                    <a:ext uri="{FF2B5EF4-FFF2-40B4-BE49-F238E27FC236}">
                      <a16:creationId xmlns:a16="http://schemas.microsoft.com/office/drawing/2014/main" id="{2F6FB314-DA40-86A9-33C1-CADCA20AA7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33108" y="5441150"/>
                  <a:ext cx="190499" cy="0"/>
                </a:xfrm>
                <a:prstGeom prst="line">
                  <a:avLst/>
                </a:prstGeom>
                <a:ln w="19050">
                  <a:solidFill>
                    <a:schemeClr val="accent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86" name="타원 285">
                <a:extLst>
                  <a:ext uri="{FF2B5EF4-FFF2-40B4-BE49-F238E27FC236}">
                    <a16:creationId xmlns:a16="http://schemas.microsoft.com/office/drawing/2014/main" id="{14D0B8EA-7169-83F8-1835-56BD2F0D6B11}"/>
                  </a:ext>
                </a:extLst>
              </p:cNvPr>
              <p:cNvSpPr/>
              <p:nvPr/>
            </p:nvSpPr>
            <p:spPr>
              <a:xfrm>
                <a:off x="4007823" y="5107060"/>
                <a:ext cx="280643" cy="620637"/>
              </a:xfrm>
              <a:prstGeom prst="ellipse">
                <a:avLst/>
              </a:prstGeom>
              <a:solidFill>
                <a:srgbClr val="FFC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87" name="타원 286">
                <a:extLst>
                  <a:ext uri="{FF2B5EF4-FFF2-40B4-BE49-F238E27FC236}">
                    <a16:creationId xmlns:a16="http://schemas.microsoft.com/office/drawing/2014/main" id="{4CEE633E-B9F4-CCAC-1EFC-3FF6759EF429}"/>
                  </a:ext>
                </a:extLst>
              </p:cNvPr>
              <p:cNvSpPr/>
              <p:nvPr/>
            </p:nvSpPr>
            <p:spPr>
              <a:xfrm>
                <a:off x="4859233" y="5507991"/>
                <a:ext cx="114703" cy="236539"/>
              </a:xfrm>
              <a:prstGeom prst="ellipse">
                <a:avLst/>
              </a:prstGeom>
              <a:solidFill>
                <a:srgbClr val="FFC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88" name="타원 287">
                <a:extLst>
                  <a:ext uri="{FF2B5EF4-FFF2-40B4-BE49-F238E27FC236}">
                    <a16:creationId xmlns:a16="http://schemas.microsoft.com/office/drawing/2014/main" id="{E7C40A45-1901-3F18-62CB-346A89695556}"/>
                  </a:ext>
                </a:extLst>
              </p:cNvPr>
              <p:cNvSpPr/>
              <p:nvPr/>
            </p:nvSpPr>
            <p:spPr>
              <a:xfrm>
                <a:off x="5670069" y="5462711"/>
                <a:ext cx="129151" cy="426170"/>
              </a:xfrm>
              <a:prstGeom prst="ellipse">
                <a:avLst/>
              </a:prstGeom>
              <a:solidFill>
                <a:srgbClr val="FFC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89" name="타원 288">
                <a:extLst>
                  <a:ext uri="{FF2B5EF4-FFF2-40B4-BE49-F238E27FC236}">
                    <a16:creationId xmlns:a16="http://schemas.microsoft.com/office/drawing/2014/main" id="{A60C96AB-9725-BC7A-0C66-5A2132C4B336}"/>
                  </a:ext>
                </a:extLst>
              </p:cNvPr>
              <p:cNvSpPr/>
              <p:nvPr/>
            </p:nvSpPr>
            <p:spPr>
              <a:xfrm>
                <a:off x="5399252" y="5060631"/>
                <a:ext cx="104392" cy="117448"/>
              </a:xfrm>
              <a:prstGeom prst="ellipse">
                <a:avLst/>
              </a:prstGeom>
              <a:solidFill>
                <a:srgbClr val="FFC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b="1" err="1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</p:grp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5EFA9994-D760-E28A-CDF7-2D4CE7BFEEF6}"/>
                </a:ext>
              </a:extLst>
            </p:cNvPr>
            <p:cNvSpPr txBox="1"/>
            <p:nvPr/>
          </p:nvSpPr>
          <p:spPr>
            <a:xfrm>
              <a:off x="7089060" y="3771738"/>
              <a:ext cx="30423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USL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8A7A34DB-BA39-6F2C-2352-18AE768A793A}"/>
                </a:ext>
              </a:extLst>
            </p:cNvPr>
            <p:cNvSpPr txBox="1"/>
            <p:nvPr/>
          </p:nvSpPr>
          <p:spPr>
            <a:xfrm>
              <a:off x="7089060" y="4215588"/>
              <a:ext cx="33786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Target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C03BFBA2-BF9C-1A82-DF51-5491A9F6B88A}"/>
                </a:ext>
              </a:extLst>
            </p:cNvPr>
            <p:cNvSpPr txBox="1"/>
            <p:nvPr/>
          </p:nvSpPr>
          <p:spPr>
            <a:xfrm>
              <a:off x="7089060" y="4659438"/>
              <a:ext cx="30423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LSL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D191211D-2A8A-C8D7-F3F0-50787E1559EB}"/>
                </a:ext>
              </a:extLst>
            </p:cNvPr>
            <p:cNvSpPr txBox="1"/>
            <p:nvPr/>
          </p:nvSpPr>
          <p:spPr>
            <a:xfrm>
              <a:off x="7089060" y="4363538"/>
              <a:ext cx="30423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평균</a:t>
              </a:r>
              <a:endPara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327" name="그룹 326">
            <a:extLst>
              <a:ext uri="{FF2B5EF4-FFF2-40B4-BE49-F238E27FC236}">
                <a16:creationId xmlns:a16="http://schemas.microsoft.com/office/drawing/2014/main" id="{E86417D0-66CF-0748-2B3D-475CE513FBB6}"/>
              </a:ext>
            </a:extLst>
          </p:cNvPr>
          <p:cNvGrpSpPr/>
          <p:nvPr/>
        </p:nvGrpSpPr>
        <p:grpSpPr>
          <a:xfrm>
            <a:off x="2603689" y="3695699"/>
            <a:ext cx="3177985" cy="1306318"/>
            <a:chOff x="2792413" y="3695699"/>
            <a:chExt cx="2313183" cy="1306318"/>
          </a:xfrm>
        </p:grpSpPr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3D540B20-3F03-8A03-DF8B-4AF325CC82AD}"/>
                </a:ext>
              </a:extLst>
            </p:cNvPr>
            <p:cNvGrpSpPr/>
            <p:nvPr/>
          </p:nvGrpSpPr>
          <p:grpSpPr>
            <a:xfrm>
              <a:off x="2792413" y="3695699"/>
              <a:ext cx="2093674" cy="1306318"/>
              <a:chOff x="161661" y="4527999"/>
              <a:chExt cx="2965387" cy="1850213"/>
            </a:xfrm>
          </p:grpSpPr>
          <p:grpSp>
            <p:nvGrpSpPr>
              <p:cNvPr id="295" name="그룹 294">
                <a:extLst>
                  <a:ext uri="{FF2B5EF4-FFF2-40B4-BE49-F238E27FC236}">
                    <a16:creationId xmlns:a16="http://schemas.microsoft.com/office/drawing/2014/main" id="{A5331C96-7BDA-A3CC-46D4-7089F8BC1FA5}"/>
                  </a:ext>
                </a:extLst>
              </p:cNvPr>
              <p:cNvGrpSpPr/>
              <p:nvPr/>
            </p:nvGrpSpPr>
            <p:grpSpPr>
              <a:xfrm>
                <a:off x="161661" y="4527999"/>
                <a:ext cx="2906860" cy="1639416"/>
                <a:chOff x="345522" y="4148350"/>
                <a:chExt cx="4304299" cy="2427546"/>
              </a:xfrm>
            </p:grpSpPr>
            <p:pic>
              <p:nvPicPr>
                <p:cNvPr id="311" name="그림 310">
                  <a:extLst>
                    <a:ext uri="{FF2B5EF4-FFF2-40B4-BE49-F238E27FC236}">
                      <a16:creationId xmlns:a16="http://schemas.microsoft.com/office/drawing/2014/main" id="{D8153D3E-A302-FB13-BDD2-15D19E48C585}"/>
                    </a:ext>
                  </a:extLst>
                </p:cNvPr>
                <p:cNvPicPr preferRelativeResize="0">
                  <a:picLocks/>
                </p:cNvPicPr>
                <p:nvPr/>
              </p:nvPicPr>
              <p:blipFill>
                <a:blip r:embed="rId5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5522" y="4148350"/>
                  <a:ext cx="4304299" cy="2427546"/>
                </a:xfrm>
                <a:prstGeom prst="rect">
                  <a:avLst/>
                </a:prstGeom>
              </p:spPr>
            </p:pic>
            <p:sp>
              <p:nvSpPr>
                <p:cNvPr id="312" name="직사각형 311">
                  <a:extLst>
                    <a:ext uri="{FF2B5EF4-FFF2-40B4-BE49-F238E27FC236}">
                      <a16:creationId xmlns:a16="http://schemas.microsoft.com/office/drawing/2014/main" id="{7A4BCEF5-C119-CFD4-B151-A50B8FA7E263}"/>
                    </a:ext>
                  </a:extLst>
                </p:cNvPr>
                <p:cNvSpPr/>
                <p:nvPr/>
              </p:nvSpPr>
              <p:spPr>
                <a:xfrm>
                  <a:off x="685801" y="4508500"/>
                  <a:ext cx="533400" cy="1337823"/>
                </a:xfrm>
                <a:prstGeom prst="rect">
                  <a:avLst/>
                </a:prstGeom>
                <a:noFill/>
                <a:ln w="9525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 b="1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05232F70-DE77-1662-8BFD-7F8F1DD255FB}"/>
                    </a:ext>
                  </a:extLst>
                </p:cNvPr>
                <p:cNvSpPr/>
                <p:nvPr/>
              </p:nvSpPr>
              <p:spPr>
                <a:xfrm>
                  <a:off x="1225685" y="5585975"/>
                  <a:ext cx="1111116" cy="473220"/>
                </a:xfrm>
                <a:prstGeom prst="rect">
                  <a:avLst/>
                </a:prstGeom>
                <a:noFill/>
                <a:ln w="9525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 b="1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14" name="직사각형 313">
                  <a:extLst>
                    <a:ext uri="{FF2B5EF4-FFF2-40B4-BE49-F238E27FC236}">
                      <a16:creationId xmlns:a16="http://schemas.microsoft.com/office/drawing/2014/main" id="{3B3F1F43-80A3-D9F7-05F2-9DBC31FC97AC}"/>
                    </a:ext>
                  </a:extLst>
                </p:cNvPr>
                <p:cNvSpPr/>
                <p:nvPr/>
              </p:nvSpPr>
              <p:spPr>
                <a:xfrm>
                  <a:off x="2337746" y="5585975"/>
                  <a:ext cx="105416" cy="113180"/>
                </a:xfrm>
                <a:prstGeom prst="rect">
                  <a:avLst/>
                </a:prstGeom>
                <a:noFill/>
                <a:ln w="9525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 b="1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15" name="직사각형 314">
                  <a:extLst>
                    <a:ext uri="{FF2B5EF4-FFF2-40B4-BE49-F238E27FC236}">
                      <a16:creationId xmlns:a16="http://schemas.microsoft.com/office/drawing/2014/main" id="{AA99DCD6-1887-EAA8-0CD5-767BCE45609A}"/>
                    </a:ext>
                  </a:extLst>
                </p:cNvPr>
                <p:cNvSpPr/>
                <p:nvPr/>
              </p:nvSpPr>
              <p:spPr>
                <a:xfrm>
                  <a:off x="2443162" y="5642565"/>
                  <a:ext cx="45719" cy="137074"/>
                </a:xfrm>
                <a:prstGeom prst="rect">
                  <a:avLst/>
                </a:prstGeom>
                <a:noFill/>
                <a:ln w="9525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 b="1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16" name="직사각형 315">
                  <a:extLst>
                    <a:ext uri="{FF2B5EF4-FFF2-40B4-BE49-F238E27FC236}">
                      <a16:creationId xmlns:a16="http://schemas.microsoft.com/office/drawing/2014/main" id="{2E8432DD-9FC3-970C-A90B-FC48175B11AA}"/>
                    </a:ext>
                  </a:extLst>
                </p:cNvPr>
                <p:cNvSpPr/>
                <p:nvPr/>
              </p:nvSpPr>
              <p:spPr>
                <a:xfrm>
                  <a:off x="2488881" y="5585975"/>
                  <a:ext cx="45719" cy="137074"/>
                </a:xfrm>
                <a:prstGeom prst="rect">
                  <a:avLst/>
                </a:prstGeom>
                <a:noFill/>
                <a:ln w="9525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 b="1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17" name="직사각형 316">
                  <a:extLst>
                    <a:ext uri="{FF2B5EF4-FFF2-40B4-BE49-F238E27FC236}">
                      <a16:creationId xmlns:a16="http://schemas.microsoft.com/office/drawing/2014/main" id="{AC2D05ED-8883-56A3-689B-8640BC730FA3}"/>
                    </a:ext>
                  </a:extLst>
                </p:cNvPr>
                <p:cNvSpPr/>
                <p:nvPr/>
              </p:nvSpPr>
              <p:spPr>
                <a:xfrm>
                  <a:off x="2534600" y="5614269"/>
                  <a:ext cx="511019" cy="165369"/>
                </a:xfrm>
                <a:prstGeom prst="rect">
                  <a:avLst/>
                </a:prstGeom>
                <a:noFill/>
                <a:ln w="9525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 b="1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18" name="직사각형 317">
                  <a:extLst>
                    <a:ext uri="{FF2B5EF4-FFF2-40B4-BE49-F238E27FC236}">
                      <a16:creationId xmlns:a16="http://schemas.microsoft.com/office/drawing/2014/main" id="{F9BCE4A8-F327-34D0-FE80-E47E73F281D9}"/>
                    </a:ext>
                  </a:extLst>
                </p:cNvPr>
                <p:cNvSpPr/>
                <p:nvPr/>
              </p:nvSpPr>
              <p:spPr>
                <a:xfrm>
                  <a:off x="3045619" y="5642563"/>
                  <a:ext cx="70423" cy="80485"/>
                </a:xfrm>
                <a:prstGeom prst="rect">
                  <a:avLst/>
                </a:prstGeom>
                <a:noFill/>
                <a:ln w="9525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 b="1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F49A8926-E235-24DA-2A21-ABDE2464CC87}"/>
                    </a:ext>
                  </a:extLst>
                </p:cNvPr>
                <p:cNvSpPr/>
                <p:nvPr/>
              </p:nvSpPr>
              <p:spPr>
                <a:xfrm>
                  <a:off x="3116042" y="5642564"/>
                  <a:ext cx="48214" cy="113180"/>
                </a:xfrm>
                <a:prstGeom prst="rect">
                  <a:avLst/>
                </a:prstGeom>
                <a:noFill/>
                <a:ln w="9525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 b="1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E4F783CC-539E-72A1-1E7B-E5D8116ABD69}"/>
                    </a:ext>
                  </a:extLst>
                </p:cNvPr>
                <p:cNvSpPr/>
                <p:nvPr/>
              </p:nvSpPr>
              <p:spPr>
                <a:xfrm>
                  <a:off x="3164256" y="5614269"/>
                  <a:ext cx="105416" cy="113180"/>
                </a:xfrm>
                <a:prstGeom prst="rect">
                  <a:avLst/>
                </a:prstGeom>
                <a:noFill/>
                <a:ln w="9525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 b="1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21" name="직사각형 320">
                  <a:extLst>
                    <a:ext uri="{FF2B5EF4-FFF2-40B4-BE49-F238E27FC236}">
                      <a16:creationId xmlns:a16="http://schemas.microsoft.com/office/drawing/2014/main" id="{E90CA9FD-53A3-5A59-DA86-51711812803F}"/>
                    </a:ext>
                  </a:extLst>
                </p:cNvPr>
                <p:cNvSpPr/>
                <p:nvPr/>
              </p:nvSpPr>
              <p:spPr>
                <a:xfrm>
                  <a:off x="3272167" y="5613482"/>
                  <a:ext cx="87777" cy="113180"/>
                </a:xfrm>
                <a:prstGeom prst="rect">
                  <a:avLst/>
                </a:prstGeom>
                <a:noFill/>
                <a:ln w="9525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 b="1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22" name="직사각형 321">
                  <a:extLst>
                    <a:ext uri="{FF2B5EF4-FFF2-40B4-BE49-F238E27FC236}">
                      <a16:creationId xmlns:a16="http://schemas.microsoft.com/office/drawing/2014/main" id="{05FD5E3C-FEA1-143A-81A7-29EC3BDD354D}"/>
                    </a:ext>
                  </a:extLst>
                </p:cNvPr>
                <p:cNvSpPr/>
                <p:nvPr/>
              </p:nvSpPr>
              <p:spPr>
                <a:xfrm>
                  <a:off x="3359944" y="5557679"/>
                  <a:ext cx="185737" cy="165369"/>
                </a:xfrm>
                <a:prstGeom prst="rect">
                  <a:avLst/>
                </a:prstGeom>
                <a:noFill/>
                <a:ln w="9525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 b="1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23" name="직사각형 322">
                  <a:extLst>
                    <a:ext uri="{FF2B5EF4-FFF2-40B4-BE49-F238E27FC236}">
                      <a16:creationId xmlns:a16="http://schemas.microsoft.com/office/drawing/2014/main" id="{DAC22B6A-AB8B-0243-B106-3AEEFD881CF4}"/>
                    </a:ext>
                  </a:extLst>
                </p:cNvPr>
                <p:cNvSpPr/>
                <p:nvPr/>
              </p:nvSpPr>
              <p:spPr>
                <a:xfrm>
                  <a:off x="3549956" y="5679477"/>
                  <a:ext cx="864882" cy="633217"/>
                </a:xfrm>
                <a:prstGeom prst="rect">
                  <a:avLst/>
                </a:prstGeom>
                <a:noFill/>
                <a:ln w="9525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 b="1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24" name="직사각형 323">
                  <a:extLst>
                    <a:ext uri="{FF2B5EF4-FFF2-40B4-BE49-F238E27FC236}">
                      <a16:creationId xmlns:a16="http://schemas.microsoft.com/office/drawing/2014/main" id="{CB4E29B2-4724-97FF-DEB3-356DA73CF634}"/>
                    </a:ext>
                  </a:extLst>
                </p:cNvPr>
                <p:cNvSpPr/>
                <p:nvPr/>
              </p:nvSpPr>
              <p:spPr>
                <a:xfrm>
                  <a:off x="3657601" y="4260058"/>
                  <a:ext cx="864882" cy="260351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 b="1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</p:grpSp>
          <p:cxnSp>
            <p:nvCxnSpPr>
              <p:cNvPr id="296" name="직선 연결선 295">
                <a:extLst>
                  <a:ext uri="{FF2B5EF4-FFF2-40B4-BE49-F238E27FC236}">
                    <a16:creationId xmlns:a16="http://schemas.microsoft.com/office/drawing/2014/main" id="{A984DA7F-19AD-646D-01F7-0DD2316C24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522" y="5151438"/>
                <a:ext cx="360226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직선 연결선 296">
                <a:extLst>
                  <a:ext uri="{FF2B5EF4-FFF2-40B4-BE49-F238E27FC236}">
                    <a16:creationId xmlns:a16="http://schemas.microsoft.com/office/drawing/2014/main" id="{A9293ED7-5A1A-5D0E-9551-B0B59C4AF069}"/>
                  </a:ext>
                </a:extLst>
              </p:cNvPr>
              <p:cNvCxnSpPr>
                <a:cxnSpLocks/>
                <a:endCxn id="313" idx="3"/>
              </p:cNvCxnSpPr>
              <p:nvPr/>
            </p:nvCxnSpPr>
            <p:spPr>
              <a:xfrm>
                <a:off x="751691" y="5658675"/>
                <a:ext cx="754758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직선 연결선 297">
                <a:extLst>
                  <a:ext uri="{FF2B5EF4-FFF2-40B4-BE49-F238E27FC236}">
                    <a16:creationId xmlns:a16="http://schemas.microsoft.com/office/drawing/2014/main" id="{DF47F474-8F7A-822A-26E0-FBC95BAA3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5376" y="5556503"/>
                <a:ext cx="72903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직선 연결선 298">
                <a:extLst>
                  <a:ext uri="{FF2B5EF4-FFF2-40B4-BE49-F238E27FC236}">
                    <a16:creationId xmlns:a16="http://schemas.microsoft.com/office/drawing/2014/main" id="{62E1EA5E-4AA4-BF04-B456-E1250BC42D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75461" y="5584310"/>
                <a:ext cx="30918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직선 연결선 299">
                <a:extLst>
                  <a:ext uri="{FF2B5EF4-FFF2-40B4-BE49-F238E27FC236}">
                    <a16:creationId xmlns:a16="http://schemas.microsoft.com/office/drawing/2014/main" id="{3B6714D0-F267-FBDD-4996-C77F78E930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8163" y="5558880"/>
                <a:ext cx="34010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직선 연결선 300">
                <a:extLst>
                  <a:ext uri="{FF2B5EF4-FFF2-40B4-BE49-F238E27FC236}">
                    <a16:creationId xmlns:a16="http://schemas.microsoft.com/office/drawing/2014/main" id="{5110362E-0C19-F661-1B00-B5A007B44D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7344" y="5589839"/>
                <a:ext cx="347130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직선 연결선 301">
                <a:extLst>
                  <a:ext uri="{FF2B5EF4-FFF2-40B4-BE49-F238E27FC236}">
                    <a16:creationId xmlns:a16="http://schemas.microsoft.com/office/drawing/2014/main" id="{C8DFCA2B-CAA9-2F66-300A-F9858491F4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32663" y="5574781"/>
                <a:ext cx="30918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직선 연결선 302">
                <a:extLst>
                  <a:ext uri="{FF2B5EF4-FFF2-40B4-BE49-F238E27FC236}">
                    <a16:creationId xmlns:a16="http://schemas.microsoft.com/office/drawing/2014/main" id="{E29FDDB7-E6ED-1F49-635C-6B2D67795A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9446" y="5562879"/>
                <a:ext cx="41152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직선 연결선 303">
                <a:extLst>
                  <a:ext uri="{FF2B5EF4-FFF2-40B4-BE49-F238E27FC236}">
                    <a16:creationId xmlns:a16="http://schemas.microsoft.com/office/drawing/2014/main" id="{3D4F1B7B-3BB8-DA2F-0444-DA9F5DDD8A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7374" y="5555733"/>
                <a:ext cx="66275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>
                <a:extLst>
                  <a:ext uri="{FF2B5EF4-FFF2-40B4-BE49-F238E27FC236}">
                    <a16:creationId xmlns:a16="http://schemas.microsoft.com/office/drawing/2014/main" id="{59E07F01-1061-9509-399F-36D703E614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39908" y="5577162"/>
                <a:ext cx="49794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직선 연결선 305">
                <a:extLst>
                  <a:ext uri="{FF2B5EF4-FFF2-40B4-BE49-F238E27FC236}">
                    <a16:creationId xmlns:a16="http://schemas.microsoft.com/office/drawing/2014/main" id="{053321D7-3998-65D8-36B1-6BC971A9B4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95484" y="5555733"/>
                <a:ext cx="129151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직선 연결선 306">
                <a:extLst>
                  <a:ext uri="{FF2B5EF4-FFF2-40B4-BE49-F238E27FC236}">
                    <a16:creationId xmlns:a16="http://schemas.microsoft.com/office/drawing/2014/main" id="{FFB4D1B7-5F08-9735-AC91-D850039F3D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20529" y="5801004"/>
                <a:ext cx="593447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8" name="TextBox 307">
                <a:extLst>
                  <a:ext uri="{FF2B5EF4-FFF2-40B4-BE49-F238E27FC236}">
                    <a16:creationId xmlns:a16="http://schemas.microsoft.com/office/drawing/2014/main" id="{5BD703BC-0C02-A501-B542-00F16ECD2EEA}"/>
                  </a:ext>
                </a:extLst>
              </p:cNvPr>
              <p:cNvSpPr txBox="1"/>
              <p:nvPr/>
            </p:nvSpPr>
            <p:spPr>
              <a:xfrm>
                <a:off x="598506" y="6073066"/>
                <a:ext cx="2028320" cy="3051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Figure 1. </a:t>
                </a:r>
                <a:r>
                  <a:rPr lang="ko-KR" altLang="en-US" sz="800" err="1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소구간</a:t>
                </a:r>
                <a:r>
                  <a:rPr lang="ko-KR" altLang="en-US" sz="8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분류 후 평균 계산</a:t>
                </a:r>
                <a:endPara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309" name="TextBox 308">
                <a:extLst>
                  <a:ext uri="{FF2B5EF4-FFF2-40B4-BE49-F238E27FC236}">
                    <a16:creationId xmlns:a16="http://schemas.microsoft.com/office/drawing/2014/main" id="{B4743DFD-5E8C-3E80-A460-C19DAE36BAFA}"/>
                  </a:ext>
                </a:extLst>
              </p:cNvPr>
              <p:cNvSpPr txBox="1"/>
              <p:nvPr/>
            </p:nvSpPr>
            <p:spPr>
              <a:xfrm>
                <a:off x="2391425" y="4768506"/>
                <a:ext cx="735623" cy="47951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800" err="1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소구간</a:t>
                </a:r>
                <a:r>
                  <a:rPr lang="ko-KR" altLang="en-US" sz="8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평균</a:t>
                </a:r>
                <a:endPara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  <a:p>
                <a:r>
                  <a:rPr lang="ko-KR" altLang="en-US" sz="800" err="1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소구간</a:t>
                </a:r>
                <a:endPara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cxnSp>
            <p:nvCxnSpPr>
              <p:cNvPr id="310" name="직선 연결선 309">
                <a:extLst>
                  <a:ext uri="{FF2B5EF4-FFF2-40B4-BE49-F238E27FC236}">
                    <a16:creationId xmlns:a16="http://schemas.microsoft.com/office/drawing/2014/main" id="{0D1F4DAF-08A3-81C6-2890-3C5933C92D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44329" y="4868100"/>
                <a:ext cx="190499" cy="0"/>
              </a:xfrm>
              <a:prstGeom prst="line">
                <a:avLst/>
              </a:prstGeom>
              <a:ln w="19050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CABEC6BA-4C29-5189-59F5-5F0BD0EEA505}"/>
                </a:ext>
              </a:extLst>
            </p:cNvPr>
            <p:cNvSpPr/>
            <p:nvPr/>
          </p:nvSpPr>
          <p:spPr>
            <a:xfrm>
              <a:off x="4309650" y="3997168"/>
              <a:ext cx="41853" cy="53966"/>
            </a:xfrm>
            <a:prstGeom prst="rect">
              <a:avLst/>
            </a:prstGeom>
            <a:noFill/>
            <a:ln w="9525"/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5392C768-86DA-4D48-5E68-EC9C471BD1CC}"/>
                </a:ext>
              </a:extLst>
            </p:cNvPr>
            <p:cNvSpPr txBox="1"/>
            <p:nvPr/>
          </p:nvSpPr>
          <p:spPr>
            <a:xfrm>
              <a:off x="4762208" y="3771738"/>
              <a:ext cx="30423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USL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BE14F0A3-F5BF-326C-882D-0948DA534989}"/>
                </a:ext>
              </a:extLst>
            </p:cNvPr>
            <p:cNvSpPr txBox="1"/>
            <p:nvPr/>
          </p:nvSpPr>
          <p:spPr>
            <a:xfrm>
              <a:off x="4762208" y="4215588"/>
              <a:ext cx="34338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Target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40769979-698B-F039-0524-AE2AB85FA526}"/>
                </a:ext>
              </a:extLst>
            </p:cNvPr>
            <p:cNvSpPr txBox="1"/>
            <p:nvPr/>
          </p:nvSpPr>
          <p:spPr>
            <a:xfrm>
              <a:off x="4762208" y="4659438"/>
              <a:ext cx="30423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LSL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BF38C480-BB47-983A-8E2A-3E83CDF8ED9B}"/>
                </a:ext>
              </a:extLst>
            </p:cNvPr>
            <p:cNvSpPr txBox="1"/>
            <p:nvPr/>
          </p:nvSpPr>
          <p:spPr>
            <a:xfrm>
              <a:off x="4762208" y="4363538"/>
              <a:ext cx="30423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평균</a:t>
              </a:r>
              <a:endPara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328" name="TextBox 327">
            <a:extLst>
              <a:ext uri="{FF2B5EF4-FFF2-40B4-BE49-F238E27FC236}">
                <a16:creationId xmlns:a16="http://schemas.microsoft.com/office/drawing/2014/main" id="{5C85E77F-A1A0-9FFD-2820-DA7D810EF45F}"/>
              </a:ext>
            </a:extLst>
          </p:cNvPr>
          <p:cNvSpPr txBox="1"/>
          <p:nvPr/>
        </p:nvSpPr>
        <p:spPr>
          <a:xfrm>
            <a:off x="4954679" y="4830888"/>
            <a:ext cx="82699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데이터 위치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29" name="TextBox 328">
            <a:extLst>
              <a:ext uri="{FF2B5EF4-FFF2-40B4-BE49-F238E27FC236}">
                <a16:creationId xmlns:a16="http://schemas.microsoft.com/office/drawing/2014/main" id="{468986CD-6B9D-34D8-8287-777717778B7A}"/>
              </a:ext>
            </a:extLst>
          </p:cNvPr>
          <p:cNvSpPr txBox="1"/>
          <p:nvPr/>
        </p:nvSpPr>
        <p:spPr>
          <a:xfrm>
            <a:off x="2516279" y="3545013"/>
            <a:ext cx="82699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측정치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2F6B75D5-EF6C-B317-575F-12B5170AA756}"/>
              </a:ext>
            </a:extLst>
          </p:cNvPr>
          <p:cNvSpPr txBox="1"/>
          <p:nvPr/>
        </p:nvSpPr>
        <p:spPr>
          <a:xfrm>
            <a:off x="7983629" y="4830888"/>
            <a:ext cx="82699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데이터 위치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31" name="TextBox 330">
            <a:extLst>
              <a:ext uri="{FF2B5EF4-FFF2-40B4-BE49-F238E27FC236}">
                <a16:creationId xmlns:a16="http://schemas.microsoft.com/office/drawing/2014/main" id="{2D81D871-F5E4-3D0B-5861-BC6216ECDA58}"/>
              </a:ext>
            </a:extLst>
          </p:cNvPr>
          <p:cNvSpPr txBox="1"/>
          <p:nvPr/>
        </p:nvSpPr>
        <p:spPr>
          <a:xfrm>
            <a:off x="5545229" y="3545013"/>
            <a:ext cx="82699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측정치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32" name="TextBox 331">
            <a:extLst>
              <a:ext uri="{FF2B5EF4-FFF2-40B4-BE49-F238E27FC236}">
                <a16:creationId xmlns:a16="http://schemas.microsoft.com/office/drawing/2014/main" id="{3B10E77E-DF02-5E49-7BA4-B3D21B41DA8A}"/>
              </a:ext>
            </a:extLst>
          </p:cNvPr>
          <p:cNvSpPr txBox="1"/>
          <p:nvPr/>
        </p:nvSpPr>
        <p:spPr>
          <a:xfrm>
            <a:off x="4954679" y="6345694"/>
            <a:ext cx="82699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데이터 위치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33" name="TextBox 332">
            <a:extLst>
              <a:ext uri="{FF2B5EF4-FFF2-40B4-BE49-F238E27FC236}">
                <a16:creationId xmlns:a16="http://schemas.microsoft.com/office/drawing/2014/main" id="{CF354F29-C018-6939-2ED3-AF8A5B4688B7}"/>
              </a:ext>
            </a:extLst>
          </p:cNvPr>
          <p:cNvSpPr txBox="1"/>
          <p:nvPr/>
        </p:nvSpPr>
        <p:spPr>
          <a:xfrm>
            <a:off x="2516279" y="5059819"/>
            <a:ext cx="82699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측정치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31484623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113243-6EB0-FAC2-152B-FC3F15EF94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제목 1">
            <a:extLst>
              <a:ext uri="{FF2B5EF4-FFF2-40B4-BE49-F238E27FC236}">
                <a16:creationId xmlns:a16="http://schemas.microsoft.com/office/drawing/2014/main" id="{DA2F7899-9E4B-23E7-3DFC-0588A8FBAE7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036135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solidFill>
                  <a:schemeClr val="tx1"/>
                </a:solidFill>
                <a:cs typeface="Malgun Gothic Semilight"/>
              </a:rPr>
              <a:t>3.MC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cs typeface="Malgun Gothic Semilight"/>
              </a:rPr>
              <a:t>자동보정팀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cs typeface="Malgun Gothic Semilight"/>
              </a:rPr>
              <a:t>(1/3)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cs typeface="Malgun Gothic Semilight"/>
            </a:endParaRPr>
          </a:p>
        </p:txBody>
      </p:sp>
      <p:sp>
        <p:nvSpPr>
          <p:cNvPr id="9" name="실행 단추: 홈으로 이동 8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7CD993CE-C016-5F56-43D3-12FC593D35E7}"/>
              </a:ext>
            </a:extLst>
          </p:cNvPr>
          <p:cNvSpPr/>
          <p:nvPr/>
        </p:nvSpPr>
        <p:spPr>
          <a:xfrm>
            <a:off x="9513455" y="132021"/>
            <a:ext cx="292852" cy="292852"/>
          </a:xfrm>
          <a:prstGeom prst="actionButtonHo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22256A6-C7CD-F573-B117-F304392ACE9E}"/>
              </a:ext>
            </a:extLst>
          </p:cNvPr>
          <p:cNvSpPr txBox="1"/>
          <p:nvPr/>
        </p:nvSpPr>
        <p:spPr>
          <a:xfrm>
            <a:off x="96900" y="4887131"/>
            <a:ext cx="9673386" cy="1084912"/>
          </a:xfrm>
          <a:prstGeom prst="rect">
            <a:avLst/>
          </a:prstGeom>
          <a:noFill/>
        </p:spPr>
        <p:txBody>
          <a:bodyPr wrap="square" lIns="91440" tIns="0" rIns="91440" bIns="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kumimoji="1" lang="en-US" sz="1050" b="1" i="0" u="none" strike="noStrike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4. 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신규</a:t>
            </a:r>
            <a:r>
              <a:rPr kumimoji="1" lang="ko-KR" altLang="en-US" sz="105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개발 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| </a:t>
            </a: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Tab Torn 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이슈 개선을 위한 </a:t>
            </a: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Plus 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미스매치 기능 개발</a:t>
            </a: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kumimoji="1" lang="en-US" altLang="ko-KR" sz="1050" b="1">
                <a:latin typeface="Arial Narrow"/>
                <a:ea typeface="LG스마트체 Regular"/>
                <a:cs typeface="Malgun Gothic Semilight"/>
              </a:rPr>
              <a:t>(WA)</a:t>
            </a:r>
            <a:endParaRPr kumimoji="1" lang="en-US" sz="1050" b="1">
              <a:latin typeface="Arial Narrow"/>
              <a:ea typeface="LG스마트체 Regular"/>
              <a:cs typeface="Malgun Gothic Semilight"/>
            </a:endParaRPr>
          </a:p>
          <a:p>
            <a:pPr>
              <a:defRPr/>
            </a:pPr>
            <a:r>
              <a:rPr kumimoji="1" lang="en-US" sz="1000" b="1">
                <a:latin typeface="Arial Narrow"/>
                <a:ea typeface="LG스마트체 Regular"/>
                <a:cs typeface="Malgun Gothic Semilight"/>
              </a:rPr>
              <a:t>  </a:t>
            </a:r>
            <a:r>
              <a:rPr lang="en-US" altLang="ko-KR" sz="1000"/>
              <a:t>- </a:t>
            </a:r>
            <a:r>
              <a:rPr lang="ko-KR" altLang="en-US" sz="1000" b="1"/>
              <a:t>대상 </a:t>
            </a:r>
            <a:r>
              <a:rPr lang="en-US" altLang="ko-KR" sz="1000" b="1"/>
              <a:t>:</a:t>
            </a:r>
            <a:r>
              <a:rPr lang="en-US" altLang="ko-KR" sz="1000"/>
              <a:t> Tab Torn </a:t>
            </a:r>
            <a:r>
              <a:rPr lang="ko-KR" altLang="en-US" sz="1000"/>
              <a:t>이슈 개선을 위한 </a:t>
            </a:r>
            <a:r>
              <a:rPr lang="en-US" altLang="ko-KR" sz="1000"/>
              <a:t>Plus </a:t>
            </a:r>
            <a:r>
              <a:rPr lang="ko-KR" altLang="en-US" sz="1000"/>
              <a:t>미스매치로 관리규격이 변경되었고 전체적으로 적용하는 것으로 결정되었습니다</a:t>
            </a:r>
            <a:r>
              <a:rPr lang="en-US" altLang="ko-KR" sz="1000"/>
              <a:t>.</a:t>
            </a:r>
          </a:p>
          <a:p>
            <a:pPr>
              <a:defRPr/>
            </a:pPr>
            <a:r>
              <a:rPr lang="en-US" altLang="ko-KR" sz="1000"/>
              <a:t>  - </a:t>
            </a:r>
            <a:r>
              <a:rPr lang="en-US" altLang="ko-KR" sz="1000" b="1" err="1"/>
              <a:t>개발</a:t>
            </a:r>
            <a:r>
              <a:rPr lang="en-US" altLang="ko-KR" sz="1000" b="1"/>
              <a:t> :-</a:t>
            </a:r>
            <a:r>
              <a:rPr lang="en-US" altLang="ko-KR" sz="1000"/>
              <a:t> </a:t>
            </a:r>
            <a:r>
              <a:rPr lang="en-US" altLang="ko-KR" sz="1000">
                <a:latin typeface="+mn-lt"/>
                <a:ea typeface="+mn-ea"/>
              </a:rPr>
              <a:t>Plus </a:t>
            </a:r>
            <a:r>
              <a:rPr lang="ko-KR" altLang="en-US" sz="1000">
                <a:latin typeface="+mn-lt"/>
                <a:ea typeface="+mn-ea"/>
              </a:rPr>
              <a:t>미스매치</a:t>
            </a:r>
            <a:r>
              <a:rPr lang="en-US" altLang="ko-KR" sz="1000">
                <a:latin typeface="+mn-lt"/>
                <a:ea typeface="+mn-ea"/>
              </a:rPr>
              <a:t>(CPC </a:t>
            </a:r>
            <a:r>
              <a:rPr lang="ko-KR" altLang="en-US" sz="1000">
                <a:latin typeface="+mn-lt"/>
                <a:ea typeface="+mn-ea"/>
              </a:rPr>
              <a:t>제어</a:t>
            </a:r>
            <a:r>
              <a:rPr lang="en-US" altLang="ko-KR" sz="1000">
                <a:latin typeface="+mn-lt"/>
                <a:ea typeface="+mn-ea"/>
              </a:rPr>
              <a:t>)</a:t>
            </a:r>
            <a:r>
              <a:rPr lang="ko-KR" altLang="en-US" sz="1000">
                <a:latin typeface="+mn-lt"/>
                <a:ea typeface="+mn-ea"/>
              </a:rPr>
              <a:t> </a:t>
            </a:r>
            <a:r>
              <a:rPr lang="ko-KR" altLang="en-US" sz="1000"/>
              <a:t>개발 완료 하였으며</a:t>
            </a:r>
            <a:r>
              <a:rPr lang="en-US" altLang="ko-KR" sz="1000"/>
              <a:t> (11/08), </a:t>
            </a:r>
            <a:r>
              <a:rPr lang="en-US" altLang="ko-KR" sz="1000">
                <a:latin typeface="+mn-lt"/>
                <a:ea typeface="+mn-ea"/>
              </a:rPr>
              <a:t>Plus </a:t>
            </a:r>
            <a:r>
              <a:rPr lang="ko-KR" altLang="en-US" sz="1000">
                <a:latin typeface="+mn-lt"/>
                <a:ea typeface="+mn-ea"/>
              </a:rPr>
              <a:t>미스매치</a:t>
            </a:r>
            <a:r>
              <a:rPr lang="en-US" altLang="ko-KR" sz="1000">
                <a:latin typeface="+mn-lt"/>
                <a:ea typeface="+mn-ea"/>
              </a:rPr>
              <a:t>(GAP </a:t>
            </a:r>
            <a:r>
              <a:rPr lang="ko-KR" altLang="en-US" sz="1000">
                <a:latin typeface="+mn-lt"/>
                <a:ea typeface="+mn-ea"/>
              </a:rPr>
              <a:t>제어</a:t>
            </a:r>
            <a:r>
              <a:rPr lang="en-US" altLang="ko-KR" sz="1000">
                <a:latin typeface="+mn-lt"/>
                <a:ea typeface="+mn-ea"/>
              </a:rPr>
              <a:t>)</a:t>
            </a:r>
            <a:r>
              <a:rPr lang="ko-KR" altLang="en-US" sz="1000">
                <a:latin typeface="+mn-lt"/>
                <a:ea typeface="+mn-ea"/>
              </a:rPr>
              <a:t> </a:t>
            </a:r>
            <a:r>
              <a:rPr lang="ko-KR" altLang="en-US" sz="1000"/>
              <a:t>로직</a:t>
            </a:r>
            <a:r>
              <a:rPr lang="en-US" altLang="ko-KR" sz="1000"/>
              <a:t> </a:t>
            </a:r>
            <a:r>
              <a:rPr lang="ko-KR" altLang="en-US" sz="1000"/>
              <a:t>개발 완료 하였습니다</a:t>
            </a:r>
            <a:r>
              <a:rPr lang="en-US" altLang="ko-KR" sz="1000"/>
              <a:t>. (</a:t>
            </a:r>
            <a:r>
              <a:rPr lang="en-US" altLang="ko-KR" sz="1000" strike="sngStrike"/>
              <a:t>~11/17 </a:t>
            </a:r>
            <a:r>
              <a:rPr lang="ko-KR" altLang="en-US" sz="1000"/>
              <a:t>→ </a:t>
            </a:r>
            <a:r>
              <a:rPr lang="en-US" altLang="ko-KR" sz="1000"/>
              <a:t>11/18)</a:t>
            </a:r>
            <a:br>
              <a:rPr lang="en-US" altLang="ko-KR" sz="1000"/>
            </a:br>
            <a:r>
              <a:rPr lang="en-US" altLang="ko-KR" sz="1000"/>
              <a:t>                  </a:t>
            </a:r>
            <a:r>
              <a:rPr lang="ko-KR" altLang="en-US" sz="1000" b="0">
                <a:latin typeface="+mn-lt"/>
                <a:ea typeface="+mn-ea"/>
              </a:rPr>
              <a:t>시뮬레이션 검증을 통해</a:t>
            </a:r>
            <a:r>
              <a:rPr lang="en-US" altLang="ko-KR" sz="1000" b="0">
                <a:latin typeface="+mn-lt"/>
                <a:ea typeface="+mn-ea"/>
              </a:rPr>
              <a:t> Plus MM </a:t>
            </a:r>
            <a:r>
              <a:rPr lang="ko-KR" altLang="en-US" sz="1000" b="0">
                <a:latin typeface="+mn-lt"/>
                <a:ea typeface="+mn-ea"/>
              </a:rPr>
              <a:t>관리 로직 정상 동작 확인하였습니다</a:t>
            </a:r>
            <a:r>
              <a:rPr lang="en-US" altLang="ko-KR" sz="1000" b="0">
                <a:latin typeface="+mn-lt"/>
                <a:ea typeface="+mn-ea"/>
              </a:rPr>
              <a:t>.(11/21) </a:t>
            </a:r>
            <a:r>
              <a:rPr lang="ko-KR" altLang="en-US" sz="1000" b="0">
                <a:latin typeface="+mn-lt"/>
                <a:ea typeface="+mn-ea"/>
              </a:rPr>
              <a:t>법인 물동 조정으로 인해 적용 검증 예정일이 </a:t>
            </a:r>
            <a:r>
              <a:rPr lang="en-US" altLang="ko-KR" sz="1000" b="0">
                <a:latin typeface="+mn-lt"/>
                <a:ea typeface="+mn-ea"/>
              </a:rPr>
              <a:t>11/25</a:t>
            </a:r>
            <a:r>
              <a:rPr lang="ko-KR" altLang="en-US" sz="1000" b="0">
                <a:latin typeface="+mn-lt"/>
                <a:ea typeface="+mn-ea"/>
              </a:rPr>
              <a:t>일에서 </a:t>
            </a:r>
            <a:r>
              <a:rPr lang="en-US" altLang="ko-KR" sz="1000" b="0">
                <a:latin typeface="+mn-lt"/>
                <a:ea typeface="+mn-ea"/>
              </a:rPr>
              <a:t>12/12</a:t>
            </a:r>
            <a:r>
              <a:rPr lang="ko-KR" altLang="en-US" sz="1000" b="0">
                <a:latin typeface="+mn-lt"/>
                <a:ea typeface="+mn-ea"/>
              </a:rPr>
              <a:t>일로 변경되었습니다</a:t>
            </a:r>
            <a:r>
              <a:rPr lang="en-US" altLang="ko-KR" sz="1000" b="0">
                <a:latin typeface="+mn-lt"/>
                <a:ea typeface="+mn-ea"/>
              </a:rPr>
              <a:t>.</a:t>
            </a:r>
          </a:p>
          <a:p>
            <a:pPr>
              <a:defRPr/>
            </a:pPr>
            <a:r>
              <a:rPr lang="en-US" altLang="ko-KR" sz="1000"/>
              <a:t>                  </a:t>
            </a:r>
            <a:r>
              <a:rPr lang="ko-KR" altLang="en-US" sz="1000" b="0">
                <a:latin typeface="+mn-lt"/>
                <a:ea typeface="+mn-ea"/>
              </a:rPr>
              <a:t>양극 </a:t>
            </a:r>
            <a:r>
              <a:rPr lang="en-US" altLang="ko-KR" sz="1000" b="0">
                <a:latin typeface="+mn-lt"/>
                <a:ea typeface="+mn-ea"/>
              </a:rPr>
              <a:t>6</a:t>
            </a:r>
            <a:r>
              <a:rPr lang="ko-KR" altLang="en-US" sz="1000" b="0">
                <a:latin typeface="+mn-lt"/>
                <a:ea typeface="+mn-ea"/>
              </a:rPr>
              <a:t>호기 대상으로 </a:t>
            </a:r>
            <a:r>
              <a:rPr lang="en-US" altLang="ko-KR" sz="1000" b="0">
                <a:latin typeface="+mn-lt"/>
                <a:ea typeface="+mn-ea"/>
              </a:rPr>
              <a:t>Plus </a:t>
            </a:r>
            <a:r>
              <a:rPr lang="ko-KR" altLang="en-US" sz="1000" b="0">
                <a:latin typeface="+mn-lt"/>
                <a:ea typeface="+mn-ea"/>
              </a:rPr>
              <a:t>미스매치 기능 검증 예정</a:t>
            </a:r>
            <a:r>
              <a:rPr lang="en-US" altLang="ko-KR" sz="1000" b="0">
                <a:latin typeface="+mn-lt"/>
                <a:ea typeface="+mn-ea"/>
              </a:rPr>
              <a:t>(~12/05)</a:t>
            </a:r>
            <a:r>
              <a:rPr lang="ko-KR" altLang="en-US" sz="1000" b="0">
                <a:latin typeface="+mn-lt"/>
                <a:ea typeface="+mn-ea"/>
              </a:rPr>
              <a:t>입니다</a:t>
            </a:r>
            <a:r>
              <a:rPr lang="en-US" altLang="ko-KR" sz="1000" b="0">
                <a:latin typeface="+mn-lt"/>
                <a:ea typeface="+mn-ea"/>
              </a:rPr>
              <a:t>. </a:t>
            </a:r>
          </a:p>
          <a:p>
            <a:pPr>
              <a:defRPr/>
            </a:pPr>
            <a:r>
              <a:rPr lang="en-US" altLang="ko-KR" sz="1000"/>
              <a:t>   - </a:t>
            </a:r>
            <a:r>
              <a:rPr lang="ko-KR" altLang="en-US" sz="1000"/>
              <a:t>검증 및 적용</a:t>
            </a:r>
            <a:r>
              <a:rPr lang="en-US" altLang="ko-KR" sz="1000"/>
              <a:t>: Gap </a:t>
            </a:r>
            <a:r>
              <a:rPr lang="ko-KR" altLang="en-US" sz="1000"/>
              <a:t>제어 기능검증 완료</a:t>
            </a:r>
            <a:r>
              <a:rPr lang="en-US" altLang="ko-KR" sz="1000"/>
              <a:t>(</a:t>
            </a:r>
            <a:r>
              <a:rPr lang="ko-KR" altLang="en-US" sz="1000"/>
              <a:t>음극 </a:t>
            </a:r>
            <a:r>
              <a:rPr lang="en-US" altLang="ko-KR" sz="1000"/>
              <a:t>1</a:t>
            </a:r>
            <a:r>
              <a:rPr lang="ko-KR" altLang="en-US" sz="1000"/>
              <a:t>호기</a:t>
            </a:r>
            <a:r>
              <a:rPr lang="en-US" altLang="ko-KR" sz="1000"/>
              <a:t>, 12/5),</a:t>
            </a:r>
            <a:r>
              <a:rPr lang="ko-KR" altLang="en-US" sz="1000"/>
              <a:t> </a:t>
            </a:r>
            <a:r>
              <a:rPr lang="en-US" altLang="ko-KR" sz="1000" b="0">
                <a:latin typeface="+mn-lt"/>
                <a:ea typeface="+mn-ea"/>
              </a:rPr>
              <a:t>CPC</a:t>
            </a:r>
            <a:r>
              <a:rPr lang="ko-KR" altLang="en-US" sz="1000" b="0">
                <a:latin typeface="+mn-lt"/>
                <a:ea typeface="+mn-ea"/>
              </a:rPr>
              <a:t> 제어</a:t>
            </a:r>
            <a:r>
              <a:rPr lang="en-US" altLang="ko-KR" sz="1000"/>
              <a:t> </a:t>
            </a:r>
            <a:r>
              <a:rPr lang="ko-KR" altLang="en-US" sz="1000"/>
              <a:t>기능검증 완료</a:t>
            </a:r>
            <a:r>
              <a:rPr lang="en-US" altLang="ko-KR" sz="1000"/>
              <a:t>(</a:t>
            </a:r>
            <a:r>
              <a:rPr lang="ko-KR" altLang="en-US" sz="1000"/>
              <a:t>양극 </a:t>
            </a:r>
            <a:r>
              <a:rPr lang="en-US" altLang="ko-KR" sz="1000"/>
              <a:t>1</a:t>
            </a:r>
            <a:r>
              <a:rPr lang="ko-KR" altLang="en-US" sz="1000"/>
              <a:t>호기</a:t>
            </a:r>
            <a:r>
              <a:rPr lang="en-US" altLang="ko-KR" sz="1000"/>
              <a:t>, 12/8) </a:t>
            </a:r>
            <a:r>
              <a:rPr lang="ko-KR" altLang="en-US" sz="1000"/>
              <a:t>하였으며</a:t>
            </a:r>
            <a:r>
              <a:rPr lang="en-US" altLang="ko-KR" sz="1000"/>
              <a:t>, Gap, CPC </a:t>
            </a:r>
            <a:r>
              <a:rPr lang="ko-KR" altLang="en-US" sz="1000"/>
              <a:t>전체 기능 검증 하겠습니다</a:t>
            </a:r>
            <a:r>
              <a:rPr lang="en-US" altLang="ko-KR" sz="1000"/>
              <a:t>.(</a:t>
            </a:r>
            <a:r>
              <a:rPr lang="ko-KR" altLang="en-US" sz="1000"/>
              <a:t>양극 </a:t>
            </a:r>
            <a:r>
              <a:rPr lang="en-US" altLang="ko-KR" sz="1000"/>
              <a:t>3</a:t>
            </a:r>
            <a:r>
              <a:rPr lang="ko-KR" altLang="en-US" sz="1000"/>
              <a:t>호기</a:t>
            </a:r>
            <a:r>
              <a:rPr lang="en-US" altLang="ko-KR" sz="1000"/>
              <a:t>,</a:t>
            </a:r>
            <a:r>
              <a:rPr lang="ko-KR" altLang="en-US" sz="1000"/>
              <a:t> </a:t>
            </a:r>
            <a:r>
              <a:rPr lang="en-US" altLang="ko-KR" sz="1000"/>
              <a:t>12/12 </a:t>
            </a:r>
            <a:r>
              <a:rPr lang="ko-KR" altLang="en-US" sz="1000"/>
              <a:t>예정</a:t>
            </a:r>
            <a:r>
              <a:rPr lang="en-US" altLang="ko-KR" sz="1000"/>
              <a:t>)</a:t>
            </a:r>
          </a:p>
          <a:p>
            <a:pPr>
              <a:defRPr/>
            </a:pPr>
            <a:r>
              <a:rPr lang="ko-KR" altLang="en-US" sz="1000" b="0">
                <a:solidFill>
                  <a:srgbClr val="0000FF"/>
                </a:solidFill>
              </a:rPr>
              <a:t>   </a:t>
            </a:r>
            <a:r>
              <a:rPr lang="en-US" altLang="ko-KR" sz="1000" b="0">
                <a:solidFill>
                  <a:srgbClr val="0000FF"/>
                </a:solidFill>
              </a:rPr>
              <a:t>- </a:t>
            </a:r>
            <a:r>
              <a:rPr lang="ko-KR" altLang="en-US" sz="1000" b="0">
                <a:solidFill>
                  <a:srgbClr val="0000FF"/>
                </a:solidFill>
              </a:rPr>
              <a:t>모니터링</a:t>
            </a:r>
            <a:r>
              <a:rPr lang="en-US" altLang="ko-KR" sz="1000" b="0">
                <a:solidFill>
                  <a:srgbClr val="0000FF"/>
                </a:solidFill>
              </a:rPr>
              <a:t>: </a:t>
            </a:r>
            <a:r>
              <a:rPr lang="ko-KR" altLang="en-US" sz="1000" b="0">
                <a:solidFill>
                  <a:srgbClr val="0000FF"/>
                </a:solidFill>
              </a:rPr>
              <a:t>양극 </a:t>
            </a:r>
            <a:r>
              <a:rPr lang="en-US" altLang="ko-KR" sz="1000" b="0">
                <a:solidFill>
                  <a:srgbClr val="0000FF"/>
                </a:solidFill>
              </a:rPr>
              <a:t>3</a:t>
            </a:r>
            <a:r>
              <a:rPr lang="ko-KR" altLang="en-US" sz="1000" b="0">
                <a:solidFill>
                  <a:srgbClr val="0000FF"/>
                </a:solidFill>
              </a:rPr>
              <a:t>호기 테스트</a:t>
            </a:r>
            <a:r>
              <a:rPr lang="en-US" altLang="ko-KR" sz="1000" b="0">
                <a:solidFill>
                  <a:srgbClr val="0000FF"/>
                </a:solidFill>
              </a:rPr>
              <a:t>(12/12)</a:t>
            </a:r>
            <a:r>
              <a:rPr lang="ko-KR" altLang="en-US" sz="1000" b="0">
                <a:solidFill>
                  <a:srgbClr val="0000FF"/>
                </a:solidFill>
              </a:rPr>
              <a:t> 결과 </a:t>
            </a:r>
            <a:r>
              <a:rPr lang="en-US" altLang="ko-KR" sz="1000" b="0">
                <a:solidFill>
                  <a:srgbClr val="0000FF"/>
                </a:solidFill>
              </a:rPr>
              <a:t>Plus</a:t>
            </a:r>
            <a:r>
              <a:rPr lang="ko-KR" altLang="en-US" sz="1000" b="0">
                <a:solidFill>
                  <a:srgbClr val="0000FF"/>
                </a:solidFill>
              </a:rPr>
              <a:t> </a:t>
            </a:r>
            <a:r>
              <a:rPr lang="en-US" altLang="ko-KR" sz="1000" b="0">
                <a:solidFill>
                  <a:srgbClr val="0000FF"/>
                </a:solidFill>
              </a:rPr>
              <a:t>MM</a:t>
            </a:r>
            <a:r>
              <a:rPr lang="ko-KR" altLang="en-US" sz="1000" b="0">
                <a:solidFill>
                  <a:srgbClr val="0000FF"/>
                </a:solidFill>
              </a:rPr>
              <a:t> 관리 되었으며</a:t>
            </a:r>
            <a:r>
              <a:rPr lang="en-US" altLang="ko-KR" sz="1000" b="0">
                <a:solidFill>
                  <a:srgbClr val="0000FF"/>
                </a:solidFill>
              </a:rPr>
              <a:t>,</a:t>
            </a:r>
            <a:r>
              <a:rPr lang="ko-KR" altLang="en-US" sz="1000" b="0">
                <a:solidFill>
                  <a:srgbClr val="0000FF"/>
                </a:solidFill>
              </a:rPr>
              <a:t> 해당 호기 대상 지속 사용 예정으로 법인에게 전달받았습니다</a:t>
            </a:r>
            <a:r>
              <a:rPr lang="en-US" altLang="ko-KR" sz="1000" b="0">
                <a:solidFill>
                  <a:srgbClr val="0000FF"/>
                </a:solidFill>
              </a:rPr>
              <a:t>(12/12)</a:t>
            </a:r>
            <a:endParaRPr lang="en-US" altLang="ko-KR" sz="1000"/>
          </a:p>
        </p:txBody>
      </p:sp>
      <p:sp>
        <p:nvSpPr>
          <p:cNvPr id="12" name="TextBox 5">
            <a:extLst>
              <a:ext uri="{FF2B5EF4-FFF2-40B4-BE49-F238E27FC236}">
                <a16:creationId xmlns:a16="http://schemas.microsoft.com/office/drawing/2014/main" id="{6F1B67F7-3FCA-8C3B-A398-028735996A77}"/>
              </a:ext>
            </a:extLst>
          </p:cNvPr>
          <p:cNvSpPr txBox="1"/>
          <p:nvPr/>
        </p:nvSpPr>
        <p:spPr>
          <a:xfrm>
            <a:off x="96900" y="3175296"/>
            <a:ext cx="9691061" cy="777136"/>
          </a:xfrm>
          <a:prstGeom prst="rect">
            <a:avLst/>
          </a:prstGeom>
          <a:noFill/>
          <a:ln>
            <a:noFill/>
          </a:ln>
        </p:spPr>
        <p:txBody>
          <a:bodyPr wrap="square" lIns="91440" tIns="0" rIns="91440" bIns="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None/>
            </a:pPr>
            <a:r>
              <a:rPr kumimoji="1" lang="en-US" sz="1050" b="1" i="0" u="none" strike="noStrike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3. </a:t>
            </a:r>
            <a:r>
              <a:rPr kumimoji="1" lang="ko-KR" altLang="en-US" sz="105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개발 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| </a:t>
            </a:r>
            <a:r>
              <a:rPr kumimoji="0" lang="ko-KR" altLang="en-US" sz="1050" b="1" i="0" u="none" strike="noStrike" kern="1200" cap="none" spc="0" normalizeH="0" baseline="0" noProof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동시절연다이</a:t>
            </a:r>
            <a:r>
              <a:rPr kumimoji="0" lang="en-US" altLang="ko-KR" sz="105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0" lang="ko-KR" altLang="en-US" sz="105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자동보정 </a:t>
            </a:r>
            <a:r>
              <a:rPr lang="en-US" altLang="ko-KR" sz="1050" b="1">
                <a:latin typeface="Arial Narrow"/>
                <a:ea typeface="LG스마트체 Regular"/>
                <a:cs typeface="Malgun Gothic Semilight"/>
              </a:rPr>
              <a:t>(L</a:t>
            </a:r>
            <a:r>
              <a:rPr lang="en-US" sz="1050" b="1">
                <a:latin typeface="Arial Narrow"/>
                <a:ea typeface="LG스마트체 Regular"/>
                <a:cs typeface="Malgun Gothic Semilight"/>
              </a:rPr>
              <a:t>FP</a:t>
            </a:r>
            <a:r>
              <a:rPr lang="en-US" altLang="ko-KR" sz="1050" b="1">
                <a:latin typeface="Arial Narrow"/>
                <a:ea typeface="LG스마트체 Regular"/>
                <a:cs typeface="Malgun Gothic Semilight"/>
              </a:rPr>
              <a:t> : NB, MI2, WA / </a:t>
            </a:r>
            <a:r>
              <a:rPr lang="ko-KR" altLang="en-US" sz="1050" b="1">
                <a:latin typeface="Arial Narrow"/>
                <a:ea typeface="LG스마트체 Regular"/>
                <a:cs typeface="Malgun Gothic Semilight"/>
              </a:rPr>
              <a:t>신규 </a:t>
            </a:r>
            <a:r>
              <a:rPr lang="en-US" altLang="ko-KR" sz="1050" b="1"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sz="1050" b="1">
                <a:latin typeface="Arial Narrow"/>
                <a:ea typeface="LG스마트체 Regular"/>
                <a:cs typeface="Malgun Gothic Semilight"/>
              </a:rPr>
              <a:t>EP</a:t>
            </a:r>
            <a:r>
              <a:rPr lang="en-US" altLang="ko-KR" sz="1050" b="1">
                <a:latin typeface="Arial Narrow"/>
                <a:ea typeface="LG스마트체 Regular"/>
                <a:cs typeface="Malgun Gothic Semilight"/>
              </a:rPr>
              <a:t>2 NFF, HD, ST)</a:t>
            </a:r>
            <a:br>
              <a:rPr lang="en-US" altLang="ko-KR" sz="1050" b="1"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00"/>
              <a:t>  - </a:t>
            </a:r>
            <a:r>
              <a:rPr lang="ko-KR" altLang="en-US" sz="1000" b="1"/>
              <a:t>로직 검증 </a:t>
            </a:r>
            <a:r>
              <a:rPr lang="en-US" altLang="ko-KR" sz="1000"/>
              <a:t>| </a:t>
            </a:r>
            <a:r>
              <a:rPr lang="ko-KR" altLang="en-US" sz="1000"/>
              <a:t>코팅공정기술팀과 로직 리뷰 하였고</a:t>
            </a:r>
            <a:r>
              <a:rPr lang="en-US" altLang="ko-KR" sz="1000"/>
              <a:t>, </a:t>
            </a:r>
            <a:r>
              <a:rPr lang="ko-KR" altLang="en-US" sz="1000"/>
              <a:t>전극 폭 유지하는 로직이 가장 좋다는</a:t>
            </a:r>
            <a:r>
              <a:rPr lang="en-US" altLang="ko-KR" sz="1000"/>
              <a:t> (</a:t>
            </a:r>
            <a:r>
              <a:rPr lang="ko-KR" altLang="en-US" sz="1000"/>
              <a:t>현재 </a:t>
            </a:r>
            <a:r>
              <a:rPr lang="en-US" altLang="ko-KR" sz="1000"/>
              <a:t>MI2 </a:t>
            </a:r>
            <a:r>
              <a:rPr lang="ko-KR" altLang="en-US" sz="1000"/>
              <a:t>운영 방법과 일치함</a:t>
            </a:r>
            <a:r>
              <a:rPr lang="en-US" altLang="ko-KR" sz="1000"/>
              <a:t>)</a:t>
            </a:r>
            <a:r>
              <a:rPr lang="ko-KR" altLang="en-US" sz="1000"/>
              <a:t> 동일한 결론을 도출하였습니다</a:t>
            </a:r>
            <a:r>
              <a:rPr lang="en-US" altLang="ko-KR" sz="1000"/>
              <a:t>. (11/20) </a:t>
            </a:r>
          </a:p>
          <a:p>
            <a:pPr lvl="0">
              <a:buNone/>
            </a:pPr>
            <a:r>
              <a:rPr lang="en-US" altLang="ko-KR" sz="1000"/>
              <a:t>                        MI2 </a:t>
            </a:r>
            <a:r>
              <a:rPr lang="ko-KR" altLang="en-US" sz="1000"/>
              <a:t>법인과 데이터 분석 결과 공유 및 리뷰 하였습니다</a:t>
            </a:r>
            <a:r>
              <a:rPr lang="en-US" altLang="ko-KR" sz="1000"/>
              <a:t> (12/02) </a:t>
            </a:r>
            <a:r>
              <a:rPr lang="ko-KR" altLang="en-US" sz="1000"/>
              <a:t>절연 불량</a:t>
            </a:r>
            <a:r>
              <a:rPr lang="en-US" altLang="ko-KR" sz="1000"/>
              <a:t>/</a:t>
            </a:r>
            <a:r>
              <a:rPr lang="ko-KR" altLang="en-US" sz="1000"/>
              <a:t>절연 두께에 대한 절연 </a:t>
            </a:r>
            <a:r>
              <a:rPr lang="en-US" altLang="ko-KR" sz="1000"/>
              <a:t>RPM </a:t>
            </a:r>
            <a:r>
              <a:rPr lang="ko-KR" altLang="en-US" sz="1000"/>
              <a:t>제어 로직 검토 요청이 있었고</a:t>
            </a:r>
            <a:r>
              <a:rPr lang="en-US" altLang="ko-KR" sz="1000"/>
              <a:t>, </a:t>
            </a:r>
            <a:r>
              <a:rPr lang="ko-KR" altLang="en-US" sz="1000"/>
              <a:t>이에 대해 로직 검토 하겠습니다</a:t>
            </a:r>
            <a:r>
              <a:rPr lang="en-US" altLang="ko-KR" sz="1000"/>
              <a:t>.(~12/31)</a:t>
            </a:r>
            <a:r>
              <a:rPr lang="ko-KR" altLang="en-US" sz="1000"/>
              <a:t> </a:t>
            </a:r>
            <a:br>
              <a:rPr lang="en-US" altLang="ko-KR" sz="1000"/>
            </a:br>
            <a:r>
              <a:rPr lang="en-US" altLang="ko-KR" sz="1000"/>
              <a:t>                        </a:t>
            </a:r>
            <a:r>
              <a:rPr lang="en-US" altLang="ko-KR" sz="1000">
                <a:solidFill>
                  <a:srgbClr val="0000FF"/>
                </a:solidFill>
              </a:rPr>
              <a:t>NB 4</a:t>
            </a:r>
            <a:r>
              <a:rPr lang="ko-KR" altLang="en-US" sz="1000">
                <a:solidFill>
                  <a:srgbClr val="0000FF"/>
                </a:solidFill>
              </a:rPr>
              <a:t>호기 데이터 추가 분석 하였고</a:t>
            </a:r>
            <a:r>
              <a:rPr lang="en-US" altLang="ko-KR" sz="1000">
                <a:solidFill>
                  <a:srgbClr val="0000FF"/>
                </a:solidFill>
              </a:rPr>
              <a:t>, MI2 3</a:t>
            </a:r>
            <a:r>
              <a:rPr lang="ko-KR" altLang="en-US" sz="1000">
                <a:solidFill>
                  <a:srgbClr val="0000FF"/>
                </a:solidFill>
              </a:rPr>
              <a:t>호기와 유사한 경향이 확인되었으나</a:t>
            </a:r>
            <a:r>
              <a:rPr lang="en-US" altLang="ko-KR" sz="1000">
                <a:solidFill>
                  <a:srgbClr val="0000FF"/>
                </a:solidFill>
              </a:rPr>
              <a:t>, Gap </a:t>
            </a:r>
            <a:r>
              <a:rPr lang="ko-KR" altLang="en-US" sz="1000" err="1">
                <a:solidFill>
                  <a:srgbClr val="0000FF"/>
                </a:solidFill>
              </a:rPr>
              <a:t>제어시</a:t>
            </a:r>
            <a:r>
              <a:rPr lang="ko-KR" altLang="en-US" sz="1000">
                <a:solidFill>
                  <a:srgbClr val="0000FF"/>
                </a:solidFill>
              </a:rPr>
              <a:t> 코팅폭이 변화하지 않는 경우 오버레이가 반대방향으로 변화하는 경우를 추가 </a:t>
            </a:r>
            <a:endParaRPr lang="en-US" altLang="ko-KR" sz="1000">
              <a:solidFill>
                <a:srgbClr val="0000FF"/>
              </a:solidFill>
            </a:endParaRPr>
          </a:p>
          <a:p>
            <a:pPr lvl="0">
              <a:buNone/>
            </a:pPr>
            <a:r>
              <a:rPr lang="en-US" altLang="ko-KR" sz="1000">
                <a:solidFill>
                  <a:srgbClr val="0000FF"/>
                </a:solidFill>
              </a:rPr>
              <a:t>                        </a:t>
            </a:r>
            <a:r>
              <a:rPr lang="ko-KR" altLang="en-US" sz="1000">
                <a:solidFill>
                  <a:srgbClr val="0000FF"/>
                </a:solidFill>
              </a:rPr>
              <a:t>확인했습니다</a:t>
            </a:r>
            <a:r>
              <a:rPr lang="en-US" altLang="ko-KR" sz="1000">
                <a:solidFill>
                  <a:srgbClr val="0000FF"/>
                </a:solidFill>
              </a:rPr>
              <a:t>. (12/16) </a:t>
            </a:r>
            <a:r>
              <a:rPr lang="ko-KR" altLang="en-US" sz="1000">
                <a:solidFill>
                  <a:srgbClr val="0000FF"/>
                </a:solidFill>
              </a:rPr>
              <a:t>절연 비전 데이터 수집 문제와 두께 검사기 부재 문제를 해결하여 </a:t>
            </a:r>
            <a:r>
              <a:rPr lang="ko-KR" altLang="en-US" sz="1000" err="1">
                <a:solidFill>
                  <a:srgbClr val="0000FF"/>
                </a:solidFill>
              </a:rPr>
              <a:t>절연폭</a:t>
            </a:r>
            <a:r>
              <a:rPr lang="en-US" altLang="ko-KR" sz="1000">
                <a:solidFill>
                  <a:srgbClr val="0000FF"/>
                </a:solidFill>
              </a:rPr>
              <a:t>/</a:t>
            </a:r>
            <a:r>
              <a:rPr lang="ko-KR" altLang="en-US" sz="1000">
                <a:solidFill>
                  <a:srgbClr val="0000FF"/>
                </a:solidFill>
              </a:rPr>
              <a:t>오버레이</a:t>
            </a:r>
            <a:r>
              <a:rPr lang="en-US" altLang="ko-KR" sz="1000">
                <a:solidFill>
                  <a:srgbClr val="0000FF"/>
                </a:solidFill>
              </a:rPr>
              <a:t>/</a:t>
            </a:r>
            <a:r>
              <a:rPr lang="ko-KR" altLang="en-US" sz="1000">
                <a:solidFill>
                  <a:srgbClr val="0000FF"/>
                </a:solidFill>
              </a:rPr>
              <a:t>두께 데이터를 종합적으로 분석하겠습니다</a:t>
            </a:r>
            <a:r>
              <a:rPr lang="en-US" altLang="ko-KR" sz="1000">
                <a:solidFill>
                  <a:srgbClr val="0000FF"/>
                </a:solidFill>
              </a:rPr>
              <a:t>. (~’26.01)</a:t>
            </a:r>
            <a:endParaRPr lang="ko-KR" altLang="en-US" sz="100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0E42231-D299-2E3B-F2DE-55FFD43F80C3}"/>
              </a:ext>
            </a:extLst>
          </p:cNvPr>
          <p:cNvSpPr txBox="1"/>
          <p:nvPr/>
        </p:nvSpPr>
        <p:spPr>
          <a:xfrm>
            <a:off x="96900" y="597677"/>
            <a:ext cx="9674402" cy="1235518"/>
          </a:xfrm>
          <a:prstGeom prst="rect">
            <a:avLst/>
          </a:prstGeom>
          <a:noFill/>
        </p:spPr>
        <p:txBody>
          <a:bodyPr wrap="square" lIns="91440" tIns="0" rIns="0" bIns="0" rtlCol="0" anchor="t">
            <a:noAutofit/>
          </a:bodyPr>
          <a:lstStyle/>
          <a:p>
            <a:pPr>
              <a:defRPr/>
            </a:pPr>
            <a:r>
              <a:rPr kumimoji="1" lang="en-US" altLang="ko-KR" sz="105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1. </a:t>
            </a:r>
            <a:r>
              <a:rPr kumimoji="1" lang="ko-KR" altLang="en-US" sz="105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개발 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| </a:t>
            </a:r>
            <a:r>
              <a:rPr kumimoji="0" lang="ko-KR" altLang="en-US" sz="105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분할 밸브 </a:t>
            </a:r>
            <a:r>
              <a:rPr kumimoji="0" lang="ko-KR" altLang="en-US" sz="1050" b="1" i="0" u="none" strike="noStrike" kern="1200" cap="none" spc="0" normalizeH="0" baseline="0" noProof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개도율</a:t>
            </a:r>
            <a:r>
              <a:rPr kumimoji="0" lang="ko-KR" altLang="en-US" sz="105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50" b="1">
                <a:latin typeface="Arial Narrow"/>
                <a:ea typeface="LG스마트체 Regular"/>
                <a:cs typeface="Malgun Gothic Semilight"/>
              </a:rPr>
              <a:t>제어</a:t>
            </a:r>
            <a:r>
              <a:rPr kumimoji="0" lang="ko-KR" altLang="en-US" sz="105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50" b="1">
                <a:latin typeface="Arial Narrow"/>
                <a:ea typeface="LG스마트체 Regular"/>
                <a:cs typeface="Malgun Gothic Semilight"/>
              </a:rPr>
              <a:t>기반 </a:t>
            </a:r>
            <a:r>
              <a:rPr kumimoji="0" lang="ko-KR" altLang="en-US" sz="1050" b="1" i="0" u="none" strike="noStrike" kern="1200" cap="none" spc="0" normalizeH="0" baseline="0" noProof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로딩량</a:t>
            </a:r>
            <a:r>
              <a:rPr kumimoji="0" lang="en-US" altLang="ko-KR" sz="105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/</a:t>
            </a:r>
            <a:r>
              <a:rPr kumimoji="0" lang="ko-KR" altLang="en-US" sz="105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폭</a:t>
            </a:r>
            <a:r>
              <a:rPr kumimoji="0" lang="en-US" altLang="ko-KR" sz="105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/</a:t>
            </a:r>
            <a:r>
              <a:rPr kumimoji="0" lang="ko-KR" altLang="en-US" sz="105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미스매치 자동보정 개발 </a:t>
            </a:r>
            <a:r>
              <a:rPr lang="ko-KR" altLang="en-US" sz="1050" b="1">
                <a:cs typeface="Malgun Gothic Semilight"/>
              </a:rPr>
              <a:t>(</a:t>
            </a:r>
            <a:r>
              <a:rPr lang="en-US" altLang="ko-KR" sz="1050" b="1">
                <a:cs typeface="Malgun Gothic Semilight"/>
              </a:rPr>
              <a:t>EP</a:t>
            </a:r>
            <a:r>
              <a:rPr lang="ko-KR" altLang="en-US" sz="1050" b="1">
                <a:cs typeface="Malgun Gothic Semilight"/>
              </a:rPr>
              <a:t>2 NFF) | </a:t>
            </a:r>
            <a:r>
              <a:rPr lang="en-US" altLang="ko-KR" sz="1050" b="1">
                <a:cs typeface="Malgun Gothic Semilight"/>
              </a:rPr>
              <a:t>4680 8패턴 46ES (IM</a:t>
            </a:r>
            <a:r>
              <a:rPr lang="ko-KR" altLang="en-US" sz="1050" b="1">
                <a:cs typeface="Malgun Gothic Semilight"/>
              </a:rPr>
              <a:t>, </a:t>
            </a:r>
            <a:r>
              <a:rPr lang="en-US" altLang="ko-KR" sz="1050" b="1">
                <a:cs typeface="Malgun Gothic Semilight"/>
              </a:rPr>
              <a:t>TBD</a:t>
            </a:r>
            <a:r>
              <a:rPr lang="ko-KR" altLang="en-US" sz="1050" b="1">
                <a:cs typeface="Malgun Gothic Semilight"/>
              </a:rPr>
              <a:t>)</a:t>
            </a:r>
            <a:r>
              <a:rPr lang="en-US" altLang="ko-KR" sz="1050" b="1">
                <a:cs typeface="Malgun Gothic Semilight"/>
              </a:rPr>
              <a:t>, 4695 7패턴 N33Q (</a:t>
            </a:r>
            <a:r>
              <a:rPr lang="ko-KR" altLang="en-US" sz="1050" b="1">
                <a:cs typeface="Malgun Gothic Semilight"/>
              </a:rPr>
              <a:t>체리社, ‘</a:t>
            </a:r>
            <a:r>
              <a:rPr lang="en-US" altLang="ko-KR" sz="1050" b="1">
                <a:cs typeface="Malgun Gothic Semilight"/>
              </a:rPr>
              <a:t>25.12)</a:t>
            </a:r>
            <a:r>
              <a:rPr lang="en-US" altLang="ko-KR" sz="1050">
                <a:cs typeface="Malgun Gothic Semilight"/>
              </a:rPr>
              <a:t>, </a:t>
            </a:r>
            <a:r>
              <a:rPr lang="en-US" altLang="ko-KR" sz="1050" b="1">
                <a:cs typeface="Malgun Gothic Semilight"/>
              </a:rPr>
              <a:t>N32S (</a:t>
            </a:r>
            <a:r>
              <a:rPr lang="ko-KR" altLang="en-US" sz="1050" b="1">
                <a:cs typeface="Malgun Gothic Semilight"/>
              </a:rPr>
              <a:t>리비안, ‘2</a:t>
            </a:r>
            <a:r>
              <a:rPr lang="en-US" altLang="ko-KR" sz="1050" b="1">
                <a:cs typeface="Malgun Gothic Semilight"/>
              </a:rPr>
              <a:t>5.12</a:t>
            </a:r>
            <a:r>
              <a:rPr lang="ko-KR" altLang="en-US" sz="1050" b="1">
                <a:cs typeface="Malgun Gothic Semilight"/>
              </a:rPr>
              <a:t>)</a:t>
            </a:r>
            <a:b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  </a:t>
            </a:r>
            <a:r>
              <a:rPr lang="en-US" altLang="ko-KR" sz="1000">
                <a:latin typeface="Arial Narrow"/>
                <a:ea typeface="LG스마트체 Regular"/>
              </a:rPr>
              <a:t>-(4680 </a:t>
            </a:r>
            <a:r>
              <a:rPr lang="en-US" altLang="ko-KR" sz="1000" err="1">
                <a:latin typeface="Arial Narrow"/>
                <a:ea typeface="LG스마트체 Regular"/>
              </a:rPr>
              <a:t>공통</a:t>
            </a:r>
            <a:r>
              <a:rPr lang="en-US" altLang="ko-KR" sz="1000">
                <a:latin typeface="Arial Narrow"/>
                <a:ea typeface="LG스마트체 Regular"/>
              </a:rPr>
              <a:t>)</a:t>
            </a:r>
            <a:r>
              <a:rPr lang="en-US" altLang="ko-KR" sz="1000" b="0" baseline="0">
                <a:latin typeface="+mn-lt"/>
                <a:ea typeface="+mn-ea"/>
                <a:cs typeface="Malgun Gothic Semilight"/>
              </a:rPr>
              <a:t> </a:t>
            </a:r>
            <a:r>
              <a:rPr lang="en-US" altLang="ko-KR" sz="1000">
                <a:cs typeface="Malgun Gothic Semilight"/>
              </a:rPr>
              <a:t>※ IM</a:t>
            </a:r>
            <a:r>
              <a:rPr lang="ko-KR" altLang="en-US" sz="1000">
                <a:cs typeface="Malgun Gothic Semilight"/>
              </a:rPr>
              <a:t>社 </a:t>
            </a:r>
            <a:r>
              <a:rPr lang="en-US" altLang="ko-KR" sz="1000">
                <a:cs typeface="Malgun Gothic Semilight"/>
              </a:rPr>
              <a:t>E27F</a:t>
            </a:r>
            <a:r>
              <a:rPr lang="ko-KR" altLang="en-US" sz="1000">
                <a:cs typeface="Malgun Gothic Semilight"/>
              </a:rPr>
              <a:t> 모델 변경 </a:t>
            </a:r>
            <a:r>
              <a:rPr lang="en-US" altLang="ko-KR" sz="1000">
                <a:cs typeface="Malgun Gothic Semilight"/>
              </a:rPr>
              <a:t>:</a:t>
            </a:r>
            <a:r>
              <a:rPr lang="ko-KR" altLang="en-US" sz="1000">
                <a:cs typeface="Malgun Gothic Semilight"/>
              </a:rPr>
              <a:t> 용량 증대목적</a:t>
            </a:r>
            <a:r>
              <a:rPr lang="en-US" altLang="ko-KR" sz="1000">
                <a:cs typeface="Malgun Gothic Semilight"/>
              </a:rPr>
              <a:t> 46ES</a:t>
            </a:r>
            <a:r>
              <a:rPr lang="ko-KR" altLang="en-US" sz="1000">
                <a:cs typeface="Malgun Gothic Semilight"/>
              </a:rPr>
              <a:t>로 변경</a:t>
            </a:r>
            <a:r>
              <a:rPr lang="en-US" altLang="ko-KR" sz="1000">
                <a:cs typeface="Malgun Gothic Semilight"/>
              </a:rPr>
              <a:t>. </a:t>
            </a:r>
            <a:r>
              <a:rPr lang="ko-KR" altLang="en-US" sz="1000">
                <a:cs typeface="Malgun Gothic Semilight"/>
              </a:rPr>
              <a:t>음극 변동 없음</a:t>
            </a:r>
            <a:r>
              <a:rPr lang="en-US" altLang="ko-KR" sz="1000">
                <a:cs typeface="Malgun Gothic Semilight"/>
              </a:rPr>
              <a:t>.</a:t>
            </a:r>
            <a:r>
              <a:rPr lang="ko-KR" altLang="en-US" sz="1000">
                <a:cs typeface="Malgun Gothic Semilight"/>
              </a:rPr>
              <a:t> 양극 변동 사항 </a:t>
            </a:r>
            <a:r>
              <a:rPr lang="en-US" altLang="ko-KR" sz="1000">
                <a:cs typeface="Malgun Gothic Semilight"/>
              </a:rPr>
              <a:t>:</a:t>
            </a:r>
            <a:r>
              <a:rPr lang="ko-KR" altLang="en-US" sz="1000">
                <a:cs typeface="Malgun Gothic Semilight"/>
              </a:rPr>
              <a:t>폭 상승으로 이에 대한 신규 다이 제작필요</a:t>
            </a:r>
            <a:r>
              <a:rPr lang="en-US" altLang="ko-KR" sz="1000">
                <a:cs typeface="Malgun Gothic Semilight"/>
              </a:rPr>
              <a:t>(4</a:t>
            </a:r>
            <a:r>
              <a:rPr lang="ko-KR" altLang="en-US" sz="1000">
                <a:cs typeface="Malgun Gothic Semilight"/>
              </a:rPr>
              <a:t>분할 → </a:t>
            </a:r>
            <a:r>
              <a:rPr lang="en-US" altLang="ko-KR" sz="1000">
                <a:cs typeface="Malgun Gothic Semilight"/>
              </a:rPr>
              <a:t>8</a:t>
            </a:r>
            <a:r>
              <a:rPr lang="ko-KR" altLang="en-US" sz="1000">
                <a:cs typeface="Malgun Gothic Semilight"/>
              </a:rPr>
              <a:t>분할</a:t>
            </a:r>
            <a:r>
              <a:rPr lang="en-US" altLang="ko-KR" sz="1000">
                <a:cs typeface="Malgun Gothic Semilight"/>
              </a:rPr>
              <a:t>)</a:t>
            </a:r>
            <a:r>
              <a:rPr lang="ko-KR" altLang="en-US" sz="1000">
                <a:cs typeface="Malgun Gothic Semilight"/>
              </a:rPr>
              <a:t> → 모델 업데이트 필요</a:t>
            </a:r>
            <a:br>
              <a:rPr lang="en-US" altLang="ko-KR" sz="1000">
                <a:cs typeface="Malgun Gothic Semilight"/>
              </a:rPr>
            </a:br>
            <a:r>
              <a:rPr lang="en-US" altLang="ko-KR" sz="1000">
                <a:cs typeface="Malgun Gothic Semilight"/>
              </a:rPr>
              <a:t>                             4680</a:t>
            </a:r>
            <a:r>
              <a:rPr lang="ko-KR" altLang="en-US" sz="1000">
                <a:cs typeface="Malgun Gothic Semilight"/>
              </a:rPr>
              <a:t> 개도율에 대한 기능 검증은 완료되어 운영대응으로 차주부터 전환하겠습니다</a:t>
            </a:r>
            <a:r>
              <a:rPr lang="en-US" altLang="ko-KR" sz="1000">
                <a:cs typeface="Malgun Gothic Semilight"/>
              </a:rPr>
              <a:t>. </a:t>
            </a:r>
            <a:endParaRPr lang="en-US" altLang="ko-KR" sz="1000" b="0">
              <a:latin typeface="+mn-lt"/>
              <a:ea typeface="+mn-ea"/>
              <a:cs typeface="Malgun Gothic Semilight"/>
            </a:endParaRPr>
          </a:p>
          <a:p>
            <a:pPr>
              <a:defRPr/>
            </a:pP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  -(</a:t>
            </a:r>
            <a:r>
              <a:rPr lang="en-US" altLang="ko-KR" sz="1000">
                <a:cs typeface="Malgun Gothic Semilight"/>
              </a:rPr>
              <a:t>4695 </a:t>
            </a:r>
            <a:r>
              <a:rPr lang="en-US" altLang="ko-KR" sz="1000" err="1">
                <a:cs typeface="Malgun Gothic Semilight"/>
              </a:rPr>
              <a:t>공통</a:t>
            </a:r>
            <a:r>
              <a:rPr lang="en-US" altLang="ko-KR" sz="1000">
                <a:cs typeface="Malgun Gothic Semilight"/>
              </a:rPr>
              <a:t>) N33Q</a:t>
            </a:r>
            <a:r>
              <a:rPr lang="ko-KR" altLang="en-US" sz="1000">
                <a:cs typeface="Malgun Gothic Semilight"/>
              </a:rPr>
              <a:t> 체리 양극 </a:t>
            </a:r>
            <a:r>
              <a:rPr lang="ko-KR" altLang="en-US" sz="1000" err="1">
                <a:cs typeface="Malgun Gothic Semilight"/>
              </a:rPr>
              <a:t>생산시</a:t>
            </a:r>
            <a:r>
              <a:rPr lang="ko-KR" altLang="en-US" sz="1000">
                <a:cs typeface="Malgun Gothic Semilight"/>
              </a:rPr>
              <a:t> </a:t>
            </a:r>
            <a:r>
              <a:rPr lang="en-US" altLang="ko-KR" sz="1000">
                <a:cs typeface="Malgun Gothic Semilight"/>
              </a:rPr>
              <a:t>(12/02), Top,</a:t>
            </a:r>
            <a:r>
              <a:rPr lang="ko-KR" altLang="en-US" sz="1000">
                <a:cs typeface="Malgun Gothic Semilight"/>
              </a:rPr>
              <a:t> </a:t>
            </a:r>
            <a:r>
              <a:rPr lang="en-US" altLang="ko-KR" sz="1000">
                <a:cs typeface="Malgun Gothic Semilight"/>
              </a:rPr>
              <a:t>Back </a:t>
            </a:r>
            <a:r>
              <a:rPr lang="ko-KR" altLang="en-US" sz="1000">
                <a:cs typeface="Malgun Gothic Semilight"/>
              </a:rPr>
              <a:t>코팅폭의 </a:t>
            </a:r>
            <a:r>
              <a:rPr lang="en-US" altLang="ko-KR" sz="1000">
                <a:cs typeface="Malgun Gothic Semilight"/>
              </a:rPr>
              <a:t>wet/dry </a:t>
            </a:r>
            <a:r>
              <a:rPr lang="ko-KR" altLang="en-US" sz="1000">
                <a:cs typeface="Malgun Gothic Semilight"/>
              </a:rPr>
              <a:t>차이가 커서 자동보정 적용하지 못하였습니다</a:t>
            </a:r>
            <a:r>
              <a:rPr lang="en-US" altLang="ko-KR" sz="1000">
                <a:cs typeface="Malgun Gothic Semilight"/>
              </a:rPr>
              <a:t>. </a:t>
            </a:r>
            <a:r>
              <a:rPr lang="ko-KR" altLang="en-US" sz="1000">
                <a:cs typeface="Malgun Gothic Semilight"/>
              </a:rPr>
              <a:t>대응 로직 </a:t>
            </a:r>
            <a:r>
              <a:rPr lang="en-US" altLang="ko-KR" sz="1000">
                <a:cs typeface="Malgun Gothic Semilight"/>
              </a:rPr>
              <a:t>(Top/Back </a:t>
            </a:r>
            <a:r>
              <a:rPr lang="ko-KR" altLang="en-US" sz="1000">
                <a:cs typeface="Malgun Gothic Semilight"/>
              </a:rPr>
              <a:t>코팅폭에 대한 </a:t>
            </a:r>
            <a:r>
              <a:rPr lang="en-US" altLang="ko-KR" sz="1000">
                <a:cs typeface="Malgun Gothic Semilight"/>
              </a:rPr>
              <a:t>variable offset </a:t>
            </a:r>
            <a:r>
              <a:rPr lang="ko-KR" altLang="en-US" sz="1000">
                <a:cs typeface="Malgun Gothic Semilight"/>
              </a:rPr>
              <a:t>기능</a:t>
            </a:r>
            <a:r>
              <a:rPr lang="en-US" altLang="ko-KR" sz="1000">
                <a:cs typeface="Malgun Gothic Semilight"/>
              </a:rPr>
              <a:t>) </a:t>
            </a:r>
            <a:r>
              <a:rPr lang="ko-KR" altLang="en-US" sz="1000">
                <a:cs typeface="Malgun Gothic Semilight"/>
              </a:rPr>
              <a:t>개발하여 양산에 </a:t>
            </a:r>
            <a:br>
              <a:rPr lang="en-US" altLang="ko-KR" sz="1000">
                <a:cs typeface="Malgun Gothic Semilight"/>
              </a:rPr>
            </a:br>
            <a:r>
              <a:rPr lang="en-US" altLang="ko-KR" sz="1000">
                <a:cs typeface="Malgun Gothic Semilight"/>
              </a:rPr>
              <a:t>                       </a:t>
            </a:r>
            <a:r>
              <a:rPr lang="ko-KR" altLang="en-US" sz="1000">
                <a:cs typeface="Malgun Gothic Semilight"/>
              </a:rPr>
              <a:t>대응할 수 있도록 하겠습니다</a:t>
            </a:r>
            <a:r>
              <a:rPr lang="en-US" altLang="ko-KR" sz="1000">
                <a:cs typeface="Malgun Gothic Semilight"/>
              </a:rPr>
              <a:t>.  Top/Back </a:t>
            </a:r>
            <a:r>
              <a:rPr lang="ko-KR" altLang="en-US" sz="1000">
                <a:cs typeface="Malgun Gothic Semilight"/>
              </a:rPr>
              <a:t>코팅폭에 대한 </a:t>
            </a:r>
            <a:r>
              <a:rPr lang="en-US" altLang="ko-KR" sz="1000">
                <a:cs typeface="Malgun Gothic Semilight"/>
              </a:rPr>
              <a:t>variable offset </a:t>
            </a:r>
            <a:r>
              <a:rPr lang="ko-KR" altLang="en-US" sz="1000">
                <a:cs typeface="Malgun Gothic Semilight"/>
              </a:rPr>
              <a:t>기능 로직 개발 완료 및 가상제어로 검증 완료 하였습니다</a:t>
            </a:r>
            <a:r>
              <a:rPr lang="en-US" altLang="ko-KR" sz="1000">
                <a:cs typeface="Malgun Gothic Semilight"/>
              </a:rPr>
              <a:t>. (12/03)</a:t>
            </a:r>
            <a:endParaRPr lang="en-US" altLang="ko-KR" sz="1000"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A1AFDD3-0124-4AF4-173A-8D36DE226272}"/>
              </a:ext>
            </a:extLst>
          </p:cNvPr>
          <p:cNvSpPr txBox="1"/>
          <p:nvPr/>
        </p:nvSpPr>
        <p:spPr>
          <a:xfrm>
            <a:off x="104102" y="6029053"/>
            <a:ext cx="9536788" cy="777136"/>
          </a:xfrm>
          <a:prstGeom prst="rect">
            <a:avLst/>
          </a:prstGeom>
          <a:noFill/>
        </p:spPr>
        <p:txBody>
          <a:bodyPr wrap="square" lIns="91440" tIns="0" rIns="0" bIns="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5.</a:t>
            </a:r>
            <a:r>
              <a:rPr lang="ko-KR" altLang="en-US" sz="1050" b="1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ko-KR" altLang="en-US" sz="105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개발 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| </a:t>
            </a:r>
            <a:r>
              <a:rPr lang="ko-KR" altLang="en-US" sz="1050" b="1" err="1">
                <a:latin typeface="Arial Narrow"/>
                <a:ea typeface="LG스마트체 Regular"/>
                <a:cs typeface="Malgun Gothic Semilight"/>
              </a:rPr>
              <a:t>코터</a:t>
            </a:r>
            <a:r>
              <a:rPr lang="ko-KR" altLang="en-US" sz="1050" b="1">
                <a:latin typeface="Arial Narrow"/>
                <a:ea typeface="LG스마트체 Regular"/>
              </a:rPr>
              <a:t> 예측 모델 성능 저하 방지 (NB) </a:t>
            </a:r>
            <a:br>
              <a:rPr lang="en-US" altLang="ko-KR" sz="1100">
                <a:latin typeface="Arial Narrow"/>
                <a:ea typeface="LG스마트체 Regular"/>
              </a:rPr>
            </a:b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/>
              <a:t> - </a:t>
            </a:r>
            <a:r>
              <a:rPr lang="ko-KR" altLang="en-US" sz="1000"/>
              <a:t>분석 </a:t>
            </a:r>
            <a:r>
              <a:rPr lang="en-US" altLang="ko-KR" sz="1000"/>
              <a:t>: </a:t>
            </a:r>
            <a:r>
              <a:rPr lang="ko-KR" altLang="en-US" sz="1000"/>
              <a:t>개선 컨셉은 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이상데이터 필터링 및 모델 파라미터 업데이트 자동화 입니다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. 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이를 위해 모델 성능 검토 중 선형모델 계수가 지나치게 높은 것이 발견되어 조치하였고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, </a:t>
            </a:r>
            <a:br>
              <a:rPr lang="en-US" altLang="ko-KR" sz="1000"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     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해당 내용에 대한 원인 분석 하겠습니다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.(~10/17) </a:t>
            </a:r>
            <a:r>
              <a:rPr lang="en-US" altLang="ko-KR" sz="1000" b="0" i="0" u="none" strike="noStrike" noProof="0">
                <a:latin typeface="+mn-lt"/>
                <a:ea typeface="+mn-ea"/>
              </a:rPr>
              <a:t>APC DC </a:t>
            </a:r>
            <a:r>
              <a:rPr lang="ko-KR" altLang="en-US" sz="1000" b="0" i="0" u="none" strike="noStrike" noProof="0">
                <a:latin typeface="+mn-lt"/>
                <a:ea typeface="+mn-ea"/>
              </a:rPr>
              <a:t>서버에서의 </a:t>
            </a:r>
            <a:r>
              <a:rPr lang="en-US" altLang="ko-KR" sz="1000" b="0" i="0" u="none" strike="noStrike" noProof="0">
                <a:latin typeface="+mn-lt"/>
                <a:ea typeface="+mn-ea"/>
              </a:rPr>
              <a:t>Raw </a:t>
            </a:r>
            <a:r>
              <a:rPr lang="ko-KR" altLang="en-US" sz="1000" b="0" i="0" u="none" strike="noStrike" noProof="0">
                <a:latin typeface="+mn-lt"/>
                <a:ea typeface="+mn-ea"/>
              </a:rPr>
              <a:t>데이터 확보 불가</a:t>
            </a:r>
            <a:r>
              <a:rPr lang="en-US" altLang="ko-KR" sz="1000" b="0" i="0" u="none" strike="noStrike" noProof="0">
                <a:latin typeface="+mn-lt"/>
                <a:ea typeface="+mn-ea"/>
              </a:rPr>
              <a:t>(10</a:t>
            </a:r>
            <a:r>
              <a:rPr lang="ko-KR" altLang="en-US" sz="1000" b="0" i="0" u="none" strike="noStrike" noProof="0">
                <a:latin typeface="+mn-lt"/>
                <a:ea typeface="+mn-ea"/>
              </a:rPr>
              <a:t>일 경과</a:t>
            </a:r>
            <a:r>
              <a:rPr lang="en-US" altLang="ko-KR" sz="1000" b="0" i="0" u="none" strike="noStrike" noProof="0">
                <a:latin typeface="+mn-lt"/>
                <a:ea typeface="+mn-ea"/>
              </a:rPr>
              <a:t>)</a:t>
            </a:r>
            <a:r>
              <a:rPr lang="ko-KR" altLang="en-US" sz="1000" b="0" i="0" u="none" strike="noStrike" noProof="0">
                <a:latin typeface="+mn-lt"/>
                <a:ea typeface="+mn-ea"/>
              </a:rPr>
              <a:t>로 학습 </a:t>
            </a:r>
            <a:r>
              <a:rPr lang="ko-KR" altLang="en-US" sz="1000" b="0" i="0" u="none" strike="noStrike" noProof="0" err="1">
                <a:latin typeface="+mn-lt"/>
                <a:ea typeface="+mn-ea"/>
              </a:rPr>
              <a:t>전처리된</a:t>
            </a:r>
            <a:r>
              <a:rPr lang="ko-KR" altLang="en-US" sz="1000" b="0" i="0" u="none" strike="noStrike" noProof="0">
                <a:latin typeface="+mn-lt"/>
                <a:ea typeface="+mn-ea"/>
              </a:rPr>
              <a:t> 데이터로 분석 하겠습니다</a:t>
            </a:r>
            <a:r>
              <a:rPr lang="en-US" altLang="ko-KR" sz="1000" b="0" i="0" u="none" strike="noStrike" noProof="0"/>
              <a:t>.</a:t>
            </a:r>
            <a:r>
              <a:rPr lang="en-US" altLang="ko-KR" sz="1000"/>
              <a:t> </a:t>
            </a:r>
          </a:p>
          <a:p>
            <a:pPr>
              <a:defRPr/>
            </a:pPr>
            <a:r>
              <a:rPr lang="ko-KR" altLang="en-US" sz="1000" b="0" baseline="0">
                <a:latin typeface="+mn-lt"/>
                <a:ea typeface="+mn-ea"/>
                <a:cs typeface="Malgun Gothic Semilight"/>
              </a:rPr>
              <a:t>     학습 코드 변경 점 검토</a:t>
            </a:r>
            <a:r>
              <a:rPr lang="en-US" altLang="ko-KR" sz="1000" b="0" baseline="0">
                <a:latin typeface="+mn-lt"/>
                <a:ea typeface="+mn-ea"/>
                <a:cs typeface="Malgun Gothic Semilight"/>
              </a:rPr>
              <a:t>(~10/24), Edge PC</a:t>
            </a:r>
            <a:r>
              <a:rPr lang="ko-KR" altLang="en-US" sz="1000" b="0" baseline="0">
                <a:latin typeface="+mn-lt"/>
                <a:ea typeface="+mn-ea"/>
                <a:cs typeface="Malgun Gothic Semilight"/>
              </a:rPr>
              <a:t>를 통해 이상 케이스 데이터를 취합하여 확인 중입니다 </a:t>
            </a:r>
            <a:r>
              <a:rPr lang="en-US" altLang="ko-KR" sz="1000" b="0" baseline="0">
                <a:cs typeface="Malgun Gothic Semilight"/>
              </a:rPr>
              <a:t>(~10/24)</a:t>
            </a:r>
            <a:endParaRPr lang="en-US" altLang="ko-KR" sz="1000">
              <a:cs typeface="Malgun Gothic Semilight"/>
            </a:endParaRPr>
          </a:p>
          <a:p>
            <a:pPr>
              <a:defRPr/>
            </a:pPr>
            <a:r>
              <a:rPr lang="en-US" altLang="ko-KR" sz="1000" b="0" baseline="0">
                <a:cs typeface="Malgun Gothic Semilight"/>
              </a:rPr>
              <a:t>     </a:t>
            </a:r>
            <a:r>
              <a:rPr lang="ko-KR" altLang="en-US" sz="1000" baseline="0">
                <a:cs typeface="Malgun Gothic Semilight"/>
              </a:rPr>
              <a:t>업무 우선 순위 변경되어</a:t>
            </a:r>
            <a:r>
              <a:rPr lang="en-US" altLang="ko-KR" sz="1000" baseline="0">
                <a:cs typeface="Malgun Gothic Semilight"/>
              </a:rPr>
              <a:t>“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Tab Torn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이슈 개선을 위한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Plus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미스매치 기능 개발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”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완료 후 업무 재개 하겠습니다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.  </a:t>
            </a:r>
            <a:endParaRPr lang="en-US" altLang="ko-KR" sz="100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8F06963-68B2-D37B-EC7B-3994ACC6BD2A}"/>
              </a:ext>
            </a:extLst>
          </p:cNvPr>
          <p:cNvSpPr txBox="1"/>
          <p:nvPr/>
        </p:nvSpPr>
        <p:spPr>
          <a:xfrm>
            <a:off x="95884" y="2225679"/>
            <a:ext cx="9674402" cy="931024"/>
          </a:xfrm>
          <a:prstGeom prst="rect">
            <a:avLst/>
          </a:prstGeom>
          <a:noFill/>
        </p:spPr>
        <p:txBody>
          <a:bodyPr wrap="square" lIns="91440" tIns="0" rIns="0" bIns="0" rtlCol="0" anchor="t">
            <a:noAutofit/>
          </a:bodyPr>
          <a:lstStyle/>
          <a:p>
            <a:pPr>
              <a:defRPr/>
            </a:pP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2</a:t>
            </a:r>
            <a:r>
              <a:rPr kumimoji="1" lang="en-US" altLang="ko-KR" sz="105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. </a:t>
            </a:r>
            <a:r>
              <a:rPr kumimoji="1" lang="ko-KR" altLang="en-US" sz="105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개발 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| </a:t>
            </a:r>
            <a:r>
              <a:rPr kumimoji="0" lang="ko-KR" altLang="en-US" sz="105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분할</a:t>
            </a:r>
            <a:r>
              <a:rPr lang="ko-KR" altLang="en-US" sz="1050" b="1">
                <a:latin typeface="Arial Narrow"/>
                <a:ea typeface="LG스마트체 Regular"/>
                <a:cs typeface="Malgun Gothic Semilight"/>
              </a:rPr>
              <a:t>다이 자동보정 </a:t>
            </a:r>
            <a:r>
              <a:rPr lang="en-US" altLang="ko-KR" sz="1050" b="1">
                <a:latin typeface="Arial Narrow"/>
                <a:ea typeface="LG스마트체 Regular"/>
                <a:cs typeface="Malgun Gothic Semilight"/>
              </a:rPr>
              <a:t>(OC Pilot3, AZ)</a:t>
            </a:r>
            <a:b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  </a:t>
            </a:r>
            <a:r>
              <a:rPr lang="en-US" altLang="ko-KR" sz="1000">
                <a:latin typeface="Arial Narrow"/>
                <a:ea typeface="LG스마트체 Regular"/>
              </a:rPr>
              <a:t>- </a:t>
            </a:r>
            <a:r>
              <a:rPr lang="ko-KR" altLang="en-US" sz="1000">
                <a:latin typeface="Arial Narrow"/>
                <a:ea typeface="LG스마트체 Regular"/>
              </a:rPr>
              <a:t>배경 </a:t>
            </a:r>
            <a:r>
              <a:rPr lang="en-US" altLang="ko-KR" sz="1000">
                <a:latin typeface="Arial Narrow"/>
                <a:ea typeface="LG스마트체 Regular"/>
              </a:rPr>
              <a:t>: </a:t>
            </a:r>
            <a:r>
              <a:rPr lang="en-US" altLang="ko-KR" sz="1000">
                <a:latin typeface="+mn-lt"/>
                <a:ea typeface="+mn-ea"/>
              </a:rPr>
              <a:t>26</a:t>
            </a:r>
            <a:r>
              <a:rPr lang="ko-KR" altLang="en-US" sz="1000">
                <a:latin typeface="+mn-lt"/>
                <a:ea typeface="+mn-ea"/>
              </a:rPr>
              <a:t>년 하반기 </a:t>
            </a:r>
            <a:r>
              <a:rPr lang="en-US" altLang="ko-KR" sz="1000">
                <a:latin typeface="+mn-lt"/>
                <a:ea typeface="+mn-ea"/>
              </a:rPr>
              <a:t>AZ</a:t>
            </a:r>
            <a:r>
              <a:rPr lang="ko-KR" altLang="en-US" sz="1000">
                <a:latin typeface="+mn-lt"/>
                <a:ea typeface="+mn-ea"/>
              </a:rPr>
              <a:t>법인 적용 테스트 예정이며</a:t>
            </a:r>
            <a:r>
              <a:rPr lang="en-US" altLang="ko-KR" sz="1000">
                <a:latin typeface="+mn-lt"/>
                <a:ea typeface="+mn-ea"/>
              </a:rPr>
              <a:t>,  8</a:t>
            </a:r>
            <a:r>
              <a:rPr lang="ko-KR" altLang="en-US" sz="1000">
                <a:latin typeface="+mn-lt"/>
                <a:ea typeface="+mn-ea"/>
              </a:rPr>
              <a:t>분할 다이 기준 예상 </a:t>
            </a:r>
            <a:r>
              <a:rPr lang="en-US" altLang="ko-KR" sz="1000">
                <a:latin typeface="+mn-lt"/>
                <a:ea typeface="+mn-ea"/>
              </a:rPr>
              <a:t>CTP </a:t>
            </a:r>
            <a:r>
              <a:rPr lang="ko-KR" altLang="en-US" sz="1000">
                <a:latin typeface="+mn-lt"/>
                <a:ea typeface="+mn-ea"/>
              </a:rPr>
              <a:t>조정 개수는 단면 코팅 기준 </a:t>
            </a:r>
            <a:r>
              <a:rPr lang="en-US" altLang="ko-KR" sz="1000">
                <a:latin typeface="+mn-lt"/>
                <a:ea typeface="+mn-ea"/>
              </a:rPr>
              <a:t>34</a:t>
            </a:r>
            <a:r>
              <a:rPr lang="ko-KR" altLang="en-US" sz="1000">
                <a:latin typeface="+mn-lt"/>
                <a:ea typeface="+mn-ea"/>
              </a:rPr>
              <a:t>개 임에 따라 자동보정 기술 도입이 필수적입니다</a:t>
            </a:r>
            <a:r>
              <a:rPr lang="en-US" altLang="ko-KR" sz="1000">
                <a:latin typeface="+mn-lt"/>
                <a:ea typeface="+mn-ea"/>
              </a:rPr>
              <a:t>. </a:t>
            </a:r>
            <a:br>
              <a:rPr lang="en-US" altLang="ko-KR" sz="1000">
                <a:latin typeface="+mn-lt"/>
                <a:ea typeface="+mn-ea"/>
              </a:rPr>
            </a:br>
            <a:r>
              <a:rPr lang="en-US" altLang="ko-KR" sz="1000">
                <a:latin typeface="+mn-lt"/>
                <a:ea typeface="+mn-ea"/>
              </a:rPr>
              <a:t>               </a:t>
            </a:r>
            <a:r>
              <a:rPr lang="ko-KR" altLang="en-US" sz="1000">
                <a:latin typeface="+mn-lt"/>
                <a:ea typeface="+mn-ea"/>
              </a:rPr>
              <a:t>또한</a:t>
            </a:r>
            <a:r>
              <a:rPr lang="en-US" altLang="ko-KR" sz="1000">
                <a:latin typeface="+mn-lt"/>
                <a:ea typeface="+mn-ea"/>
              </a:rPr>
              <a:t>, NFF</a:t>
            </a:r>
            <a:r>
              <a:rPr lang="ko-KR" altLang="en-US" sz="1000">
                <a:latin typeface="+mn-lt"/>
                <a:ea typeface="+mn-ea"/>
              </a:rPr>
              <a:t>외에도 로딩</a:t>
            </a:r>
            <a:r>
              <a:rPr lang="en-US" altLang="ko-KR" sz="1000">
                <a:latin typeface="+mn-lt"/>
                <a:ea typeface="+mn-ea"/>
              </a:rPr>
              <a:t>/</a:t>
            </a:r>
            <a:r>
              <a:rPr lang="ko-KR" altLang="en-US" sz="1000">
                <a:latin typeface="+mn-lt"/>
                <a:ea typeface="+mn-ea"/>
              </a:rPr>
              <a:t>코팅 폭 공차 강화 대응을 위해</a:t>
            </a:r>
            <a:r>
              <a:rPr lang="en-US" altLang="ko-KR" sz="1000">
                <a:latin typeface="+mn-lt"/>
                <a:ea typeface="+mn-ea"/>
              </a:rPr>
              <a:t>, 5</a:t>
            </a:r>
            <a:r>
              <a:rPr lang="ko-KR" altLang="en-US" sz="1000">
                <a:latin typeface="+mn-lt"/>
                <a:ea typeface="+mn-ea"/>
              </a:rPr>
              <a:t>세대 </a:t>
            </a:r>
            <a:r>
              <a:rPr lang="ko-KR" altLang="en-US" sz="1000" err="1">
                <a:latin typeface="+mn-lt"/>
                <a:ea typeface="+mn-ea"/>
              </a:rPr>
              <a:t>분할초크바</a:t>
            </a:r>
            <a:r>
              <a:rPr lang="ko-KR" altLang="en-US" sz="1000">
                <a:latin typeface="+mn-lt"/>
                <a:ea typeface="+mn-ea"/>
              </a:rPr>
              <a:t> 다이 대응을 위해</a:t>
            </a:r>
            <a:r>
              <a:rPr lang="en-US" altLang="ko-KR" sz="1000">
                <a:latin typeface="+mn-lt"/>
                <a:ea typeface="+mn-ea"/>
              </a:rPr>
              <a:t> </a:t>
            </a:r>
            <a:r>
              <a:rPr lang="ko-KR" altLang="en-US" sz="1000">
                <a:latin typeface="+mn-lt"/>
                <a:ea typeface="+mn-ea"/>
              </a:rPr>
              <a:t>분할 </a:t>
            </a:r>
            <a:r>
              <a:rPr lang="ko-KR" altLang="en-US" sz="1000" err="1">
                <a:latin typeface="+mn-lt"/>
                <a:ea typeface="+mn-ea"/>
              </a:rPr>
              <a:t>다이의</a:t>
            </a:r>
            <a:r>
              <a:rPr lang="ko-KR" altLang="en-US" sz="1000">
                <a:latin typeface="+mn-lt"/>
                <a:ea typeface="+mn-ea"/>
              </a:rPr>
              <a:t> 분할 개수에 대해서도 유연하게 대응 가능하도록 로직 개발이 필요한 상황입니다</a:t>
            </a:r>
            <a:r>
              <a:rPr lang="en-US" altLang="ko-KR" sz="1000">
                <a:latin typeface="+mn-lt"/>
                <a:ea typeface="+mn-ea"/>
              </a:rPr>
              <a:t>.</a:t>
            </a:r>
            <a:endParaRPr lang="en-US" altLang="ko-KR" sz="1000">
              <a:latin typeface="Arial Narrow"/>
              <a:ea typeface="LG스마트체 Regular"/>
            </a:endParaRPr>
          </a:p>
          <a:p>
            <a:pPr>
              <a:defRPr/>
            </a:pP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  - 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분석 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: DOE 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데이터 분석 결과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(2.5 </a:t>
            </a:r>
            <a:r>
              <a:rPr lang="en-US" altLang="ko-KR" sz="1000" err="1">
                <a:latin typeface="Arial Narrow"/>
                <a:ea typeface="LG스마트체 Regular"/>
                <a:cs typeface="Malgun Gothic Semilight"/>
              </a:rPr>
              <a:t>hr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, 43 Case) 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제어 방향은 이론적으로 일치하나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,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CTP 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조정 시 로딩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/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폭 재현성이 부족하였고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, CTP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 인접 로딩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/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폭에 대한 정량적 변화량 산출에 어려움이 있습니다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.</a:t>
            </a:r>
            <a:br>
              <a:rPr lang="en-US" altLang="ko-KR" sz="1000"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             </a:t>
            </a:r>
            <a:r>
              <a:rPr lang="en-US" altLang="ko-KR" sz="1000" b="0" i="0" u="none" strike="noStrike" baseline="0" noProof="0">
                <a:latin typeface="+mn-lt"/>
              </a:rPr>
              <a:t> </a:t>
            </a:r>
            <a:r>
              <a:rPr lang="ko-KR" altLang="en-US" sz="1000" b="0" i="0" u="none" strike="noStrike" baseline="0" noProof="0">
                <a:latin typeface="+mn-lt"/>
              </a:rPr>
              <a:t>재현성이 부족한 </a:t>
            </a:r>
            <a:r>
              <a:rPr lang="en-US" altLang="ko-KR" sz="1000" b="0" i="0" u="none" strike="noStrike" baseline="0" noProof="0">
                <a:latin typeface="+mn-lt"/>
              </a:rPr>
              <a:t>Case</a:t>
            </a:r>
            <a:r>
              <a:rPr lang="ko-KR" altLang="en-US" sz="1000" b="0" i="0" u="none" strike="noStrike" baseline="0" noProof="0">
                <a:latin typeface="+mn-lt"/>
              </a:rPr>
              <a:t>에 대해</a:t>
            </a:r>
            <a:r>
              <a:rPr lang="en-US" altLang="ko-KR" sz="1000" b="0" i="0" u="none" strike="noStrike" baseline="0" noProof="0">
                <a:latin typeface="+mn-lt"/>
              </a:rPr>
              <a:t>,</a:t>
            </a:r>
            <a:r>
              <a:rPr lang="ko-KR" altLang="en-US" sz="1000" b="0" i="0" u="none" strike="noStrike" baseline="0" noProof="0">
                <a:latin typeface="+mn-lt"/>
              </a:rPr>
              <a:t> 코팅공정기술팀에서 </a:t>
            </a:r>
            <a:r>
              <a:rPr lang="ko-KR" altLang="en-US" sz="1000"/>
              <a:t>원인 분석한 결과 </a:t>
            </a:r>
            <a:r>
              <a:rPr lang="en-US" altLang="ko-KR" sz="1000"/>
              <a:t>Die#5 </a:t>
            </a:r>
            <a:r>
              <a:rPr lang="ko-KR" altLang="en-US" sz="1000"/>
              <a:t>번의 체결상태 이상 및 개도율에 적용된 밸브이상으로 확인 되었습니다</a:t>
            </a:r>
            <a:r>
              <a:rPr lang="en-US" altLang="ko-KR" sz="1000"/>
              <a:t>.</a:t>
            </a:r>
            <a:r>
              <a:rPr lang="en-US" altLang="ko-KR" sz="1000" b="0" i="0" u="none" strike="noStrike" baseline="0" noProof="0">
                <a:latin typeface="+mn-lt"/>
              </a:rPr>
              <a:t>(12/3) </a:t>
            </a:r>
            <a:endParaRPr lang="en-US" altLang="ko-KR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defRPr/>
            </a:pP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  - Data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 확보 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모델개발을 위한 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Data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부족이 예상되어 시뮬레이션 데이터를 확보를 위해 시뮬레이션에 필요한 제약 조건을 정의하여 해석요청을 진행하고 있습니다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. (11/4~, to.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선행공정해석팀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)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860E7189-B0CA-D078-C309-42442B78B5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2839578"/>
              </p:ext>
            </p:extLst>
          </p:nvPr>
        </p:nvGraphicFramePr>
        <p:xfrm>
          <a:off x="1622322" y="1406410"/>
          <a:ext cx="6907906" cy="853440"/>
        </p:xfrm>
        <a:graphic>
          <a:graphicData uri="http://schemas.openxmlformats.org/drawingml/2006/table">
            <a:tbl>
              <a:tblPr/>
              <a:tblGrid>
                <a:gridCol w="472505">
                  <a:extLst>
                    <a:ext uri="{9D8B030D-6E8A-4147-A177-3AD203B41FA5}">
                      <a16:colId xmlns:a16="http://schemas.microsoft.com/office/drawing/2014/main" val="671401459"/>
                    </a:ext>
                  </a:extLst>
                </a:gridCol>
                <a:gridCol w="472505">
                  <a:extLst>
                    <a:ext uri="{9D8B030D-6E8A-4147-A177-3AD203B41FA5}">
                      <a16:colId xmlns:a16="http://schemas.microsoft.com/office/drawing/2014/main" val="3106260635"/>
                    </a:ext>
                  </a:extLst>
                </a:gridCol>
                <a:gridCol w="472505">
                  <a:extLst>
                    <a:ext uri="{9D8B030D-6E8A-4147-A177-3AD203B41FA5}">
                      <a16:colId xmlns:a16="http://schemas.microsoft.com/office/drawing/2014/main" val="2727766006"/>
                    </a:ext>
                  </a:extLst>
                </a:gridCol>
                <a:gridCol w="472505">
                  <a:extLst>
                    <a:ext uri="{9D8B030D-6E8A-4147-A177-3AD203B41FA5}">
                      <a16:colId xmlns:a16="http://schemas.microsoft.com/office/drawing/2014/main" val="1666927685"/>
                    </a:ext>
                  </a:extLst>
                </a:gridCol>
                <a:gridCol w="472505">
                  <a:extLst>
                    <a:ext uri="{9D8B030D-6E8A-4147-A177-3AD203B41FA5}">
                      <a16:colId xmlns:a16="http://schemas.microsoft.com/office/drawing/2014/main" val="362776867"/>
                    </a:ext>
                  </a:extLst>
                </a:gridCol>
                <a:gridCol w="472505">
                  <a:extLst>
                    <a:ext uri="{9D8B030D-6E8A-4147-A177-3AD203B41FA5}">
                      <a16:colId xmlns:a16="http://schemas.microsoft.com/office/drawing/2014/main" val="25686097"/>
                    </a:ext>
                  </a:extLst>
                </a:gridCol>
                <a:gridCol w="521151">
                  <a:extLst>
                    <a:ext uri="{9D8B030D-6E8A-4147-A177-3AD203B41FA5}">
                      <a16:colId xmlns:a16="http://schemas.microsoft.com/office/drawing/2014/main" val="4103023454"/>
                    </a:ext>
                  </a:extLst>
                </a:gridCol>
                <a:gridCol w="472505">
                  <a:extLst>
                    <a:ext uri="{9D8B030D-6E8A-4147-A177-3AD203B41FA5}">
                      <a16:colId xmlns:a16="http://schemas.microsoft.com/office/drawing/2014/main" val="1695830490"/>
                    </a:ext>
                  </a:extLst>
                </a:gridCol>
                <a:gridCol w="521151">
                  <a:extLst>
                    <a:ext uri="{9D8B030D-6E8A-4147-A177-3AD203B41FA5}">
                      <a16:colId xmlns:a16="http://schemas.microsoft.com/office/drawing/2014/main" val="1065466899"/>
                    </a:ext>
                  </a:extLst>
                </a:gridCol>
                <a:gridCol w="472505">
                  <a:extLst>
                    <a:ext uri="{9D8B030D-6E8A-4147-A177-3AD203B41FA5}">
                      <a16:colId xmlns:a16="http://schemas.microsoft.com/office/drawing/2014/main" val="1334127385"/>
                    </a:ext>
                  </a:extLst>
                </a:gridCol>
                <a:gridCol w="2085564">
                  <a:extLst>
                    <a:ext uri="{9D8B030D-6E8A-4147-A177-3AD203B41FA5}">
                      <a16:colId xmlns:a16="http://schemas.microsoft.com/office/drawing/2014/main" val="1643740099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폼펙터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패턴수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OEM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극성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Top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ko-KR" sz="800"/>
                        <a:t>Back</a:t>
                      </a:r>
                      <a:endParaRPr lang="en-US" sz="800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비고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333580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수동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수동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3909076"/>
                  </a:ext>
                </a:extLst>
              </a:tr>
              <a:tr h="0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4695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N33Q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>
                          <a:cs typeface="Malgun Gothic Semilight"/>
                        </a:rPr>
                        <a:t>체리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11/04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2.98</a:t>
                      </a:r>
                      <a:r>
                        <a:rPr lang="ko-KR" altLang="en-US" sz="800" b="0" i="0" u="none" strike="noStrike" baseline="0">
                          <a:solidFill>
                            <a:srgbClr val="FFC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▲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3.16</a:t>
                      </a:r>
                      <a:r>
                        <a:rPr lang="ko-KR" altLang="en-US" sz="800" b="0" i="0" u="none" strike="noStrike" baseline="0">
                          <a:solidFill>
                            <a:srgbClr val="FFC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▲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 완료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920527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6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6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6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12/20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11/02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생산시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wet/dry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코팅폭 차이로 인해 적용 못함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03639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6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6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N32S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>
                          <a:cs typeface="Malgun Gothic Semilight"/>
                        </a:rPr>
                        <a:t>리비안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11/06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 완료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수동구간 산출 예정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897240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11/11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5.55</a:t>
                      </a:r>
                      <a:r>
                        <a:rPr lang="ko-KR" altLang="en-US" sz="800" b="0" i="0" u="none" strike="noStrike" baseline="0">
                          <a:solidFill>
                            <a:srgbClr val="FFC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▲</a:t>
                      </a:r>
                      <a:endParaRPr lang="en-US" altLang="ko-KR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4.22</a:t>
                      </a:r>
                      <a:r>
                        <a:rPr lang="ko-KR" altLang="en-US" sz="800" b="0" i="0" u="none" strike="noStrike" baseline="0">
                          <a:solidFill>
                            <a:srgbClr val="FFC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▲</a:t>
                      </a:r>
                      <a:endParaRPr lang="en-US" altLang="ko-KR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 완료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814172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0D777F0-9D85-A48D-EEAE-2D670515CF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9725301"/>
              </p:ext>
            </p:extLst>
          </p:nvPr>
        </p:nvGraphicFramePr>
        <p:xfrm>
          <a:off x="1622322" y="4007365"/>
          <a:ext cx="6907907" cy="853440"/>
        </p:xfrm>
        <a:graphic>
          <a:graphicData uri="http://schemas.openxmlformats.org/drawingml/2006/table">
            <a:tbl>
              <a:tblPr/>
              <a:tblGrid>
                <a:gridCol w="881860">
                  <a:extLst>
                    <a:ext uri="{9D8B030D-6E8A-4147-A177-3AD203B41FA5}">
                      <a16:colId xmlns:a16="http://schemas.microsoft.com/office/drawing/2014/main" val="4114607757"/>
                    </a:ext>
                  </a:extLst>
                </a:gridCol>
                <a:gridCol w="881860">
                  <a:extLst>
                    <a:ext uri="{9D8B030D-6E8A-4147-A177-3AD203B41FA5}">
                      <a16:colId xmlns:a16="http://schemas.microsoft.com/office/drawing/2014/main" val="3461411760"/>
                    </a:ext>
                  </a:extLst>
                </a:gridCol>
                <a:gridCol w="816538">
                  <a:extLst>
                    <a:ext uri="{9D8B030D-6E8A-4147-A177-3AD203B41FA5}">
                      <a16:colId xmlns:a16="http://schemas.microsoft.com/office/drawing/2014/main" val="2145259129"/>
                    </a:ext>
                  </a:extLst>
                </a:gridCol>
                <a:gridCol w="816538">
                  <a:extLst>
                    <a:ext uri="{9D8B030D-6E8A-4147-A177-3AD203B41FA5}">
                      <a16:colId xmlns:a16="http://schemas.microsoft.com/office/drawing/2014/main" val="662321032"/>
                    </a:ext>
                  </a:extLst>
                </a:gridCol>
                <a:gridCol w="881860">
                  <a:extLst>
                    <a:ext uri="{9D8B030D-6E8A-4147-A177-3AD203B41FA5}">
                      <a16:colId xmlns:a16="http://schemas.microsoft.com/office/drawing/2014/main" val="1921288064"/>
                    </a:ext>
                  </a:extLst>
                </a:gridCol>
                <a:gridCol w="816538">
                  <a:extLst>
                    <a:ext uri="{9D8B030D-6E8A-4147-A177-3AD203B41FA5}">
                      <a16:colId xmlns:a16="http://schemas.microsoft.com/office/drawing/2014/main" val="1573701045"/>
                    </a:ext>
                  </a:extLst>
                </a:gridCol>
                <a:gridCol w="816538">
                  <a:extLst>
                    <a:ext uri="{9D8B030D-6E8A-4147-A177-3AD203B41FA5}">
                      <a16:colId xmlns:a16="http://schemas.microsoft.com/office/drawing/2014/main" val="3168831531"/>
                    </a:ext>
                  </a:extLst>
                </a:gridCol>
                <a:gridCol w="996175">
                  <a:extLst>
                    <a:ext uri="{9D8B030D-6E8A-4147-A177-3AD203B41FA5}">
                      <a16:colId xmlns:a16="http://schemas.microsoft.com/office/drawing/2014/main" val="1027950867"/>
                    </a:ext>
                  </a:extLst>
                </a:gridCol>
              </a:tblGrid>
              <a:tr h="8989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Site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MI2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MI_LS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NB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OC2(NFF)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3759147"/>
                  </a:ext>
                </a:extLst>
              </a:tr>
              <a:tr h="8989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모델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LFP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LFP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LFP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LFP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LFP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LFP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9358561"/>
                  </a:ext>
                </a:extLst>
              </a:tr>
              <a:tr h="1797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중점 관리</a:t>
                      </a:r>
                      <a:b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운영 현황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전극폭</a:t>
                      </a:r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확인필요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확인필요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오버레이 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전극폭</a:t>
                      </a:r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오버레이 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절연폭</a:t>
                      </a:r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관리 </a:t>
                      </a:r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(RPM </a:t>
                      </a:r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제어</a:t>
                      </a:r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800" b="0" i="0" u="none" strike="noStrike" err="1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인터믹싱</a:t>
                      </a:r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불량 </a:t>
                      </a:r>
                      <a:r>
                        <a:rPr lang="ko-KR" altLang="en-US" sz="800" b="0" i="0" u="none" strike="noStrike" err="1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미발생</a:t>
                      </a:r>
                      <a:endParaRPr lang="ko-KR" altLang="en-US" sz="800" b="0" i="0" u="none" strike="noStrike"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704205"/>
                  </a:ext>
                </a:extLst>
              </a:tr>
              <a:tr h="8989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자동보정 현황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RPM/Gap </a:t>
                      </a:r>
                      <a:r>
                        <a:rPr lang="ko-KR" altLang="en-US" sz="800" b="0" i="0" u="none" strike="noStrike" err="1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사용중</a:t>
                      </a:r>
                      <a:endParaRPr lang="ko-KR" altLang="en-US" sz="800" b="0" i="0" u="none" strike="noStrike"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미사용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미사용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미사용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미사용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미사용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사용중</a:t>
                      </a:r>
                      <a:endParaRPr lang="ko-KR" altLang="en-US" sz="800" b="0" i="0" u="none" strike="noStrike"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9466949"/>
                  </a:ext>
                </a:extLst>
              </a:tr>
              <a:tr h="8989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비전 검증 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26.2</a:t>
                      </a:r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26.1</a:t>
                      </a:r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26.1</a:t>
                      </a:r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해당없음</a:t>
                      </a:r>
                      <a:endParaRPr lang="ko-KR" altLang="en-US" sz="800" b="0" i="0" u="none" strike="noStrike"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073928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8501483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91576D2-AF0F-4AA1-AC06-EE4AF3CDF4F8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036135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solidFill>
                  <a:schemeClr val="tx1"/>
                </a:solidFill>
                <a:latin typeface="Arial Narrow"/>
                <a:ea typeface="LG스마트체 Regular"/>
                <a:cs typeface="Malgun Gothic Semilight"/>
              </a:rPr>
              <a:t>3.MC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자동보정팀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(2/3)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5" name="실행 단추: 홈으로 이동 4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8835EA93-3488-4C63-BA8A-FE75EE26A262}"/>
              </a:ext>
            </a:extLst>
          </p:cNvPr>
          <p:cNvSpPr/>
          <p:nvPr/>
        </p:nvSpPr>
        <p:spPr>
          <a:xfrm>
            <a:off x="9513455" y="132021"/>
            <a:ext cx="292852" cy="292852"/>
          </a:xfrm>
          <a:prstGeom prst="actionButtonHo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>
              <a:solidFill>
                <a:schemeClr val="tx1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1EDA293-8423-D041-1D15-24DC9ACC3978}"/>
              </a:ext>
            </a:extLst>
          </p:cNvPr>
          <p:cNvSpPr txBox="1"/>
          <p:nvPr/>
        </p:nvSpPr>
        <p:spPr>
          <a:xfrm>
            <a:off x="135590" y="2477524"/>
            <a:ext cx="9517956" cy="1392689"/>
          </a:xfrm>
          <a:prstGeom prst="rect">
            <a:avLst/>
          </a:prstGeom>
          <a:noFill/>
        </p:spPr>
        <p:txBody>
          <a:bodyPr wrap="square" lIns="91440" tIns="0" rIns="0" bIns="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7.</a:t>
            </a:r>
            <a:r>
              <a:rPr lang="ko-KR" altLang="en-US" sz="1050" b="1">
                <a:latin typeface="Arial Narrow"/>
                <a:ea typeface="LG스마트체 Regular"/>
                <a:cs typeface="Malgun Gothic Semilight"/>
              </a:rPr>
              <a:t> 수평전개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(</a:t>
            </a:r>
            <a:r>
              <a:rPr kumimoji="1" lang="ko-KR" altLang="en-US" sz="1050" b="1" kern="0" err="1">
                <a:latin typeface="Arial Narrow"/>
                <a:ea typeface="LG스마트체 Regular"/>
                <a:cs typeface="Malgun Gothic Semilight"/>
              </a:rPr>
              <a:t>코터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)</a:t>
            </a:r>
            <a:r>
              <a:rPr kumimoji="1" lang="ko-KR" altLang="en-US" sz="105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| WA,</a:t>
            </a:r>
            <a:r>
              <a:rPr kumimoji="1" lang="ko-KR" altLang="en-US" sz="1050" b="1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EP2</a:t>
            </a:r>
            <a:r>
              <a:rPr kumimoji="1" lang="ko-KR" altLang="en-US" sz="1050" b="1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ML(10</a:t>
            </a:r>
            <a:r>
              <a:rPr kumimoji="1" lang="ko-KR" altLang="en-US" sz="1050" b="1" kern="0">
                <a:latin typeface="Arial Narrow"/>
                <a:ea typeface="LG스마트체 Regular"/>
                <a:cs typeface="Malgun Gothic Semilight"/>
              </a:rPr>
              <a:t>동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),</a:t>
            </a:r>
            <a:r>
              <a:rPr kumimoji="1" lang="ko-KR" altLang="en-US" sz="1050" b="1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EP2</a:t>
            </a:r>
            <a:r>
              <a:rPr kumimoji="1" lang="ko-KR" altLang="en-US" sz="1050" b="1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NFF(9</a:t>
            </a:r>
            <a:r>
              <a:rPr kumimoji="1" lang="ko-KR" altLang="en-US" sz="1050" b="1" kern="0">
                <a:latin typeface="Arial Narrow"/>
                <a:ea typeface="LG스마트체 Regular"/>
                <a:cs typeface="Malgun Gothic Semilight"/>
              </a:rPr>
              <a:t>동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),</a:t>
            </a:r>
            <a:r>
              <a:rPr kumimoji="1" lang="ko-KR" altLang="en-US" sz="1050" b="1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NA,</a:t>
            </a:r>
            <a:r>
              <a:rPr kumimoji="1" lang="ko-KR" altLang="en-US" sz="1050" b="1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NB</a:t>
            </a:r>
            <a:r>
              <a:rPr lang="ko-KR" altLang="en-US" sz="1050" b="1">
                <a:latin typeface="Arial Narrow"/>
                <a:ea typeface="LG스마트체 Regular"/>
              </a:rPr>
              <a:t> </a:t>
            </a:r>
            <a:br>
              <a:rPr lang="en-US" altLang="ko-KR" sz="1050">
                <a:latin typeface="Arial Narrow"/>
                <a:ea typeface="LG스마트체 Regular"/>
              </a:rPr>
            </a:b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/>
              <a:t> </a:t>
            </a:r>
          </a:p>
          <a:p>
            <a:pPr>
              <a:defRPr/>
            </a:pPr>
            <a:r>
              <a:rPr lang="en-US" altLang="ko-KR" sz="1000"/>
              <a:t>  </a:t>
            </a:r>
          </a:p>
          <a:p>
            <a:pPr>
              <a:defRPr/>
            </a:pPr>
            <a:r>
              <a:rPr lang="en-US" altLang="ko-KR" sz="1000"/>
              <a:t>  - APC </a:t>
            </a:r>
            <a:r>
              <a:rPr lang="ko-KR" altLang="en-US" sz="1000"/>
              <a:t>적용 타입 </a:t>
            </a:r>
            <a:r>
              <a:rPr lang="en-US" altLang="ko-KR" sz="1000"/>
              <a:t>:</a:t>
            </a:r>
            <a:r>
              <a:rPr lang="ko-KR" altLang="en-US" sz="1000"/>
              <a:t> </a:t>
            </a:r>
            <a:r>
              <a:rPr lang="en-US" altLang="ko-KR" sz="1000"/>
              <a:t>WA</a:t>
            </a:r>
            <a:r>
              <a:rPr lang="ko-KR" altLang="en-US" sz="1000"/>
              <a:t>는</a:t>
            </a:r>
            <a:r>
              <a:rPr lang="en-US" altLang="ko-KR" sz="1000"/>
              <a:t> </a:t>
            </a:r>
            <a:r>
              <a:rPr lang="ko-KR" altLang="en-US" sz="1000"/>
              <a:t>동시절연 적용을 위한 </a:t>
            </a:r>
            <a:r>
              <a:rPr lang="en-US" altLang="ko-KR" sz="1000"/>
              <a:t>Update </a:t>
            </a:r>
            <a:r>
              <a:rPr lang="ko-KR" altLang="en-US" sz="1000"/>
              <a:t>및 </a:t>
            </a:r>
            <a:r>
              <a:rPr lang="en-US" altLang="ko-KR" sz="1000"/>
              <a:t>APC </a:t>
            </a:r>
            <a:r>
              <a:rPr lang="ko-KR" altLang="en-US" sz="1000"/>
              <a:t>패치</a:t>
            </a:r>
            <a:r>
              <a:rPr lang="en-US" altLang="ko-KR" sz="1000"/>
              <a:t>,  EP2 Mother Line, NFF </a:t>
            </a:r>
            <a:r>
              <a:rPr lang="ko-KR" altLang="en-US" sz="1000"/>
              <a:t>는 </a:t>
            </a:r>
            <a:r>
              <a:rPr lang="en-US" altLang="ko-KR" sz="1000"/>
              <a:t>APC </a:t>
            </a:r>
            <a:r>
              <a:rPr lang="ko-KR" altLang="en-US" sz="1000"/>
              <a:t>수평전개 건입니다</a:t>
            </a:r>
            <a:r>
              <a:rPr lang="en-US" altLang="ko-KR" sz="1000"/>
              <a:t>.</a:t>
            </a:r>
            <a:br>
              <a:rPr lang="en-US" altLang="ko-KR" sz="1000"/>
            </a:br>
            <a:r>
              <a:rPr lang="en-US" altLang="ko-KR" sz="1000"/>
              <a:t>  - WA </a:t>
            </a:r>
            <a:r>
              <a:rPr lang="ko-KR" altLang="en-US" sz="1000" b="1">
                <a:latin typeface="Arial Narrow"/>
                <a:ea typeface="LG스마트체 Regular"/>
              </a:rPr>
              <a:t>⑨</a:t>
            </a:r>
            <a:r>
              <a:rPr lang="en-US" altLang="ko-KR" sz="1000"/>
              <a:t> : </a:t>
            </a:r>
            <a:r>
              <a:rPr lang="en-US" altLang="ko-KR" sz="1000">
                <a:latin typeface="Arial Narrow"/>
                <a:ea typeface="LG스마트체 Regular"/>
              </a:rPr>
              <a:t>APC </a:t>
            </a:r>
            <a:r>
              <a:rPr lang="en-US" altLang="ko-KR" sz="1000" err="1">
                <a:latin typeface="Arial Narrow"/>
                <a:ea typeface="LG스마트체 Regular"/>
              </a:rPr>
              <a:t>자동보정</a:t>
            </a:r>
            <a:r>
              <a:rPr lang="en-US" altLang="ko-KR" sz="1000"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latin typeface="Arial Narrow"/>
                <a:ea typeface="LG스마트체 Regular"/>
              </a:rPr>
              <a:t>신규</a:t>
            </a:r>
            <a:r>
              <a:rPr lang="en-US" altLang="ko-KR" sz="1000">
                <a:latin typeface="Arial Narrow"/>
                <a:ea typeface="LG스마트체 Regular"/>
              </a:rPr>
              <a:t> Set-up 및 </a:t>
            </a:r>
            <a:r>
              <a:rPr lang="en-US" altLang="ko-KR" sz="1000" err="1">
                <a:latin typeface="Arial Narrow"/>
                <a:ea typeface="LG스마트체 Regular"/>
              </a:rPr>
              <a:t>패치</a:t>
            </a:r>
            <a:r>
              <a:rPr lang="en-US" altLang="ko-KR" sz="1000"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latin typeface="Arial Narrow"/>
                <a:ea typeface="LG스마트체 Regular"/>
              </a:rPr>
              <a:t>대응</a:t>
            </a:r>
            <a:r>
              <a:rPr lang="en-US" altLang="ko-KR" sz="1000"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latin typeface="Arial Narrow"/>
                <a:ea typeface="LG스마트체 Regular"/>
              </a:rPr>
              <a:t>완료하였습니다</a:t>
            </a:r>
            <a:r>
              <a:rPr lang="en-US" altLang="ko-KR" sz="1000">
                <a:latin typeface="Arial Narrow"/>
                <a:ea typeface="LG스마트체 Regular"/>
              </a:rPr>
              <a:t>.(12/09) </a:t>
            </a:r>
            <a:endParaRPr lang="en-US" altLang="ko-KR" sz="1000"/>
          </a:p>
          <a:p>
            <a:pPr>
              <a:defRPr/>
            </a:pPr>
            <a:r>
              <a:rPr lang="en-US" altLang="ko-KR" sz="1000"/>
              <a:t>  - NA/NB </a:t>
            </a:r>
            <a:r>
              <a:rPr lang="ko-KR" altLang="en-US" sz="1000" b="1">
                <a:latin typeface="Arial Narrow"/>
                <a:ea typeface="LG스마트체 Regular"/>
              </a:rPr>
              <a:t>⑨</a:t>
            </a:r>
            <a:r>
              <a:rPr lang="ko-KR" altLang="en-US" sz="1000"/>
              <a:t> : NA 1~3호기, NB 1~5호기 대상으로 절연 자동보정 셋업 완료하였습니다.(11/28) NB 대표호기(3호기) 성능 검증 완료 후 NA(2호기) 성능검증 진행 예정입니다.(~12/31)</a:t>
            </a:r>
            <a:br>
              <a:rPr lang="en-US" altLang="ko-KR" sz="1000"/>
            </a:br>
            <a:r>
              <a:rPr lang="en-US" altLang="ko-KR" sz="1000"/>
              <a:t> </a:t>
            </a:r>
            <a:r>
              <a:rPr lang="en-US" altLang="ko-KR" sz="1000">
                <a:solidFill>
                  <a:srgbClr val="0000FF"/>
                </a:solidFill>
              </a:rPr>
              <a:t> - EP2 ML</a:t>
            </a:r>
            <a:r>
              <a:rPr lang="ko-KR" altLang="en-US" sz="1000" b="1">
                <a:solidFill>
                  <a:srgbClr val="0000FF"/>
                </a:solidFill>
                <a:latin typeface="Arial Narrow"/>
                <a:ea typeface="LG스마트체 Regular"/>
              </a:rPr>
              <a:t>⑧</a:t>
            </a:r>
            <a:r>
              <a:rPr lang="en-US" altLang="ko-KR" sz="1000">
                <a:solidFill>
                  <a:srgbClr val="0000FF"/>
                </a:solidFill>
              </a:rPr>
              <a:t> : </a:t>
            </a:r>
            <a:r>
              <a:rPr lang="en-US" altLang="ko-KR" sz="1000" err="1">
                <a:solidFill>
                  <a:srgbClr val="0000FF"/>
                </a:solidFill>
              </a:rPr>
              <a:t>양극</a:t>
            </a:r>
            <a:r>
              <a:rPr lang="en-US" altLang="ko-KR" sz="1000">
                <a:solidFill>
                  <a:srgbClr val="0000FF"/>
                </a:solidFill>
              </a:rPr>
              <a:t> </a:t>
            </a:r>
            <a:r>
              <a:rPr lang="en-US" altLang="ko-KR" sz="1000" err="1">
                <a:solidFill>
                  <a:srgbClr val="0000FF"/>
                </a:solidFill>
              </a:rPr>
              <a:t>코터</a:t>
            </a:r>
            <a:r>
              <a:rPr lang="en-US" altLang="ko-KR" sz="1000">
                <a:solidFill>
                  <a:srgbClr val="0000FF"/>
                </a:solidFill>
              </a:rPr>
              <a:t>/</a:t>
            </a:r>
            <a:r>
              <a:rPr lang="en-US" altLang="ko-KR" sz="1000" err="1">
                <a:solidFill>
                  <a:srgbClr val="0000FF"/>
                </a:solidFill>
              </a:rPr>
              <a:t>절연코터</a:t>
            </a:r>
            <a:r>
              <a:rPr lang="en-US" altLang="ko-KR" sz="1000">
                <a:solidFill>
                  <a:srgbClr val="0000FF"/>
                </a:solidFill>
              </a:rPr>
              <a:t> </a:t>
            </a:r>
            <a:r>
              <a:rPr lang="en-US" altLang="ko-KR" sz="1000" err="1">
                <a:solidFill>
                  <a:srgbClr val="0000FF"/>
                </a:solidFill>
              </a:rPr>
              <a:t>기능</a:t>
            </a:r>
            <a:r>
              <a:rPr lang="en-US" altLang="ko-KR" sz="1000">
                <a:solidFill>
                  <a:srgbClr val="0000FF"/>
                </a:solidFill>
              </a:rPr>
              <a:t> </a:t>
            </a:r>
            <a:r>
              <a:rPr lang="en-US" altLang="ko-KR" sz="1000" err="1">
                <a:solidFill>
                  <a:srgbClr val="0000FF"/>
                </a:solidFill>
              </a:rPr>
              <a:t>검증</a:t>
            </a:r>
            <a:r>
              <a:rPr lang="en-US" altLang="ko-KR" sz="1000">
                <a:solidFill>
                  <a:srgbClr val="0000FF"/>
                </a:solidFill>
              </a:rPr>
              <a:t> </a:t>
            </a:r>
            <a:r>
              <a:rPr lang="en-US" altLang="ko-KR" sz="1000" err="1">
                <a:solidFill>
                  <a:srgbClr val="0000FF"/>
                </a:solidFill>
              </a:rPr>
              <a:t>예정입니다</a:t>
            </a:r>
            <a:r>
              <a:rPr lang="en-US" altLang="ko-KR" sz="1000">
                <a:solidFill>
                  <a:srgbClr val="0000FF"/>
                </a:solidFill>
              </a:rPr>
              <a:t>.(12/17)</a:t>
            </a:r>
            <a:endParaRPr lang="en-US" altLang="ko-KR" sz="1000">
              <a:solidFill>
                <a:srgbClr val="0000FF"/>
              </a:solidFill>
              <a:latin typeface="Arial Narrow"/>
              <a:ea typeface="LG스마트체 Regular"/>
            </a:endParaRPr>
          </a:p>
          <a:p>
            <a:pPr>
              <a:defRPr/>
            </a:pPr>
            <a:r>
              <a:rPr lang="en-US" altLang="ko-KR" sz="1000">
                <a:solidFill>
                  <a:srgbClr val="0000FF"/>
                </a:solidFill>
              </a:rPr>
              <a:t>  - EP2 NFF </a:t>
            </a:r>
            <a:r>
              <a:rPr lang="en-US" altLang="ko-KR" sz="1000" b="1" i="0" u="none" strike="noStrike" kern="1200" baseline="0">
                <a:solidFill>
                  <a:srgbClr val="0000FF"/>
                </a:solidFill>
                <a:effectLst/>
                <a:latin typeface="Arial Narrow"/>
                <a:ea typeface="LG스마트체 Regular"/>
                <a:cs typeface="+mn-cs"/>
              </a:rPr>
              <a:t>: </a:t>
            </a:r>
            <a:r>
              <a:rPr lang="en-US" altLang="ko-KR" sz="400" b="1" i="0" u="none" strike="noStrike" kern="1200" baseline="0">
                <a:solidFill>
                  <a:srgbClr val="0000FF"/>
                </a:solidFill>
                <a:effectLst/>
                <a:latin typeface="Arial Narrow"/>
                <a:ea typeface="LG스마트체 Regular"/>
                <a:cs typeface="+mn-cs"/>
              </a:rPr>
              <a:t> </a:t>
            </a:r>
            <a:r>
              <a:rPr lang="ko-KR" sz="900">
                <a:solidFill>
                  <a:srgbClr val="0000FF"/>
                </a:solidFill>
                <a:latin typeface="Arial Narrow"/>
                <a:ea typeface="LG스마트체 Regular"/>
              </a:rPr>
              <a:t>음극 </a:t>
            </a:r>
            <a:r>
              <a:rPr lang="en-US" altLang="ko-KR" sz="900">
                <a:solidFill>
                  <a:srgbClr val="0000FF"/>
                </a:solidFill>
                <a:latin typeface="Arial Narrow"/>
                <a:ea typeface="LG스마트체 Regular"/>
              </a:rPr>
              <a:t>:</a:t>
            </a:r>
            <a:r>
              <a:rPr lang="ko-KR" sz="900">
                <a:solidFill>
                  <a:srgbClr val="0000FF"/>
                </a:solidFill>
                <a:latin typeface="Arial Narrow"/>
                <a:ea typeface="LG스마트체 Regular"/>
              </a:rPr>
              <a:t> ⑥ </a:t>
            </a:r>
            <a:r>
              <a:rPr lang="en-US" altLang="ko-KR" sz="900">
                <a:solidFill>
                  <a:srgbClr val="0000FF"/>
                </a:solidFill>
                <a:latin typeface="Arial Narrow"/>
                <a:ea typeface="LG스마트체 Regular"/>
              </a:rPr>
              <a:t> </a:t>
            </a:r>
            <a:r>
              <a:rPr lang="ko-KR" sz="900">
                <a:solidFill>
                  <a:srgbClr val="0000FF"/>
                </a:solidFill>
                <a:latin typeface="Arial Narrow"/>
                <a:ea typeface="LG스마트체 Regular"/>
              </a:rPr>
              <a:t>데이터</a:t>
            </a:r>
            <a:r>
              <a:rPr lang="en-US" altLang="ko-KR" sz="90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ko-KR" sz="900">
                <a:solidFill>
                  <a:srgbClr val="0000FF"/>
                </a:solidFill>
                <a:latin typeface="Arial Narrow"/>
                <a:ea typeface="LG스마트체 Regular"/>
              </a:rPr>
              <a:t>수집</a:t>
            </a:r>
            <a:r>
              <a:rPr lang="en-US" altLang="ko-KR" sz="90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ko-KR" sz="900">
                <a:solidFill>
                  <a:srgbClr val="0000FF"/>
                </a:solidFill>
                <a:latin typeface="Arial Narrow"/>
                <a:ea typeface="LG스마트체 Regular"/>
              </a:rPr>
              <a:t>보완점</a:t>
            </a:r>
            <a:r>
              <a:rPr lang="en-US" altLang="ko-KR" sz="90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ko-KR" sz="900">
                <a:solidFill>
                  <a:srgbClr val="0000FF"/>
                </a:solidFill>
                <a:latin typeface="Arial Narrow"/>
                <a:ea typeface="LG스마트체 Regular"/>
              </a:rPr>
              <a:t>조치</a:t>
            </a:r>
            <a:r>
              <a:rPr lang="en-US" altLang="ko-KR" sz="90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ko-KR" sz="900">
                <a:solidFill>
                  <a:srgbClr val="0000FF"/>
                </a:solidFill>
                <a:latin typeface="Arial Narrow"/>
                <a:ea typeface="LG스마트체 Regular"/>
              </a:rPr>
              <a:t>후</a:t>
            </a:r>
            <a:r>
              <a:rPr lang="en-US" altLang="ko-KR" sz="900">
                <a:solidFill>
                  <a:srgbClr val="0000FF"/>
                </a:solidFill>
                <a:latin typeface="Arial Narrow"/>
                <a:ea typeface="LG스마트체 Regular"/>
              </a:rPr>
              <a:t>, </a:t>
            </a:r>
            <a:r>
              <a:rPr lang="ko-KR" sz="900">
                <a:solidFill>
                  <a:srgbClr val="0000FF"/>
                </a:solidFill>
                <a:latin typeface="Arial Narrow"/>
                <a:ea typeface="LG스마트체 Regular"/>
              </a:rPr>
              <a:t>데이터</a:t>
            </a:r>
            <a:r>
              <a:rPr lang="en-US" altLang="ko-KR" sz="90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ko-KR" sz="900">
                <a:solidFill>
                  <a:srgbClr val="0000FF"/>
                </a:solidFill>
                <a:latin typeface="Arial Narrow"/>
                <a:ea typeface="LG스마트체 Regular"/>
              </a:rPr>
              <a:t>정합성</a:t>
            </a:r>
            <a:r>
              <a:rPr lang="en-US" altLang="ko-KR" sz="90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900">
                <a:solidFill>
                  <a:srgbClr val="0000FF"/>
                </a:solidFill>
              </a:rPr>
              <a:t>검증</a:t>
            </a:r>
            <a:r>
              <a:rPr lang="en-US" sz="900">
                <a:solidFill>
                  <a:srgbClr val="0000FF"/>
                </a:solidFill>
              </a:rPr>
              <a:t> </a:t>
            </a:r>
            <a:r>
              <a:rPr lang="en-US" sz="900" err="1">
                <a:solidFill>
                  <a:srgbClr val="0000FF"/>
                </a:solidFill>
              </a:rPr>
              <a:t>예정입니다</a:t>
            </a:r>
            <a:r>
              <a:rPr lang="en-US" sz="900">
                <a:solidFill>
                  <a:srgbClr val="0000FF"/>
                </a:solidFill>
              </a:rPr>
              <a:t>.(</a:t>
            </a:r>
            <a:r>
              <a:rPr lang="en-US" altLang="ko-KR" sz="900">
                <a:solidFill>
                  <a:srgbClr val="0000FF"/>
                </a:solidFill>
                <a:latin typeface="Arial Narrow"/>
                <a:ea typeface="LG스마트체 Regular"/>
              </a:rPr>
              <a:t>12/19)</a:t>
            </a:r>
            <a:br>
              <a:rPr lang="en-US" altLang="ko-KR" sz="900"/>
            </a:br>
            <a:r>
              <a:rPr lang="en-US" altLang="ko-KR" sz="900">
                <a:solidFill>
                  <a:srgbClr val="0000FF"/>
                </a:solidFill>
              </a:rPr>
              <a:t>                         </a:t>
            </a:r>
            <a:r>
              <a:rPr lang="ko-KR" altLang="en-US" sz="900">
                <a:solidFill>
                  <a:srgbClr val="0000FF"/>
                </a:solidFill>
              </a:rPr>
              <a:t>양극</a:t>
            </a:r>
            <a:r>
              <a:rPr lang="en-US" altLang="ko-KR" sz="900">
                <a:solidFill>
                  <a:srgbClr val="0000FF"/>
                </a:solidFill>
              </a:rPr>
              <a:t> : </a:t>
            </a:r>
            <a:r>
              <a:rPr lang="en-US" altLang="ko-KR" sz="900">
                <a:solidFill>
                  <a:srgbClr val="0000FF"/>
                </a:solidFill>
                <a:latin typeface="Arial Narrow"/>
              </a:rPr>
              <a:t>⑥</a:t>
            </a:r>
            <a:r>
              <a:rPr lang="en-US" altLang="ko-KR" sz="900">
                <a:solidFill>
                  <a:srgbClr val="0000FF"/>
                </a:solidFill>
                <a:latin typeface="LG Smart_H2.0 R"/>
              </a:rPr>
              <a:t>  </a:t>
            </a:r>
            <a:r>
              <a:rPr lang="ko-KR" sz="900">
                <a:solidFill>
                  <a:srgbClr val="0000FF"/>
                </a:solidFill>
                <a:latin typeface="LG Smart_H2.0 R"/>
              </a:rPr>
              <a:t>데이터</a:t>
            </a:r>
            <a:r>
              <a:rPr lang="en-US" altLang="ko-KR" sz="900">
                <a:solidFill>
                  <a:srgbClr val="0000FF"/>
                </a:solidFill>
                <a:latin typeface="LG Smart_H2.0 R"/>
              </a:rPr>
              <a:t> </a:t>
            </a:r>
            <a:r>
              <a:rPr lang="ko-KR" sz="900">
                <a:solidFill>
                  <a:srgbClr val="0000FF"/>
                </a:solidFill>
                <a:latin typeface="LG Smart_H2.0 R"/>
              </a:rPr>
              <a:t>정합성</a:t>
            </a:r>
            <a:r>
              <a:rPr lang="en-US" altLang="ko-KR" sz="900">
                <a:solidFill>
                  <a:srgbClr val="0000FF"/>
                </a:solidFill>
                <a:latin typeface="LG Smart_H2.0 R"/>
              </a:rPr>
              <a:t> </a:t>
            </a:r>
            <a:r>
              <a:rPr lang="ko-KR" sz="900" err="1">
                <a:solidFill>
                  <a:srgbClr val="0000FF"/>
                </a:solidFill>
                <a:latin typeface="LG Smart_H2.0 R"/>
              </a:rPr>
              <a:t>검증중입니다</a:t>
            </a:r>
            <a:r>
              <a:rPr lang="en-US" altLang="ko-KR" sz="900">
                <a:solidFill>
                  <a:srgbClr val="0000FF"/>
                </a:solidFill>
                <a:latin typeface="LG Smart_H2.0 R"/>
              </a:rPr>
              <a:t>.(12/</a:t>
            </a:r>
            <a:r>
              <a:rPr lang="en-US" altLang="ko-KR" sz="900" strike="sngStrike">
                <a:solidFill>
                  <a:srgbClr val="0000FF"/>
                </a:solidFill>
                <a:latin typeface="LG Smart_H2.0 R"/>
              </a:rPr>
              <a:t>11</a:t>
            </a:r>
            <a:r>
              <a:rPr lang="en-US" altLang="ko-KR" sz="900">
                <a:solidFill>
                  <a:srgbClr val="0000FF"/>
                </a:solidFill>
                <a:latin typeface="LG Smart_H2.0 R"/>
              </a:rPr>
              <a:t>→19, </a:t>
            </a:r>
            <a:r>
              <a:rPr lang="ko-KR" sz="900">
                <a:solidFill>
                  <a:srgbClr val="0000FF"/>
                </a:solidFill>
                <a:latin typeface="LG Smart_H2.0 R"/>
              </a:rPr>
              <a:t>생산이</a:t>
            </a:r>
            <a:r>
              <a:rPr lang="en-US" altLang="ko-KR" sz="900">
                <a:solidFill>
                  <a:srgbClr val="0000FF"/>
                </a:solidFill>
                <a:latin typeface="LG Smart_H2.0 R"/>
              </a:rPr>
              <a:t> </a:t>
            </a:r>
            <a:r>
              <a:rPr lang="ko-KR" sz="900">
                <a:solidFill>
                  <a:srgbClr val="0000FF"/>
                </a:solidFill>
                <a:latin typeface="LG Smart_H2.0 R"/>
              </a:rPr>
              <a:t>없어</a:t>
            </a:r>
            <a:r>
              <a:rPr lang="en-US" altLang="ko-KR" sz="900">
                <a:solidFill>
                  <a:srgbClr val="0000FF"/>
                </a:solidFill>
                <a:latin typeface="LG Smart_H2.0 R"/>
              </a:rPr>
              <a:t> </a:t>
            </a:r>
            <a:r>
              <a:rPr lang="ko-KR" sz="900">
                <a:solidFill>
                  <a:srgbClr val="0000FF"/>
                </a:solidFill>
                <a:latin typeface="LG Smart_H2.0 R"/>
              </a:rPr>
              <a:t>데이터</a:t>
            </a:r>
            <a:r>
              <a:rPr lang="en-US" altLang="ko-KR" sz="900">
                <a:solidFill>
                  <a:srgbClr val="0000FF"/>
                </a:solidFill>
                <a:latin typeface="LG Smart_H2.0 R"/>
              </a:rPr>
              <a:t> </a:t>
            </a:r>
            <a:r>
              <a:rPr lang="ko-KR" sz="900">
                <a:solidFill>
                  <a:srgbClr val="0000FF"/>
                </a:solidFill>
                <a:latin typeface="LG Smart_H2.0 R"/>
              </a:rPr>
              <a:t>검증</a:t>
            </a:r>
            <a:r>
              <a:rPr lang="en-US" altLang="ko-KR" sz="900">
                <a:solidFill>
                  <a:srgbClr val="0000FF"/>
                </a:solidFill>
                <a:latin typeface="LG Smart_H2.0 R"/>
              </a:rPr>
              <a:t> </a:t>
            </a:r>
            <a:r>
              <a:rPr lang="ko-KR" sz="900">
                <a:solidFill>
                  <a:srgbClr val="0000FF"/>
                </a:solidFill>
                <a:latin typeface="LG Smart_H2.0 R"/>
              </a:rPr>
              <a:t>일정</a:t>
            </a:r>
            <a:r>
              <a:rPr lang="en-US" altLang="ko-KR" sz="900">
                <a:solidFill>
                  <a:srgbClr val="0000FF"/>
                </a:solidFill>
                <a:latin typeface="LG Smart_H2.0 R"/>
              </a:rPr>
              <a:t> </a:t>
            </a:r>
            <a:r>
              <a:rPr lang="ko-KR" sz="900">
                <a:solidFill>
                  <a:srgbClr val="0000FF"/>
                </a:solidFill>
                <a:latin typeface="LG Smart_H2.0 R"/>
              </a:rPr>
              <a:t>변경</a:t>
            </a:r>
            <a:r>
              <a:rPr lang="en-US" altLang="ko-KR" sz="900">
                <a:solidFill>
                  <a:srgbClr val="0000FF"/>
                </a:solidFill>
                <a:latin typeface="LG Smart_H2.0 R"/>
              </a:rPr>
              <a:t>)</a:t>
            </a:r>
            <a:endParaRPr lang="en-US" sz="900">
              <a:solidFill>
                <a:srgbClr val="0000FF"/>
              </a:solidFill>
              <a:latin typeface="LG Smart_H2.0 R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8298820-7D85-A6ED-9D53-48660883B2D3}"/>
              </a:ext>
            </a:extLst>
          </p:cNvPr>
          <p:cNvSpPr txBox="1"/>
          <p:nvPr/>
        </p:nvSpPr>
        <p:spPr>
          <a:xfrm>
            <a:off x="133794" y="4014170"/>
            <a:ext cx="9465732" cy="1862048"/>
          </a:xfrm>
          <a:prstGeom prst="rect">
            <a:avLst/>
          </a:prstGeom>
          <a:noFill/>
        </p:spPr>
        <p:txBody>
          <a:bodyPr wrap="square" lIns="91440" tIns="0" rIns="0" bIns="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8.</a:t>
            </a:r>
            <a:r>
              <a:rPr lang="ko-KR" altLang="en-US" sz="1050" b="1">
                <a:latin typeface="Arial Narrow"/>
                <a:ea typeface="LG스마트체 Regular"/>
                <a:cs typeface="Malgun Gothic Semilight"/>
              </a:rPr>
              <a:t> 수평전개</a:t>
            </a:r>
            <a:r>
              <a:rPr lang="en-US" altLang="ko-KR" sz="1050" b="1">
                <a:latin typeface="Arial Narrow"/>
                <a:ea typeface="LG스마트체 Regular"/>
                <a:cs typeface="Malgun Gothic Semilight"/>
              </a:rPr>
              <a:t>(</a:t>
            </a:r>
            <a:r>
              <a:rPr kumimoji="1" lang="ko-KR" altLang="en-US" sz="1050" b="1" kern="0">
                <a:latin typeface="Arial Narrow"/>
                <a:ea typeface="LG스마트체 Regular"/>
                <a:cs typeface="Malgun Gothic Semilight"/>
              </a:rPr>
              <a:t>건조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)</a:t>
            </a:r>
            <a:r>
              <a:rPr kumimoji="1" lang="ko-KR" altLang="en-US" sz="105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| </a:t>
            </a:r>
            <a:r>
              <a:rPr kumimoji="1" lang="ko-KR" altLang="en-US" sz="1050" b="1" kern="0">
                <a:latin typeface="Arial Narrow"/>
                <a:ea typeface="LG스마트체 Regular"/>
                <a:cs typeface="Malgun Gothic Semilight"/>
              </a:rPr>
              <a:t>건조 자동보정 통합 프로그램 수평전개 및 검증</a:t>
            </a:r>
            <a:r>
              <a:rPr lang="ko-KR" altLang="en-US" sz="1050" b="1">
                <a:latin typeface="Arial Narrow"/>
                <a:ea typeface="LG스마트체 Regular"/>
              </a:rPr>
              <a:t> (전</a:t>
            </a:r>
            <a:r>
              <a:rPr lang="en-US" altLang="ko-KR" sz="1050" b="1">
                <a:latin typeface="Arial Narrow"/>
                <a:ea typeface="LG스마트체 Regular"/>
              </a:rPr>
              <a:t> </a:t>
            </a:r>
            <a:r>
              <a:rPr lang="ko-KR" altLang="en-US" sz="1050" b="1">
                <a:latin typeface="Arial Narrow"/>
                <a:ea typeface="LG스마트체 Regular"/>
              </a:rPr>
              <a:t>법인 ) </a:t>
            </a:r>
            <a:br>
              <a:rPr lang="en-US" altLang="ko-KR" sz="1050">
                <a:latin typeface="Arial Narrow"/>
                <a:ea typeface="LG스마트체 Regular"/>
              </a:rPr>
            </a:br>
            <a:r>
              <a:rPr lang="en-US" altLang="ko-KR" sz="105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/>
              <a:t>   </a:t>
            </a:r>
          </a:p>
          <a:p>
            <a:pPr>
              <a:defRPr/>
            </a:pPr>
            <a:endParaRPr lang="en-US" altLang="ko-KR" sz="1000"/>
          </a:p>
          <a:p>
            <a:pPr>
              <a:defRPr/>
            </a:pPr>
            <a:r>
              <a:rPr lang="en-US" altLang="ko-KR" sz="1000"/>
              <a:t>    [WA    </a:t>
            </a:r>
            <a:r>
              <a:rPr lang="en-US" altLang="ko-KR" sz="1000" err="1"/>
              <a:t>음극</a:t>
            </a:r>
            <a:r>
              <a:rPr lang="en-US" altLang="ko-KR" sz="1000"/>
              <a:t> : 2</a:t>
            </a:r>
            <a:r>
              <a:rPr lang="ko-KR" altLang="en-US" sz="1000"/>
              <a:t>호기 제외 전 호기 적용 완료</a:t>
            </a:r>
            <a:r>
              <a:rPr lang="en-US" altLang="ko-KR" sz="1000"/>
              <a:t>(APC </a:t>
            </a:r>
            <a:r>
              <a:rPr lang="ko-KR" altLang="en-US" sz="1000"/>
              <a:t>기반</a:t>
            </a:r>
            <a:r>
              <a:rPr lang="en-US" altLang="ko-KR" sz="1000"/>
              <a:t>) </a:t>
            </a:r>
            <a:r>
              <a:rPr lang="ko-KR" altLang="en-US" sz="1000"/>
              <a:t>되었습니다</a:t>
            </a:r>
            <a:r>
              <a:rPr lang="en-US" sz="1000"/>
              <a:t>. </a:t>
            </a:r>
            <a:r>
              <a:rPr lang="ko-KR" altLang="en-US" sz="1000"/>
              <a:t>음극 통합프로그램 적용 및 검증 </a:t>
            </a:r>
            <a:r>
              <a:rPr lang="en-US" sz="1000"/>
              <a:t>Process</a:t>
            </a:r>
            <a:r>
              <a:rPr lang="ko-KR" altLang="en-US" sz="1000"/>
              <a:t>를</a:t>
            </a:r>
            <a:r>
              <a:rPr lang="en-US" sz="1000"/>
              <a:t> </a:t>
            </a:r>
            <a:r>
              <a:rPr lang="ko-KR" altLang="en-US" sz="1000"/>
              <a:t>검토 완료하였습니다</a:t>
            </a:r>
            <a:r>
              <a:rPr lang="en-US" sz="1000"/>
              <a:t>.(10/24)</a:t>
            </a:r>
            <a:endParaRPr lang="en-US" altLang="ko-KR" sz="1000"/>
          </a:p>
          <a:p>
            <a:pPr>
              <a:defRPr/>
            </a:pPr>
            <a:r>
              <a:rPr lang="en-US" altLang="ko-KR" sz="1000"/>
              <a:t>               </a:t>
            </a:r>
            <a:r>
              <a:rPr lang="en-US" altLang="ko-KR" sz="1000" err="1"/>
              <a:t>양극</a:t>
            </a:r>
            <a:r>
              <a:rPr lang="en-US" altLang="ko-KR" sz="1000"/>
              <a:t> : </a:t>
            </a:r>
            <a:r>
              <a:rPr lang="en-US" sz="1000"/>
              <a:t>WA</a:t>
            </a:r>
            <a:r>
              <a:rPr lang="ko-KR" altLang="en-US" sz="1000"/>
              <a:t> </a:t>
            </a:r>
            <a:r>
              <a:rPr lang="en-US" sz="1000"/>
              <a:t>5</a:t>
            </a:r>
            <a:r>
              <a:rPr lang="ko-KR" altLang="en-US" sz="1000"/>
              <a:t>호기</a:t>
            </a:r>
            <a:r>
              <a:rPr lang="en-US" sz="1000"/>
              <a:t> LFP </a:t>
            </a:r>
            <a:r>
              <a:rPr lang="ko-KR" altLang="en-US" sz="1000"/>
              <a:t>모델 생산 시 검증 예정</a:t>
            </a:r>
            <a:r>
              <a:rPr lang="en-US" sz="1000"/>
              <a:t>(10</a:t>
            </a:r>
            <a:r>
              <a:rPr lang="ko-KR" altLang="en-US" sz="1000"/>
              <a:t>월초까지 생산계획 無)</a:t>
            </a:r>
            <a:br>
              <a:rPr lang="en-US" altLang="ko-KR" sz="1000"/>
            </a:br>
            <a:r>
              <a:rPr lang="en-US" altLang="ko-KR" sz="1000"/>
              <a:t>              ※  WA</a:t>
            </a:r>
            <a:r>
              <a:rPr lang="ko-KR" altLang="en-US" sz="1000"/>
              <a:t> </a:t>
            </a:r>
            <a:r>
              <a:rPr lang="en-US" altLang="ko-KR" sz="1000"/>
              <a:t>2</a:t>
            </a:r>
            <a:r>
              <a:rPr lang="ko-KR" altLang="en-US" sz="1000"/>
              <a:t>호기 </a:t>
            </a:r>
            <a:r>
              <a:rPr lang="en-US" altLang="ko-KR" sz="1000"/>
              <a:t>APC </a:t>
            </a:r>
            <a:r>
              <a:rPr lang="ko-KR" altLang="en-US" sz="1000"/>
              <a:t>셋업 잔 건 남아 있습니다</a:t>
            </a:r>
            <a:r>
              <a:rPr lang="en-US" altLang="ko-KR" sz="1000"/>
              <a:t>.(10</a:t>
            </a:r>
            <a:r>
              <a:rPr lang="ko-KR" altLang="en-US" sz="1000"/>
              <a:t>월 착수 예정</a:t>
            </a:r>
            <a:r>
              <a:rPr lang="en-US" altLang="ko-KR" sz="1000"/>
              <a:t>, </a:t>
            </a:r>
            <a:r>
              <a:rPr lang="ko-KR" altLang="en-US" sz="1000"/>
              <a:t>기준정보 업데이트까지 완료</a:t>
            </a:r>
            <a:r>
              <a:rPr lang="en-US" altLang="ko-KR" sz="1000"/>
              <a:t>), 9</a:t>
            </a:r>
            <a:r>
              <a:rPr lang="ko-KR" altLang="en-US" sz="1000"/>
              <a:t>호기는 소형으로 전환 후 적용</a:t>
            </a:r>
            <a:r>
              <a:rPr lang="en-US" altLang="ko-KR" sz="1000"/>
              <a:t>(26</a:t>
            </a:r>
            <a:r>
              <a:rPr lang="ko-KR" altLang="en-US" sz="1000"/>
              <a:t>년 하반기</a:t>
            </a:r>
            <a:r>
              <a:rPr lang="en-US" altLang="ko-KR" sz="1000"/>
              <a:t>) </a:t>
            </a:r>
            <a:r>
              <a:rPr lang="ko-KR" altLang="en-US" sz="1000"/>
              <a:t>예정입니다</a:t>
            </a:r>
            <a:r>
              <a:rPr lang="en-US" altLang="ko-KR" sz="1000"/>
              <a:t>. </a:t>
            </a:r>
            <a:endParaRPr lang="ko-KR" altLang="en-US" sz="1000"/>
          </a:p>
          <a:p>
            <a:pPr>
              <a:defRPr/>
            </a:pPr>
            <a:r>
              <a:rPr lang="en-US" altLang="ko-KR" sz="1000"/>
              <a:t>    [GM1] [GM2] </a:t>
            </a:r>
            <a:r>
              <a:rPr lang="ko-KR" altLang="en-US" sz="1000" b="0" i="0" u="none" strike="noStrike" baseline="0" noProof="0">
                <a:latin typeface="Arial Narrow"/>
              </a:rPr>
              <a:t>음극 통합프로그램 적용 및 검증 </a:t>
            </a:r>
            <a:r>
              <a:rPr lang="en-US" altLang="ko-KR" sz="1000" b="0" i="0" u="none" strike="noStrike" baseline="0" noProof="0">
                <a:latin typeface="Arial Narrow"/>
              </a:rPr>
              <a:t>Process</a:t>
            </a:r>
            <a:r>
              <a:rPr lang="ko-KR" altLang="en-US" sz="1000" b="0" i="0" u="none" strike="noStrike" baseline="0" noProof="0">
                <a:latin typeface="Arial Narrow"/>
              </a:rPr>
              <a:t>를 기반으로 </a:t>
            </a:r>
            <a:r>
              <a:rPr lang="en-US" altLang="ko-KR" sz="1000" b="0" i="0" u="none" strike="noStrike" baseline="0" noProof="0">
                <a:latin typeface="Arial Narrow"/>
              </a:rPr>
              <a:t>GM1, GM2 </a:t>
            </a:r>
            <a:r>
              <a:rPr lang="ko-KR" altLang="en-US" sz="1000" b="0" i="0" u="none" strike="noStrike" baseline="0" noProof="0">
                <a:latin typeface="Arial Narrow"/>
              </a:rPr>
              <a:t>음극 통합 프로그램 셋업을 진행하였습니다</a:t>
            </a:r>
            <a:r>
              <a:rPr lang="en-US" altLang="ko-KR" sz="1000" b="0" i="0" u="none" strike="noStrike" baseline="0" noProof="0">
                <a:latin typeface="Arial Narrow"/>
              </a:rPr>
              <a:t>(11/5) ※ </a:t>
            </a:r>
            <a:r>
              <a:rPr lang="ko-KR" altLang="en-US" sz="1000" b="0" i="0" u="none" strike="noStrike" baseline="0" noProof="0">
                <a:latin typeface="Arial Narrow"/>
              </a:rPr>
              <a:t>셋업 이후 절차 검증 대기</a:t>
            </a:r>
            <a:r>
              <a:rPr lang="en-US" altLang="ko-KR" sz="1000" b="0" i="0" u="none" strike="noStrike" baseline="0" noProof="0">
                <a:latin typeface="Arial Narrow"/>
              </a:rPr>
              <a:t>(</a:t>
            </a:r>
            <a:r>
              <a:rPr lang="ko-KR" altLang="en-US" sz="1000" b="0" i="0" u="none" strike="noStrike" baseline="0" noProof="0">
                <a:latin typeface="Arial Narrow"/>
              </a:rPr>
              <a:t>양산 진행 시</a:t>
            </a:r>
            <a:r>
              <a:rPr lang="en-US" altLang="ko-KR" sz="1000" b="0" i="0" u="none" strike="noStrike" baseline="0" noProof="0">
                <a:latin typeface="Arial Narrow"/>
              </a:rPr>
              <a:t>,</a:t>
            </a:r>
            <a:r>
              <a:rPr lang="ko-KR" altLang="en-US" sz="1000" b="0" i="0" u="none" strike="noStrike" baseline="0" noProof="0">
                <a:latin typeface="Arial Narrow"/>
              </a:rPr>
              <a:t> </a:t>
            </a:r>
            <a:r>
              <a:rPr lang="ko-KR" altLang="en-US" sz="1000">
                <a:latin typeface="Arial Narrow"/>
              </a:rPr>
              <a:t>현재 양산 없음</a:t>
            </a:r>
            <a:r>
              <a:rPr lang="en-US" altLang="ko-KR" sz="1000" b="0" i="0" u="none" strike="noStrike" baseline="0" noProof="0">
                <a:latin typeface="Arial Narrow"/>
              </a:rPr>
              <a:t>)</a:t>
            </a:r>
            <a:br>
              <a:rPr lang="en-US" altLang="ko-KR" sz="1000" b="0" i="0" u="none" strike="noStrike" baseline="0" noProof="0">
                <a:latin typeface="Arial Narrow"/>
              </a:rPr>
            </a:br>
            <a:r>
              <a:rPr lang="en-US" altLang="ko-KR" sz="1000" b="0" i="0" u="none" strike="noStrike" baseline="0" noProof="0">
                <a:latin typeface="Arial Narrow"/>
              </a:rPr>
              <a:t>    [</a:t>
            </a:r>
            <a:r>
              <a:rPr lang="en-US" altLang="ko-KR" sz="1000" b="0" i="0" u="none" strike="noStrike" baseline="0" noProof="0">
                <a:latin typeface="+mn-lt"/>
              </a:rPr>
              <a:t>HD,ST,HG] </a:t>
            </a:r>
            <a:r>
              <a:rPr lang="ko-KR" altLang="en-US" sz="1000" b="0" i="0" u="none" strike="noStrike" baseline="0" noProof="0">
                <a:latin typeface="+mn-lt"/>
              </a:rPr>
              <a:t>④</a:t>
            </a:r>
            <a:r>
              <a:rPr lang="en-US" altLang="ko-KR" sz="1000" b="0" i="0" u="none" strike="noStrike" baseline="0" noProof="0">
                <a:latin typeface="+mn-lt"/>
              </a:rPr>
              <a:t>,</a:t>
            </a:r>
            <a:r>
              <a:rPr lang="ko-KR" altLang="en-US" sz="1000" b="0" i="0" u="none" strike="noStrike" baseline="0" noProof="0">
                <a:latin typeface="+mn-lt"/>
              </a:rPr>
              <a:t>⑤ 음극 모델</a:t>
            </a:r>
            <a:r>
              <a:rPr lang="en-US" altLang="ko-KR" sz="1000" b="0" i="0" u="none" strike="noStrike" baseline="0" noProof="0">
                <a:latin typeface="+mn-lt"/>
              </a:rPr>
              <a:t>/</a:t>
            </a:r>
            <a:r>
              <a:rPr lang="ko-KR" altLang="en-US" sz="1000" b="0" i="0" u="none" strike="noStrike" baseline="0" noProof="0">
                <a:latin typeface="+mn-lt"/>
              </a:rPr>
              <a:t>알고리즘 검증 및 양산 적용 준비가 완료되었습니다</a:t>
            </a:r>
            <a:r>
              <a:rPr lang="en-US" altLang="ko-KR" sz="1000" b="0" i="0" u="none" strike="noStrike" baseline="0" noProof="0">
                <a:latin typeface="+mn-lt"/>
              </a:rPr>
              <a:t>.(</a:t>
            </a:r>
            <a:r>
              <a:rPr lang="ko-KR" altLang="en-US" sz="1000" b="0" i="0" u="none" strike="noStrike" baseline="0" noProof="0" err="1">
                <a:latin typeface="+mn-lt"/>
              </a:rPr>
              <a:t>파우치형건조주행기술팀</a:t>
            </a:r>
            <a:r>
              <a:rPr lang="ko-KR" altLang="en-US" sz="1000" b="0" i="0" u="none" strike="noStrike" baseline="0" noProof="0">
                <a:latin typeface="+mn-lt"/>
              </a:rPr>
              <a:t> 출장 시 검증</a:t>
            </a:r>
            <a:r>
              <a:rPr lang="en-US" altLang="ko-KR" sz="1000" b="0" i="0" u="none" strike="noStrike" baseline="0" noProof="0">
                <a:latin typeface="+mn-lt"/>
              </a:rPr>
              <a:t>)</a:t>
            </a:r>
            <a:br>
              <a:rPr lang="en-US" altLang="ko-KR" sz="1000" b="0" i="0" u="none" strike="noStrike" baseline="0" noProof="0">
                <a:latin typeface="+mn-lt"/>
              </a:rPr>
            </a:br>
            <a:r>
              <a:rPr lang="en-US" altLang="ko-KR" sz="1000" b="0" i="0" u="none" strike="noStrike" baseline="0" noProof="0">
                <a:latin typeface="+mn-lt"/>
              </a:rPr>
              <a:t>    </a:t>
            </a:r>
            <a:r>
              <a:rPr lang="en-US" altLang="ko-KR" sz="1000" b="0" i="0" u="none" strike="noStrike" baseline="0" noProof="0">
                <a:solidFill>
                  <a:srgbClr val="0000FF"/>
                </a:solidFill>
                <a:latin typeface="+mn-lt"/>
              </a:rPr>
              <a:t>[MI, MILS] </a:t>
            </a:r>
            <a:r>
              <a:rPr lang="ko-KR" altLang="en-US" sz="1000" b="0" i="0" u="none" strike="noStrike" baseline="0" noProof="0">
                <a:solidFill>
                  <a:srgbClr val="0000FF"/>
                </a:solidFill>
                <a:latin typeface="+mn-lt"/>
              </a:rPr>
              <a:t>① 음극 </a:t>
            </a:r>
            <a:r>
              <a:rPr lang="en-US" altLang="ko-KR" sz="1000" b="0" i="0" u="none" strike="noStrike" baseline="0" noProof="0">
                <a:solidFill>
                  <a:srgbClr val="0000FF"/>
                </a:solidFill>
                <a:latin typeface="+mn-lt"/>
              </a:rPr>
              <a:t>APC </a:t>
            </a:r>
            <a:r>
              <a:rPr lang="ko-KR" altLang="en-US" sz="1000" b="0" i="0" u="none" strike="noStrike" baseline="0" noProof="0">
                <a:solidFill>
                  <a:srgbClr val="0000FF"/>
                </a:solidFill>
                <a:latin typeface="+mn-lt"/>
              </a:rPr>
              <a:t>검증서버 패치 완료 후 계획 수립하겠습니다</a:t>
            </a:r>
            <a:r>
              <a:rPr lang="en-US" altLang="ko-KR" sz="1000" b="0" i="0" u="none" strike="noStrike" baseline="0" noProof="0">
                <a:solidFill>
                  <a:srgbClr val="0000FF"/>
                </a:solidFill>
                <a:latin typeface="+mn-lt"/>
              </a:rPr>
              <a:t>. ※ </a:t>
            </a:r>
            <a:r>
              <a:rPr lang="ko-KR" altLang="en-US" sz="1000" b="0" i="0" u="none" strike="noStrike" baseline="0" noProof="0" err="1">
                <a:solidFill>
                  <a:srgbClr val="0000FF"/>
                </a:solidFill>
                <a:latin typeface="+mn-lt"/>
              </a:rPr>
              <a:t>랜섬웨어</a:t>
            </a:r>
            <a:r>
              <a:rPr lang="ko-KR" altLang="en-US" sz="1000" b="0" i="0" u="none" strike="noStrike" baseline="0" noProof="0">
                <a:solidFill>
                  <a:srgbClr val="0000FF"/>
                </a:solidFill>
                <a:latin typeface="+mn-lt"/>
              </a:rPr>
              <a:t> 이슈로 패치 보류 중이며</a:t>
            </a:r>
            <a:r>
              <a:rPr lang="en-US" altLang="ko-KR" sz="1000" b="0" i="0" u="none" strike="noStrike" baseline="0" noProof="0">
                <a:solidFill>
                  <a:srgbClr val="0000FF"/>
                </a:solidFill>
                <a:latin typeface="+mn-lt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팀 개편 후 실행 논의 예정입니다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.(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공정제어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DX)</a:t>
            </a:r>
            <a:b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    [EP2-Mother]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⑤ 양극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3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차 검증을 진행하고 있습니다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.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개발모델  생산</a:t>
            </a:r>
            <a:r>
              <a:rPr lang="ko-KR" altLang="en-US" sz="1000">
                <a:solidFill>
                  <a:srgbClr val="0000FF"/>
                </a:solidFill>
              </a:rPr>
              <a:t>에서 추가 검증을 진행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 (12/11~,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실행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파우치형건조주행기술팀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)</a:t>
            </a:r>
            <a:r>
              <a:rPr lang="ko-KR" altLang="en-US" sz="1000">
                <a:solidFill>
                  <a:srgbClr val="0000FF"/>
                </a:solidFill>
              </a:rPr>
              <a:t>하였고 잔여 검증 사항을 논의할 예정입니다</a:t>
            </a:r>
            <a:r>
              <a:rPr lang="en-US" altLang="ko-KR" sz="1000">
                <a:solidFill>
                  <a:srgbClr val="0000FF"/>
                </a:solidFill>
              </a:rPr>
              <a:t>.(12/23)</a:t>
            </a:r>
            <a:br>
              <a:rPr lang="en-US" altLang="ko-KR" sz="1000"/>
            </a:br>
            <a:r>
              <a:rPr lang="en-US" altLang="ko-KR" sz="1000"/>
              <a:t>     </a:t>
            </a:r>
            <a:r>
              <a:rPr lang="en-US" altLang="ko-KR" sz="1000" b="0">
                <a:latin typeface="+mn-lt"/>
                <a:ea typeface="+mn-ea"/>
              </a:rPr>
              <a:t>※1</a:t>
            </a:r>
            <a:r>
              <a:rPr lang="ko-KR" altLang="en-US" sz="1000" b="0">
                <a:latin typeface="+mn-lt"/>
                <a:ea typeface="+mn-ea"/>
              </a:rPr>
              <a:t>차</a:t>
            </a:r>
            <a:r>
              <a:rPr lang="en-US" altLang="ko-KR" sz="1000" b="0">
                <a:latin typeface="+mn-lt"/>
                <a:ea typeface="+mn-ea"/>
              </a:rPr>
              <a:t>: </a:t>
            </a:r>
            <a:r>
              <a:rPr lang="ko-KR" altLang="en-US" sz="1000" b="0">
                <a:latin typeface="+mn-lt"/>
                <a:ea typeface="+mn-ea"/>
              </a:rPr>
              <a:t>부동</a:t>
            </a:r>
            <a:r>
              <a:rPr lang="en-US" altLang="ko-KR" sz="1000" b="0">
                <a:latin typeface="+mn-lt"/>
                <a:ea typeface="+mn-ea"/>
              </a:rPr>
              <a:t> / </a:t>
            </a:r>
            <a:r>
              <a:rPr lang="ko-KR" altLang="en-US" sz="1000" b="0">
                <a:latin typeface="+mn-lt"/>
                <a:ea typeface="+mn-ea"/>
              </a:rPr>
              <a:t>건조로 </a:t>
            </a:r>
            <a:r>
              <a:rPr lang="ko-KR" altLang="en-US" sz="1000" b="0" err="1">
                <a:latin typeface="+mn-lt"/>
                <a:ea typeface="+mn-ea"/>
              </a:rPr>
              <a:t>승온</a:t>
            </a:r>
            <a:r>
              <a:rPr lang="ko-KR" altLang="en-US" sz="1000" b="0">
                <a:latin typeface="+mn-lt"/>
                <a:ea typeface="+mn-ea"/>
              </a:rPr>
              <a:t> 불필요한 항목 진행</a:t>
            </a:r>
            <a:r>
              <a:rPr lang="en-US" altLang="ko-KR" sz="1000" b="0">
                <a:latin typeface="+mn-lt"/>
                <a:ea typeface="+mn-ea"/>
              </a:rPr>
              <a:t>(10/17), 2</a:t>
            </a:r>
            <a:r>
              <a:rPr lang="ko-KR" altLang="en-US" sz="1000" b="0">
                <a:latin typeface="+mn-lt"/>
                <a:ea typeface="+mn-ea"/>
              </a:rPr>
              <a:t>차</a:t>
            </a:r>
            <a:r>
              <a:rPr lang="en-US" altLang="ko-KR" sz="1000" b="0">
                <a:latin typeface="+mn-lt"/>
                <a:ea typeface="+mn-ea"/>
              </a:rPr>
              <a:t>: </a:t>
            </a:r>
            <a:r>
              <a:rPr lang="ko-KR" altLang="en-US" sz="1000" b="0">
                <a:latin typeface="+mn-lt"/>
                <a:ea typeface="+mn-ea"/>
              </a:rPr>
              <a:t>부동 </a:t>
            </a:r>
            <a:r>
              <a:rPr lang="en-US" altLang="ko-KR" sz="1000" b="0">
                <a:latin typeface="+mn-lt"/>
                <a:ea typeface="+mn-ea"/>
              </a:rPr>
              <a:t>/ </a:t>
            </a:r>
            <a:r>
              <a:rPr lang="ko-KR" altLang="en-US" sz="1000" b="0">
                <a:latin typeface="+mn-lt"/>
                <a:ea typeface="+mn-ea"/>
              </a:rPr>
              <a:t>건조로 </a:t>
            </a:r>
            <a:r>
              <a:rPr lang="ko-KR" altLang="en-US" sz="1000" b="0" err="1">
                <a:latin typeface="+mn-lt"/>
                <a:ea typeface="+mn-ea"/>
              </a:rPr>
              <a:t>승온</a:t>
            </a:r>
            <a:r>
              <a:rPr lang="ko-KR" altLang="en-US" sz="1000" b="0">
                <a:latin typeface="+mn-lt"/>
                <a:ea typeface="+mn-ea"/>
              </a:rPr>
              <a:t> 필요한 항목 진행</a:t>
            </a:r>
            <a:r>
              <a:rPr lang="en-US" altLang="ko-KR" sz="1000" b="0">
                <a:latin typeface="+mn-lt"/>
                <a:ea typeface="+mn-ea"/>
              </a:rPr>
              <a:t>, 3</a:t>
            </a:r>
            <a:r>
              <a:rPr lang="ko-KR" altLang="en-US" sz="1000" b="0">
                <a:latin typeface="+mn-lt"/>
                <a:ea typeface="+mn-ea"/>
              </a:rPr>
              <a:t>차</a:t>
            </a:r>
            <a:r>
              <a:rPr lang="en-US" altLang="ko-KR" sz="1000" b="0">
                <a:latin typeface="+mn-lt"/>
                <a:ea typeface="+mn-ea"/>
              </a:rPr>
              <a:t>: </a:t>
            </a:r>
            <a:r>
              <a:rPr lang="ko-KR" altLang="en-US" sz="1000" b="0">
                <a:latin typeface="+mn-lt"/>
                <a:ea typeface="+mn-ea"/>
              </a:rPr>
              <a:t>코팅 중 검증 가능한  항목 진행</a:t>
            </a:r>
            <a:r>
              <a:rPr lang="ko-KR" altLang="en-US" sz="1000"/>
              <a:t>하였습니다</a:t>
            </a:r>
            <a:r>
              <a:rPr lang="en-US" altLang="ko-KR" sz="1000"/>
              <a:t>.</a:t>
            </a:r>
            <a:r>
              <a:rPr lang="ko-KR" altLang="en-US" sz="1000" b="0">
                <a:latin typeface="+mn-lt"/>
                <a:ea typeface="+mn-ea"/>
              </a:rPr>
              <a:t> </a:t>
            </a:r>
            <a:endParaRPr lang="en-US" altLang="ko-KR" sz="1000" b="0">
              <a:latin typeface="+mn-lt"/>
              <a:ea typeface="+mn-ea"/>
            </a:endParaRPr>
          </a:p>
          <a:p>
            <a:pPr>
              <a:defRPr/>
            </a:pPr>
            <a:r>
              <a:rPr kumimoji="1" lang="en-US" altLang="ko-KR" sz="1000">
                <a:latin typeface="Arial Narrow"/>
                <a:ea typeface="LG스마트체 Regular"/>
              </a:rPr>
              <a:t>     ※ 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북미법인 네트워크 이슈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(11/3)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로 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APC 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시스템 검증 서버 확산 작업이 중단되어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11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월 예정한 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HD/ST/HG/MILS 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법인의 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“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셋업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” 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및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검증 착수 지연 예상됨</a:t>
            </a:r>
            <a:r>
              <a:rPr lang="ko-KR" altLang="en-US" sz="1000" b="0">
                <a:latin typeface="+mn-lt"/>
                <a:ea typeface="+mn-ea"/>
              </a:rPr>
              <a:t> </a:t>
            </a:r>
            <a:r>
              <a:rPr lang="en-US" altLang="ko-KR" sz="1000"/>
              <a:t>     </a:t>
            </a:r>
            <a:r>
              <a:rPr lang="en-US" altLang="ko-KR" sz="1000" b="0">
                <a:latin typeface="+mn-lt"/>
                <a:ea typeface="+mn-ea"/>
              </a:rPr>
              <a:t> </a:t>
            </a:r>
            <a:endParaRPr lang="en-US" altLang="ko-KR" sz="100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64B3419-9323-12DE-9223-F5F9F478B06A}"/>
              </a:ext>
            </a:extLst>
          </p:cNvPr>
          <p:cNvSpPr txBox="1"/>
          <p:nvPr/>
        </p:nvSpPr>
        <p:spPr>
          <a:xfrm>
            <a:off x="126174" y="6020176"/>
            <a:ext cx="9536788" cy="1084912"/>
          </a:xfrm>
          <a:prstGeom prst="rect">
            <a:avLst/>
          </a:prstGeom>
          <a:noFill/>
        </p:spPr>
        <p:txBody>
          <a:bodyPr wrap="square" lIns="91440" tIns="0" rIns="0" bIns="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9.</a:t>
            </a:r>
            <a:r>
              <a:rPr lang="ko-KR" altLang="en-US" sz="1050" b="1">
                <a:latin typeface="Arial Narrow"/>
                <a:ea typeface="LG스마트체 Regular"/>
                <a:cs typeface="Malgun Gothic Semilight"/>
              </a:rPr>
              <a:t> 운영</a:t>
            </a:r>
            <a:r>
              <a:rPr lang="en-US" altLang="ko-KR" sz="1050" b="1">
                <a:latin typeface="Arial Narrow"/>
                <a:ea typeface="LG스마트체 Regular"/>
                <a:cs typeface="Malgun Gothic Semilight"/>
              </a:rPr>
              <a:t>/</a:t>
            </a:r>
            <a:r>
              <a:rPr lang="ko-KR" altLang="en-US" sz="1050" b="1">
                <a:latin typeface="Arial Narrow"/>
                <a:ea typeface="LG스마트체 Regular"/>
                <a:cs typeface="Malgun Gothic Semilight"/>
              </a:rPr>
              <a:t>개발 </a:t>
            </a:r>
            <a:r>
              <a:rPr kumimoji="1" lang="ko-KR" altLang="en-US" sz="105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| </a:t>
            </a:r>
            <a:r>
              <a:rPr kumimoji="1" lang="ko-KR" altLang="en-US" sz="1050" b="1" kern="0" err="1">
                <a:latin typeface="Arial Narrow"/>
                <a:ea typeface="LG스마트체 Regular"/>
                <a:cs typeface="Malgun Gothic Semilight"/>
              </a:rPr>
              <a:t>코터</a:t>
            </a:r>
            <a:r>
              <a:rPr kumimoji="1" lang="ko-KR" altLang="en-US" sz="1050" b="1" kern="0">
                <a:latin typeface="Arial Narrow"/>
                <a:ea typeface="LG스마트체 Regular"/>
                <a:cs typeface="Malgun Gothic Semilight"/>
              </a:rPr>
              <a:t> 자동보정 통합 프로그램 개발</a:t>
            </a:r>
            <a:r>
              <a:rPr lang="ko-KR" altLang="en-US" sz="1050" b="1">
                <a:latin typeface="Arial Narrow"/>
                <a:ea typeface="LG스마트체 Regular"/>
              </a:rPr>
              <a:t>(전</a:t>
            </a:r>
            <a:r>
              <a:rPr lang="en-US" altLang="ko-KR" sz="1050" b="1">
                <a:latin typeface="Arial Narrow"/>
                <a:ea typeface="LG스마트체 Regular"/>
              </a:rPr>
              <a:t> </a:t>
            </a:r>
            <a:r>
              <a:rPr lang="ko-KR" altLang="en-US" sz="1050" b="1">
                <a:latin typeface="Arial Narrow"/>
                <a:ea typeface="LG스마트체 Regular"/>
              </a:rPr>
              <a:t>법인 ) </a:t>
            </a:r>
            <a:br>
              <a:rPr lang="en-US" altLang="ko-KR" sz="1100">
                <a:latin typeface="Arial Narrow"/>
                <a:ea typeface="LG스마트체 Regular"/>
              </a:rPr>
            </a:b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/>
              <a:t>  -</a:t>
            </a:r>
            <a:r>
              <a:rPr lang="ko-KR" altLang="en-US" sz="1000"/>
              <a:t> 배경 </a:t>
            </a:r>
            <a:r>
              <a:rPr lang="en-US" altLang="ko-KR" sz="1000"/>
              <a:t>:  </a:t>
            </a:r>
            <a:r>
              <a:rPr lang="ko-KR" altLang="en-US" sz="1000"/>
              <a:t>운영체계화 및 업무 효율화를 위해 여러 버전이 파생된 </a:t>
            </a:r>
            <a:r>
              <a:rPr lang="ko-KR" altLang="en-US" sz="1000" err="1"/>
              <a:t>코터</a:t>
            </a:r>
            <a:r>
              <a:rPr lang="en-US" altLang="ko-KR" sz="1000"/>
              <a:t>/</a:t>
            </a:r>
            <a:r>
              <a:rPr lang="ko-KR" altLang="en-US" sz="1000"/>
              <a:t>절연 자동보정 프로그램 효율적으로 운영하기 위한 통합 </a:t>
            </a:r>
            <a:r>
              <a:rPr lang="ko-KR" altLang="en-US" sz="1000" err="1"/>
              <a:t>버전엄</a:t>
            </a:r>
            <a:endParaRPr lang="en-US" altLang="ko-KR" sz="1000"/>
          </a:p>
          <a:p>
            <a:pPr>
              <a:defRPr/>
            </a:pPr>
            <a:r>
              <a:rPr lang="en-US" altLang="ko-KR" sz="1000"/>
              <a:t>   - </a:t>
            </a:r>
            <a:r>
              <a:rPr lang="ko-KR" altLang="en-US" sz="1000"/>
              <a:t>개발 </a:t>
            </a:r>
            <a:r>
              <a:rPr lang="en-US" altLang="ko-KR" sz="1000"/>
              <a:t>: - </a:t>
            </a:r>
            <a:r>
              <a:rPr lang="ko-KR" altLang="en-US" sz="1000"/>
              <a:t>운영 버전과 동등 수준의 자동보정 동작 및 결과 확인하였습니다</a:t>
            </a:r>
            <a:r>
              <a:rPr lang="en-US" altLang="ko-KR" sz="1000"/>
              <a:t>.(</a:t>
            </a:r>
            <a:r>
              <a:rPr lang="ko-KR" altLang="en-US" sz="1000"/>
              <a:t>유사도 체크</a:t>
            </a:r>
            <a:r>
              <a:rPr lang="en-US" altLang="ko-KR" sz="1000"/>
              <a:t>)  </a:t>
            </a:r>
            <a:br>
              <a:rPr lang="en-US" altLang="ko-KR" sz="1000"/>
            </a:br>
            <a:r>
              <a:rPr lang="en-US" altLang="ko-KR" sz="1000"/>
              <a:t>                - </a:t>
            </a:r>
            <a:r>
              <a:rPr lang="ko-KR" altLang="en-US" sz="1000"/>
              <a:t>순차</a:t>
            </a:r>
            <a:r>
              <a:rPr lang="en-US" altLang="ko-KR" sz="1000"/>
              <a:t>, </a:t>
            </a:r>
            <a:r>
              <a:rPr lang="ko-KR" altLang="en-US" sz="1000"/>
              <a:t>동시 절연 코드 통합 예정이고 통합된 코드로 </a:t>
            </a:r>
            <a:r>
              <a:rPr lang="en-US" altLang="ko-KR" sz="1000"/>
              <a:t>NA, NB, WA </a:t>
            </a:r>
            <a:r>
              <a:rPr lang="ko-KR" altLang="en-US" sz="1000"/>
              <a:t>적용 예정입니다</a:t>
            </a:r>
            <a:r>
              <a:rPr lang="en-US" altLang="ko-KR" sz="1000"/>
              <a:t>.(12</a:t>
            </a:r>
            <a:r>
              <a:rPr lang="ko-KR" altLang="en-US" sz="1000"/>
              <a:t>월</a:t>
            </a:r>
            <a:r>
              <a:rPr lang="en-US" altLang="ko-KR" sz="1000"/>
              <a:t>)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/>
              <a:t>                 : 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순차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, 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동시 절연의 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EDGE-APC 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간 </a:t>
            </a:r>
            <a:r>
              <a:rPr lang="en-US" altLang="ko-KR" sz="1000" b="0" i="0" u="none" strike="noStrike" kern="1200" cap="none" spc="0" normalizeH="0" baseline="0" noProof="0" err="1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In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/</a:t>
            </a:r>
            <a:r>
              <a:rPr lang="en-US" altLang="ko-KR" sz="1000" b="0" i="0" u="none" strike="noStrike" kern="1200" cap="none" spc="0" normalizeH="0" baseline="0" noProof="0" err="1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Out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 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인터페이스를 정의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(10/30)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하였고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,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 </a:t>
            </a:r>
            <a:r>
              <a:rPr lang="en-US" altLang="ko-KR" sz="1000" b="0" i="0" u="none" strike="noStrike" kern="1200" cap="none" spc="0" normalizeH="0" baseline="0" noProof="0" err="1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In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/</a:t>
            </a:r>
            <a:r>
              <a:rPr lang="en-US" altLang="ko-KR" sz="1000" b="0" i="0" u="none" strike="noStrike" kern="1200" cap="none" spc="0" normalizeH="0" baseline="0" noProof="0" err="1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Out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 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인터페이스 코드 통합을 진행하였습니다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. (11/7)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                 : </a:t>
            </a:r>
            <a:r>
              <a:rPr lang="en-US" altLang="ko-KR" sz="1000" b="0" i="0" u="none" strike="noStrike" kern="1200" cap="none" spc="0" normalizeH="0" baseline="0" noProof="0" err="1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NB</a:t>
            </a:r>
            <a:r>
              <a:rPr lang="ko-KR" altLang="en-US" sz="1000" b="0" i="0" u="none" strike="noStrike" kern="1200" cap="none" spc="0" normalizeH="0" baseline="0" noProof="0" err="1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는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 통합프로그램 적용 및 절연 로직 검증 진행 완료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(11/28)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하였고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, </a:t>
            </a:r>
            <a:r>
              <a:rPr lang="en-US" altLang="ko-KR" sz="1000" b="0" i="0" u="none" strike="noStrike" kern="1200" cap="none" spc="0" normalizeH="0" baseline="0" noProof="0" err="1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NA</a:t>
            </a:r>
            <a:r>
              <a:rPr lang="ko-KR" altLang="en-US" sz="1000" b="0" i="0" u="none" strike="noStrike" kern="1200" cap="none" spc="0" normalizeH="0" baseline="0" noProof="0" err="1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는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 생산 일정 확인 후 검증 진행 예정입니다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  <a:ea typeface="+mn-ea"/>
                <a:cs typeface="+mn-cs"/>
              </a:rPr>
              <a:t>. (~12/29)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/>
              <a:t>                 : 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WA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는 통합프로그램 적용 및 로직 검증 완료하였습니다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. (</a:t>
            </a:r>
            <a:r>
              <a:rPr lang="en-US" altLang="ko-KR" sz="1000">
                <a:solidFill>
                  <a:srgbClr val="0000FF"/>
                </a:solidFill>
              </a:rPr>
              <a:t>11/28~12/11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)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+mn-lt"/>
              <a:ea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A451E7A-4063-AB55-0D50-BD61655E7B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8024327"/>
              </p:ext>
            </p:extLst>
          </p:nvPr>
        </p:nvGraphicFramePr>
        <p:xfrm>
          <a:off x="314094" y="2651269"/>
          <a:ext cx="7955553" cy="279840"/>
        </p:xfrm>
        <a:graphic>
          <a:graphicData uri="http://schemas.openxmlformats.org/drawingml/2006/table">
            <a:tbl>
              <a:tblPr/>
              <a:tblGrid>
                <a:gridCol w="525451">
                  <a:extLst>
                    <a:ext uri="{9D8B030D-6E8A-4147-A177-3AD203B41FA5}">
                      <a16:colId xmlns:a16="http://schemas.microsoft.com/office/drawing/2014/main" val="486392081"/>
                    </a:ext>
                  </a:extLst>
                </a:gridCol>
                <a:gridCol w="626675">
                  <a:extLst>
                    <a:ext uri="{9D8B030D-6E8A-4147-A177-3AD203B41FA5}">
                      <a16:colId xmlns:a16="http://schemas.microsoft.com/office/drawing/2014/main" val="2318231456"/>
                    </a:ext>
                  </a:extLst>
                </a:gridCol>
                <a:gridCol w="626675">
                  <a:extLst>
                    <a:ext uri="{9D8B030D-6E8A-4147-A177-3AD203B41FA5}">
                      <a16:colId xmlns:a16="http://schemas.microsoft.com/office/drawing/2014/main" val="3941248680"/>
                    </a:ext>
                  </a:extLst>
                </a:gridCol>
                <a:gridCol w="932417">
                  <a:extLst>
                    <a:ext uri="{9D8B030D-6E8A-4147-A177-3AD203B41FA5}">
                      <a16:colId xmlns:a16="http://schemas.microsoft.com/office/drawing/2014/main" val="2221830688"/>
                    </a:ext>
                  </a:extLst>
                </a:gridCol>
                <a:gridCol w="806402">
                  <a:extLst>
                    <a:ext uri="{9D8B030D-6E8A-4147-A177-3AD203B41FA5}">
                      <a16:colId xmlns:a16="http://schemas.microsoft.com/office/drawing/2014/main" val="660520134"/>
                    </a:ext>
                  </a:extLst>
                </a:gridCol>
                <a:gridCol w="601853">
                  <a:extLst>
                    <a:ext uri="{9D8B030D-6E8A-4147-A177-3AD203B41FA5}">
                      <a16:colId xmlns:a16="http://schemas.microsoft.com/office/drawing/2014/main" val="3661692806"/>
                    </a:ext>
                  </a:extLst>
                </a:gridCol>
                <a:gridCol w="601853">
                  <a:extLst>
                    <a:ext uri="{9D8B030D-6E8A-4147-A177-3AD203B41FA5}">
                      <a16:colId xmlns:a16="http://schemas.microsoft.com/office/drawing/2014/main" val="3781322370"/>
                    </a:ext>
                  </a:extLst>
                </a:gridCol>
                <a:gridCol w="703079">
                  <a:extLst>
                    <a:ext uri="{9D8B030D-6E8A-4147-A177-3AD203B41FA5}">
                      <a16:colId xmlns:a16="http://schemas.microsoft.com/office/drawing/2014/main" val="2921700393"/>
                    </a:ext>
                  </a:extLst>
                </a:gridCol>
                <a:gridCol w="922088">
                  <a:extLst>
                    <a:ext uri="{9D8B030D-6E8A-4147-A177-3AD203B41FA5}">
                      <a16:colId xmlns:a16="http://schemas.microsoft.com/office/drawing/2014/main" val="2127474886"/>
                    </a:ext>
                  </a:extLst>
                </a:gridCol>
                <a:gridCol w="672122">
                  <a:extLst>
                    <a:ext uri="{9D8B030D-6E8A-4147-A177-3AD203B41FA5}">
                      <a16:colId xmlns:a16="http://schemas.microsoft.com/office/drawing/2014/main" val="2628803065"/>
                    </a:ext>
                  </a:extLst>
                </a:gridCol>
                <a:gridCol w="936938">
                  <a:extLst>
                    <a:ext uri="{9D8B030D-6E8A-4147-A177-3AD203B41FA5}">
                      <a16:colId xmlns:a16="http://schemas.microsoft.com/office/drawing/2014/main" val="2097719562"/>
                    </a:ext>
                  </a:extLst>
                </a:gridCol>
              </a:tblGrid>
              <a:tr h="24916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프로세스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l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ⓟ 사전준비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18000" marB="18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l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① 알고리즘</a:t>
                      </a:r>
                      <a:b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개발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18000" marB="18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fontAlgn="ctr" latinLnBrk="1" hangingPunct="1"/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② 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APC/ EDGE PC</a:t>
                      </a:r>
                      <a:b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   </a:t>
                      </a:r>
                      <a:r>
                        <a:rPr lang="en-US" altLang="ko-KR" sz="800" b="1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환경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800" b="1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구성</a:t>
                      </a:r>
                      <a:endParaRPr lang="en-US" altLang="ko-KR" sz="800" b="1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36000" marT="18000" marB="18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92075" marR="0" lvl="0" indent="-9207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③ 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Data </a:t>
                      </a:r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준비</a:t>
                      </a:r>
                      <a:b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(PLC/Vision)</a:t>
                      </a:r>
                    </a:p>
                  </a:txBody>
                  <a:tcPr marL="36000" marR="36000" marT="18000" marB="18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1" hangingPunct="1"/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④ 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Date</a:t>
                      </a:r>
                      <a:b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수집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준비</a:t>
                      </a:r>
                      <a:endParaRPr lang="en-US" altLang="ko-KR" sz="800" b="1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18000" marR="0" marT="18000" marB="18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1" hangingPunct="1"/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⑤ 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Data</a:t>
                      </a:r>
                      <a:b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수집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점검</a:t>
                      </a:r>
                      <a:endParaRPr lang="en-US" altLang="ko-KR" sz="800" b="1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18000" marR="0" marT="18000" marB="18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1" hangingPunct="1"/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⑥ 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Data</a:t>
                      </a:r>
                      <a:b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정합성 검증</a:t>
                      </a:r>
                    </a:p>
                  </a:txBody>
                  <a:tcPr marL="18000" marR="0" marT="18000" marB="18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1" hangingPunct="1"/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⑦ 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자</a:t>
                      </a:r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동</a:t>
                      </a:r>
                      <a:r>
                        <a:rPr lang="en-US" altLang="ko-KR" sz="800" b="1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보정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800" b="1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적용</a:t>
                      </a:r>
                      <a:b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800" b="1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준비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(PLC,HMI)</a:t>
                      </a:r>
                    </a:p>
                  </a:txBody>
                  <a:tcPr marL="36000" marR="36000" marT="18000" marB="18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1" hangingPunct="1"/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⑧ </a:t>
                      </a:r>
                      <a:r>
                        <a:rPr lang="ko-KR" altLang="en-US" sz="800" b="1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알고리즘</a:t>
                      </a:r>
                      <a:br>
                        <a:rPr lang="en-US" altLang="ko-KR" sz="800" b="1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800" b="1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등록</a:t>
                      </a:r>
                      <a:r>
                        <a:rPr lang="en-US" sz="800" b="1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800" b="1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검증</a:t>
                      </a:r>
                    </a:p>
                  </a:txBody>
                  <a:tcPr marL="36000" marR="36000" marT="18000" marB="18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1" hangingPunct="1"/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⑨ 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APC/EDGE</a:t>
                      </a:r>
                      <a:b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적용 검증</a:t>
                      </a:r>
                    </a:p>
                  </a:txBody>
                  <a:tcPr marL="36000" marR="36000" marT="18000" marB="18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026792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5D35C58-72CE-660C-B0F2-CE81666D96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1407232"/>
              </p:ext>
            </p:extLst>
          </p:nvPr>
        </p:nvGraphicFramePr>
        <p:xfrm>
          <a:off x="314094" y="4186705"/>
          <a:ext cx="5634815" cy="401760"/>
        </p:xfrm>
        <a:graphic>
          <a:graphicData uri="http://schemas.openxmlformats.org/drawingml/2006/table">
            <a:tbl>
              <a:tblPr/>
              <a:tblGrid>
                <a:gridCol w="549100">
                  <a:extLst>
                    <a:ext uri="{9D8B030D-6E8A-4147-A177-3AD203B41FA5}">
                      <a16:colId xmlns:a16="http://schemas.microsoft.com/office/drawing/2014/main" val="3640451053"/>
                    </a:ext>
                  </a:extLst>
                </a:gridCol>
                <a:gridCol w="983163">
                  <a:extLst>
                    <a:ext uri="{9D8B030D-6E8A-4147-A177-3AD203B41FA5}">
                      <a16:colId xmlns:a16="http://schemas.microsoft.com/office/drawing/2014/main" val="3031176615"/>
                    </a:ext>
                  </a:extLst>
                </a:gridCol>
                <a:gridCol w="983163">
                  <a:extLst>
                    <a:ext uri="{9D8B030D-6E8A-4147-A177-3AD203B41FA5}">
                      <a16:colId xmlns:a16="http://schemas.microsoft.com/office/drawing/2014/main" val="3359088832"/>
                    </a:ext>
                  </a:extLst>
                </a:gridCol>
                <a:gridCol w="1153063">
                  <a:extLst>
                    <a:ext uri="{9D8B030D-6E8A-4147-A177-3AD203B41FA5}">
                      <a16:colId xmlns:a16="http://schemas.microsoft.com/office/drawing/2014/main" val="2569666727"/>
                    </a:ext>
                  </a:extLst>
                </a:gridCol>
                <a:gridCol w="983163">
                  <a:extLst>
                    <a:ext uri="{9D8B030D-6E8A-4147-A177-3AD203B41FA5}">
                      <a16:colId xmlns:a16="http://schemas.microsoft.com/office/drawing/2014/main" val="3504617912"/>
                    </a:ext>
                  </a:extLst>
                </a:gridCol>
                <a:gridCol w="983163">
                  <a:extLst>
                    <a:ext uri="{9D8B030D-6E8A-4147-A177-3AD203B41FA5}">
                      <a16:colId xmlns:a16="http://schemas.microsoft.com/office/drawing/2014/main" val="3537064509"/>
                    </a:ext>
                  </a:extLst>
                </a:gridCol>
              </a:tblGrid>
              <a:tr h="201431">
                <a:tc>
                  <a:txBody>
                    <a:bodyPr/>
                    <a:lstStyle/>
                    <a:p>
                      <a:pPr marL="0" lvl="0" algn="ctr" defTabSz="914400" rtl="0" eaLnBrk="1" fontAlgn="ctr" latinLnBrk="1" hangingPunct="1">
                        <a:buNone/>
                      </a:pP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프로세스</a:t>
                      </a:r>
                      <a:endParaRPr lang="en-US" altLang="ko-KR" sz="800" b="1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① 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EDGE PC/APC</a:t>
                      </a:r>
                    </a:p>
                    <a:p>
                      <a:pPr marL="0" lvl="0" algn="l" defTabSz="914400" rtl="0" eaLnBrk="1" fontAlgn="ctr" latinLnBrk="1" hangingPunct="1">
                        <a:buNone/>
                      </a:pP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    </a:t>
                      </a:r>
                      <a:r>
                        <a:rPr lang="en-US" altLang="ko-KR" sz="800" b="1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환경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800" b="1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구성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점검</a:t>
                      </a:r>
                      <a:endParaRPr lang="en-US" altLang="ko-KR" sz="800" b="1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36000" marT="18000" marB="18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② 통합 프로그램</a:t>
                      </a:r>
                      <a:endParaRPr lang="en-US" altLang="ko-KR" sz="800" b="1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algn="l" defTabSz="914400" rtl="0" eaLnBrk="1" fontAlgn="ctr" latinLnBrk="1" hangingPunct="1"/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     Set-up</a:t>
                      </a:r>
                    </a:p>
                  </a:txBody>
                  <a:tcPr marL="18000" marR="0" marT="18000" marB="18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③ 프로그램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가동 준비</a:t>
                      </a:r>
                      <a:endParaRPr lang="en-US" altLang="ko-KR" sz="800" b="1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algn="l" defTabSz="914400" rtl="0" eaLnBrk="1" fontAlgn="ctr" latinLnBrk="1" hangingPunct="1"/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   (</a:t>
                      </a:r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학습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Data</a:t>
                      </a:r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확보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기능검증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</a:p>
                  </a:txBody>
                  <a:tcPr marL="18000" marR="0" marT="18000" marB="18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④ 모델</a:t>
                      </a: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알고리즘 검증     </a:t>
                      </a:r>
                      <a:b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    (Shadowing)</a:t>
                      </a:r>
                    </a:p>
                  </a:txBody>
                  <a:tcPr marL="36000" marR="36000" marT="18000" marB="18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⑤ </a:t>
                      </a:r>
                      <a:r>
                        <a:rPr lang="ko-KR" altLang="en-US" sz="800" b="1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양산 적용</a:t>
                      </a:r>
                      <a:r>
                        <a:rPr lang="en-US" altLang="ko-KR" sz="800" b="1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800" b="1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검증</a:t>
                      </a:r>
                      <a:endParaRPr lang="en-US" altLang="ko-KR" sz="800" b="1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36000" marT="18000" marB="18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9295782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4873BAB2-CAE4-46B9-DA6D-9ED57EE24099}"/>
              </a:ext>
            </a:extLst>
          </p:cNvPr>
          <p:cNvSpPr txBox="1"/>
          <p:nvPr/>
        </p:nvSpPr>
        <p:spPr>
          <a:xfrm>
            <a:off x="114300" y="555468"/>
            <a:ext cx="9622225" cy="1235174"/>
          </a:xfrm>
          <a:prstGeom prst="rect">
            <a:avLst/>
          </a:prstGeom>
          <a:noFill/>
          <a:ln>
            <a:noFill/>
          </a:ln>
        </p:spPr>
        <p:txBody>
          <a:bodyPr wrap="square" lIns="91440" tIns="0" rIns="91440" bIns="0" rtlCol="0" anchor="t"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kumimoji="1" lang="en-US" sz="1050" b="1">
                <a:latin typeface="Arial Narrow"/>
                <a:ea typeface="LG스마트체 Regular"/>
                <a:cs typeface="Malgun Gothic Semilight"/>
              </a:rPr>
              <a:t>6</a:t>
            </a:r>
            <a:r>
              <a:rPr kumimoji="1" lang="en-US" sz="1050" b="1" i="0" u="none" strike="noStrike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.</a:t>
            </a:r>
            <a:r>
              <a:rPr kumimoji="1" lang="ko-KR" altLang="en-US" sz="105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개발 </a:t>
            </a:r>
            <a:r>
              <a:rPr kumimoji="1" lang="en-US" altLang="ko-KR" sz="1050" b="1" kern="0">
                <a:latin typeface="Arial Narrow"/>
                <a:ea typeface="LG스마트체 Regular"/>
                <a:cs typeface="Malgun Gothic Semilight"/>
              </a:rPr>
              <a:t>|</a:t>
            </a:r>
            <a:r>
              <a:rPr kumimoji="1" lang="en-US" sz="1050" b="1" i="0" u="none" strike="noStrike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en-US" sz="1050" b="1" err="1">
                <a:latin typeface="Arial Narrow"/>
                <a:ea typeface="LG스마트체 Regular"/>
                <a:cs typeface="Malgun Gothic Semilight"/>
              </a:rPr>
              <a:t>코터</a:t>
            </a:r>
            <a:r>
              <a:rPr kumimoji="1" lang="en-US" sz="1050" b="1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en-US" sz="1050" b="1" err="1">
                <a:latin typeface="Arial Narrow"/>
                <a:ea typeface="LG스마트체 Regular"/>
                <a:cs typeface="Malgun Gothic Semilight"/>
              </a:rPr>
              <a:t>로딩량</a:t>
            </a:r>
            <a:r>
              <a:rPr kumimoji="1" lang="en-US" sz="1050" b="1">
                <a:latin typeface="Arial Narrow"/>
                <a:ea typeface="LG스마트체 Regular"/>
                <a:cs typeface="Malgun Gothic Semilight"/>
              </a:rPr>
              <a:t>/</a:t>
            </a:r>
            <a:r>
              <a:rPr kumimoji="1" lang="en-US" sz="1050" b="1" err="1">
                <a:latin typeface="Arial Narrow"/>
                <a:ea typeface="LG스마트체 Regular"/>
                <a:cs typeface="Malgun Gothic Semilight"/>
              </a:rPr>
              <a:t>미스매치</a:t>
            </a:r>
            <a:r>
              <a:rPr kumimoji="1" lang="en-US" sz="1050" b="1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en-US" sz="1050" b="1" err="1">
                <a:latin typeface="Arial Narrow"/>
                <a:ea typeface="LG스마트체 Regular"/>
                <a:cs typeface="Malgun Gothic Semilight"/>
              </a:rPr>
              <a:t>최적</a:t>
            </a:r>
            <a:r>
              <a:rPr kumimoji="1" lang="en-US" altLang="ko-KR" sz="1050" b="1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ko-KR" altLang="en-US" sz="1050" b="1" err="1">
                <a:latin typeface="Arial Narrow"/>
                <a:ea typeface="LG스마트체 Regular"/>
                <a:cs typeface="Malgun Gothic Semilight"/>
              </a:rPr>
              <a:t>제어값</a:t>
            </a:r>
            <a:r>
              <a:rPr kumimoji="1" lang="en-US" altLang="ko-KR" sz="1050" b="1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ko-KR" altLang="en-US" sz="1050" b="1">
                <a:latin typeface="Arial Narrow"/>
                <a:ea typeface="LG스마트체 Regular"/>
                <a:cs typeface="Malgun Gothic Semilight"/>
              </a:rPr>
              <a:t>도출</a:t>
            </a:r>
            <a:r>
              <a:rPr kumimoji="1" lang="en-US" altLang="ko-KR" sz="1050" b="1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ko-KR" altLang="en-US" sz="1050" b="1" i="0" u="none" strike="noStrike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로직</a:t>
            </a:r>
            <a:r>
              <a:rPr kumimoji="1" lang="en-US" altLang="ko-KR" sz="1050" b="1" i="0" u="none" strike="noStrike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ko-KR" altLang="en-US" sz="1050" b="1">
                <a:latin typeface="Arial Narrow"/>
                <a:ea typeface="LG스마트체 Regular"/>
                <a:cs typeface="Malgun Gothic Semilight"/>
              </a:rPr>
              <a:t>고도화 </a:t>
            </a:r>
            <a:r>
              <a:rPr kumimoji="1" lang="en-US" altLang="ko-KR" sz="1050" b="1">
                <a:latin typeface="Arial Narrow"/>
                <a:ea typeface="LG스마트체 Regular"/>
                <a:cs typeface="Malgun Gothic Semilight"/>
              </a:rPr>
              <a:t>(NB)</a:t>
            </a:r>
            <a:endParaRPr lang="en-US" sz="1050" b="1">
              <a:cs typeface="Malgun Gothic Semilight"/>
            </a:endParaRPr>
          </a:p>
          <a:p>
            <a:pPr lvl="0"/>
            <a:r>
              <a:rPr lang="en-US" altLang="ko-KR" sz="1000"/>
              <a:t>  - </a:t>
            </a:r>
            <a:r>
              <a:rPr lang="ko-KR" altLang="en-US" sz="1000" b="1"/>
              <a:t>컨셉 검토 </a:t>
            </a:r>
            <a:r>
              <a:rPr lang="en-US" altLang="ko-KR" sz="1000"/>
              <a:t>: </a:t>
            </a:r>
            <a:r>
              <a:rPr lang="ko-KR" altLang="en-US" sz="1000"/>
              <a:t>로딩</a:t>
            </a:r>
            <a:r>
              <a:rPr lang="en-US" altLang="ko-KR" sz="1000"/>
              <a:t>-</a:t>
            </a:r>
            <a:r>
              <a:rPr lang="ko-KR" altLang="en-US" sz="1000"/>
              <a:t>미스매치 최적화 방법</a:t>
            </a:r>
            <a:r>
              <a:rPr lang="en-US" altLang="ko-KR" sz="1000"/>
              <a:t> 3개</a:t>
            </a:r>
            <a:r>
              <a:rPr lang="ko-KR" altLang="en-US" sz="1000"/>
              <a:t>로 도출하였고</a:t>
            </a:r>
            <a:r>
              <a:rPr lang="en-US" altLang="ko-KR" sz="1000"/>
              <a:t> Gemini</a:t>
            </a:r>
            <a:r>
              <a:rPr lang="ko-KR" altLang="en-US" sz="1000"/>
              <a:t>를 활용하여 진행 예정입니다</a:t>
            </a:r>
            <a:r>
              <a:rPr lang="en-US" altLang="ko-KR" sz="1000"/>
              <a:t>. </a:t>
            </a:r>
            <a:br>
              <a:rPr lang="en-US" altLang="ko-KR" sz="1000"/>
            </a:br>
            <a:r>
              <a:rPr lang="en-US" altLang="ko-KR" sz="1000"/>
              <a:t>  </a:t>
            </a:r>
            <a:r>
              <a:rPr lang="ko-KR" altLang="en-US" sz="1000"/>
              <a:t>-</a:t>
            </a:r>
            <a:r>
              <a:rPr lang="en-US" altLang="ko-KR" sz="1000"/>
              <a:t> </a:t>
            </a:r>
            <a:r>
              <a:rPr lang="ko-KR" altLang="en-US" sz="1000" b="1"/>
              <a:t>환경 확보 </a:t>
            </a:r>
            <a:r>
              <a:rPr lang="en-US" altLang="ko-KR" sz="1000"/>
              <a:t>: Gemini </a:t>
            </a:r>
            <a:r>
              <a:rPr lang="ko-KR" altLang="en-US" sz="1000"/>
              <a:t>접근 권한 취득</a:t>
            </a:r>
            <a:r>
              <a:rPr lang="en-US" altLang="ko-KR" sz="1000"/>
              <a:t>(10/20)</a:t>
            </a:r>
            <a:r>
              <a:rPr lang="ko-KR" altLang="en-US" sz="1000"/>
              <a:t>하였으며</a:t>
            </a:r>
            <a:r>
              <a:rPr lang="en-US" altLang="ko-KR" sz="1000"/>
              <a:t>, Gemini </a:t>
            </a:r>
            <a:r>
              <a:rPr lang="ko-KR" altLang="en-US" sz="1000"/>
              <a:t>환경 설정 및 정상 동작 점검</a:t>
            </a:r>
            <a:r>
              <a:rPr lang="en-US" altLang="ko-KR" sz="1000"/>
              <a:t>(10/21)</a:t>
            </a:r>
            <a:r>
              <a:rPr lang="ko-KR" altLang="en-US" sz="1000"/>
              <a:t> 완료하였습니다</a:t>
            </a:r>
            <a:r>
              <a:rPr lang="en-US" altLang="ko-KR" sz="1000"/>
              <a:t>. </a:t>
            </a:r>
            <a:br>
              <a:rPr lang="en-US" altLang="ko-KR" sz="1000"/>
            </a:br>
            <a:r>
              <a:rPr lang="en-US" altLang="ko-KR" sz="1000"/>
              <a:t>  - </a:t>
            </a:r>
            <a:r>
              <a:rPr lang="ko-KR" altLang="en-US" sz="1000" b="1"/>
              <a:t>개발 </a:t>
            </a:r>
            <a:r>
              <a:rPr lang="en-US" altLang="ko-KR" sz="1000"/>
              <a:t>: </a:t>
            </a:r>
            <a:r>
              <a:rPr lang="ko-KR" altLang="en-US" sz="1000"/>
              <a:t>분석에 필요한 데이터 정리 및 최적 </a:t>
            </a:r>
            <a:r>
              <a:rPr lang="ko-KR" altLang="en-US" sz="1000" err="1"/>
              <a:t>제어값</a:t>
            </a:r>
            <a:r>
              <a:rPr lang="ko-KR" altLang="en-US" sz="1000"/>
              <a:t> 도출 로직 </a:t>
            </a:r>
            <a:r>
              <a:rPr lang="en-US" altLang="ko-KR" sz="1000"/>
              <a:t>1</a:t>
            </a:r>
            <a:r>
              <a:rPr lang="ko-KR" altLang="en-US" sz="1000"/>
              <a:t>차 검증 예정입니다</a:t>
            </a:r>
            <a:r>
              <a:rPr lang="en-US" altLang="ko-KR" sz="1000"/>
              <a:t>. (~10/30) </a:t>
            </a:r>
            <a:r>
              <a:rPr lang="ko-KR" altLang="en-US" sz="1000"/>
              <a:t>보안상 이슈로 </a:t>
            </a:r>
            <a:r>
              <a:rPr lang="en-US" altLang="ko-KR" sz="1000"/>
              <a:t>11</a:t>
            </a:r>
            <a:r>
              <a:rPr lang="ko-KR" altLang="en-US" sz="1000"/>
              <a:t>월 </a:t>
            </a:r>
            <a:r>
              <a:rPr lang="en-US" altLang="ko-KR" sz="1000"/>
              <a:t>Gemini </a:t>
            </a:r>
            <a:r>
              <a:rPr lang="ko-KR" altLang="en-US" sz="1000"/>
              <a:t>오픈 시 다시 착수 하겠습니다</a:t>
            </a:r>
            <a:r>
              <a:rPr lang="en-US" altLang="ko-KR" sz="1000"/>
              <a:t>.</a:t>
            </a:r>
            <a:br>
              <a:rPr lang="en-US" altLang="ko-KR" sz="1000"/>
            </a:br>
            <a:r>
              <a:rPr lang="en-US" altLang="ko-KR" sz="1000"/>
              <a:t>                Gemini </a:t>
            </a:r>
            <a:r>
              <a:rPr lang="ko-KR" altLang="en-US" sz="1000"/>
              <a:t>오픈 후</a:t>
            </a:r>
            <a:r>
              <a:rPr lang="en-US" altLang="ko-KR" sz="1000"/>
              <a:t>, </a:t>
            </a:r>
            <a:r>
              <a:rPr lang="ko-KR" altLang="en-US" sz="1000"/>
              <a:t>구글 담당자와 미팅</a:t>
            </a:r>
            <a:r>
              <a:rPr lang="en-US" altLang="ko-KR" sz="1000"/>
              <a:t>(11/12)</a:t>
            </a:r>
            <a:r>
              <a:rPr lang="ko-KR" altLang="en-US" sz="1000"/>
              <a:t> 진행하였으며 기 진행한 과제 진척사항 및 설계 구성안 공유 받았습니다</a:t>
            </a:r>
            <a:r>
              <a:rPr lang="en-US" altLang="ko-KR" sz="1000"/>
              <a:t>. </a:t>
            </a:r>
          </a:p>
          <a:p>
            <a:r>
              <a:rPr lang="ko-KR" altLang="en-US" sz="1000" b="0" i="0" u="none" strike="noStrike" baseline="0" noProof="0">
                <a:latin typeface="+mn-lt"/>
              </a:rPr>
              <a:t>                </a:t>
            </a:r>
            <a:r>
              <a:rPr lang="en-US" altLang="ko-KR" sz="1000" b="0" i="0" u="none" strike="noStrike" baseline="0" noProof="0">
                <a:latin typeface="+mn-lt"/>
              </a:rPr>
              <a:t>Gemini </a:t>
            </a:r>
            <a:r>
              <a:rPr lang="ko-KR" altLang="en-US" sz="1000" b="0" i="0" u="none" strike="noStrike" baseline="0" noProof="0">
                <a:latin typeface="+mn-lt"/>
              </a:rPr>
              <a:t>환경 준비</a:t>
            </a:r>
            <a:r>
              <a:rPr lang="en-US" altLang="ko-KR" sz="1000" b="0" i="0" u="none" strike="noStrike" baseline="0" noProof="0">
                <a:latin typeface="+mn-lt"/>
              </a:rPr>
              <a:t>(</a:t>
            </a:r>
            <a:r>
              <a:rPr lang="ko-KR" altLang="en-US" sz="1000"/>
              <a:t>출장교육</a:t>
            </a:r>
            <a:r>
              <a:rPr lang="en-US" altLang="ko-KR" sz="1000"/>
              <a:t>) : </a:t>
            </a:r>
            <a:r>
              <a:rPr lang="ko-KR" altLang="en-US" sz="1000"/>
              <a:t>데이터는 </a:t>
            </a:r>
            <a:r>
              <a:rPr lang="en-US" altLang="ko-KR" sz="1000"/>
              <a:t>GCP</a:t>
            </a:r>
            <a:r>
              <a:rPr lang="ko-KR" altLang="en-US" sz="1000"/>
              <a:t> 의 버킷을 이용하고</a:t>
            </a:r>
            <a:r>
              <a:rPr lang="en-US" altLang="ko-KR" sz="1000"/>
              <a:t>, LLM</a:t>
            </a:r>
            <a:r>
              <a:rPr lang="ko-KR" altLang="en-US" sz="1000"/>
              <a:t> 연결 </a:t>
            </a:r>
            <a:r>
              <a:rPr lang="ko-KR" altLang="en-US" sz="1000" err="1"/>
              <a:t>콜랩을</a:t>
            </a:r>
            <a:r>
              <a:rPr lang="ko-KR" altLang="en-US" sz="1000"/>
              <a:t> 사용합니다</a:t>
            </a:r>
            <a:r>
              <a:rPr lang="en-US" altLang="ko-KR" sz="1000"/>
              <a:t>. (</a:t>
            </a:r>
            <a:r>
              <a:rPr lang="ko-KR" altLang="en-US" sz="1000"/>
              <a:t>서울 </a:t>
            </a:r>
            <a:r>
              <a:rPr lang="ko-KR" altLang="en-US" sz="1000" err="1"/>
              <a:t>리전</a:t>
            </a:r>
            <a:r>
              <a:rPr lang="en-US" altLang="ko-KR" sz="1000"/>
              <a:t>)</a:t>
            </a:r>
            <a:br>
              <a:rPr lang="en-US" altLang="ko-KR" sz="1000"/>
            </a:br>
            <a:r>
              <a:rPr lang="en-US" altLang="ko-KR" sz="1000"/>
              <a:t>                </a:t>
            </a:r>
            <a:r>
              <a:rPr lang="ko-KR" altLang="en-US" sz="1000"/>
              <a:t>데이터는 버킷으로 업로드하여 준비 되었으나 </a:t>
            </a:r>
            <a:r>
              <a:rPr lang="ko-KR" altLang="en-US" sz="1000" err="1"/>
              <a:t>콜랩</a:t>
            </a:r>
            <a:r>
              <a:rPr lang="ko-KR" altLang="en-US" sz="1000"/>
              <a:t> 설정 시 네트워크 인증 문제로 사용이 불가하여</a:t>
            </a:r>
            <a:r>
              <a:rPr lang="en-US" altLang="ko-KR" sz="1000"/>
              <a:t>(11/19) </a:t>
            </a:r>
            <a:r>
              <a:rPr lang="ko-KR" altLang="en-US" sz="1000"/>
              <a:t>유사 기능인 </a:t>
            </a:r>
            <a:r>
              <a:rPr lang="ko-KR" altLang="en-US" sz="1000" err="1"/>
              <a:t>워크밴치</a:t>
            </a:r>
            <a:r>
              <a:rPr lang="ko-KR" altLang="en-US" sz="1000"/>
              <a:t> 사용 가이드 받았습니다</a:t>
            </a:r>
            <a:r>
              <a:rPr lang="en-US" altLang="ko-KR" sz="1000"/>
              <a:t>.(11/26)</a:t>
            </a:r>
            <a:br>
              <a:rPr lang="en-US" altLang="ko-KR" sz="1000"/>
            </a:br>
            <a:r>
              <a:rPr lang="en-US" altLang="ko-KR" sz="1000"/>
              <a:t>                </a:t>
            </a:r>
            <a:r>
              <a:rPr lang="ko-KR" altLang="en-US" sz="1000"/>
              <a:t>구글에서 </a:t>
            </a:r>
            <a:r>
              <a:rPr lang="ko-KR" altLang="en-US" sz="1000" err="1"/>
              <a:t>오창으로</a:t>
            </a:r>
            <a:r>
              <a:rPr lang="ko-KR" altLang="en-US" sz="1000"/>
              <a:t> 출장이 예정되어 있어 </a:t>
            </a:r>
            <a:r>
              <a:rPr lang="en-US" altLang="ko-KR" sz="1000"/>
              <a:t>(12/04) </a:t>
            </a:r>
            <a:r>
              <a:rPr lang="ko-KR" altLang="en-US" sz="1000"/>
              <a:t>대면으로 </a:t>
            </a:r>
            <a:r>
              <a:rPr lang="ko-KR" altLang="en-US" sz="1000" err="1"/>
              <a:t>워크밴치</a:t>
            </a:r>
            <a:r>
              <a:rPr lang="ko-KR" altLang="en-US" sz="1000"/>
              <a:t> 사용법 문의 및 과제 진행 예정입니다</a:t>
            </a:r>
            <a:r>
              <a:rPr lang="en-US" altLang="ko-KR" sz="1000"/>
              <a:t>. </a:t>
            </a:r>
            <a:br>
              <a:rPr lang="en-US" altLang="ko-KR" sz="1000"/>
            </a:br>
            <a:r>
              <a:rPr lang="en-US" altLang="ko-KR" sz="1000"/>
              <a:t>                </a:t>
            </a:r>
            <a:r>
              <a:rPr lang="ko-KR" altLang="en-US" sz="1000"/>
              <a:t>구글 </a:t>
            </a:r>
            <a:r>
              <a:rPr lang="ko-KR" altLang="en-US" sz="1000" err="1"/>
              <a:t>메니져님에게</a:t>
            </a:r>
            <a:r>
              <a:rPr lang="ko-KR" altLang="en-US" sz="1000"/>
              <a:t> 과제 내용 상세 설명 했고</a:t>
            </a:r>
            <a:r>
              <a:rPr lang="en-US" altLang="ko-KR" sz="1000"/>
              <a:t>, (</a:t>
            </a:r>
            <a:r>
              <a:rPr lang="ko-KR" altLang="en-US" sz="1000"/>
              <a:t>지금까지는 보안상의 이유로 과제 설명을 명확하고 상세히 하지 못했었습니다</a:t>
            </a:r>
            <a:r>
              <a:rPr lang="en-US" altLang="ko-KR" sz="1000"/>
              <a:t>.) Gemini </a:t>
            </a:r>
            <a:r>
              <a:rPr lang="ko-KR" altLang="en-US" sz="1000"/>
              <a:t>를 통해 직접 최적해를 찾기는 어려울 것 같다는 </a:t>
            </a:r>
            <a:br>
              <a:rPr lang="en-US" altLang="ko-KR" sz="1000"/>
            </a:br>
            <a:r>
              <a:rPr lang="en-US" altLang="ko-KR" sz="1000"/>
              <a:t>                Feed Back</a:t>
            </a:r>
            <a:r>
              <a:rPr lang="ko-KR" altLang="en-US" sz="1000"/>
              <a:t>이 있었습니다</a:t>
            </a:r>
            <a:r>
              <a:rPr lang="en-US" altLang="ko-KR" sz="1000"/>
              <a:t>. </a:t>
            </a:r>
            <a:r>
              <a:rPr lang="ko-KR" altLang="en-US" sz="1000"/>
              <a:t>그 대신 여러 방법론에 대해 </a:t>
            </a:r>
            <a:r>
              <a:rPr lang="en-US" altLang="ko-KR" sz="1000"/>
              <a:t>Gemini </a:t>
            </a:r>
            <a:r>
              <a:rPr lang="ko-KR" altLang="en-US" sz="1000"/>
              <a:t>에게</a:t>
            </a:r>
            <a:r>
              <a:rPr lang="en-US" altLang="ko-KR" sz="1000"/>
              <a:t> </a:t>
            </a:r>
            <a:r>
              <a:rPr lang="ko-KR" altLang="en-US" sz="1000"/>
              <a:t>설명하고</a:t>
            </a:r>
            <a:r>
              <a:rPr lang="en-US" altLang="ko-KR" sz="1000"/>
              <a:t>, </a:t>
            </a:r>
            <a:r>
              <a:rPr lang="ko-KR" altLang="en-US" sz="1000"/>
              <a:t>데이터를 입력 하였을 때 방법론에 대한 평가 및 검토까지 가능할 것 같다는 의견을 받았습니다</a:t>
            </a:r>
            <a:r>
              <a:rPr lang="en-US" altLang="ko-KR" sz="1000"/>
              <a:t>. (12/4) </a:t>
            </a:r>
          </a:p>
          <a:p>
            <a:r>
              <a:rPr lang="en-US" altLang="ko-KR" sz="1000"/>
              <a:t>                </a:t>
            </a:r>
            <a:r>
              <a:rPr lang="ko-KR" altLang="en-US" sz="1000" err="1"/>
              <a:t>구글클라우드</a:t>
            </a:r>
            <a:r>
              <a:rPr lang="ko-KR" altLang="en-US" sz="1000"/>
              <a:t> 접속 예외처리 </a:t>
            </a:r>
            <a:r>
              <a:rPr lang="en-US" altLang="ko-KR" sz="1000"/>
              <a:t>(</a:t>
            </a:r>
            <a:r>
              <a:rPr lang="ko-KR" altLang="en-US" sz="1000" err="1"/>
              <a:t>김형준님</a:t>
            </a:r>
            <a:r>
              <a:rPr lang="ko-KR" altLang="en-US" sz="1000"/>
              <a:t> 권한</a:t>
            </a:r>
            <a:r>
              <a:rPr lang="en-US" altLang="ko-KR" sz="1000"/>
              <a:t>) </a:t>
            </a:r>
            <a:r>
              <a:rPr lang="ko-KR" altLang="en-US" sz="1000"/>
              <a:t>신청하였으며</a:t>
            </a:r>
            <a:r>
              <a:rPr lang="en-US" altLang="ko-KR" sz="1000"/>
              <a:t>, </a:t>
            </a:r>
            <a:r>
              <a:rPr lang="ko-KR" altLang="en-US" sz="1000"/>
              <a:t>승인 후 방법론에 대한 평가 진행 하겠습니다</a:t>
            </a:r>
            <a:r>
              <a:rPr lang="en-US" altLang="ko-KR" sz="1000"/>
              <a:t>.</a:t>
            </a:r>
            <a:br>
              <a:rPr lang="en-US" altLang="ko-KR" sz="1000"/>
            </a:br>
            <a:r>
              <a:rPr lang="en-US" altLang="ko-KR" sz="1000" b="0" i="0" u="none" strike="noStrike" baseline="0" noProof="0">
                <a:latin typeface="+mn-lt"/>
              </a:rPr>
              <a:t>                </a:t>
            </a:r>
            <a:r>
              <a:rPr lang="ko-KR" altLang="en-US" sz="1000" b="0" i="0" u="none" strike="noStrike" baseline="0" noProof="0">
                <a:latin typeface="+mn-lt"/>
              </a:rPr>
              <a:t>담당자</a:t>
            </a:r>
            <a:r>
              <a:rPr lang="en-US" altLang="ko-KR" sz="1000"/>
              <a:t> </a:t>
            </a:r>
            <a:r>
              <a:rPr lang="ko-KR" altLang="en-US" sz="1000"/>
              <a:t>출</a:t>
            </a:r>
            <a:r>
              <a:rPr lang="ko-KR" altLang="en-US" sz="1000" b="0" i="0" u="none" strike="noStrike" baseline="0" noProof="0">
                <a:latin typeface="+mn-lt"/>
              </a:rPr>
              <a:t>장으로 수행 인원 변경하여 진행하겠습니다</a:t>
            </a:r>
            <a:r>
              <a:rPr lang="en-US" altLang="ko-KR" sz="1000" b="0" i="0" u="none" strike="noStrike" baseline="0" noProof="0">
                <a:latin typeface="+mn-lt"/>
              </a:rPr>
              <a:t>.(</a:t>
            </a:r>
            <a:r>
              <a:rPr lang="ko-KR" altLang="en-US" sz="1000" b="0" i="0" u="none" strike="noStrike" baseline="0" noProof="0" err="1">
                <a:latin typeface="+mn-lt"/>
              </a:rPr>
              <a:t>최창락</a:t>
            </a:r>
            <a:r>
              <a:rPr lang="ko-KR" altLang="en-US" sz="1000" b="0" i="0" u="none" strike="noStrike" baseline="0" noProof="0">
                <a:latin typeface="+mn-lt"/>
              </a:rPr>
              <a:t> → 김형준</a:t>
            </a:r>
            <a:r>
              <a:rPr lang="en-US" altLang="ko-KR" sz="1000" b="0" i="0" u="none" strike="noStrike" baseline="0" noProof="0">
                <a:latin typeface="+mn-lt"/>
              </a:rPr>
              <a:t>, ~12/11)</a:t>
            </a:r>
            <a:r>
              <a:rPr lang="ko-KR" altLang="en-US" sz="1000" b="0" i="0" u="none" strike="noStrike" baseline="0" noProof="0">
                <a:latin typeface="+mn-lt"/>
              </a:rPr>
              <a:t> </a:t>
            </a:r>
            <a:endParaRPr lang="en-US" altLang="ko-KR" sz="1000"/>
          </a:p>
        </p:txBody>
      </p:sp>
    </p:spTree>
    <p:extLst>
      <p:ext uri="{BB962C8B-B14F-4D97-AF65-F5344CB8AC3E}">
        <p14:creationId xmlns:p14="http://schemas.microsoft.com/office/powerpoint/2010/main" val="3761653059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91576D2-AF0F-4AA1-AC06-EE4AF3CDF4F8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036135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solidFill>
                  <a:schemeClr val="tx1"/>
                </a:solidFill>
                <a:latin typeface="Arial Narrow"/>
                <a:ea typeface="LG스마트체 Regular"/>
                <a:cs typeface="Malgun Gothic Semilight"/>
              </a:rPr>
              <a:t>3.MC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자동보정팀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(3/3)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5" name="실행 단추: 홈으로 이동 4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8835EA93-3488-4C63-BA8A-FE75EE26A262}"/>
              </a:ext>
            </a:extLst>
          </p:cNvPr>
          <p:cNvSpPr/>
          <p:nvPr/>
        </p:nvSpPr>
        <p:spPr>
          <a:xfrm>
            <a:off x="9513455" y="132021"/>
            <a:ext cx="292852" cy="292852"/>
          </a:xfrm>
          <a:prstGeom prst="actionButtonHo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>
              <a:solidFill>
                <a:schemeClr val="tx1"/>
              </a:solidFill>
            </a:endParaRPr>
          </a:p>
        </p:txBody>
      </p:sp>
      <p:sp>
        <p:nvSpPr>
          <p:cNvPr id="3" name="TextBox 22">
            <a:extLst>
              <a:ext uri="{FF2B5EF4-FFF2-40B4-BE49-F238E27FC236}">
                <a16:creationId xmlns:a16="http://schemas.microsoft.com/office/drawing/2014/main" id="{390265B4-90F1-4BAC-80B3-A4593E458487}"/>
              </a:ext>
            </a:extLst>
          </p:cNvPr>
          <p:cNvSpPr txBox="1"/>
          <p:nvPr/>
        </p:nvSpPr>
        <p:spPr>
          <a:xfrm>
            <a:off x="127685" y="2200697"/>
            <a:ext cx="9531706" cy="1069524"/>
          </a:xfrm>
          <a:prstGeom prst="rect">
            <a:avLst/>
          </a:prstGeom>
          <a:noFill/>
        </p:spPr>
        <p:txBody>
          <a:bodyPr wrap="square" lIns="0" tIns="45720" rIns="91440" bIns="4572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>
              <a:defRPr/>
            </a:pPr>
            <a:r>
              <a:rPr kumimoji="1" lang="en-US" altLang="ko-KR" sz="1050" b="1" kern="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12</a:t>
            </a:r>
            <a:r>
              <a:rPr kumimoji="1" lang="en-US" altLang="ko-KR" sz="1050" b="1" i="0" u="none" strike="noStrike" kern="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.</a:t>
            </a:r>
            <a:r>
              <a:rPr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[완료][질량유량계</a:t>
            </a:r>
            <a:r>
              <a:rPr kumimoji="0" lang="ko-KR" altLang="en-US" sz="105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기반 </a:t>
            </a:r>
            <a:r>
              <a:rPr kumimoji="0" lang="ko-KR" altLang="en-US" sz="1050" b="1" i="0" u="none" strike="noStrike" kern="1200" cap="none" spc="0" normalizeH="0" baseline="0" noProof="0" err="1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코터</a:t>
            </a:r>
            <a:r>
              <a:rPr kumimoji="0" lang="ko-KR" altLang="en-US" sz="105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자동보정 로직 고도화 </a:t>
            </a:r>
            <a:r>
              <a:rPr kumimoji="1"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(HM, WA</a:t>
            </a:r>
            <a:r>
              <a:rPr kumimoji="1"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대상</a:t>
            </a:r>
            <a:r>
              <a:rPr kumimoji="1"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,</a:t>
            </a:r>
            <a:r>
              <a:rPr kumimoji="1"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 </a:t>
            </a:r>
            <a:r>
              <a:rPr kumimoji="1"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WA </a:t>
            </a:r>
            <a:r>
              <a:rPr kumimoji="1" lang="ko-KR" altLang="en-US" sz="1050" b="1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Anode</a:t>
            </a:r>
            <a:r>
              <a:rPr kumimoji="1"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#</a:t>
            </a:r>
            <a:r>
              <a:rPr kumimoji="1"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5</a:t>
            </a:r>
            <a:r>
              <a:rPr kumimoji="1"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ko-KR" altLang="en-US" sz="1050" b="1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E</a:t>
            </a:r>
            <a:r>
              <a:rPr kumimoji="1"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79A</a:t>
            </a:r>
            <a:r>
              <a:rPr kumimoji="1"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ko-KR" altLang="en-US" sz="1050" b="1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Model</a:t>
            </a:r>
            <a:r>
              <a:rPr kumimoji="1"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양산</a:t>
            </a:r>
            <a:r>
              <a:rPr kumimoji="1"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Test </a:t>
            </a:r>
            <a:r>
              <a:rPr kumimoji="1"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진행 중)  </a:t>
            </a:r>
            <a:r>
              <a:rPr kumimoji="1" lang="ko-KR" altLang="en-US" sz="1050" b="1" i="0" u="none" strike="noStrike" kern="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 </a:t>
            </a:r>
            <a:b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 - (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Edge向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) 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대상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호기인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WA 음극8호 Edge PC 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고장이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확인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(2/17)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되었고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음극8호기의 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차기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생산일정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미확정으로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인해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, 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APC기능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검증을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우선으로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진행하겠습니다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.</a:t>
            </a:r>
            <a:b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 - (APC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向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)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질량유량계 데이터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APC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연동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(3/11),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2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차 기능검증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Test (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양산구간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)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 및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로딩 보정 정상 작동확인.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(3/21),</a:t>
            </a:r>
            <a:r>
              <a:rPr lang="ko-KR" altLang="en-US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알람로직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 개선을 완료하였습니다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.(3/28) </a:t>
            </a:r>
            <a:b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</a:b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     WA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법인에서 테스트 품의 완료되어 음극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5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호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E79A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모델 대상 양산 검증 완료하였습니다.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(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시작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. 4/28, Target 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일정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 : 5/6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→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5/14)</a:t>
            </a:r>
            <a:b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 - 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효과검증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: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예상효과는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‘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잔여 슬러리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Loss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개선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’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및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‘</a:t>
            </a:r>
            <a:r>
              <a:rPr lang="ko-KR" altLang="en-US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저전압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발생률 감소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’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입니다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.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 </a:t>
            </a:r>
            <a:b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   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질량유량계 기반 자동보정 적용시</a:t>
            </a:r>
            <a:r>
              <a:rPr 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,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질량유량계 적용 이전에 비해 </a:t>
            </a:r>
            <a:r>
              <a:rPr 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0.47%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의 상층 슬러리 절감효과</a:t>
            </a:r>
            <a:r>
              <a:rPr 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(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라인당 연 </a:t>
            </a:r>
            <a:r>
              <a:rPr 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1.04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억</a:t>
            </a:r>
            <a:r>
              <a:rPr 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)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를</a:t>
            </a:r>
            <a:r>
              <a:rPr 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도출하였습니다</a:t>
            </a:r>
            <a:r>
              <a:rPr 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.(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ESWA 법인 담당자 협의 )</a:t>
            </a:r>
            <a:endParaRPr lang="ko-KR" altLang="en-US" sz="1050">
              <a:solidFill>
                <a:schemeClr val="tx1">
                  <a:lumMod val="50000"/>
                  <a:lumOff val="50000"/>
                </a:schemeClr>
              </a:solidFill>
              <a:cs typeface="Malgun Gothic Semilight"/>
            </a:endParaRPr>
          </a:p>
        </p:txBody>
      </p:sp>
      <p:sp>
        <p:nvSpPr>
          <p:cNvPr id="4" name="TextBox 13">
            <a:extLst>
              <a:ext uri="{FF2B5EF4-FFF2-40B4-BE49-F238E27FC236}">
                <a16:creationId xmlns:a16="http://schemas.microsoft.com/office/drawing/2014/main" id="{B4BB7B0C-B7E9-465A-BFB8-6D209EB6B04B}"/>
              </a:ext>
            </a:extLst>
          </p:cNvPr>
          <p:cNvSpPr txBox="1"/>
          <p:nvPr/>
        </p:nvSpPr>
        <p:spPr>
          <a:xfrm>
            <a:off x="127685" y="567117"/>
            <a:ext cx="9675259" cy="874214"/>
          </a:xfrm>
          <a:prstGeom prst="rect">
            <a:avLst/>
          </a:prstGeom>
          <a:noFill/>
        </p:spPr>
        <p:txBody>
          <a:bodyPr wrap="square" lIns="0" tIns="45720" rIns="91440" bIns="45720" rtlCol="0" anchor="t"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/>
            <a:r>
              <a:rPr kumimoji="1" lang="en-US" altLang="ko-KR" sz="1000" b="1" i="0" strike="noStrike" kern="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10. </a:t>
            </a:r>
            <a:r>
              <a:rPr lang="en-US" altLang="ko-KR" sz="1000" b="1" kern="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[26년 </a:t>
            </a:r>
            <a:r>
              <a:rPr lang="en-US" altLang="ko-KR" sz="1000" b="1" kern="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순연</a:t>
            </a:r>
            <a:r>
              <a:rPr lang="en-US" altLang="ko-KR" sz="1000" b="1" kern="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]IM</a:t>
            </a:r>
            <a:r>
              <a:rPr kumimoji="0" lang="en-US" altLang="ko-KR" sz="1000" b="1" i="0" strike="noStrike" kern="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0" lang="en-US" altLang="ko-KR" sz="1000" b="1" i="0" strike="noStrike" kern="0" cap="none" spc="0" normalizeH="0" baseline="0" noProof="0" err="1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전극</a:t>
            </a:r>
            <a:r>
              <a:rPr kumimoji="0" lang="en-US" altLang="ko-KR" sz="1000" b="1" i="0" strike="noStrike" kern="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Biz </a:t>
            </a:r>
            <a:r>
              <a:rPr kumimoji="0" lang="en-US" altLang="ko-KR" sz="1000" b="1" i="0" strike="noStrike" kern="0" cap="none" spc="0" normalizeH="0" baseline="0" noProof="0" err="1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대상라인</a:t>
            </a:r>
            <a:r>
              <a:rPr kumimoji="0" lang="en-US" altLang="ko-KR" sz="1000" b="1" i="0" strike="noStrike" kern="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0" lang="en-US" altLang="ko-KR" sz="1000" b="1" i="0" strike="noStrike" kern="0" cap="none" spc="0" normalizeH="0" baseline="0" noProof="0" err="1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자동보정</a:t>
            </a:r>
            <a:r>
              <a:rPr kumimoji="0" lang="en-US" altLang="ko-KR" sz="1000" b="1" i="0" strike="noStrike" kern="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0" lang="en-US" altLang="ko-KR" sz="1000" b="1" i="0" strike="noStrike" kern="0" cap="none" spc="0" normalizeH="0" baseline="0" noProof="0" err="1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적용</a:t>
            </a:r>
            <a:r>
              <a:rPr kumimoji="0" lang="en-US" altLang="ko-KR" sz="1000" b="1" i="0" strike="noStrike" kern="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(</a:t>
            </a:r>
            <a:r>
              <a:rPr lang="en-US" altLang="ko-KR" sz="1000" b="1" kern="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EP</a:t>
            </a:r>
            <a:r>
              <a:rPr kumimoji="0" lang="en-US" altLang="ko-KR" sz="1000" b="1" i="0" strike="noStrike" kern="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 </a:t>
            </a:r>
            <a:r>
              <a:rPr kumimoji="0" lang="en-US" altLang="ko-KR" sz="1000" b="1" i="0" strike="noStrike" kern="0" cap="none" spc="0" normalizeH="0" baseline="0" noProof="0" err="1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소형</a:t>
            </a:r>
            <a:r>
              <a:rPr kumimoji="0" lang="en-US" altLang="ko-KR" sz="1000" b="1" i="0" strike="noStrike" kern="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2동</a:t>
            </a:r>
            <a:r>
              <a:rPr lang="en-US" altLang="ko-KR" sz="1000" b="1" kern="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 </a:t>
            </a:r>
            <a:r>
              <a:rPr kumimoji="0" lang="en-US" altLang="ko-KR" sz="1000" b="1" i="0" strike="noStrike" kern="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0" lang="en-US" altLang="ko-KR" sz="1000" b="1" i="0" kern="0" cap="none" spc="0" normalizeH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#</a:t>
            </a:r>
            <a:r>
              <a:rPr lang="en-US" altLang="ko-KR" sz="1000" b="1" kern="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7#8 21700</a:t>
            </a:r>
            <a:r>
              <a:rPr kumimoji="0" lang="en-US" altLang="ko-KR" sz="1000" b="1" i="0" strike="noStrike" kern="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, 소형4동</a:t>
            </a:r>
            <a:r>
              <a:rPr lang="en-US" altLang="ko-KR" sz="1000" b="1" kern="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 </a:t>
            </a:r>
            <a:r>
              <a:rPr kumimoji="0" lang="en-US" altLang="ko-KR" sz="1000" b="1" i="0" strike="noStrike" kern="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#</a:t>
            </a:r>
            <a:r>
              <a:rPr lang="en-US" altLang="ko-KR" sz="1000" b="1" kern="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1#2) </a:t>
            </a:r>
            <a:r>
              <a:rPr lang="en-US" altLang="ko-KR" sz="1000" b="1" kern="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IM사</a:t>
            </a:r>
            <a:r>
              <a:rPr lang="en-US" altLang="ko-KR" sz="1000" b="1" kern="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b="1" kern="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물량</a:t>
            </a:r>
            <a:r>
              <a:rPr lang="en-US" altLang="ko-KR" sz="1000" b="1" kern="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b="1" kern="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변동으로</a:t>
            </a:r>
            <a:r>
              <a:rPr lang="en-US" altLang="ko-KR" sz="1000" b="1" kern="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26년으로 </a:t>
            </a:r>
            <a:r>
              <a:rPr lang="en-US" altLang="ko-KR" sz="1000" b="1" kern="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순연</a:t>
            </a:r>
            <a:r>
              <a:rPr lang="en-US" altLang="ko-KR" sz="1000" b="1" kern="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b="1" kern="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되었습니다</a:t>
            </a:r>
            <a:r>
              <a:rPr lang="en-US" altLang="ko-KR" sz="1000" b="1" kern="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.</a:t>
            </a:r>
            <a:b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  - (Edge(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VM)</a:t>
            </a:r>
            <a:r>
              <a:rPr 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向)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 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소형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4동 #1, #2호기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대상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FA망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 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공사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완료 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(4/23), VM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서버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구축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완료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(공정제어DX팀)(4/25, </a:t>
            </a:r>
            <a:r>
              <a:rPr lang="ko-KR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자동보정용 PLC 프로그램 설치(</a:t>
            </a:r>
            <a:r>
              <a:rPr lang="ko-KR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코터</a:t>
            </a:r>
            <a:r>
              <a:rPr lang="ko-KR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4/27,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절연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5/17), </a:t>
            </a:r>
            <a:b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     PLC&amp;검사기 데이터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를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정합성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검증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완료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(5/30), 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기능검증필요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(6월)</a:t>
            </a:r>
          </a:p>
          <a:p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  - IM Biz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취소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후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재개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되었으나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, </a:t>
            </a:r>
            <a:r>
              <a:rPr lang="ko-KR" altLang="en-US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증속</a:t>
            </a:r>
            <a:r>
              <a:rPr 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품질</a:t>
            </a:r>
            <a:r>
              <a:rPr 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미확보</a:t>
            </a:r>
            <a:r>
              <a:rPr 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, </a:t>
            </a:r>
            <a:r>
              <a:rPr lang="en-US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절연액</a:t>
            </a:r>
            <a:r>
              <a:rPr 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문제</a:t>
            </a:r>
            <a:r>
              <a:rPr 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, </a:t>
            </a:r>
            <a:r>
              <a:rPr lang="en-US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관리난이도</a:t>
            </a:r>
            <a:r>
              <a:rPr 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(Cpk 1.66),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잔여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물량 </a:t>
            </a:r>
            <a:r>
              <a:rPr lang="ko-KR" altLang="en-US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미확정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등으로 내부</a:t>
            </a:r>
            <a:r>
              <a:rPr 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논의</a:t>
            </a:r>
            <a:r>
              <a:rPr 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후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금년도</a:t>
            </a:r>
            <a:r>
              <a:rPr 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적용</a:t>
            </a:r>
            <a:r>
              <a:rPr 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여부</a:t>
            </a:r>
            <a:r>
              <a:rPr 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확정하기로 했습니다</a:t>
            </a:r>
            <a:r>
              <a:rPr 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.(~08/31)  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 </a:t>
            </a:r>
            <a:br>
              <a:rPr lang="en-US" altLang="ko-KR" sz="1000"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  - #7, #8 21700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전환으로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 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절연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자동보정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적용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제외되었습니다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. </a:t>
            </a:r>
          </a:p>
        </p:txBody>
      </p:sp>
      <p:sp>
        <p:nvSpPr>
          <p:cNvPr id="6" name="TextBox 18">
            <a:extLst>
              <a:ext uri="{FF2B5EF4-FFF2-40B4-BE49-F238E27FC236}">
                <a16:creationId xmlns:a16="http://schemas.microsoft.com/office/drawing/2014/main" id="{EC97072E-1AE8-420F-8CDD-112E95B89BDC}"/>
              </a:ext>
            </a:extLst>
          </p:cNvPr>
          <p:cNvSpPr txBox="1"/>
          <p:nvPr/>
        </p:nvSpPr>
        <p:spPr>
          <a:xfrm>
            <a:off x="127685" y="1451682"/>
            <a:ext cx="9674096" cy="738664"/>
          </a:xfrm>
          <a:prstGeom prst="rect">
            <a:avLst/>
          </a:prstGeom>
          <a:noFill/>
        </p:spPr>
        <p:txBody>
          <a:bodyPr wrap="square" lIns="0" tIns="45720" rIns="91440" bIns="4572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11.</a:t>
            </a:r>
            <a:r>
              <a:rPr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[12월 순연]자동보정 주요 알람 공지 인프라 구축</a:t>
            </a:r>
            <a:r>
              <a:rPr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(</a:t>
            </a:r>
            <a:r>
              <a:rPr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 Smart_H Regular"/>
                <a:cs typeface="Malgun Gothic Semilight"/>
              </a:rPr>
              <a:t>운영환경 개선</a:t>
            </a:r>
            <a:r>
              <a:rPr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)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(FMCS 1.0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→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FMCS 2.0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시스템 전환 시 기본 사양 반영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)</a:t>
            </a:r>
            <a:r>
              <a:rPr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12월 FMCS 2.0 </a:t>
            </a:r>
            <a:r>
              <a:rPr lang="en-US" altLang="ko-KR" sz="1050" b="1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반영</a:t>
            </a:r>
            <a:r>
              <a:rPr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50" b="1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예정으로</a:t>
            </a:r>
            <a:r>
              <a:rPr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12월 </a:t>
            </a:r>
            <a:r>
              <a:rPr lang="en-US" altLang="ko-KR" sz="1050" b="1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업무재개</a:t>
            </a:r>
            <a:r>
              <a:rPr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50" b="1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하겠습니다</a:t>
            </a:r>
            <a:r>
              <a:rPr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.</a:t>
            </a:r>
            <a:br>
              <a:rPr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    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GM1 FMCS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투자 추진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(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생산공정운영팀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)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 과정에서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MES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팀의 보류요청이 있었습니다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. ※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</a:rPr>
              <a:t>사유는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FMCS 1.0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→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FMCS 2.0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전환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(12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월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)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 예정으로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1.0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에 대한 투자는 보류 하겠다는 의견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.</a:t>
            </a:r>
            <a:b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</a:b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     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생산공정운영팀과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FMCS 2.0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오픈 전에 개발 진행하여 탑재하는 방향으로 재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</a:rPr>
              <a:t>논의하였고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</a:rPr>
              <a:t>,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MES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팀과 요건 협의하여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2.0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에 반영할 예정입니다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.(GM1, 12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월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)</a:t>
            </a:r>
            <a:b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     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※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Auto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On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 Smart_H Regular"/>
                <a:cs typeface="Malgun Gothic Semilight"/>
              </a:rPr>
              <a:t>상태표시를 위한 연동 순서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 Smart_H Regular"/>
                <a:cs typeface="Malgun Gothic Semilight"/>
              </a:rPr>
              <a:t>/Status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 Smart_H Regular"/>
                <a:cs typeface="Malgun Gothic Semilight"/>
              </a:rPr>
              <a:t>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: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 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PLC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 Smart_H Regular"/>
                <a:cs typeface="Malgun Gothic Semilight"/>
              </a:rPr>
              <a:t>작업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(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 Smart_H Regular"/>
                <a:cs typeface="Malgun Gothic Semilight"/>
              </a:rPr>
              <a:t>완료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)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→ </a:t>
            </a:r>
            <a:r>
              <a:rPr lang="en-US" altLang="ko-KR" sz="105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eIoT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 Smart_H Regular"/>
                <a:cs typeface="Malgun Gothic Semilight"/>
              </a:rPr>
              <a:t>연동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(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 Smart_H Regular"/>
                <a:cs typeface="Malgun Gothic Semilight"/>
              </a:rPr>
              <a:t>완료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)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→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FMCS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 Smart_H Regular"/>
                <a:cs typeface="Malgun Gothic Semilight"/>
              </a:rPr>
              <a:t>연동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 Smart_H Regular"/>
                <a:cs typeface="Malgun Gothic Semilight"/>
              </a:rPr>
              <a:t>(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 Smart_H Regular"/>
                <a:cs typeface="Malgun Gothic Semilight"/>
              </a:rPr>
              <a:t>완료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 Smart_H Regular"/>
                <a:cs typeface="Malgun Gothic Semilight"/>
              </a:rPr>
              <a:t>)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 Smart_H Regular"/>
                <a:cs typeface="Malgun Gothic Semilight"/>
              </a:rPr>
              <a:t> → 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FMCS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 Smart_H Regular"/>
                <a:cs typeface="Malgun Gothic Semilight"/>
              </a:rPr>
              <a:t>시스템 연계 개발 요청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 Smart_H Regular"/>
                <a:cs typeface="Malgun Gothic Semilight"/>
              </a:rPr>
              <a:t>(</a:t>
            </a:r>
            <a:r>
              <a:rPr lang="ko-KR" altLang="en-US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 Smart_H Regular"/>
                <a:cs typeface="Malgun Gothic Semilight"/>
              </a:rPr>
              <a:t>진행중</a:t>
            </a:r>
            <a: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 Smart_H Regular"/>
                <a:cs typeface="Malgun Gothic Semilight"/>
              </a:rPr>
              <a:t>)</a:t>
            </a:r>
            <a:endParaRPr lang="en-US" altLang="ko-KR" sz="1050">
              <a:solidFill>
                <a:schemeClr val="tx1">
                  <a:lumMod val="50000"/>
                  <a:lumOff val="50000"/>
                </a:schemeClr>
              </a:solidFill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3628239-2A15-4C8E-865A-B10B60128444}"/>
              </a:ext>
            </a:extLst>
          </p:cNvPr>
          <p:cNvSpPr txBox="1"/>
          <p:nvPr/>
        </p:nvSpPr>
        <p:spPr>
          <a:xfrm>
            <a:off x="127685" y="3280572"/>
            <a:ext cx="9784155" cy="874214"/>
          </a:xfrm>
          <a:prstGeom prst="rect">
            <a:avLst/>
          </a:prstGeom>
          <a:noFill/>
          <a:ln>
            <a:noFill/>
          </a:ln>
        </p:spPr>
        <p:txBody>
          <a:bodyPr wrap="square" lIns="0" tIns="45720" rIns="91440" bIns="45720" rtlCol="0" anchor="t">
            <a:noAutofit/>
          </a:bodyPr>
          <a:lstStyle/>
          <a:p>
            <a:pPr latinLnBrk="0">
              <a:defRPr/>
            </a:pPr>
            <a:r>
              <a:rPr kumimoji="1" lang="en-US" altLang="ko-KR" sz="1050" b="1" i="0" u="none" strike="noStrike" kern="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13.</a:t>
            </a:r>
            <a:r>
              <a:rPr kumimoji="0" lang="ko-KR" altLang="en-US" sz="105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0" lang="en-US" altLang="ko-KR" sz="105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05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완료</a:t>
            </a:r>
            <a:r>
              <a:rPr kumimoji="0" lang="en-US" altLang="ko-KR" sz="105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]</a:t>
            </a:r>
            <a:r>
              <a:rPr kumimoji="0" lang="ko-KR" altLang="en-US" sz="105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이관 </a:t>
            </a:r>
            <a:r>
              <a:rPr kumimoji="0" lang="en-US" altLang="ko-KR" sz="105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| </a:t>
            </a:r>
            <a:r>
              <a:rPr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건조 자동보정 업무 이관</a:t>
            </a:r>
            <a:br>
              <a:rPr lang="en-US" altLang="ko-KR" sz="105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 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음극 :  1,2호 APC  PLC 수정작업 완료, 1호 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APC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기반 자동보정 신규 적용 완료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(8/8), </a:t>
            </a:r>
            <a:r>
              <a:rPr lang="ko-KR" altLang="en-US" sz="1000" err="1">
                <a:solidFill>
                  <a:schemeClr val="tx1">
                    <a:lumMod val="50000"/>
                    <a:lumOff val="50000"/>
                  </a:schemeClr>
                </a:solidFill>
              </a:rPr>
              <a:t>전호기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 통합 건조 자동보정 프로그램 적용 완료(08/11, 2호제외 10월 APC 적용 후 자동보정 적용 예정)</a:t>
            </a:r>
            <a:b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              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2, 9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호는 양산 시 기능 검증 예정입니다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.(2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호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- 8월 말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</a:rPr>
              <a:t>예정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, 9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호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-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현재 생산 계획 없음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) </a:t>
            </a:r>
            <a:b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 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양극 :  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5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호 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APC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 적용을 위한 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PLC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 수정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(7/28),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</a:rPr>
              <a:t>데이터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</a:rPr>
              <a:t>검증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 (08/05)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</a:rPr>
              <a:t>자동보정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</a:rPr>
              <a:t>적용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 및 검증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(8/14)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하였으며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,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양산 시 셋팅 최적화를 통해 안정화 진행할 예정입니다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.(9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월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,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법인기술팀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)</a:t>
            </a:r>
          </a:p>
          <a:p>
            <a:pPr latinLnBrk="0">
              <a:defRPr/>
            </a:pP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-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출장 복귀 후 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WA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 출장 잔여 업무 및 인수인계를 진행하고 있습니다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.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인수인계 잔여 사항인 문서 인수인계를 진행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(8/29)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하였고 코드 저장소 이관을 완료하였습니다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.(9/12</a:t>
            </a:r>
            <a:endParaRPr lang="ko-KR" altLang="en-US" sz="100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" name="TextBox 8">
            <a:extLst>
              <a:ext uri="{FF2B5EF4-FFF2-40B4-BE49-F238E27FC236}">
                <a16:creationId xmlns:a16="http://schemas.microsoft.com/office/drawing/2014/main" id="{82DC8D0E-D4CA-BE02-3166-C108C301560C}"/>
              </a:ext>
            </a:extLst>
          </p:cNvPr>
          <p:cNvSpPr txBox="1"/>
          <p:nvPr/>
        </p:nvSpPr>
        <p:spPr>
          <a:xfrm>
            <a:off x="127685" y="4165137"/>
            <a:ext cx="9679416" cy="777136"/>
          </a:xfrm>
          <a:prstGeom prst="rect">
            <a:avLst/>
          </a:prstGeom>
          <a:noFill/>
        </p:spPr>
        <p:txBody>
          <a:bodyPr wrap="square" lIns="0" tIns="0" rIns="91440" bIns="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kumimoji="1" lang="en-US" sz="1050" b="1" i="0" u="none" strike="noStrike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14. [</a:t>
            </a:r>
            <a:r>
              <a:rPr kumimoji="1" lang="ko-KR" altLang="en-US" sz="1050" b="1" i="0" u="none" strike="noStrike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완료</a:t>
            </a:r>
            <a:r>
              <a:rPr kumimoji="1" lang="en-US" altLang="ko-KR" sz="1050" b="1" i="0" u="none" strike="noStrike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]</a:t>
            </a:r>
            <a:r>
              <a:rPr kumimoji="1" lang="ko-KR" altLang="en-US" sz="1050" b="1" i="0" u="none" strike="noStrike" kern="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개발 </a:t>
            </a:r>
            <a:r>
              <a:rPr kumimoji="1" lang="en-US" altLang="ko-KR" sz="1050" b="1" kern="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|</a:t>
            </a:r>
            <a:r>
              <a:rPr kumimoji="1"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미스매치</a:t>
            </a:r>
            <a:r>
              <a:rPr kumimoji="1" 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ko-KR" altLang="en-US" sz="1050" b="1" i="0" u="none" strike="noStrike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자동보정</a:t>
            </a:r>
            <a:r>
              <a:rPr kumimoji="1"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(</a:t>
            </a:r>
            <a:r>
              <a:rPr kumimoji="1" lang="ko-KR" altLang="en-US" sz="1050" b="1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CPC제어</a:t>
            </a:r>
            <a:r>
              <a:rPr kumimoji="1"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) </a:t>
            </a:r>
            <a:r>
              <a:rPr kumimoji="1" lang="ko-KR" altLang="en-US" sz="1050" b="1" i="0" u="none" strike="noStrike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고도화 </a:t>
            </a:r>
            <a:r>
              <a:rPr kumimoji="1"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(GM1) </a:t>
            </a:r>
            <a:r>
              <a:rPr kumimoji="1"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43</a:t>
            </a:r>
            <a:r>
              <a:rPr kumimoji="1"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주차 본 항목 완료</a:t>
            </a:r>
            <a:endParaRPr lang="en-US" sz="1050" b="1">
              <a:solidFill>
                <a:schemeClr val="tx1">
                  <a:lumMod val="50000"/>
                  <a:lumOff val="50000"/>
                </a:schemeClr>
              </a:solidFill>
              <a:cs typeface="Malgun Gothic Semilight"/>
            </a:endParaRPr>
          </a:p>
          <a:p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  - </a:t>
            </a:r>
            <a:r>
              <a:rPr lang="en-US" altLang="ko-KR" sz="1000" b="1" err="1">
                <a:solidFill>
                  <a:schemeClr val="tx1">
                    <a:lumMod val="50000"/>
                    <a:lumOff val="50000"/>
                  </a:schemeClr>
                </a:solidFill>
              </a:rPr>
              <a:t>개발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 :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개발 완료 (08/26)</a:t>
            </a:r>
            <a:b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  - </a:t>
            </a:r>
            <a:r>
              <a:rPr lang="ko-KR" altLang="en-US" sz="1000" b="1">
                <a:solidFill>
                  <a:schemeClr val="tx1">
                    <a:lumMod val="50000"/>
                    <a:lumOff val="50000"/>
                  </a:schemeClr>
                </a:solidFill>
              </a:rPr>
              <a:t>적용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 : 프로그램 설치 및 기능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검증하였습니다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.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(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1~4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호기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,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음극</a:t>
            </a:r>
            <a:r>
              <a:rPr 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:9/4,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양극</a:t>
            </a:r>
            <a:r>
              <a:rPr 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:9/8~9/9)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  <a:t>,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</a:rPr>
              <a:t> 모니터링 및 안정화 하겠습니다. (~ 09/30)</a:t>
            </a:r>
            <a:b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  - </a:t>
            </a:r>
            <a:r>
              <a:rPr lang="ko-KR" altLang="en-US" sz="1000" b="1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검증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 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: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검증 대상 항목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(</a:t>
            </a:r>
            <a:r>
              <a:rPr lang="ko-KR" altLang="en-US" sz="1000" err="1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미스매치불량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/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연결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Loss/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재조건조정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Loss) </a:t>
            </a:r>
            <a:r>
              <a:rPr lang="en-US" altLang="ko-KR" sz="100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검증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.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전체 양산 호기 검증 결과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,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양극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(#1, 2, 4) 0.16%p (0.28% </a:t>
            </a:r>
            <a:r>
              <a:rPr lang="en-US" altLang="ko-KR" sz="80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</a:rPr>
              <a:t>(1Q~3Q (~8.30))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→ 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0.12%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</a:rPr>
              <a:t> </a:t>
            </a:r>
            <a:r>
              <a:rPr lang="en-US" altLang="ko-KR" sz="80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</a:rPr>
              <a:t>(9/8~9/30)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)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개선과 </a:t>
            </a:r>
            <a:b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             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음극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 (#2, 4) 0.07%p (0.18% </a:t>
            </a:r>
            <a:r>
              <a:rPr lang="en-US" altLang="ko-KR" sz="80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</a:rPr>
              <a:t>(1Q~3Q (~8.30)) 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→ 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0.11%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</a:rPr>
              <a:t> </a:t>
            </a:r>
            <a:r>
              <a:rPr lang="en-US" altLang="ko-KR" sz="80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</a:rPr>
              <a:t>(9/8~9/30)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cs typeface="Malgun Gothic Semilight"/>
              </a:rPr>
              <a:t>)</a:t>
            </a:r>
            <a:r>
              <a:rPr lang="ko-KR" altLang="en-US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 개선 확인하였습니다</a:t>
            </a:r>
            <a:r>
              <a:rPr lang="en-US" altLang="ko-KR" sz="10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.</a:t>
            </a:r>
            <a:endParaRPr lang="en-US" altLang="ko-KR" sz="1000">
              <a:solidFill>
                <a:schemeClr val="tx1">
                  <a:lumMod val="50000"/>
                  <a:lumOff val="50000"/>
                </a:schemeClr>
              </a:solidFill>
              <a:cs typeface="Malgun Gothic Semilight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F285197-35FF-4FE7-82AC-6D6A2AEE9C09}"/>
              </a:ext>
            </a:extLst>
          </p:cNvPr>
          <p:cNvSpPr txBox="1"/>
          <p:nvPr/>
        </p:nvSpPr>
        <p:spPr>
          <a:xfrm>
            <a:off x="127685" y="6125920"/>
            <a:ext cx="9564819" cy="161583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>
              <a:defRPr/>
            </a:pPr>
            <a:r>
              <a:rPr kumimoji="1" lang="en-US" altLang="ko-KR" sz="1050" b="1" kern="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16</a:t>
            </a:r>
            <a:r>
              <a:rPr kumimoji="1" lang="en-US" altLang="ko-KR" sz="1050" b="1" i="0" u="none" strike="noStrike" kern="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.</a:t>
            </a:r>
            <a:r>
              <a:rPr kumimoji="0" lang="ko-KR" altLang="en-US" sz="105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0" lang="en-US" altLang="ko-KR" sz="105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05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완료</a:t>
            </a:r>
            <a:r>
              <a:rPr kumimoji="0" lang="en-US" altLang="ko-KR" sz="105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]</a:t>
            </a:r>
            <a:r>
              <a:rPr kumimoji="0" lang="ko-KR" altLang="en-US" sz="105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신규</a:t>
            </a:r>
            <a:r>
              <a:rPr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증설 </a:t>
            </a:r>
            <a:r>
              <a:rPr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| </a:t>
            </a:r>
            <a:r>
              <a:rPr lang="ko-KR" altLang="en-US" sz="1050" b="1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북미신규법인</a:t>
            </a:r>
            <a:r>
              <a:rPr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1050" b="1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코터</a:t>
            </a:r>
            <a:r>
              <a:rPr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APC</a:t>
            </a:r>
            <a:r>
              <a:rPr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 적용 </a:t>
            </a:r>
            <a:r>
              <a:rPr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– </a:t>
            </a:r>
            <a:r>
              <a:rPr lang="ko-KR" altLang="en-US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샘플생산기준 </a:t>
            </a:r>
            <a:r>
              <a:rPr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</a:rPr>
              <a:t> </a:t>
            </a:r>
            <a:r>
              <a:rPr kumimoji="0" lang="en-US" altLang="ko-KR" sz="105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(</a:t>
            </a:r>
            <a:r>
              <a:rPr lang="en-US" altLang="ko-KR" sz="105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LG스마트체 Regular"/>
                <a:cs typeface="Malgun Gothic Semilight"/>
              </a:rPr>
              <a:t>MI2, HD, MI_LS, ST, HG)</a:t>
            </a:r>
            <a:endParaRPr lang="ko-KR" altLang="en-US" sz="1000">
              <a:solidFill>
                <a:schemeClr val="tx1">
                  <a:lumMod val="50000"/>
                  <a:lumOff val="50000"/>
                </a:schemeClr>
              </a:solidFill>
              <a:latin typeface="Arial Narrow"/>
              <a:ea typeface="LG스마트체 Regular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6C2E772-5E7F-780B-EAEB-FC927839CD2D}"/>
              </a:ext>
            </a:extLst>
          </p:cNvPr>
          <p:cNvSpPr txBox="1"/>
          <p:nvPr/>
        </p:nvSpPr>
        <p:spPr>
          <a:xfrm>
            <a:off x="96900" y="5046045"/>
            <a:ext cx="9673386" cy="961802"/>
          </a:xfrm>
          <a:prstGeom prst="rect">
            <a:avLst/>
          </a:prstGeom>
          <a:noFill/>
        </p:spPr>
        <p:txBody>
          <a:bodyPr wrap="square" lIns="0" tIns="0" rIns="91440" bIns="0" rtlCol="0" anchor="t">
            <a:spAutoFit/>
          </a:bodyPr>
          <a:lstStyle>
            <a:defPPr>
              <a:defRPr lang="ko-KR"/>
            </a:defPPr>
            <a:lvl1pPr>
              <a:defRPr kumimoji="1" sz="1050" b="1" i="0" u="none" strike="noStrike" cap="none" spc="0" normalizeH="0" baseline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15. </a:t>
            </a:r>
            <a:r>
              <a:rPr lang="ko-KR" altLang="en-US"/>
              <a:t>개발 </a:t>
            </a:r>
            <a:r>
              <a:rPr lang="en-US" altLang="ko-KR"/>
              <a:t>| </a:t>
            </a:r>
            <a:r>
              <a:rPr lang="ko-KR" altLang="en-US"/>
              <a:t>원통형 </a:t>
            </a:r>
            <a:r>
              <a:rPr lang="en-US" altLang="ko-KR"/>
              <a:t>-</a:t>
            </a:r>
            <a:r>
              <a:rPr lang="ko-KR" altLang="en-US"/>
              <a:t> </a:t>
            </a:r>
            <a:r>
              <a:rPr lang="en-US"/>
              <a:t>End</a:t>
            </a:r>
            <a:r>
              <a:rPr lang="ko-KR" altLang="en-US"/>
              <a:t>부</a:t>
            </a:r>
            <a:r>
              <a:rPr lang="en-US"/>
              <a:t> </a:t>
            </a:r>
            <a:r>
              <a:rPr lang="ko-KR" altLang="en-US"/>
              <a:t>미스매치</a:t>
            </a:r>
            <a:r>
              <a:rPr lang="en-US"/>
              <a:t> </a:t>
            </a:r>
            <a:r>
              <a:rPr lang="ko-KR" altLang="en-US"/>
              <a:t>자동보정</a:t>
            </a:r>
            <a:r>
              <a:rPr lang="en-US" altLang="ko-KR"/>
              <a:t> (NJ)</a:t>
            </a:r>
            <a:endParaRPr lang="en-US"/>
          </a:p>
          <a:p>
            <a:r>
              <a:rPr lang="en-US"/>
              <a:t>  </a:t>
            </a:r>
            <a:r>
              <a:rPr lang="en-US" altLang="ko-KR"/>
              <a:t>- </a:t>
            </a:r>
            <a:r>
              <a:rPr lang="ko-KR" altLang="en-US"/>
              <a:t>대상 </a:t>
            </a:r>
            <a:r>
              <a:rPr lang="en-US" altLang="ko-KR"/>
              <a:t>: </a:t>
            </a:r>
            <a:r>
              <a:rPr lang="ko-KR" altLang="en-US"/>
              <a:t>원통형 2 </a:t>
            </a:r>
            <a:r>
              <a:rPr lang="ko-KR" altLang="en-US" err="1"/>
              <a:t>Step</a:t>
            </a:r>
            <a:r>
              <a:rPr lang="ko-KR" altLang="en-US"/>
              <a:t> 코팅 신규 </a:t>
            </a:r>
            <a:r>
              <a:rPr lang="ko-KR" altLang="en-US" err="1"/>
              <a:t>CTQ로</a:t>
            </a:r>
            <a:r>
              <a:rPr lang="ko-KR" altLang="en-US"/>
              <a:t> 음극 “</a:t>
            </a:r>
            <a:r>
              <a:rPr lang="ko-KR" altLang="en-US" err="1"/>
              <a:t>End부</a:t>
            </a:r>
            <a:r>
              <a:rPr lang="ko-KR" altLang="en-US"/>
              <a:t> 미스매치”, CTP :  "</a:t>
            </a:r>
            <a:r>
              <a:rPr lang="ko-KR" altLang="en-US" err="1"/>
              <a:t>Back</a:t>
            </a:r>
            <a:r>
              <a:rPr lang="ko-KR" altLang="en-US"/>
              <a:t> </a:t>
            </a:r>
            <a:r>
              <a:rPr lang="ko-KR" altLang="en-US" err="1"/>
              <a:t>Coating</a:t>
            </a:r>
            <a:r>
              <a:rPr lang="ko-KR" altLang="en-US"/>
              <a:t> </a:t>
            </a:r>
            <a:r>
              <a:rPr lang="ko-KR" altLang="en-US" err="1"/>
              <a:t>Length</a:t>
            </a:r>
            <a:r>
              <a:rPr lang="ko-KR" altLang="en-US"/>
              <a:t> SV" </a:t>
            </a:r>
          </a:p>
          <a:p>
            <a:r>
              <a:rPr lang="en-US" altLang="ko-KR"/>
              <a:t>  - 개발 : CTQ-CTP 간 상관관계 분석, (+)상관관계 확인 (</a:t>
            </a:r>
            <a:r>
              <a:rPr lang="en-US"/>
              <a:t>6/16</a:t>
            </a:r>
            <a:r>
              <a:rPr lang="en-US" altLang="ko-KR"/>
              <a:t>) 프로그램 </a:t>
            </a:r>
            <a:r>
              <a:rPr lang="ko-KR" altLang="en-US"/>
              <a:t>로직</a:t>
            </a:r>
            <a:r>
              <a:rPr lang="en-US"/>
              <a:t> 설계 (6/27)</a:t>
            </a:r>
            <a:r>
              <a:rPr lang="en-US" altLang="ko-KR"/>
              <a:t> </a:t>
            </a:r>
            <a:r>
              <a:rPr lang="ko-KR" altLang="en-US"/>
              <a:t>코드 구현 완료</a:t>
            </a:r>
            <a:r>
              <a:rPr lang="en-US" altLang="ko-KR"/>
              <a:t>(7/1) 1차 테스트(NJ </a:t>
            </a:r>
            <a:r>
              <a:rPr lang="en-US"/>
              <a:t>07/09~10)</a:t>
            </a:r>
          </a:p>
          <a:p>
            <a:r>
              <a:rPr lang="en-US" altLang="ko-KR"/>
              <a:t>               ※ </a:t>
            </a:r>
            <a:r>
              <a:rPr lang="ko-KR" altLang="en-US"/>
              <a:t>추가 </a:t>
            </a:r>
            <a:r>
              <a:rPr lang="en-US" altLang="ko-KR"/>
              <a:t>개발(Top Coating 및 Start Point 미스매치 조건 변경에 따른 Back Coating 부 영향도를 </a:t>
            </a:r>
            <a:r>
              <a:rPr lang="en-US" altLang="ko-KR" err="1"/>
              <a:t>예측</a:t>
            </a:r>
            <a:r>
              <a:rPr lang="ko-KR" altLang="en-US"/>
              <a:t>한 보정</a:t>
            </a:r>
            <a:r>
              <a:rPr lang="en-US" altLang="ko-KR"/>
              <a:t>)</a:t>
            </a:r>
            <a:r>
              <a:rPr lang="ko-KR" altLang="en-US"/>
              <a:t> </a:t>
            </a:r>
            <a:r>
              <a:rPr lang="en-US" altLang="ko-KR"/>
              <a:t>:  검토(07/28), 코드 구현.(08/08) 1</a:t>
            </a:r>
            <a:r>
              <a:rPr lang="ko-KR" altLang="en-US"/>
              <a:t>차 </a:t>
            </a:r>
            <a:r>
              <a:rPr lang="en-US" altLang="ko-KR"/>
              <a:t>테스트 2개항목 (08/17)   </a:t>
            </a:r>
            <a:br>
              <a:rPr lang="en-US" altLang="ko-KR"/>
            </a:br>
            <a:r>
              <a:rPr lang="en-US" altLang="ko-KR"/>
              <a:t>  - </a:t>
            </a:r>
            <a:r>
              <a:rPr lang="ko-KR" altLang="en-US"/>
              <a:t>검증</a:t>
            </a:r>
            <a:r>
              <a:rPr lang="en-US" altLang="ko-KR"/>
              <a:t> :  3차 성능 검증 테스트 결과 CPK 1.94(</a:t>
            </a:r>
            <a:r>
              <a:rPr lang="ko-KR" altLang="en-US"/>
              <a:t>1~9월 평균 대비 </a:t>
            </a:r>
            <a:r>
              <a:rPr lang="en-US" altLang="ko-KR"/>
              <a:t>0.18 </a:t>
            </a:r>
            <a:r>
              <a:rPr lang="ko-KR" altLang="en-US"/>
              <a:t>개선</a:t>
            </a:r>
            <a:r>
              <a:rPr lang="en-US" altLang="ko-KR"/>
              <a:t>, </a:t>
            </a:r>
            <a:r>
              <a:rPr lang="ko-KR" altLang="en-US"/>
              <a:t>대표호기 </a:t>
            </a:r>
            <a:r>
              <a:rPr lang="en-US" altLang="ko-KR"/>
              <a:t>A#5 연평균 )로 성능 검증 완료 </a:t>
            </a:r>
            <a:r>
              <a:rPr lang="ko-KR" altLang="en-US"/>
              <a:t>※ C</a:t>
            </a:r>
            <a:r>
              <a:rPr lang="en-US" altLang="ko-KR"/>
              <a:t>pk</a:t>
            </a:r>
            <a:r>
              <a:rPr lang="ko-KR" altLang="en-US"/>
              <a:t> 검증 기준 QA </a:t>
            </a:r>
            <a:r>
              <a:rPr lang="ko-KR" altLang="en-US" err="1"/>
              <a:t>Inline</a:t>
            </a:r>
            <a:r>
              <a:rPr lang="ko-KR" altLang="en-US"/>
              <a:t> 검사 </a:t>
            </a:r>
            <a:r>
              <a:rPr lang="en-US" altLang="ko-KR"/>
              <a:t>Data</a:t>
            </a:r>
            <a:endParaRPr lang="ko-KR" altLang="en-US"/>
          </a:p>
          <a:p>
            <a:r>
              <a:rPr lang="en-US" altLang="ko-KR"/>
              <a:t>                 </a:t>
            </a:r>
            <a:r>
              <a:rPr lang="ko-KR" altLang="en-US"/>
              <a:t>잔여호기</a:t>
            </a:r>
            <a:r>
              <a:rPr lang="en-US" altLang="ko-KR"/>
              <a:t>(</a:t>
            </a:r>
            <a:r>
              <a:rPr lang="ko-KR" altLang="en-US"/>
              <a:t>음극 </a:t>
            </a:r>
            <a:r>
              <a:rPr lang="en-US" altLang="ko-KR"/>
              <a:t>6, 7, 11, 12) </a:t>
            </a:r>
            <a:r>
              <a:rPr lang="ko-KR" altLang="en-US"/>
              <a:t>수평전개 완료 하였습니다</a:t>
            </a:r>
            <a:r>
              <a:rPr lang="en-US" altLang="ko-KR"/>
              <a:t>.(~11/5) </a:t>
            </a:r>
            <a:r>
              <a:rPr lang="ko-KR" altLang="en-US"/>
              <a:t>차주부터 운영으로 전환하여 관리하겠습니다</a:t>
            </a:r>
            <a:r>
              <a:rPr lang="en-US" altLang="ko-KR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076155716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5164707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7632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23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662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en-US" altLang="ko-KR" sz="900" b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NFF(4680)</a:t>
                      </a:r>
                      <a:r>
                        <a:rPr lang="ko-KR" altLang="en-US" sz="900" b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분할 밸브 </a:t>
                      </a:r>
                      <a:r>
                        <a:rPr lang="ko-KR" altLang="en-US" sz="900" b="0" err="1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개도율</a:t>
                      </a:r>
                      <a:r>
                        <a:rPr lang="ko-KR" altLang="en-US" sz="900" b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제어를 통한 </a:t>
                      </a:r>
                      <a:r>
                        <a:rPr lang="ko-KR" altLang="en-US" sz="900" b="0" err="1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로딩량</a:t>
                      </a:r>
                      <a:r>
                        <a:rPr lang="en-US" altLang="ko-KR" sz="900" b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/</a:t>
                      </a:r>
                      <a:r>
                        <a:rPr lang="ko-KR" altLang="en-US" sz="900" b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폭</a:t>
                      </a:r>
                      <a:r>
                        <a:rPr lang="en-US" altLang="ko-KR" sz="900" b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/</a:t>
                      </a:r>
                      <a:r>
                        <a:rPr lang="ko-KR" altLang="en-US" sz="900" b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미스매치 자동보정 기술 개발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EP2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NFF 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#1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김형준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임성현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644567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NFF(4680/4695)</a:t>
            </a:r>
            <a:r>
              <a:rPr kumimoji="0" lang="ko-KR" altLang="en-US" sz="14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분할 밸브 </a:t>
            </a:r>
            <a:r>
              <a:rPr kumimoji="0" lang="ko-KR" altLang="en-US" sz="1400" b="1" i="0" u="none" strike="noStrike" kern="1200" cap="none" spc="0" normalizeH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개도율</a:t>
            </a:r>
            <a:r>
              <a:rPr kumimoji="0" lang="ko-KR" altLang="en-US" sz="14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제어를 통한 </a:t>
            </a:r>
            <a:r>
              <a:rPr kumimoji="0" lang="ko-KR" altLang="en-US" sz="1400" b="1" i="0" u="none" strike="noStrike" kern="1200" cap="none" spc="0" normalizeH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로딩량</a:t>
            </a:r>
            <a:r>
              <a:rPr kumimoji="0" lang="en-US" altLang="ko-KR" sz="14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/</a:t>
            </a:r>
            <a:r>
              <a:rPr kumimoji="0" lang="ko-KR" altLang="en-US" sz="14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폭</a:t>
            </a:r>
            <a:r>
              <a:rPr kumimoji="0" lang="en-US" altLang="ko-KR" sz="14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/</a:t>
            </a:r>
            <a:r>
              <a:rPr kumimoji="0" lang="ko-KR" altLang="en-US" sz="14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미스매치 자동보정 기술 개발</a:t>
            </a:r>
            <a:r>
              <a:rPr kumimoji="0" lang="en-US" altLang="ko-KR" sz="14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(1/2)</a:t>
            </a:r>
            <a:endParaRPr kumimoji="0" lang="ko-KR" altLang="en-US" sz="1400" b="1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_MC</a:t>
            </a:r>
            <a:r>
              <a:rPr kumimoji="1" lang="ko-KR" altLang="en-US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자동보정팀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BF916D-8A9E-4800-92E6-357BE08183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5338260"/>
              </p:ext>
            </p:extLst>
          </p:nvPr>
        </p:nvGraphicFramePr>
        <p:xfrm>
          <a:off x="1427616" y="1083318"/>
          <a:ext cx="7246937" cy="53717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7262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269675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69164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금주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(W51)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특이사항 없습니다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  <a:endParaRPr lang="en-US" altLang="ko-KR" sz="1000" b="0">
                        <a:solidFill>
                          <a:srgbClr val="0000FF"/>
                        </a:solidFill>
                        <a:ea typeface="+mn-ea"/>
                        <a:cs typeface="Malgun Gothic Semilight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4921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793444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로직 개발</a:t>
                      </a:r>
                      <a:endParaRPr lang="en-US" altLang="ko-KR" sz="900" b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전체 계획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배경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H/W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변경에 따른 새로운 제어 인자 도입으로 인한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CTP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제어 변수가 기존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(RPM, L Gap, R Gap, CPC)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에서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(RPM, L Gap, R Gap, CPC, </a:t>
                      </a:r>
                      <a:r>
                        <a:rPr lang="ko-KR" altLang="en-US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분할 </a:t>
                      </a:r>
                      <a:r>
                        <a:rPr lang="en-US" altLang="ko-KR" sz="9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Control Valve A, B, C, D </a:t>
                      </a:r>
                      <a:r>
                        <a:rPr lang="ko-KR" altLang="en-US" sz="900" b="0" i="0" u="sng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개도율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로 증가됨에 따라 새로운 제어 인자를 고려한 자동보정 로직 개발이 필요합니다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1) 4680 (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46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ES)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모델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패턴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밸브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2-2-2-2) </a:t>
                      </a: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① 음극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개도율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자동보정 기능검증 완료하였으며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(10/24)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생산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기술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설비 유관 부서와 리뷰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(7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패턴 기능검증 이후 일괄 리뷰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8212888" y="341643"/>
            <a:ext cx="165429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12/16(화)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</a:t>
            </a: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hlinkClick r:id="rId3" action="ppaction://hlinksldjump"/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212887" y="172366"/>
            <a:ext cx="95539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김형준</a:t>
            </a: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69" name="표 68">
            <a:extLst>
              <a:ext uri="{FF2B5EF4-FFF2-40B4-BE49-F238E27FC236}">
                <a16:creationId xmlns:a16="http://schemas.microsoft.com/office/drawing/2014/main" id="{BCCD3FA5-3CC2-43F6-807B-6DC80371FE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1981657"/>
              </p:ext>
            </p:extLst>
          </p:nvPr>
        </p:nvGraphicFramePr>
        <p:xfrm>
          <a:off x="2684463" y="1884764"/>
          <a:ext cx="5780992" cy="1017270"/>
        </p:xfrm>
        <a:graphic>
          <a:graphicData uri="http://schemas.openxmlformats.org/drawingml/2006/table">
            <a:tbl>
              <a:tblPr/>
              <a:tblGrid>
                <a:gridCol w="722624">
                  <a:extLst>
                    <a:ext uri="{9D8B030D-6E8A-4147-A177-3AD203B41FA5}">
                      <a16:colId xmlns:a16="http://schemas.microsoft.com/office/drawing/2014/main" val="1528983181"/>
                    </a:ext>
                  </a:extLst>
                </a:gridCol>
                <a:gridCol w="722624">
                  <a:extLst>
                    <a:ext uri="{9D8B030D-6E8A-4147-A177-3AD203B41FA5}">
                      <a16:colId xmlns:a16="http://schemas.microsoft.com/office/drawing/2014/main" val="4173945981"/>
                    </a:ext>
                  </a:extLst>
                </a:gridCol>
                <a:gridCol w="722624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722624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722624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722624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615033">
                  <a:extLst>
                    <a:ext uri="{9D8B030D-6E8A-4147-A177-3AD203B41FA5}">
                      <a16:colId xmlns:a16="http://schemas.microsoft.com/office/drawing/2014/main" val="2261928765"/>
                    </a:ext>
                  </a:extLst>
                </a:gridCol>
                <a:gridCol w="830215">
                  <a:extLst>
                    <a:ext uri="{9D8B030D-6E8A-4147-A177-3AD203B41FA5}">
                      <a16:colId xmlns:a16="http://schemas.microsoft.com/office/drawing/2014/main" val="1939774649"/>
                    </a:ext>
                  </a:extLst>
                </a:gridCol>
              </a:tblGrid>
              <a:tr h="105848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모델 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204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해석 시뮬레이션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예측 모델 개발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Code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개발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기능 검증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양산 적용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05848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4680(8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패턴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호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‘24.01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‘24.08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‘24.10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‘24.11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‘25.10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SOP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시점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  <a:tr h="105848">
                <a:tc vMerge="1">
                  <a:txBody>
                    <a:bodyPr/>
                    <a:lstStyle/>
                    <a:p>
                      <a:pPr algn="ctr" fontAlgn="ctr" latinLnBrk="0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양극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‘24.01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‘24.10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‘24.11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‘24.11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‘25.10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SOP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시점</a:t>
                      </a:r>
                      <a:endParaRPr kumimoji="0"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1630310"/>
                  </a:ext>
                </a:extLst>
              </a:tr>
              <a:tr h="105848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4695(7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패턴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호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‘24.01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‘25.07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‘25.09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‘25.09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‘25.10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SOP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이후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3656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 latinLnBrk="0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양극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‘24.01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‘25.07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‘25.09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‘25.09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‘25.10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SOP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이후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9230533"/>
                  </a:ext>
                </a:extLst>
              </a:tr>
            </a:tbl>
          </a:graphicData>
        </a:graphic>
      </p:graphicFrame>
      <p:sp>
        <p:nvSpPr>
          <p:cNvPr id="71" name="이등변 삼각형 70">
            <a:extLst>
              <a:ext uri="{FF2B5EF4-FFF2-40B4-BE49-F238E27FC236}">
                <a16:creationId xmlns:a16="http://schemas.microsoft.com/office/drawing/2014/main" id="{5E6EBAE9-C304-4D45-92F2-F8ED463F8539}"/>
              </a:ext>
            </a:extLst>
          </p:cNvPr>
          <p:cNvSpPr/>
          <p:nvPr/>
        </p:nvSpPr>
        <p:spPr>
          <a:xfrm rot="10800000">
            <a:off x="7570747" y="2182028"/>
            <a:ext cx="136485" cy="133670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E235664-7FC6-447E-AAB6-67D04B40517D}"/>
              </a:ext>
            </a:extLst>
          </p:cNvPr>
          <p:cNvGrpSpPr/>
          <p:nvPr/>
        </p:nvGrpSpPr>
        <p:grpSpPr>
          <a:xfrm>
            <a:off x="2763064" y="3600287"/>
            <a:ext cx="5702387" cy="1585691"/>
            <a:chOff x="2763064" y="2967319"/>
            <a:chExt cx="5702387" cy="1585691"/>
          </a:xfrm>
        </p:grpSpPr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D9B91CD2-4CFE-490D-8E04-15DB929D8593}"/>
                </a:ext>
              </a:extLst>
            </p:cNvPr>
            <p:cNvGrpSpPr/>
            <p:nvPr/>
          </p:nvGrpSpPr>
          <p:grpSpPr>
            <a:xfrm>
              <a:off x="2763064" y="2967319"/>
              <a:ext cx="2505782" cy="1585691"/>
              <a:chOff x="1158477" y="1554472"/>
              <a:chExt cx="3068055" cy="1941504"/>
            </a:xfrm>
          </p:grpSpPr>
          <p:sp>
            <p:nvSpPr>
              <p:cNvPr id="19" name="직사각형 18">
                <a:extLst>
                  <a:ext uri="{FF2B5EF4-FFF2-40B4-BE49-F238E27FC236}">
                    <a16:creationId xmlns:a16="http://schemas.microsoft.com/office/drawing/2014/main" id="{53C7ED67-428F-45F6-ABAB-57EC601C9918}"/>
                  </a:ext>
                </a:extLst>
              </p:cNvPr>
              <p:cNvSpPr/>
              <p:nvPr/>
            </p:nvSpPr>
            <p:spPr bwMode="auto">
              <a:xfrm>
                <a:off x="1158477" y="1554472"/>
                <a:ext cx="3068055" cy="1937367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75000"/>
                  </a:schemeClr>
                </a:solidFill>
                <a:miter lim="800000"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ct val="1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000" b="1" i="0" u="none" strike="noStrike" kern="1200" cap="none" spc="0" normalizeH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anose="020B0604020202020204" pitchFamily="34" charset="0"/>
                </a:endParaRPr>
              </a:p>
            </p:txBody>
          </p:sp>
          <p:pic>
            <p:nvPicPr>
              <p:cNvPr id="20" name="그림 19">
                <a:extLst>
                  <a:ext uri="{FF2B5EF4-FFF2-40B4-BE49-F238E27FC236}">
                    <a16:creationId xmlns:a16="http://schemas.microsoft.com/office/drawing/2014/main" id="{D60FCA68-7CD0-4771-A22D-19084C7CCC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1375086" y="1845621"/>
                <a:ext cx="2659565" cy="1650355"/>
              </a:xfrm>
              <a:prstGeom prst="rect">
                <a:avLst/>
              </a:prstGeom>
            </p:spPr>
          </p:pic>
        </p:grp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0CD02ED7-3F53-4B03-8D82-35CCB6571BF1}"/>
                </a:ext>
              </a:extLst>
            </p:cNvPr>
            <p:cNvSpPr/>
            <p:nvPr/>
          </p:nvSpPr>
          <p:spPr bwMode="auto">
            <a:xfrm>
              <a:off x="5347179" y="2967321"/>
              <a:ext cx="3118272" cy="1582311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75000"/>
                </a:schemeClr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ct val="1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1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endParaRPr>
            </a:p>
          </p:txBody>
        </p: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3CBE465C-69E8-42B8-B807-9B4AB5F6AD21}"/>
                </a:ext>
              </a:extLst>
            </p:cNvPr>
            <p:cNvGrpSpPr/>
            <p:nvPr/>
          </p:nvGrpSpPr>
          <p:grpSpPr>
            <a:xfrm>
              <a:off x="5438610" y="3262755"/>
              <a:ext cx="1438431" cy="1162940"/>
              <a:chOff x="557692" y="2805904"/>
              <a:chExt cx="2622131" cy="2094921"/>
            </a:xfrm>
          </p:grpSpPr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3BF48614-74B1-41BC-9836-02E402E4DCFF}"/>
                  </a:ext>
                </a:extLst>
              </p:cNvPr>
              <p:cNvSpPr txBox="1"/>
              <p:nvPr/>
            </p:nvSpPr>
            <p:spPr>
              <a:xfrm>
                <a:off x="2352433" y="2805904"/>
                <a:ext cx="801802" cy="19861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제어 목표</a:t>
                </a:r>
                <a:endParaRPr kumimoji="0" lang="en-US" altLang="ko-KR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94BEF194-F469-4BDB-A912-727F86046DEC}"/>
                  </a:ext>
                </a:extLst>
              </p:cNvPr>
              <p:cNvSpPr txBox="1"/>
              <p:nvPr/>
            </p:nvSpPr>
            <p:spPr>
              <a:xfrm>
                <a:off x="559872" y="2805904"/>
                <a:ext cx="1023613" cy="19861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제어 인자</a:t>
                </a:r>
                <a:endParaRPr kumimoji="0" lang="en-US" altLang="ko-KR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endParaRPr>
              </a:p>
            </p:txBody>
          </p:sp>
          <p:cxnSp>
            <p:nvCxnSpPr>
              <p:cNvPr id="45" name="직선 화살표 연결선 44">
                <a:extLst>
                  <a:ext uri="{FF2B5EF4-FFF2-40B4-BE49-F238E27FC236}">
                    <a16:creationId xmlns:a16="http://schemas.microsoft.com/office/drawing/2014/main" id="{23FD3535-7265-4CA1-AC74-A538151A8F36}"/>
                  </a:ext>
                </a:extLst>
              </p:cNvPr>
              <p:cNvCxnSpPr>
                <a:cxnSpLocks/>
                <a:stCxn id="53" idx="3"/>
                <a:endCxn id="47" idx="1"/>
              </p:cNvCxnSpPr>
              <p:nvPr/>
            </p:nvCxnSpPr>
            <p:spPr>
              <a:xfrm>
                <a:off x="1583488" y="3997878"/>
                <a:ext cx="743353" cy="304205"/>
              </a:xfrm>
              <a:prstGeom prst="straightConnector1">
                <a:avLst/>
              </a:prstGeom>
              <a:ln w="19050"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5CEE7AA6-4D78-4CB6-AEC0-6E0E360CFDE5}"/>
                  </a:ext>
                </a:extLst>
              </p:cNvPr>
              <p:cNvSpPr/>
              <p:nvPr/>
            </p:nvSpPr>
            <p:spPr>
              <a:xfrm>
                <a:off x="2326842" y="3527821"/>
                <a:ext cx="852981" cy="308523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로딩량 </a:t>
                </a:r>
              </a:p>
            </p:txBody>
          </p:sp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759F4FC0-C22F-4CD7-BAFB-F9B1C29596A7}"/>
                  </a:ext>
                </a:extLst>
              </p:cNvPr>
              <p:cNvSpPr/>
              <p:nvPr/>
            </p:nvSpPr>
            <p:spPr>
              <a:xfrm>
                <a:off x="2326842" y="4094678"/>
                <a:ext cx="852981" cy="414808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폭</a:t>
                </a:r>
                <a:br>
                  <a:rPr kumimoji="0" lang="en-US" altLang="ko-KR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</a:br>
                <a:r>
                  <a:rPr kumimoji="0" lang="en-US" altLang="ko-KR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/</a:t>
                </a:r>
                <a:r>
                  <a:rPr kumimoji="0" lang="ko-KR" altLang="en-US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미스매치 </a:t>
                </a:r>
              </a:p>
            </p:txBody>
          </p:sp>
          <p:cxnSp>
            <p:nvCxnSpPr>
              <p:cNvPr id="48" name="직선 화살표 연결선 47">
                <a:extLst>
                  <a:ext uri="{FF2B5EF4-FFF2-40B4-BE49-F238E27FC236}">
                    <a16:creationId xmlns:a16="http://schemas.microsoft.com/office/drawing/2014/main" id="{A5D869D2-6D01-48DA-9F8F-6335EB1A0EB9}"/>
                  </a:ext>
                </a:extLst>
              </p:cNvPr>
              <p:cNvCxnSpPr>
                <a:cxnSpLocks/>
                <a:stCxn id="53" idx="3"/>
                <a:endCxn id="46" idx="1"/>
              </p:cNvCxnSpPr>
              <p:nvPr/>
            </p:nvCxnSpPr>
            <p:spPr>
              <a:xfrm flipV="1">
                <a:off x="1583488" y="3682082"/>
                <a:ext cx="743353" cy="315795"/>
              </a:xfrm>
              <a:prstGeom prst="straightConnector1">
                <a:avLst/>
              </a:prstGeom>
              <a:ln w="19050"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직선 화살표 연결선 48">
                <a:extLst>
                  <a:ext uri="{FF2B5EF4-FFF2-40B4-BE49-F238E27FC236}">
                    <a16:creationId xmlns:a16="http://schemas.microsoft.com/office/drawing/2014/main" id="{7C891C70-5A4B-48DB-8907-4753DB095205}"/>
                  </a:ext>
                </a:extLst>
              </p:cNvPr>
              <p:cNvCxnSpPr>
                <a:cxnSpLocks/>
                <a:stCxn id="52" idx="3"/>
                <a:endCxn id="46" idx="1"/>
              </p:cNvCxnSpPr>
              <p:nvPr/>
            </p:nvCxnSpPr>
            <p:spPr>
              <a:xfrm>
                <a:off x="1583488" y="3628229"/>
                <a:ext cx="743353" cy="53854"/>
              </a:xfrm>
              <a:prstGeom prst="straightConnector1">
                <a:avLst/>
              </a:prstGeom>
              <a:ln w="19050"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직선 화살표 연결선 49">
                <a:extLst>
                  <a:ext uri="{FF2B5EF4-FFF2-40B4-BE49-F238E27FC236}">
                    <a16:creationId xmlns:a16="http://schemas.microsoft.com/office/drawing/2014/main" id="{53E2D63A-37E1-401F-B390-2D375FFDF09E}"/>
                  </a:ext>
                </a:extLst>
              </p:cNvPr>
              <p:cNvCxnSpPr>
                <a:cxnSpLocks/>
                <a:stCxn id="54" idx="3"/>
                <a:endCxn id="46" idx="1"/>
              </p:cNvCxnSpPr>
              <p:nvPr/>
            </p:nvCxnSpPr>
            <p:spPr>
              <a:xfrm flipV="1">
                <a:off x="1583488" y="3682082"/>
                <a:ext cx="743353" cy="699232"/>
              </a:xfrm>
              <a:prstGeom prst="straightConnector1">
                <a:avLst/>
              </a:prstGeom>
              <a:ln w="19050"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화살표 연결선 50">
                <a:extLst>
                  <a:ext uri="{FF2B5EF4-FFF2-40B4-BE49-F238E27FC236}">
                    <a16:creationId xmlns:a16="http://schemas.microsoft.com/office/drawing/2014/main" id="{B3676983-923E-4344-ADF2-DF73C59A4235}"/>
                  </a:ext>
                </a:extLst>
              </p:cNvPr>
              <p:cNvCxnSpPr>
                <a:cxnSpLocks/>
                <a:stCxn id="55" idx="3"/>
                <a:endCxn id="47" idx="1"/>
              </p:cNvCxnSpPr>
              <p:nvPr/>
            </p:nvCxnSpPr>
            <p:spPr>
              <a:xfrm flipV="1">
                <a:off x="1581306" y="4302083"/>
                <a:ext cx="745536" cy="444481"/>
              </a:xfrm>
              <a:prstGeom prst="straightConnector1">
                <a:avLst/>
              </a:prstGeom>
              <a:ln w="19050"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직사각형 51">
                <a:extLst>
                  <a:ext uri="{FF2B5EF4-FFF2-40B4-BE49-F238E27FC236}">
                    <a16:creationId xmlns:a16="http://schemas.microsoft.com/office/drawing/2014/main" id="{00E20B67-4812-4AA4-B269-BF4EAE67EDD1}"/>
                  </a:ext>
                </a:extLst>
              </p:cNvPr>
              <p:cNvSpPr/>
              <p:nvPr/>
            </p:nvSpPr>
            <p:spPr>
              <a:xfrm>
                <a:off x="559874" y="3473966"/>
                <a:ext cx="1023614" cy="30852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Pump RPM</a:t>
                </a:r>
                <a:endPara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53" name="직사각형 52">
                <a:extLst>
                  <a:ext uri="{FF2B5EF4-FFF2-40B4-BE49-F238E27FC236}">
                    <a16:creationId xmlns:a16="http://schemas.microsoft.com/office/drawing/2014/main" id="{60FF3B84-E518-43D4-A96E-EE017C69E5E4}"/>
                  </a:ext>
                </a:extLst>
              </p:cNvPr>
              <p:cNvSpPr/>
              <p:nvPr/>
            </p:nvSpPr>
            <p:spPr>
              <a:xfrm>
                <a:off x="559874" y="3843615"/>
                <a:ext cx="1023614" cy="30852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Die Gap</a:t>
                </a:r>
                <a:endPara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54" name="직사각형 53">
                <a:extLst>
                  <a:ext uri="{FF2B5EF4-FFF2-40B4-BE49-F238E27FC236}">
                    <a16:creationId xmlns:a16="http://schemas.microsoft.com/office/drawing/2014/main" id="{78808084-F9DF-4ECD-B899-A95722EA0B28}"/>
                  </a:ext>
                </a:extLst>
              </p:cNvPr>
              <p:cNvSpPr/>
              <p:nvPr/>
            </p:nvSpPr>
            <p:spPr>
              <a:xfrm>
                <a:off x="559874" y="4227051"/>
                <a:ext cx="1023614" cy="30852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Slurry Temp</a:t>
                </a:r>
                <a:endPara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55" name="직사각형 54">
                <a:extLst>
                  <a:ext uri="{FF2B5EF4-FFF2-40B4-BE49-F238E27FC236}">
                    <a16:creationId xmlns:a16="http://schemas.microsoft.com/office/drawing/2014/main" id="{A9C18EAA-052A-47FE-AB50-D289277C90FD}"/>
                  </a:ext>
                </a:extLst>
              </p:cNvPr>
              <p:cNvSpPr/>
              <p:nvPr/>
            </p:nvSpPr>
            <p:spPr>
              <a:xfrm>
                <a:off x="557692" y="4592301"/>
                <a:ext cx="1023614" cy="30852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CPC</a:t>
                </a:r>
                <a:endPara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  <p:cxnSp>
            <p:nvCxnSpPr>
              <p:cNvPr id="56" name="직선 화살표 연결선 55">
                <a:extLst>
                  <a:ext uri="{FF2B5EF4-FFF2-40B4-BE49-F238E27FC236}">
                    <a16:creationId xmlns:a16="http://schemas.microsoft.com/office/drawing/2014/main" id="{62C1AE3B-C389-4D41-8B93-067CDD7CE332}"/>
                  </a:ext>
                </a:extLst>
              </p:cNvPr>
              <p:cNvCxnSpPr>
                <a:cxnSpLocks/>
                <a:stCxn id="27" idx="3"/>
                <a:endCxn id="46" idx="1"/>
              </p:cNvCxnSpPr>
              <p:nvPr/>
            </p:nvCxnSpPr>
            <p:spPr>
              <a:xfrm>
                <a:off x="1585500" y="3382795"/>
                <a:ext cx="741345" cy="419375"/>
              </a:xfrm>
              <a:prstGeom prst="straightConnector1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C45AEDBD-9A9A-4221-A429-682FDA4DBF00}"/>
                </a:ext>
              </a:extLst>
            </p:cNvPr>
            <p:cNvSpPr txBox="1"/>
            <p:nvPr/>
          </p:nvSpPr>
          <p:spPr>
            <a:xfrm>
              <a:off x="5845044" y="2983009"/>
              <a:ext cx="626764" cy="15733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&lt;</a:t>
              </a:r>
              <a:r>
                <a: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주 영향</a:t>
              </a:r>
              <a:r>
                <a:rPr kumimoji="0" lang="en-US" altLang="ko-KR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&gt;</a:t>
              </a:r>
            </a:p>
          </p:txBody>
        </p:sp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436BA8CD-A48F-408C-96FB-D9DAD551800D}"/>
                </a:ext>
              </a:extLst>
            </p:cNvPr>
            <p:cNvGrpSpPr/>
            <p:nvPr/>
          </p:nvGrpSpPr>
          <p:grpSpPr>
            <a:xfrm>
              <a:off x="6951338" y="3265407"/>
              <a:ext cx="1437236" cy="1166967"/>
              <a:chOff x="3379902" y="2732410"/>
              <a:chExt cx="2619949" cy="2102175"/>
            </a:xfrm>
          </p:grpSpPr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4796341E-A950-43B0-8968-39E2621A8535}"/>
                  </a:ext>
                </a:extLst>
              </p:cNvPr>
              <p:cNvSpPr txBox="1"/>
              <p:nvPr/>
            </p:nvSpPr>
            <p:spPr>
              <a:xfrm>
                <a:off x="5172459" y="2732410"/>
                <a:ext cx="801801" cy="19861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제어 목표</a:t>
                </a:r>
                <a:endParaRPr kumimoji="0" lang="en-US" altLang="ko-KR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914FEEF-07D4-40F3-9D01-2F5698C9606B}"/>
                  </a:ext>
                </a:extLst>
              </p:cNvPr>
              <p:cNvSpPr txBox="1"/>
              <p:nvPr/>
            </p:nvSpPr>
            <p:spPr>
              <a:xfrm>
                <a:off x="3379902" y="2732410"/>
                <a:ext cx="1023614" cy="19861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제어 인자</a:t>
                </a:r>
                <a:endParaRPr kumimoji="0" lang="en-US" altLang="ko-KR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34" name="직사각형 33">
                <a:extLst>
                  <a:ext uri="{FF2B5EF4-FFF2-40B4-BE49-F238E27FC236}">
                    <a16:creationId xmlns:a16="http://schemas.microsoft.com/office/drawing/2014/main" id="{B3B75F35-5A10-40D3-809B-6EF32A1164CD}"/>
                  </a:ext>
                </a:extLst>
              </p:cNvPr>
              <p:cNvSpPr/>
              <p:nvPr/>
            </p:nvSpPr>
            <p:spPr>
              <a:xfrm>
                <a:off x="5146870" y="3454327"/>
                <a:ext cx="852981" cy="308523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로딩량 </a:t>
                </a:r>
              </a:p>
            </p:txBody>
          </p:sp>
          <p:sp>
            <p:nvSpPr>
              <p:cNvPr id="35" name="직사각형 34">
                <a:extLst>
                  <a:ext uri="{FF2B5EF4-FFF2-40B4-BE49-F238E27FC236}">
                    <a16:creationId xmlns:a16="http://schemas.microsoft.com/office/drawing/2014/main" id="{7ADE727B-6C2A-4ACD-B9D6-359EF0CC59D2}"/>
                  </a:ext>
                </a:extLst>
              </p:cNvPr>
              <p:cNvSpPr/>
              <p:nvPr/>
            </p:nvSpPr>
            <p:spPr>
              <a:xfrm>
                <a:off x="5146870" y="4021184"/>
                <a:ext cx="852981" cy="414808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폭</a:t>
                </a:r>
                <a:br>
                  <a:rPr kumimoji="0" lang="en-US" altLang="ko-KR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</a:br>
                <a:r>
                  <a:rPr kumimoji="0" lang="en-US" altLang="ko-KR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/</a:t>
                </a:r>
                <a:r>
                  <a:rPr kumimoji="0" lang="ko-KR" altLang="en-US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미스매치 </a:t>
                </a:r>
              </a:p>
            </p:txBody>
          </p:sp>
          <p:cxnSp>
            <p:nvCxnSpPr>
              <p:cNvPr id="36" name="직선 화살표 연결선 35">
                <a:extLst>
                  <a:ext uri="{FF2B5EF4-FFF2-40B4-BE49-F238E27FC236}">
                    <a16:creationId xmlns:a16="http://schemas.microsoft.com/office/drawing/2014/main" id="{E2E24024-027F-4C9A-B9B8-37257F015826}"/>
                  </a:ext>
                </a:extLst>
              </p:cNvPr>
              <p:cNvCxnSpPr>
                <a:cxnSpLocks/>
                <a:endCxn id="35" idx="1"/>
              </p:cNvCxnSpPr>
              <p:nvPr/>
            </p:nvCxnSpPr>
            <p:spPr>
              <a:xfrm>
                <a:off x="4403516" y="3883133"/>
                <a:ext cx="743354" cy="345455"/>
              </a:xfrm>
              <a:prstGeom prst="straightConnector1">
                <a:avLst/>
              </a:prstGeom>
              <a:ln w="38100">
                <a:solidFill>
                  <a:schemeClr val="tx2">
                    <a:lumMod val="20000"/>
                    <a:lumOff val="80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직선 화살표 연결선 36">
                <a:extLst>
                  <a:ext uri="{FF2B5EF4-FFF2-40B4-BE49-F238E27FC236}">
                    <a16:creationId xmlns:a16="http://schemas.microsoft.com/office/drawing/2014/main" id="{D4276895-265A-4C24-B6B7-94EDA29E063B}"/>
                  </a:ext>
                </a:extLst>
              </p:cNvPr>
              <p:cNvCxnSpPr>
                <a:cxnSpLocks/>
                <a:stCxn id="41" idx="3"/>
                <a:endCxn id="35" idx="1"/>
              </p:cNvCxnSpPr>
              <p:nvPr/>
            </p:nvCxnSpPr>
            <p:spPr>
              <a:xfrm flipV="1">
                <a:off x="4403516" y="4228588"/>
                <a:ext cx="743353" cy="79214"/>
              </a:xfrm>
              <a:prstGeom prst="straightConnector1">
                <a:avLst/>
              </a:prstGeom>
              <a:ln w="38100">
                <a:solidFill>
                  <a:schemeClr val="tx2">
                    <a:lumMod val="20000"/>
                    <a:lumOff val="80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직선 화살표 연결선 37">
                <a:extLst>
                  <a:ext uri="{FF2B5EF4-FFF2-40B4-BE49-F238E27FC236}">
                    <a16:creationId xmlns:a16="http://schemas.microsoft.com/office/drawing/2014/main" id="{BCF2F3D5-2C97-4A49-AF18-DBFFAB405C5B}"/>
                  </a:ext>
                </a:extLst>
              </p:cNvPr>
              <p:cNvCxnSpPr>
                <a:cxnSpLocks/>
                <a:stCxn id="39" idx="3"/>
                <a:endCxn id="35" idx="1"/>
              </p:cNvCxnSpPr>
              <p:nvPr/>
            </p:nvCxnSpPr>
            <p:spPr>
              <a:xfrm>
                <a:off x="4403516" y="3554713"/>
                <a:ext cx="743353" cy="673875"/>
              </a:xfrm>
              <a:prstGeom prst="straightConnector1">
                <a:avLst/>
              </a:prstGeom>
              <a:ln w="38100">
                <a:solidFill>
                  <a:schemeClr val="tx2">
                    <a:lumMod val="20000"/>
                    <a:lumOff val="80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" name="직사각형 38">
                <a:extLst>
                  <a:ext uri="{FF2B5EF4-FFF2-40B4-BE49-F238E27FC236}">
                    <a16:creationId xmlns:a16="http://schemas.microsoft.com/office/drawing/2014/main" id="{EAE295AB-2FFF-4B54-8A45-33BF8CDC8DFB}"/>
                  </a:ext>
                </a:extLst>
              </p:cNvPr>
              <p:cNvSpPr/>
              <p:nvPr/>
            </p:nvSpPr>
            <p:spPr>
              <a:xfrm>
                <a:off x="3379902" y="3400450"/>
                <a:ext cx="1023614" cy="30852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Pump RPM</a:t>
                </a:r>
                <a:endPara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40" name="직사각형 39">
                <a:extLst>
                  <a:ext uri="{FF2B5EF4-FFF2-40B4-BE49-F238E27FC236}">
                    <a16:creationId xmlns:a16="http://schemas.microsoft.com/office/drawing/2014/main" id="{6A3B1DDE-C2B6-4C2C-8EB8-45CB6719919D}"/>
                  </a:ext>
                </a:extLst>
              </p:cNvPr>
              <p:cNvSpPr/>
              <p:nvPr/>
            </p:nvSpPr>
            <p:spPr>
              <a:xfrm>
                <a:off x="3379902" y="3770099"/>
                <a:ext cx="1023614" cy="30852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Die Gap</a:t>
                </a:r>
                <a:endPara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638E8590-4F7D-4995-A087-5570ABA5D7B4}"/>
                  </a:ext>
                </a:extLst>
              </p:cNvPr>
              <p:cNvSpPr/>
              <p:nvPr/>
            </p:nvSpPr>
            <p:spPr>
              <a:xfrm>
                <a:off x="3379902" y="4153539"/>
                <a:ext cx="1023614" cy="30852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Slurry Temp</a:t>
                </a:r>
                <a:endPara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42" name="직사각형 41">
                <a:extLst>
                  <a:ext uri="{FF2B5EF4-FFF2-40B4-BE49-F238E27FC236}">
                    <a16:creationId xmlns:a16="http://schemas.microsoft.com/office/drawing/2014/main" id="{E3E259B1-60A9-49FA-8247-A37F418DEDFA}"/>
                  </a:ext>
                </a:extLst>
              </p:cNvPr>
              <p:cNvSpPr/>
              <p:nvPr/>
            </p:nvSpPr>
            <p:spPr>
              <a:xfrm>
                <a:off x="3379902" y="4526062"/>
                <a:ext cx="1023614" cy="308523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CPC</a:t>
                </a:r>
                <a:endPara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</p:grp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6ABAFC5-2BCD-44A7-9F9F-F9DF238079D2}"/>
                </a:ext>
              </a:extLst>
            </p:cNvPr>
            <p:cNvSpPr txBox="1"/>
            <p:nvPr/>
          </p:nvSpPr>
          <p:spPr>
            <a:xfrm>
              <a:off x="7380506" y="2983009"/>
              <a:ext cx="578893" cy="14122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&lt;</a:t>
              </a:r>
              <a:r>
                <a: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간접 영향</a:t>
              </a:r>
              <a:r>
                <a:rPr kumimoji="0" lang="en-US" altLang="ko-KR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&gt;</a:t>
              </a: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7D0FDC18-6D14-41EA-B3D5-342CACA0B8D5}"/>
                </a:ext>
              </a:extLst>
            </p:cNvPr>
            <p:cNvSpPr/>
            <p:nvPr/>
          </p:nvSpPr>
          <p:spPr>
            <a:xfrm>
              <a:off x="5440910" y="3430689"/>
              <a:ext cx="561528" cy="17126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FF0000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밸브 </a:t>
              </a:r>
              <a:r>
                <a:rPr kumimoji="0" lang="ko-KR" altLang="en-US" sz="800" b="0" i="0" u="none" strike="noStrike" kern="1200" cap="none" spc="0" normalizeH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개도율</a:t>
              </a:r>
              <a:endParaRPr kumimoji="0" lang="ko-KR" altLang="en-US" sz="8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D68E93A5-E15A-489D-82AD-35178EE3B8EF}"/>
                </a:ext>
              </a:extLst>
            </p:cNvPr>
            <p:cNvSpPr/>
            <p:nvPr/>
          </p:nvSpPr>
          <p:spPr>
            <a:xfrm>
              <a:off x="6954375" y="3429858"/>
              <a:ext cx="561528" cy="17126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FF0000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밸브 </a:t>
              </a:r>
              <a:r>
                <a:rPr kumimoji="0" lang="ko-KR" altLang="en-US" sz="800" b="0" i="0" u="none" strike="noStrike" kern="1200" cap="none" spc="0" normalizeH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개도율</a:t>
              </a:r>
              <a:endParaRPr kumimoji="0" lang="ko-KR" altLang="en-US" sz="8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cxnSp>
          <p:nvCxnSpPr>
            <p:cNvPr id="30" name="직선 화살표 연결선 29">
              <a:extLst>
                <a:ext uri="{FF2B5EF4-FFF2-40B4-BE49-F238E27FC236}">
                  <a16:creationId xmlns:a16="http://schemas.microsoft.com/office/drawing/2014/main" id="{9B87495D-3F5C-4209-AAA4-3E78FAE860AB}"/>
                </a:ext>
              </a:extLst>
            </p:cNvPr>
            <p:cNvCxnSpPr>
              <a:cxnSpLocks/>
              <a:stCxn id="29" idx="3"/>
            </p:cNvCxnSpPr>
            <p:nvPr/>
          </p:nvCxnSpPr>
          <p:spPr>
            <a:xfrm>
              <a:off x="7515903" y="3515492"/>
              <a:ext cx="404744" cy="580468"/>
            </a:xfrm>
            <a:prstGeom prst="straightConnector1">
              <a:avLst/>
            </a:prstGeom>
            <a:ln w="3810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D1449BE0-B95D-4724-8589-CE988D7FF34B}"/>
                </a:ext>
              </a:extLst>
            </p:cNvPr>
            <p:cNvSpPr txBox="1"/>
            <p:nvPr/>
          </p:nvSpPr>
          <p:spPr>
            <a:xfrm>
              <a:off x="3333819" y="2999122"/>
              <a:ext cx="1364272" cy="12511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&lt; </a:t>
              </a:r>
              <a:r>
                <a: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분할 밸브 모식도</a:t>
              </a:r>
              <a:r>
                <a:rPr kumimoji="0" lang="en-US" altLang="ko-KR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_4680</a:t>
              </a:r>
              <a:r>
                <a: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</a:t>
              </a:r>
              <a:r>
                <a:rPr kumimoji="0" lang="en-US" altLang="ko-KR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&gt;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94DA137-DA99-4B4F-AEC1-661DB1F8C8D0}"/>
                </a:ext>
              </a:extLst>
            </p:cNvPr>
            <p:cNvSpPr txBox="1"/>
            <p:nvPr/>
          </p:nvSpPr>
          <p:spPr>
            <a:xfrm>
              <a:off x="2899812" y="3543027"/>
              <a:ext cx="654997" cy="108899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Control Valve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52F1C66-5355-4B1D-8A07-975C72AE8AFD}"/>
                </a:ext>
              </a:extLst>
            </p:cNvPr>
            <p:cNvSpPr txBox="1"/>
            <p:nvPr/>
          </p:nvSpPr>
          <p:spPr>
            <a:xfrm>
              <a:off x="2861643" y="4008868"/>
              <a:ext cx="492452" cy="108899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Buffer</a:t>
              </a:r>
              <a:r>
                <a: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배관</a:t>
              </a:r>
              <a:endParaRPr kumimoji="0" lang="en-US" altLang="ko-KR" sz="8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3FFB5242-097F-41F2-8E9C-D67A2321B70F}"/>
                </a:ext>
              </a:extLst>
            </p:cNvPr>
            <p:cNvSpPr txBox="1"/>
            <p:nvPr/>
          </p:nvSpPr>
          <p:spPr>
            <a:xfrm>
              <a:off x="3554809" y="3185695"/>
              <a:ext cx="650032" cy="108899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매니폴드</a:t>
              </a:r>
              <a:r>
                <a: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</a:t>
              </a:r>
              <a:r>
                <a:rPr kumimoji="0" lang="en-US" altLang="ko-KR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4</a:t>
              </a:r>
              <a:r>
                <a:rPr kumimoji="0" lang="ko-KR" altLang="en-US" sz="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분할</a:t>
              </a:r>
              <a:endParaRPr kumimoji="0" lang="en-US" altLang="ko-KR" sz="8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</p:grpSp>
      <p:sp>
        <p:nvSpPr>
          <p:cNvPr id="62" name="직사각형 28">
            <a:extLst>
              <a:ext uri="{FF2B5EF4-FFF2-40B4-BE49-F238E27FC236}">
                <a16:creationId xmlns:a16="http://schemas.microsoft.com/office/drawing/2014/main" id="{AF90F9B7-6E7D-4D55-BB0A-FFDA05932F95}"/>
              </a:ext>
            </a:extLst>
          </p:cNvPr>
          <p:cNvSpPr/>
          <p:nvPr/>
        </p:nvSpPr>
        <p:spPr>
          <a:xfrm>
            <a:off x="5807985" y="261349"/>
            <a:ext cx="243047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[ 과제번호 :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MC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-#1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, 진행 상태 : </a:t>
            </a:r>
            <a:r>
              <a:rPr lang="ko-KR" altLang="en-US" sz="1000">
                <a:solidFill>
                  <a:srgbClr val="00B05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●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]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DE5DB638-D70C-4A92-BB65-9E5BE03C1568}"/>
              </a:ext>
            </a:extLst>
          </p:cNvPr>
          <p:cNvSpPr/>
          <p:nvPr/>
        </p:nvSpPr>
        <p:spPr>
          <a:xfrm>
            <a:off x="4418759" y="5291967"/>
            <a:ext cx="1279196" cy="107722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>
            <a:spAutoFit/>
          </a:bodyPr>
          <a:lstStyle/>
          <a:p>
            <a:pPr lvl="0" defTabSz="987095" latinLnBrk="0">
              <a:defRPr/>
            </a:pPr>
            <a:r>
              <a:rPr lang="en-US" altLang="ko-KR" sz="7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2-2-2-2: </a:t>
            </a:r>
            <a:r>
              <a:rPr lang="ko-KR" altLang="en-US" sz="7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밸브당 </a:t>
            </a:r>
            <a:r>
              <a:rPr lang="en-US" altLang="ko-KR" sz="7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7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개의 패턴을 코팅</a:t>
            </a:r>
            <a:endParaRPr lang="en-US" altLang="ko-KR" sz="700" kern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" name="이등변 삼각형 3">
            <a:extLst>
              <a:ext uri="{FF2B5EF4-FFF2-40B4-BE49-F238E27FC236}">
                <a16:creationId xmlns:a16="http://schemas.microsoft.com/office/drawing/2014/main" id="{A6075D5E-6659-B85F-1599-61982DF0C502}"/>
              </a:ext>
            </a:extLst>
          </p:cNvPr>
          <p:cNvSpPr/>
          <p:nvPr/>
        </p:nvSpPr>
        <p:spPr>
          <a:xfrm rot="10800000">
            <a:off x="6951338" y="2329987"/>
            <a:ext cx="136485" cy="133670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08190164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2654888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7632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12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67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en-US" altLang="ko-KR" sz="900" b="0">
                          <a:solidFill>
                            <a:prstClr val="black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NFF(4680)</a:t>
                      </a:r>
                      <a:r>
                        <a:rPr lang="ko-KR" altLang="en-US" sz="900" b="0">
                          <a:solidFill>
                            <a:prstClr val="black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 분할 밸브 </a:t>
                      </a:r>
                      <a:r>
                        <a:rPr lang="ko-KR" altLang="en-US" sz="900" b="0" err="1">
                          <a:solidFill>
                            <a:prstClr val="black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개도율</a:t>
                      </a:r>
                      <a:r>
                        <a:rPr lang="ko-KR" altLang="en-US" sz="900" b="0">
                          <a:solidFill>
                            <a:prstClr val="black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 제어를 통한 </a:t>
                      </a:r>
                      <a:r>
                        <a:rPr lang="ko-KR" altLang="en-US" sz="900" b="0" err="1">
                          <a:solidFill>
                            <a:prstClr val="black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로딩량</a:t>
                      </a:r>
                      <a:r>
                        <a:rPr lang="en-US" altLang="ko-KR" sz="900" b="0">
                          <a:solidFill>
                            <a:prstClr val="black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/</a:t>
                      </a:r>
                      <a:r>
                        <a:rPr lang="ko-KR" altLang="en-US" sz="900" b="0">
                          <a:solidFill>
                            <a:prstClr val="black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폭</a:t>
                      </a:r>
                      <a:r>
                        <a:rPr lang="en-US" altLang="ko-KR" sz="900" b="0">
                          <a:solidFill>
                            <a:prstClr val="black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/</a:t>
                      </a:r>
                      <a:r>
                        <a:rPr lang="ko-KR" altLang="en-US" sz="900" b="0">
                          <a:solidFill>
                            <a:prstClr val="black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미스매치 자동보정 기술 개발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Malgun Gothic Semilight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EP2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NFF 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#1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TBD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김형준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임성현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644567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NFF(4680/4695)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분할 밸브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개도율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제어를 통한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로딩량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/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폭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/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미스매치 자동보정 기술 개발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(2/2)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_MC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자동보정팀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BF916D-8A9E-4800-92E6-357BE08183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9998211"/>
              </p:ext>
            </p:extLst>
          </p:nvPr>
        </p:nvGraphicFramePr>
        <p:xfrm>
          <a:off x="1430979" y="1083319"/>
          <a:ext cx="7172222" cy="55299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7186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205036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521082">
                <a:tc gridSpan="2">
                  <a:txBody>
                    <a:bodyPr/>
                    <a:lstStyle/>
                    <a:p>
                      <a:pPr>
                        <a:defRPr/>
                      </a:pP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금주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(W51) 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  <a:cs typeface="Malgun Gothic Semilight"/>
                        </a:rPr>
                        <a:t>특이사항 없습니다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  <a:cs typeface="Malgun Gothic Semilight"/>
                        </a:rPr>
                        <a:t>.</a:t>
                      </a:r>
                      <a:endParaRPr lang="en-US" altLang="ko-KR" sz="1000" b="0">
                        <a:solidFill>
                          <a:srgbClr val="1414FE"/>
                        </a:solidFill>
                        <a:latin typeface="+mn-lt"/>
                        <a:ea typeface="+mn-ea"/>
                        <a:cs typeface="Malgun Gothic Semilight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5952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799680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로직 개발</a:t>
                      </a:r>
                      <a:endParaRPr lang="en-US" altLang="ko-KR" sz="900" b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2) 4695 (N33Q, N32S)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모델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(7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패턴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3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밸브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2-3-2)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①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N33Q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모델</a:t>
                      </a:r>
                      <a:br>
                        <a:rPr lang="en-US" altLang="ko-KR" sz="900" b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900" b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음극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: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개도율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자동보정 기능검증 하였고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 (11/04)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수동보정 대비 로딩 공정능력 상승 확인 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 </a:t>
                      </a: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            </a:t>
                      </a:r>
                      <a:r>
                        <a:rPr lang="en-US" altLang="ko-KR" sz="900" b="0" baseline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Cpk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: Top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로딩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 2.56 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수동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2.98 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자동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), Back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로딩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 2.70 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수동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3.16 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자동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</a:t>
                      </a:r>
                    </a:p>
                    <a:p>
                      <a:pPr>
                        <a:defRPr/>
                      </a:pP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 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양극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cs typeface="Malgun Gothic Semilight"/>
                        </a:rPr>
                        <a:t>생산시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cs typeface="Malgun Gothic Semilight"/>
                        </a:rPr>
                        <a:t>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cs typeface="Malgun Gothic Semilight"/>
                        </a:rPr>
                        <a:t>(11/02), Top,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cs typeface="Malgun Gothic Semilight"/>
                        </a:rPr>
                        <a:t>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cs typeface="Malgun Gothic Semilight"/>
                        </a:rPr>
                        <a:t>Back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cs typeface="Malgun Gothic Semilight"/>
                        </a:rPr>
                        <a:t>코팅폭의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cs typeface="Malgun Gothic Semilight"/>
                        </a:rPr>
                        <a:t>wet/dry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cs typeface="Malgun Gothic Semilight"/>
                        </a:rPr>
                        <a:t>차이가 커서 자동보정 적용하지 못하였습니다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cs typeface="Malgun Gothic Semilight"/>
                        </a:rPr>
                        <a:t>. </a:t>
                      </a:r>
                      <a:br>
                        <a:rPr lang="en-US" altLang="ko-KR" sz="900" b="0">
                          <a:solidFill>
                            <a:schemeClr val="tx1"/>
                          </a:solidFill>
                          <a:cs typeface="Malgun Gothic Semilight"/>
                        </a:rPr>
                      </a:br>
                      <a:r>
                        <a:rPr lang="en-US" altLang="ko-KR" sz="900" b="0">
                          <a:solidFill>
                            <a:schemeClr val="tx1"/>
                          </a:solidFill>
                          <a:cs typeface="Malgun Gothic Semilight"/>
                        </a:rPr>
                        <a:t>                  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cs typeface="Malgun Gothic Semilight"/>
                        </a:rPr>
                        <a:t>대응 로직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cs typeface="Malgun Gothic Semilight"/>
                        </a:rPr>
                        <a:t>(Top/Back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cs typeface="Malgun Gothic Semilight"/>
                        </a:rPr>
                        <a:t>코팅폭에 대한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cs typeface="Malgun Gothic Semilight"/>
                        </a:rPr>
                        <a:t>variable offset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cs typeface="Malgun Gothic Semilight"/>
                        </a:rPr>
                        <a:t>기능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cs typeface="Malgun Gothic Semilight"/>
                        </a:rPr>
                        <a:t>)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cs typeface="Malgun Gothic Semilight"/>
                        </a:rPr>
                        <a:t>개발하여 양산에 대응할 수 있도록 하겠습니다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cs typeface="Malgun Gothic Semilight"/>
                        </a:rPr>
                        <a:t>.</a:t>
                      </a: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②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N32S</a:t>
                      </a: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  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음극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: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개도율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자동보정 기능검증 하였고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 (11/06)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공정 능력 확인하였습니다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 (11/19)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          </a:t>
                      </a:r>
                      <a:r>
                        <a:rPr lang="en-US" altLang="ko-KR" sz="900" b="0" baseline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Cpk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: Top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로딩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 5.72 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자동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), Back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로딩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 5.98 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자동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), 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현재 수동 비교군이 없어 추후 수동과 비교하겠습니다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   양극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개도율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자동보정 기능검증 하였고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 (11/11)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수동보정 대비 로딩 공정능력 상승 확인 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 (11/11) </a:t>
                      </a: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            </a:t>
                      </a:r>
                      <a:r>
                        <a:rPr lang="en-US" altLang="ko-KR" sz="900" b="0" baseline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Cpk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: 4.3 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수동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4.9 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자동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</a:t>
                      </a:r>
                      <a:br>
                        <a:rPr lang="en-US" altLang="ko-KR" sz="900" b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</a:br>
                      <a:endParaRPr lang="en-US" altLang="ko-KR" sz="900" b="0">
                        <a:solidFill>
                          <a:srgbClr val="0000FF"/>
                        </a:solidFill>
                        <a:latin typeface="+mn-lt"/>
                        <a:ea typeface="+mn-ea"/>
                        <a:cs typeface="Malgun Gothic Semilight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6" name="직사각형 28">
            <a:extLst>
              <a:ext uri="{FF2B5EF4-FFF2-40B4-BE49-F238E27FC236}">
                <a16:creationId xmlns:a16="http://schemas.microsoft.com/office/drawing/2014/main" id="{AD0E9C42-E212-DFC4-FF91-D578E43BA81A}"/>
              </a:ext>
            </a:extLst>
          </p:cNvPr>
          <p:cNvSpPr/>
          <p:nvPr/>
        </p:nvSpPr>
        <p:spPr>
          <a:xfrm>
            <a:off x="5791656" y="247967"/>
            <a:ext cx="256993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[ 과제번호 :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MC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-#1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, 진행 상태 : </a:t>
            </a:r>
            <a:r>
              <a:rPr lang="ko-KR" altLang="en-US" sz="1000">
                <a:solidFill>
                  <a:srgbClr val="00B05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●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]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CBF696E5-E4B9-4238-8CC8-738CE80069A2}"/>
              </a:ext>
            </a:extLst>
          </p:cNvPr>
          <p:cNvSpPr/>
          <p:nvPr/>
        </p:nvSpPr>
        <p:spPr>
          <a:xfrm>
            <a:off x="2930854" y="5877451"/>
            <a:ext cx="1667280" cy="184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6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[DOE </a:t>
            </a:r>
            <a:r>
              <a:rPr lang="ko-KR" altLang="en-US" sz="6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조건 및 해석모델</a:t>
            </a:r>
            <a:r>
              <a:rPr lang="en-US" altLang="ko-KR" sz="6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]</a:t>
            </a:r>
            <a:endParaRPr lang="ko-KR" altLang="en-US" sz="600"/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3419F8CA-7594-4CFD-89E5-BA2FB3E6D32C}"/>
              </a:ext>
            </a:extLst>
          </p:cNvPr>
          <p:cNvGrpSpPr/>
          <p:nvPr/>
        </p:nvGrpSpPr>
        <p:grpSpPr>
          <a:xfrm>
            <a:off x="4856146" y="5050363"/>
            <a:ext cx="3681370" cy="1011754"/>
            <a:chOff x="5286893" y="4332755"/>
            <a:chExt cx="4148165" cy="1140044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578F1034-A813-4BE2-BEF4-7DCFDE9E4AD9}"/>
                </a:ext>
              </a:extLst>
            </p:cNvPr>
            <p:cNvSpPr/>
            <p:nvPr/>
          </p:nvSpPr>
          <p:spPr>
            <a:xfrm>
              <a:off x="5963484" y="4332755"/>
              <a:ext cx="352582" cy="173401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>
              <a:spAutoFit/>
            </a:bodyPr>
            <a:lstStyle/>
            <a:p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3 </a:t>
              </a:r>
              <a:r>
                <a:rPr lang="ko-KR" altLang="en-US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밸브</a:t>
              </a: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EB789FF9-0502-4BD8-A544-30130FE3D535}"/>
                </a:ext>
              </a:extLst>
            </p:cNvPr>
            <p:cNvSpPr/>
            <p:nvPr/>
          </p:nvSpPr>
          <p:spPr>
            <a:xfrm>
              <a:off x="7286554" y="4332755"/>
              <a:ext cx="352582" cy="173401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>
              <a:spAutoFit/>
            </a:bodyPr>
            <a:lstStyle/>
            <a:p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2 </a:t>
              </a:r>
              <a:r>
                <a:rPr lang="ko-KR" altLang="en-US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밸브</a:t>
              </a: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D1B35FBB-DDCB-4B8C-8CD2-420B733AB9CF}"/>
                </a:ext>
              </a:extLst>
            </p:cNvPr>
            <p:cNvSpPr/>
            <p:nvPr/>
          </p:nvSpPr>
          <p:spPr>
            <a:xfrm>
              <a:off x="8620700" y="4332755"/>
              <a:ext cx="352582" cy="173401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>
              <a:spAutoFit/>
            </a:bodyPr>
            <a:lstStyle/>
            <a:p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 </a:t>
              </a:r>
              <a:r>
                <a:rPr lang="ko-KR" altLang="en-US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밸브</a:t>
              </a: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직사각형 17">
                  <a:extLst>
                    <a:ext uri="{FF2B5EF4-FFF2-40B4-BE49-F238E27FC236}">
                      <a16:creationId xmlns:a16="http://schemas.microsoft.com/office/drawing/2014/main" id="{AC59FB17-9502-47F1-9D9E-164764D38787}"/>
                    </a:ext>
                  </a:extLst>
                </p:cNvPr>
                <p:cNvSpPr/>
                <p:nvPr/>
              </p:nvSpPr>
              <p:spPr>
                <a:xfrm>
                  <a:off x="5413072" y="5299398"/>
                  <a:ext cx="4021986" cy="173401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>
                  <a:spAutoFit/>
                </a:bodyPr>
                <a:lstStyle/>
                <a:p>
                  <a:pPr algn="ctr"/>
                  <a:r>
                    <a:rPr kumimoji="1" lang="en-US" altLang="ko-KR" sz="400" kern="0">
                      <a:latin typeface="Arial Narrow" panose="020B0606020202030204" pitchFamily="34" charset="0"/>
                      <a:ea typeface="LG스마트체 Regular" panose="020B0600000101010101" pitchFamily="50" charset="-127"/>
                      <a:sym typeface="Wingdings" panose="05000000000000000000" pitchFamily="2" charset="2"/>
                    </a:rPr>
                    <a:t>Δ </a:t>
                  </a:r>
                  <a:r>
                    <a:rPr kumimoji="1" lang="ko-KR" altLang="en-US" sz="400" kern="0">
                      <a:latin typeface="Arial Narrow" panose="020B0606020202030204" pitchFamily="34" charset="0"/>
                      <a:ea typeface="LG스마트체 Regular" panose="020B0600000101010101" pitchFamily="50" charset="-127"/>
                      <a:sym typeface="Wingdings" panose="05000000000000000000" pitchFamily="2" charset="2"/>
                    </a:rPr>
                    <a:t>다이 </a:t>
                  </a:r>
                  <a:r>
                    <a:rPr kumimoji="1" lang="ko-KR" altLang="en-US" sz="400" kern="0" err="1">
                      <a:latin typeface="Arial Narrow" panose="020B0606020202030204" pitchFamily="34" charset="0"/>
                      <a:ea typeface="LG스마트체 Regular" panose="020B0600000101010101" pitchFamily="50" charset="-127"/>
                      <a:sym typeface="Wingdings" panose="05000000000000000000" pitchFamily="2" charset="2"/>
                    </a:rPr>
                    <a:t>토출부</a:t>
                  </a:r>
                  <a:r>
                    <a:rPr kumimoji="1" lang="ko-KR" altLang="en-US" sz="400" kern="0">
                      <a:latin typeface="Arial Narrow" panose="020B0606020202030204" pitchFamily="34" charset="0"/>
                      <a:ea typeface="LG스마트체 Regular" panose="020B0600000101010101" pitchFamily="50" charset="-127"/>
                      <a:sym typeface="Wingdings" panose="05000000000000000000" pitchFamily="2" charset="2"/>
                    </a:rPr>
                    <a:t> 유량</a:t>
                  </a:r>
                  <a:r>
                    <a:rPr kumimoji="1" lang="en-US" altLang="ko-KR" sz="400" kern="0">
                      <a:latin typeface="Arial Narrow" panose="020B0606020202030204" pitchFamily="34" charset="0"/>
                      <a:ea typeface="LG스마트체 Regular" panose="020B0600000101010101" pitchFamily="50" charset="-127"/>
                      <a:sym typeface="Wingdings" panose="05000000000000000000" pitchFamily="2" charset="2"/>
                    </a:rPr>
                    <a:t>(</a:t>
                  </a:r>
                  <a14:m>
                    <m:oMath xmlns:m="http://schemas.openxmlformats.org/officeDocument/2006/math">
                      <m:sSub>
                        <m:sSubPr>
                          <m:ctrlPr>
                            <a:rPr lang="pt-BR" altLang="ko-KR" sz="400" i="1">
                              <a:latin typeface="Cambria Math" panose="02040503050406030204" pitchFamily="18" charset="0"/>
                              <a:ea typeface="LG스마트체 Regular" panose="020B0600000101010101" pitchFamily="50" charset="-127"/>
                            </a:rPr>
                          </m:ctrlPr>
                        </m:sSubPr>
                        <m:e>
                          <m:r>
                            <a:rPr lang="en-US" altLang="ko-KR" sz="400" i="1">
                              <a:latin typeface="Cambria Math" panose="02040503050406030204" pitchFamily="18" charset="0"/>
                              <a:ea typeface="LG스마트체 Regular" panose="020B0600000101010101" pitchFamily="50" charset="-127"/>
                            </a:rPr>
                            <m:t>𝑦</m:t>
                          </m:r>
                        </m:e>
                        <m:sub>
                          <m:r>
                            <a:rPr lang="en-US" altLang="ko-KR" sz="400" i="1">
                              <a:latin typeface="Cambria Math" panose="02040503050406030204" pitchFamily="18" charset="0"/>
                              <a:ea typeface="LG스마트체 Regular" panose="020B0600000101010101" pitchFamily="50" charset="-127"/>
                            </a:rPr>
                            <m:t>𝑖</m:t>
                          </m:r>
                        </m:sub>
                      </m:sSub>
                    </m:oMath>
                  </a14:m>
                  <a:r>
                    <a:rPr lang="en-US" altLang="ko-KR" sz="400">
                      <a:latin typeface="Arial Narrow" panose="020B0606020202030204" pitchFamily="34" charset="0"/>
                      <a:ea typeface="LG스마트체 Regular" panose="020B0600000101010101" pitchFamily="50" charset="-127"/>
                    </a:rPr>
                    <a:t>)</a:t>
                  </a:r>
                  <a:endParaRPr lang="ko-KR" altLang="en-US" sz="400"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</mc:Choice>
          <mc:Fallback xmlns="">
            <p:sp>
              <p:nvSpPr>
                <p:cNvPr id="18" name="직사각형 17">
                  <a:extLst>
                    <a:ext uri="{FF2B5EF4-FFF2-40B4-BE49-F238E27FC236}">
                      <a16:creationId xmlns:a16="http://schemas.microsoft.com/office/drawing/2014/main" id="{AC59FB17-9502-47F1-9D9E-164764D3878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413072" y="5299398"/>
                  <a:ext cx="4021986" cy="173401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직사각형 16">
                  <a:extLst>
                    <a:ext uri="{FF2B5EF4-FFF2-40B4-BE49-F238E27FC236}">
                      <a16:creationId xmlns:a16="http://schemas.microsoft.com/office/drawing/2014/main" id="{FD88D5C2-71A0-440B-A6D6-0A54E6FB3B05}"/>
                    </a:ext>
                  </a:extLst>
                </p:cNvPr>
                <p:cNvSpPr/>
                <p:nvPr/>
              </p:nvSpPr>
              <p:spPr>
                <a:xfrm rot="16200000">
                  <a:off x="5130579" y="4786830"/>
                  <a:ext cx="486030" cy="173401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none">
                  <a:spAutoFit/>
                </a:bodyPr>
                <a:lstStyle/>
                <a:p>
                  <a:r>
                    <a:rPr kumimoji="1" lang="en-US" altLang="ko-KR" sz="400" kern="0">
                      <a:latin typeface="Arial Narrow" panose="020B0606020202030204" pitchFamily="34" charset="0"/>
                      <a:ea typeface="LG스마트체 Regular" panose="020B0600000101010101" pitchFamily="50" charset="-127"/>
                      <a:sym typeface="Wingdings" panose="05000000000000000000" pitchFamily="2" charset="2"/>
                    </a:rPr>
                    <a:t>Δ </a:t>
                  </a:r>
                  <a:r>
                    <a:rPr kumimoji="1" lang="ko-KR" altLang="en-US" sz="400" kern="0" err="1">
                      <a:latin typeface="Arial Narrow" panose="020B0606020202030204" pitchFamily="34" charset="0"/>
                      <a:ea typeface="LG스마트체 Regular" panose="020B0600000101010101" pitchFamily="50" charset="-127"/>
                      <a:sym typeface="Wingdings" panose="05000000000000000000" pitchFamily="2" charset="2"/>
                    </a:rPr>
                    <a:t>로딩량</a:t>
                  </a:r>
                  <a:r>
                    <a:rPr kumimoji="1" lang="en-US" altLang="ko-KR" sz="400" kern="0">
                      <a:latin typeface="Arial Narrow" panose="020B0606020202030204" pitchFamily="34" charset="0"/>
                      <a:ea typeface="LG스마트체 Regular" panose="020B0600000101010101" pitchFamily="50" charset="-127"/>
                      <a:sym typeface="Wingdings" panose="05000000000000000000" pitchFamily="2" charset="2"/>
                    </a:rPr>
                    <a:t>(</a:t>
                  </a:r>
                  <a14:m>
                    <m:oMath xmlns:m="http://schemas.openxmlformats.org/officeDocument/2006/math">
                      <m:sSub>
                        <m:sSubPr>
                          <m:ctrlPr>
                            <a:rPr lang="pt-BR" altLang="ko-KR" sz="400" i="1">
                              <a:latin typeface="Cambria Math" panose="02040503050406030204" pitchFamily="18" charset="0"/>
                              <a:ea typeface="LG스마트체 Regular" panose="020B0600000101010101" pitchFamily="50" charset="-127"/>
                            </a:rPr>
                          </m:ctrlPr>
                        </m:sSubPr>
                        <m:e>
                          <m:r>
                            <a:rPr lang="en-US" altLang="ko-KR" sz="400" i="1">
                              <a:latin typeface="Cambria Math" panose="02040503050406030204" pitchFamily="18" charset="0"/>
                              <a:ea typeface="LG스마트체 Regular" panose="020B0600000101010101" pitchFamily="50" charset="-127"/>
                            </a:rPr>
                            <m:t>𝑌</m:t>
                          </m:r>
                        </m:e>
                        <m:sub>
                          <m:r>
                            <a:rPr lang="en-US" altLang="ko-KR" sz="400" i="1">
                              <a:latin typeface="Cambria Math" panose="02040503050406030204" pitchFamily="18" charset="0"/>
                              <a:ea typeface="LG스마트체 Regular" panose="020B0600000101010101" pitchFamily="50" charset="-127"/>
                            </a:rPr>
                            <m:t>𝑖</m:t>
                          </m:r>
                        </m:sub>
                      </m:sSub>
                    </m:oMath>
                  </a14:m>
                  <a:r>
                    <a:rPr lang="en-US" altLang="ko-KR" sz="400">
                      <a:latin typeface="Arial Narrow" panose="020B0606020202030204" pitchFamily="34" charset="0"/>
                      <a:ea typeface="LG스마트체 Regular" panose="020B0600000101010101" pitchFamily="50" charset="-127"/>
                    </a:rPr>
                    <a:t>)</a:t>
                  </a:r>
                  <a:endParaRPr lang="ko-KR" altLang="en-US" sz="400"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</mc:Choice>
          <mc:Fallback xmlns="">
            <p:sp>
              <p:nvSpPr>
                <p:cNvPr id="17" name="직사각형 16">
                  <a:extLst>
                    <a:ext uri="{FF2B5EF4-FFF2-40B4-BE49-F238E27FC236}">
                      <a16:creationId xmlns:a16="http://schemas.microsoft.com/office/drawing/2014/main" id="{FD88D5C2-71A0-440B-A6D6-0A54E6FB3B0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rot="16200000">
                  <a:off x="5130579" y="4786830"/>
                  <a:ext cx="486030" cy="173401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794D1E2-A5A7-46DB-80FC-F1ADDEACD147}"/>
                  </a:ext>
                </a:extLst>
              </p:cNvPr>
              <p:cNvSpPr txBox="1"/>
              <p:nvPr/>
            </p:nvSpPr>
            <p:spPr>
              <a:xfrm>
                <a:off x="5684686" y="3870573"/>
                <a:ext cx="1491690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pt-BR" altLang="ko-KR" sz="60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</m:ctrlPr>
                      </m:sSubPr>
                      <m:e>
                        <m:r>
                          <a:rPr lang="en-US" altLang="ko-KR" sz="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𝑦</m:t>
                        </m:r>
                      </m:e>
                      <m:sub>
                        <m:r>
                          <a:rPr lang="en-US" altLang="ko-KR" sz="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1</m:t>
                        </m:r>
                      </m:sub>
                    </m:sSub>
                    <m:r>
                      <a:rPr lang="en-US" altLang="ko-KR" sz="60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LG스마트체 Regular" panose="020B0600000101010101" pitchFamily="50" charset="-127"/>
                      </a:rPr>
                      <m:t>:</m:t>
                    </m:r>
                  </m:oMath>
                </a14:m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</a:t>
                </a:r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1 </a:t>
                </a:r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밸브 </a:t>
                </a:r>
                <a:r>
                  <a:rPr lang="ko-KR" altLang="en-US" sz="600" err="1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토출부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</a:t>
                </a:r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유량</a:t>
                </a:r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(</a:t>
                </a:r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유량 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①</a:t>
                </a:r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+</a:t>
                </a:r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유량 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②</a:t>
                </a:r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)</a:t>
                </a:r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pt-BR" altLang="ko-KR" sz="600" i="1"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</m:ctrlPr>
                      </m:sSubPr>
                      <m:e>
                        <m:r>
                          <a:rPr lang="en-US" altLang="ko-KR" sz="600" i="1"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𝑦</m:t>
                        </m:r>
                      </m:e>
                      <m:sub>
                        <m:r>
                          <a:rPr lang="en-US" altLang="ko-KR" sz="600" b="0" i="1" smtClean="0"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2</m:t>
                        </m:r>
                      </m:sub>
                    </m:sSub>
                    <m:r>
                      <a:rPr lang="en-US" altLang="ko-KR" sz="600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LG스마트체 Regular" panose="020B0600000101010101" pitchFamily="50" charset="-127"/>
                      </a:rPr>
                      <m:t>:</m:t>
                    </m:r>
                  </m:oMath>
                </a14:m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</a:t>
                </a:r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2 </a:t>
                </a:r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밸브 </a:t>
                </a:r>
                <a:r>
                  <a:rPr lang="ko-KR" altLang="en-US" sz="600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토출부</a:t>
                </a:r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유량</a:t>
                </a: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(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유량</a:t>
                </a: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③</a:t>
                </a: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+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유량 ④</a:t>
                </a: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+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유량 ⑤</a:t>
                </a: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)</a:t>
                </a:r>
                <a:endPara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pt-BR" altLang="ko-KR" sz="600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</m:ctrlPr>
                      </m:sSubPr>
                      <m:e>
                        <m:r>
                          <a:rPr lang="en-US" altLang="ko-KR" sz="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𝑦</m:t>
                        </m:r>
                      </m:e>
                      <m:sub>
                        <m:r>
                          <a:rPr lang="en-US" altLang="ko-KR" sz="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3</m:t>
                        </m:r>
                      </m:sub>
                    </m:sSub>
                    <m:r>
                      <a:rPr lang="en-US" altLang="ko-KR" sz="600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LG스마트체 Regular" panose="020B0600000101010101" pitchFamily="50" charset="-127"/>
                      </a:rPr>
                      <m:t>:</m:t>
                    </m:r>
                  </m:oMath>
                </a14:m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</a:t>
                </a:r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3 </a:t>
                </a:r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밸브 </a:t>
                </a:r>
                <a:r>
                  <a:rPr lang="ko-KR" altLang="en-US" sz="600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토출부</a:t>
                </a:r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유량</a:t>
                </a: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(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유량 ⑥</a:t>
                </a: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+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유량 ⑦</a:t>
                </a: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)</a:t>
                </a:r>
                <a:endPara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794D1E2-A5A7-46DB-80FC-F1ADDEACD1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84686" y="3870573"/>
                <a:ext cx="1491690" cy="276999"/>
              </a:xfrm>
              <a:prstGeom prst="rect">
                <a:avLst/>
              </a:prstGeom>
              <a:blipFill>
                <a:blip r:embed="rId5"/>
                <a:stretch>
                  <a:fillRect l="-2049" t="-13333" r="-16393" b="-20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C4373C5F-90F1-4928-A305-E9A79D8710BC}"/>
                  </a:ext>
                </a:extLst>
              </p:cNvPr>
              <p:cNvSpPr txBox="1"/>
              <p:nvPr/>
            </p:nvSpPr>
            <p:spPr>
              <a:xfrm>
                <a:off x="4818895" y="3847368"/>
                <a:ext cx="568874" cy="3693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pt-BR" altLang="ko-KR" sz="60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</m:ctrlPr>
                      </m:sSubPr>
                      <m:e>
                        <m:r>
                          <a:rPr lang="en-US" altLang="ko-KR" sz="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𝑋</m:t>
                        </m:r>
                      </m:e>
                      <m:sub>
                        <m:r>
                          <a:rPr lang="en-US" altLang="ko-KR" sz="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0</m:t>
                        </m:r>
                      </m:sub>
                    </m:sSub>
                    <m:r>
                      <a:rPr lang="en-US" altLang="ko-KR" sz="600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LG스마트체 Regular" panose="020B0600000101010101" pitchFamily="50" charset="-127"/>
                      </a:rPr>
                      <m:t>:</m:t>
                    </m:r>
                  </m:oMath>
                </a14:m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메인 밸브 유량</a:t>
                </a:r>
                <a:endPara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pt-BR" altLang="ko-KR" sz="60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</m:ctrlPr>
                      </m:sSubPr>
                      <m:e>
                        <m:r>
                          <a:rPr lang="en-US" altLang="ko-KR" sz="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𝑋</m:t>
                        </m:r>
                      </m:e>
                      <m:sub>
                        <m:r>
                          <a:rPr lang="en-US" altLang="ko-KR" sz="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1</m:t>
                        </m:r>
                      </m:sub>
                    </m:sSub>
                    <m:r>
                      <a:rPr lang="en-US" altLang="ko-KR" sz="60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LG스마트체 Regular" panose="020B0600000101010101" pitchFamily="50" charset="-127"/>
                      </a:rPr>
                      <m:t>:</m:t>
                    </m:r>
                  </m:oMath>
                </a14:m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</a:t>
                </a:r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1 </a:t>
                </a:r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밸브 </a:t>
                </a:r>
                <a:r>
                  <a:rPr lang="ko-KR" altLang="en-US" sz="600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개도율</a:t>
                </a:r>
                <a:endPara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pt-BR" altLang="ko-KR" sz="60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</m:ctrlPr>
                      </m:sSubPr>
                      <m:e>
                        <m:r>
                          <a:rPr lang="en-US" altLang="ko-KR" sz="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𝑋</m:t>
                        </m:r>
                      </m:e>
                      <m:sub>
                        <m:r>
                          <a:rPr lang="en-US" altLang="ko-KR" sz="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2</m:t>
                        </m:r>
                      </m:sub>
                    </m:sSub>
                    <m:r>
                      <a:rPr lang="en-US" altLang="ko-KR" sz="600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LG스마트체 Regular" panose="020B0600000101010101" pitchFamily="50" charset="-127"/>
                      </a:rPr>
                      <m:t>:</m:t>
                    </m:r>
                  </m:oMath>
                </a14:m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</a:t>
                </a:r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2 </a:t>
                </a:r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밸브 </a:t>
                </a:r>
                <a:r>
                  <a:rPr lang="ko-KR" altLang="en-US" sz="600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개도율</a:t>
                </a:r>
                <a:endPara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pt-BR" altLang="ko-KR" sz="600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</m:ctrlPr>
                      </m:sSubPr>
                      <m:e>
                        <m:r>
                          <a:rPr lang="en-US" altLang="ko-KR" sz="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𝑋</m:t>
                        </m:r>
                      </m:e>
                      <m:sub>
                        <m:r>
                          <a:rPr lang="en-US" altLang="ko-KR" sz="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3</m:t>
                        </m:r>
                      </m:sub>
                    </m:sSub>
                    <m:r>
                      <a:rPr lang="en-US" altLang="ko-KR" sz="600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LG스마트체 Regular" panose="020B0600000101010101" pitchFamily="50" charset="-127"/>
                      </a:rPr>
                      <m:t>:</m:t>
                    </m:r>
                  </m:oMath>
                </a14:m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</a:t>
                </a:r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3 </a:t>
                </a:r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밸브 </a:t>
                </a:r>
                <a:r>
                  <a:rPr lang="ko-KR" altLang="en-US" sz="600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개도율</a:t>
                </a:r>
                <a:endPara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C4373C5F-90F1-4928-A305-E9A79D8710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18895" y="3847368"/>
                <a:ext cx="568874" cy="369332"/>
              </a:xfrm>
              <a:prstGeom prst="rect">
                <a:avLst/>
              </a:prstGeom>
              <a:blipFill>
                <a:blip r:embed="rId6"/>
                <a:stretch>
                  <a:fillRect l="-5376" t="-6557" r="-20430" b="-1475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589655DE-BFBB-4D2D-B491-E0C13117FB4E}"/>
                  </a:ext>
                </a:extLst>
              </p:cNvPr>
              <p:cNvSpPr txBox="1"/>
              <p:nvPr/>
            </p:nvSpPr>
            <p:spPr>
              <a:xfrm>
                <a:off x="7468691" y="3870573"/>
                <a:ext cx="1065997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pt-BR" altLang="ko-KR" sz="60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</m:ctrlPr>
                      </m:sSubPr>
                      <m:e>
                        <m:r>
                          <a:rPr lang="en-US" altLang="ko-KR" sz="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𝑌</m:t>
                        </m:r>
                      </m:e>
                      <m:sub>
                        <m:r>
                          <a:rPr lang="en-US" altLang="ko-KR" sz="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1</m:t>
                        </m:r>
                      </m:sub>
                    </m:sSub>
                    <m:r>
                      <a:rPr lang="en-US" altLang="ko-KR" sz="60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LG스마트체 Regular" panose="020B0600000101010101" pitchFamily="50" charset="-127"/>
                      </a:rPr>
                      <m:t>:</m:t>
                    </m:r>
                  </m:oMath>
                </a14:m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패턴 ①</a:t>
                </a:r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, 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②</a:t>
                </a:r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       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평균 </a:t>
                </a:r>
                <a:r>
                  <a:rPr lang="ko-KR" altLang="en-US" sz="600" err="1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로딩량</a:t>
                </a: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(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폭</a:t>
                </a: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) </a:t>
                </a:r>
                <a:endParaRPr lang="en-US" altLang="ko-KR" sz="600" i="1">
                  <a:solidFill>
                    <a:schemeClr val="tx1"/>
                  </a:solidFill>
                  <a:latin typeface="Cambria Math" panose="02040503050406030204" pitchFamily="18" charset="0"/>
                  <a:ea typeface="LG스마트체 Regular" panose="020B0600000101010101" pitchFamily="50" charset="-127"/>
                </a:endParaRPr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pt-BR" altLang="ko-KR" sz="60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</m:ctrlPr>
                      </m:sSubPr>
                      <m:e>
                        <m:r>
                          <a:rPr lang="en-US" altLang="ko-KR" sz="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𝑌</m:t>
                        </m:r>
                      </m:e>
                      <m:sub>
                        <m:r>
                          <a:rPr lang="en-US" altLang="ko-KR" sz="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2</m:t>
                        </m:r>
                      </m:sub>
                    </m:sSub>
                    <m:r>
                      <a:rPr lang="en-US" altLang="ko-KR" sz="600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LG스마트체 Regular" panose="020B0600000101010101" pitchFamily="50" charset="-127"/>
                      </a:rPr>
                      <m:t>:</m:t>
                    </m:r>
                  </m:oMath>
                </a14:m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패턴 ③</a:t>
                </a: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, 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④</a:t>
                </a: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, 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⑤</a:t>
                </a: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평균 </a:t>
                </a:r>
                <a:r>
                  <a:rPr lang="ko-KR" altLang="en-US" sz="600" err="1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로딩량</a:t>
                </a:r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(</a:t>
                </a:r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폭</a:t>
                </a:r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)</a:t>
                </a:r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pt-BR" altLang="ko-KR" sz="60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</m:ctrlPr>
                      </m:sSubPr>
                      <m:e>
                        <m:r>
                          <a:rPr lang="en-US" altLang="ko-KR" sz="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𝑌</m:t>
                        </m:r>
                      </m:e>
                      <m:sub>
                        <m:r>
                          <a:rPr lang="en-US" altLang="ko-KR" sz="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3</m:t>
                        </m:r>
                      </m:sub>
                    </m:sSub>
                    <m:r>
                      <a:rPr lang="en-US" altLang="ko-KR" sz="600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LG스마트체 Regular" panose="020B0600000101010101" pitchFamily="50" charset="-127"/>
                      </a:rPr>
                      <m:t>:</m:t>
                    </m:r>
                  </m:oMath>
                </a14:m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패턴</a:t>
                </a:r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⑥</a:t>
                </a:r>
                <a:r>
                  <a:rPr lang="en-US" altLang="ko-KR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, </a:t>
                </a:r>
                <a:r>
                  <a:rPr lang="ko-KR" altLang="en-US" sz="6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⑦</a:t>
                </a:r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       </a:t>
                </a:r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평균 </a:t>
                </a:r>
                <a:r>
                  <a:rPr lang="ko-KR" altLang="en-US" sz="600" err="1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로딩량</a:t>
                </a:r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(</a:t>
                </a:r>
                <a:r>
                  <a:rPr lang="ko-KR" altLang="en-US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폭</a:t>
                </a:r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)</a:t>
                </a:r>
                <a:endParaRPr lang="ko-KR" altLang="en-US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589655DE-BFBB-4D2D-B491-E0C13117FB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68691" y="3870573"/>
                <a:ext cx="1065997" cy="276999"/>
              </a:xfrm>
              <a:prstGeom prst="rect">
                <a:avLst/>
              </a:prstGeom>
              <a:blipFill>
                <a:blip r:embed="rId7"/>
                <a:stretch>
                  <a:fillRect l="-2857" t="-13333" r="-17714" b="-20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화살표: 오른쪽 25">
            <a:extLst>
              <a:ext uri="{FF2B5EF4-FFF2-40B4-BE49-F238E27FC236}">
                <a16:creationId xmlns:a16="http://schemas.microsoft.com/office/drawing/2014/main" id="{4087B94E-B25B-4F48-BF72-AFFF867EE76A}"/>
              </a:ext>
            </a:extLst>
          </p:cNvPr>
          <p:cNvSpPr/>
          <p:nvPr/>
        </p:nvSpPr>
        <p:spPr>
          <a:xfrm>
            <a:off x="7235498" y="3993453"/>
            <a:ext cx="189666" cy="113307"/>
          </a:xfrm>
          <a:prstGeom prst="rightArrow">
            <a:avLst>
              <a:gd name="adj1" fmla="val 50000"/>
              <a:gd name="adj2" fmla="val 47744"/>
            </a:avLst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/>
          </a:p>
        </p:txBody>
      </p:sp>
      <p:sp>
        <p:nvSpPr>
          <p:cNvPr id="27" name="화살표: 오른쪽 26">
            <a:extLst>
              <a:ext uri="{FF2B5EF4-FFF2-40B4-BE49-F238E27FC236}">
                <a16:creationId xmlns:a16="http://schemas.microsoft.com/office/drawing/2014/main" id="{92AD656F-A425-4AFE-97A6-3C59E27BCC59}"/>
              </a:ext>
            </a:extLst>
          </p:cNvPr>
          <p:cNvSpPr/>
          <p:nvPr/>
        </p:nvSpPr>
        <p:spPr>
          <a:xfrm>
            <a:off x="5423387" y="3993453"/>
            <a:ext cx="189666" cy="113307"/>
          </a:xfrm>
          <a:prstGeom prst="rightArrow">
            <a:avLst>
              <a:gd name="adj1" fmla="val 50000"/>
              <a:gd name="adj2" fmla="val 47744"/>
            </a:avLst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/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A99F0B32-722E-4477-A431-D3D3D6FFE04B}"/>
              </a:ext>
            </a:extLst>
          </p:cNvPr>
          <p:cNvGrpSpPr/>
          <p:nvPr/>
        </p:nvGrpSpPr>
        <p:grpSpPr>
          <a:xfrm>
            <a:off x="4856146" y="4314757"/>
            <a:ext cx="1665301" cy="608336"/>
            <a:chOff x="4071963" y="3387668"/>
            <a:chExt cx="2395512" cy="98907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9" name="TextBox 28">
                  <a:extLst>
                    <a:ext uri="{FF2B5EF4-FFF2-40B4-BE49-F238E27FC236}">
                      <a16:creationId xmlns:a16="http://schemas.microsoft.com/office/drawing/2014/main" id="{219AF313-6F4D-48FE-8592-82B33D5A9C22}"/>
                    </a:ext>
                  </a:extLst>
                </p:cNvPr>
                <p:cNvSpPr txBox="1"/>
                <p:nvPr/>
              </p:nvSpPr>
              <p:spPr>
                <a:xfrm>
                  <a:off x="4179788" y="3607354"/>
                  <a:ext cx="2179863" cy="468502"/>
                </a:xfrm>
                <a:prstGeom prst="rect">
                  <a:avLst/>
                </a:prstGeom>
              </p:spPr>
              <p:txBody>
                <a:bodyPr wrap="square" lIns="0" tIns="0" rIns="0" bIns="0" rtlCol="0">
                  <a:spAutoFit/>
                </a:bodyPr>
                <a:lstStyle/>
                <a:p>
                  <a14:m>
                    <m:oMath xmlns:m="http://schemas.openxmlformats.org/officeDocument/2006/math">
                      <m:sSub>
                        <m:sSubPr>
                          <m:ctrlPr>
                            <a:rPr lang="pt-BR" altLang="ko-KR" sz="800" i="1" smtClean="0">
                              <a:latin typeface="Cambria Math" panose="02040503050406030204" pitchFamily="18" charset="0"/>
                              <a:ea typeface="LG스마트체 Regular" panose="020B0600000101010101" pitchFamily="50" charset="-127"/>
                            </a:rPr>
                          </m:ctrlPr>
                        </m:sSubPr>
                        <m:e>
                          <m:r>
                            <a:rPr lang="en-US" altLang="ko-KR" sz="800" b="0" i="1" smtClean="0">
                              <a:latin typeface="Cambria Math" panose="02040503050406030204" pitchFamily="18" charset="0"/>
                              <a:ea typeface="LG스마트체 Regular" panose="020B0600000101010101" pitchFamily="50" charset="-127"/>
                            </a:rPr>
                            <m:t>𝑦</m:t>
                          </m:r>
                        </m:e>
                        <m:sub>
                          <m:r>
                            <a:rPr lang="en-US" altLang="ko-KR" sz="800" b="0" i="1" smtClean="0">
                              <a:latin typeface="Cambria Math" panose="02040503050406030204" pitchFamily="18" charset="0"/>
                              <a:ea typeface="LG스마트체 Regular" panose="020B0600000101010101" pitchFamily="50" charset="-127"/>
                            </a:rPr>
                            <m:t>𝑖</m:t>
                          </m:r>
                        </m:sub>
                      </m:sSub>
                      <m:r>
                        <a:rPr lang="pt-BR" altLang="ko-KR" sz="800" i="1" smtClean="0">
                          <a:latin typeface="Cambria Math" panose="02040503050406030204" pitchFamily="18" charset="0"/>
                          <a:ea typeface="LG스마트체 Regular" panose="020B0600000101010101" pitchFamily="50" charset="-127"/>
                        </a:rPr>
                        <m:t>=</m:t>
                      </m:r>
                      <m:sSub>
                        <m:sSubPr>
                          <m:ctrlPr>
                            <a:rPr lang="pt-BR" altLang="ko-KR" sz="800" i="1" smtClean="0">
                              <a:latin typeface="Cambria Math" panose="02040503050406030204" pitchFamily="18" charset="0"/>
                              <a:ea typeface="LG스마트체 Regular" panose="020B0600000101010101" pitchFamily="50" charset="-127"/>
                            </a:rPr>
                          </m:ctrlPr>
                        </m:sSubPr>
                        <m:e>
                          <m:r>
                            <a:rPr lang="en-US" altLang="ko-KR" sz="800" b="0" i="1" smtClean="0">
                              <a:latin typeface="Cambria Math" panose="02040503050406030204" pitchFamily="18" charset="0"/>
                              <a:ea typeface="LG스마트체 Regular" panose="020B0600000101010101" pitchFamily="50" charset="-127"/>
                            </a:rPr>
                            <m:t>𝑋</m:t>
                          </m:r>
                        </m:e>
                        <m:sub>
                          <m:r>
                            <a:rPr lang="en-US" altLang="ko-KR" sz="800" b="0" i="1" smtClean="0">
                              <a:latin typeface="Cambria Math" panose="02040503050406030204" pitchFamily="18" charset="0"/>
                              <a:ea typeface="LG스마트체 Regular" panose="020B0600000101010101" pitchFamily="50" charset="-127"/>
                            </a:rPr>
                            <m:t>0</m:t>
                          </m:r>
                        </m:sub>
                      </m:sSub>
                      <m:r>
                        <a:rPr lang="en-US" altLang="ko-KR" sz="800" b="0" i="1" smtClean="0">
                          <a:latin typeface="Cambria Math" panose="02040503050406030204" pitchFamily="18" charset="0"/>
                          <a:ea typeface="LG스마트체 Regular" panose="020B0600000101010101" pitchFamily="50" charset="-127"/>
                        </a:rPr>
                        <m:t> •</m:t>
                      </m:r>
                      <m:r>
                        <a:rPr lang="en-US" altLang="ko-KR" sz="800" b="0" i="1" smtClean="0">
                          <a:latin typeface="Cambria Math" panose="02040503050406030204" pitchFamily="18" charset="0"/>
                          <a:ea typeface="LG스마트체 Regular" panose="020B0600000101010101" pitchFamily="50" charset="-127"/>
                        </a:rPr>
                        <m:t>𝑐</m:t>
                      </m:r>
                      <m:r>
                        <a:rPr lang="en-US" altLang="ko-KR" sz="800" i="1">
                          <a:latin typeface="Cambria Math" panose="02040503050406030204" pitchFamily="18" charset="0"/>
                          <a:ea typeface="LG스마트체 Regular" panose="020B0600000101010101" pitchFamily="50" charset="-127"/>
                        </a:rPr>
                        <m:t>•</m:t>
                      </m:r>
                      <m:f>
                        <m:fPr>
                          <m:ctrlPr>
                            <a:rPr lang="pt-BR" altLang="ko-KR" sz="800" i="1" smtClean="0">
                              <a:latin typeface="Cambria Math" panose="02040503050406030204" pitchFamily="18" charset="0"/>
                              <a:ea typeface="LG스마트체 Regular" panose="020B0600000101010101" pitchFamily="50" charset="-127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pt-BR" altLang="ko-KR" sz="800" i="1" smtClean="0">
                                  <a:latin typeface="Cambria Math" panose="02040503050406030204" pitchFamily="18" charset="0"/>
                                  <a:ea typeface="LG스마트체 Regular" panose="020B0600000101010101" pitchFamily="50" charset="-127"/>
                                </a:rPr>
                              </m:ctrlPr>
                            </m:sSubPr>
                            <m:e>
                              <m:r>
                                <a:rPr lang="en-US" altLang="ko-KR" sz="800" i="1">
                                  <a:latin typeface="Cambria Math" panose="02040503050406030204" pitchFamily="18" charset="0"/>
                                  <a:ea typeface="LG스마트체 Regular" panose="020B0600000101010101" pitchFamily="50" charset="-127"/>
                                </a:rPr>
                                <m:t>𝑎</m:t>
                              </m:r>
                            </m:e>
                            <m:sub>
                              <m:r>
                                <a:rPr lang="en-US" altLang="ko-KR" sz="800" b="0" i="1" smtClean="0">
                                  <a:latin typeface="Cambria Math" panose="02040503050406030204" pitchFamily="18" charset="0"/>
                                  <a:ea typeface="LG스마트체 Regular" panose="020B0600000101010101" pitchFamily="50" charset="-127"/>
                                </a:rPr>
                                <m:t>𝑖</m:t>
                              </m:r>
                            </m:sub>
                          </m:sSub>
                          <m:d>
                            <m:dPr>
                              <m:ctrlPr>
                                <a:rPr lang="pt-BR" altLang="ko-KR" sz="800" i="1">
                                  <a:latin typeface="Cambria Math" panose="02040503050406030204" pitchFamily="18" charset="0"/>
                                  <a:ea typeface="LG스마트체 Regular" panose="020B0600000101010101" pitchFamily="50" charset="-127"/>
                                </a:rPr>
                              </m:ctrlPr>
                            </m:dPr>
                            <m:e>
                              <m:r>
                                <a:rPr lang="en-US" altLang="ko-KR" sz="800" i="1">
                                  <a:latin typeface="Cambria Math" panose="02040503050406030204" pitchFamily="18" charset="0"/>
                                  <a:ea typeface="LG스마트체 Regular" panose="020B0600000101010101" pitchFamily="50" charset="-127"/>
                                </a:rPr>
                                <m:t>1−</m:t>
                              </m:r>
                              <m:sSup>
                                <m:sSupPr>
                                  <m:ctrlPr>
                                    <a:rPr lang="en-US" altLang="ko-KR" sz="800" i="1">
                                      <a:latin typeface="Cambria Math" panose="02040503050406030204" pitchFamily="18" charset="0"/>
                                      <a:ea typeface="LG스마트체 Regular" panose="020B0600000101010101" pitchFamily="50" charset="-127"/>
                                    </a:rPr>
                                  </m:ctrlPr>
                                </m:sSupPr>
                                <m:e>
                                  <m:r>
                                    <a:rPr lang="en-US" altLang="ko-KR" sz="800" i="1">
                                      <a:latin typeface="Cambria Math" panose="02040503050406030204" pitchFamily="18" charset="0"/>
                                      <a:ea typeface="LG스마트체 Regular" panose="020B0600000101010101" pitchFamily="50" charset="-127"/>
                                    </a:rPr>
                                    <m:t>𝑒</m:t>
                                  </m:r>
                                </m:e>
                                <m:sup>
                                  <m:r>
                                    <a:rPr lang="en-US" altLang="ko-KR" sz="800" i="1">
                                      <a:latin typeface="Cambria Math" panose="02040503050406030204" pitchFamily="18" charset="0"/>
                                      <a:ea typeface="LG스마트체 Regular" panose="020B0600000101010101" pitchFamily="50" charset="-127"/>
                                    </a:rPr>
                                    <m:t>−</m:t>
                                  </m:r>
                                  <m:r>
                                    <a:rPr lang="en-US" altLang="ko-KR" sz="800" i="1">
                                      <a:latin typeface="Cambria Math" panose="02040503050406030204" pitchFamily="18" charset="0"/>
                                      <a:ea typeface="LG스마트체 Regular" panose="020B0600000101010101" pitchFamily="50" charset="-127"/>
                                    </a:rPr>
                                    <m:t>𝑘</m:t>
                                  </m:r>
                                  <m:r>
                                    <a:rPr lang="en-US" altLang="ko-KR" sz="800" i="1">
                                      <a:latin typeface="Cambria Math" panose="02040503050406030204" pitchFamily="18" charset="0"/>
                                      <a:ea typeface="LG스마트체 Regular" panose="020B0600000101010101" pitchFamily="50" charset="-127"/>
                                    </a:rPr>
                                    <m:t>•</m:t>
                                  </m:r>
                                  <m:sSub>
                                    <m:sSubPr>
                                      <m:ctrlPr>
                                        <a:rPr lang="en-US" altLang="ko-KR" sz="800" i="1">
                                          <a:latin typeface="Cambria Math" panose="02040503050406030204" pitchFamily="18" charset="0"/>
                                          <a:ea typeface="LG스마트체 Regular" panose="020B0600000101010101" pitchFamily="50" charset="-127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ko-KR" sz="800" i="1">
                                          <a:latin typeface="Cambria Math" panose="02040503050406030204" pitchFamily="18" charset="0"/>
                                          <a:ea typeface="LG스마트체 Regular" panose="020B0600000101010101" pitchFamily="50" charset="-127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altLang="ko-KR" sz="800" i="1">
                                          <a:latin typeface="Cambria Math" panose="02040503050406030204" pitchFamily="18" charset="0"/>
                                          <a:ea typeface="LG스마트체 Regular" panose="020B0600000101010101" pitchFamily="50" charset="-127"/>
                                        </a:rPr>
                                        <m:t>𝑗</m:t>
                                      </m:r>
                                    </m:sub>
                                  </m:sSub>
                                </m:sup>
                              </m:sSup>
                            </m:e>
                          </m:d>
                        </m:num>
                        <m:den>
                          <m:nary>
                            <m:naryPr>
                              <m:chr m:val="∑"/>
                              <m:ctrlPr>
                                <a:rPr lang="pt-BR" altLang="ko-KR" sz="800" i="1" smtClean="0">
                                  <a:latin typeface="Cambria Math" panose="02040503050406030204" pitchFamily="18" charset="0"/>
                                  <a:ea typeface="LG스마트체 Regular" panose="020B0600000101010101" pitchFamily="50" charset="-127"/>
                                </a:rPr>
                              </m:ctrlPr>
                            </m:naryPr>
                            <m:sub>
                              <m:r>
                                <m:rPr>
                                  <m:brk m:alnAt="23"/>
                                </m:rPr>
                                <a:rPr lang="en-US" altLang="ko-KR" sz="800" b="0" i="1" smtClean="0">
                                  <a:latin typeface="Cambria Math" panose="02040503050406030204" pitchFamily="18" charset="0"/>
                                  <a:ea typeface="LG스마트체 Regular" panose="020B0600000101010101" pitchFamily="50" charset="-127"/>
                                </a:rPr>
                                <m:t>𝑗</m:t>
                              </m:r>
                              <m:r>
                                <a:rPr lang="en-US" altLang="ko-KR" sz="800" b="0" i="1" smtClean="0">
                                  <a:latin typeface="Cambria Math" panose="02040503050406030204" pitchFamily="18" charset="0"/>
                                  <a:ea typeface="LG스마트체 Regular" panose="020B0600000101010101" pitchFamily="50" charset="-127"/>
                                </a:rPr>
                                <m:t>=1</m:t>
                              </m:r>
                            </m:sub>
                            <m:sup>
                              <m:r>
                                <a:rPr lang="en-US" altLang="ko-KR" sz="800" b="0" i="1" smtClean="0">
                                  <a:latin typeface="Cambria Math" panose="02040503050406030204" pitchFamily="18" charset="0"/>
                                  <a:ea typeface="LG스마트체 Regular" panose="020B0600000101010101" pitchFamily="50" charset="-127"/>
                                </a:rPr>
                                <m:t>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pt-BR" altLang="ko-KR" sz="800" i="1">
                                      <a:latin typeface="Cambria Math" panose="02040503050406030204" pitchFamily="18" charset="0"/>
                                      <a:ea typeface="LG스마트체 Regular" panose="020B0600000101010101" pitchFamily="50" charset="-127"/>
                                    </a:rPr>
                                  </m:ctrlPr>
                                </m:sSubPr>
                                <m:e>
                                  <m:r>
                                    <a:rPr lang="en-US" altLang="ko-KR" sz="800" i="1">
                                      <a:latin typeface="Cambria Math" panose="02040503050406030204" pitchFamily="18" charset="0"/>
                                      <a:ea typeface="LG스마트체 Regular" panose="020B0600000101010101" pitchFamily="50" charset="-127"/>
                                    </a:rPr>
                                    <m:t>𝑎</m:t>
                                  </m:r>
                                </m:e>
                                <m:sub>
                                  <m:r>
                                    <a:rPr lang="en-US" altLang="ko-KR" sz="800" b="0" i="1" smtClean="0">
                                      <a:latin typeface="Cambria Math" panose="02040503050406030204" pitchFamily="18" charset="0"/>
                                      <a:ea typeface="LG스마트체 Regular" panose="020B0600000101010101" pitchFamily="50" charset="-127"/>
                                    </a:rPr>
                                    <m:t>𝑗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pt-BR" altLang="ko-KR" sz="800" i="1" smtClean="0">
                                      <a:latin typeface="Cambria Math" panose="02040503050406030204" pitchFamily="18" charset="0"/>
                                      <a:ea typeface="LG스마트체 Regular" panose="020B0600000101010101" pitchFamily="50" charset="-127"/>
                                    </a:rPr>
                                  </m:ctrlPr>
                                </m:dPr>
                                <m:e>
                                  <m:r>
                                    <a:rPr lang="en-US" altLang="ko-KR" sz="800" i="1">
                                      <a:latin typeface="Cambria Math" panose="02040503050406030204" pitchFamily="18" charset="0"/>
                                      <a:ea typeface="LG스마트체 Regular" panose="020B0600000101010101" pitchFamily="50" charset="-127"/>
                                    </a:rPr>
                                    <m:t>1−</m:t>
                                  </m:r>
                                  <m:sSup>
                                    <m:sSupPr>
                                      <m:ctrlPr>
                                        <a:rPr lang="en-US" altLang="ko-KR" sz="800" i="1">
                                          <a:latin typeface="Cambria Math" panose="02040503050406030204" pitchFamily="18" charset="0"/>
                                          <a:ea typeface="LG스마트체 Regular" panose="020B0600000101010101" pitchFamily="50" charset="-127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altLang="ko-KR" sz="800" i="1">
                                          <a:latin typeface="Cambria Math" panose="02040503050406030204" pitchFamily="18" charset="0"/>
                                          <a:ea typeface="LG스마트체 Regular" panose="020B0600000101010101" pitchFamily="50" charset="-127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altLang="ko-KR" sz="800" i="1">
                                          <a:latin typeface="Cambria Math" panose="02040503050406030204" pitchFamily="18" charset="0"/>
                                          <a:ea typeface="LG스마트체 Regular" panose="020B0600000101010101" pitchFamily="50" charset="-127"/>
                                        </a:rPr>
                                        <m:t>−</m:t>
                                      </m:r>
                                      <m:r>
                                        <a:rPr lang="en-US" altLang="ko-KR" sz="800" i="1">
                                          <a:latin typeface="Cambria Math" panose="02040503050406030204" pitchFamily="18" charset="0"/>
                                          <a:ea typeface="LG스마트체 Regular" panose="020B0600000101010101" pitchFamily="50" charset="-127"/>
                                        </a:rPr>
                                        <m:t>𝑘</m:t>
                                      </m:r>
                                      <m:r>
                                        <a:rPr lang="en-US" altLang="ko-KR" sz="800" i="1">
                                          <a:latin typeface="Cambria Math" panose="02040503050406030204" pitchFamily="18" charset="0"/>
                                          <a:ea typeface="LG스마트체 Regular" panose="020B0600000101010101" pitchFamily="50" charset="-127"/>
                                        </a:rPr>
                                        <m:t>•</m:t>
                                      </m:r>
                                      <m:sSub>
                                        <m:sSubPr>
                                          <m:ctrlPr>
                                            <a:rPr lang="en-US" altLang="ko-KR" sz="800" i="1">
                                              <a:latin typeface="Cambria Math" panose="02040503050406030204" pitchFamily="18" charset="0"/>
                                              <a:ea typeface="LG스마트체 Regular" panose="020B0600000101010101" pitchFamily="50" charset="-127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altLang="ko-KR" sz="800" i="1">
                                              <a:latin typeface="Cambria Math" panose="02040503050406030204" pitchFamily="18" charset="0"/>
                                              <a:ea typeface="LG스마트체 Regular" panose="020B0600000101010101" pitchFamily="50" charset="-127"/>
                                            </a:rPr>
                                            <m:t>𝑋</m:t>
                                          </m:r>
                                        </m:e>
                                        <m:sub>
                                          <m:r>
                                            <a:rPr lang="en-US" altLang="ko-KR" sz="800" b="0" i="1" smtClean="0">
                                              <a:latin typeface="Cambria Math" panose="02040503050406030204" pitchFamily="18" charset="0"/>
                                              <a:ea typeface="LG스마트체 Regular" panose="020B0600000101010101" pitchFamily="50" charset="-127"/>
                                            </a:rPr>
                                            <m:t>𝑗</m:t>
                                          </m:r>
                                        </m:sub>
                                      </m:sSub>
                                    </m:sup>
                                  </m:sSup>
                                </m:e>
                              </m:d>
                            </m:e>
                          </m:nary>
                        </m:den>
                      </m:f>
                    </m:oMath>
                  </a14:m>
                  <a:r>
                    <a:rPr lang="en-US" altLang="ko-KR" sz="800">
                      <a:latin typeface="Arial Narrow" panose="020B0606020202030204" pitchFamily="34" charset="0"/>
                      <a:ea typeface="LG스마트체 Regular" panose="020B0600000101010101" pitchFamily="50" charset="-127"/>
                    </a:rPr>
                    <a:t>+</a:t>
                  </a:r>
                  <a:r>
                    <a:rPr lang="pt-BR" altLang="ko-KR" sz="800">
                      <a:ea typeface="LG스마트체 Regular" panose="020B0600000101010101" pitchFamily="50" charset="-127"/>
                    </a:rPr>
                    <a:t> </a:t>
                  </a:r>
                  <a14:m>
                    <m:oMath xmlns:m="http://schemas.openxmlformats.org/officeDocument/2006/math">
                      <m:sSub>
                        <m:sSubPr>
                          <m:ctrlPr>
                            <a:rPr lang="pt-BR" altLang="ko-KR" sz="800" i="1" smtClean="0">
                              <a:latin typeface="Cambria Math" panose="02040503050406030204" pitchFamily="18" charset="0"/>
                              <a:ea typeface="LG스마트체 Regular" panose="020B0600000101010101" pitchFamily="50" charset="-127"/>
                            </a:rPr>
                          </m:ctrlPr>
                        </m:sSubPr>
                        <m:e>
                          <m:r>
                            <a:rPr lang="en-US" altLang="ko-KR" sz="800" b="0" i="1" smtClean="0">
                              <a:latin typeface="Cambria Math" panose="02040503050406030204" pitchFamily="18" charset="0"/>
                              <a:ea typeface="LG스마트체 Regular" panose="020B0600000101010101" pitchFamily="50" charset="-127"/>
                            </a:rPr>
                            <m:t>𝑏</m:t>
                          </m:r>
                        </m:e>
                        <m:sub>
                          <m:r>
                            <a:rPr lang="en-US" altLang="ko-KR" sz="800" i="1">
                              <a:latin typeface="Cambria Math" panose="02040503050406030204" pitchFamily="18" charset="0"/>
                              <a:ea typeface="LG스마트체 Regular" panose="020B0600000101010101" pitchFamily="50" charset="-127"/>
                            </a:rPr>
                            <m:t>𝑖</m:t>
                          </m:r>
                        </m:sub>
                      </m:sSub>
                    </m:oMath>
                  </a14:m>
                  <a:endParaRPr lang="ko-KR" altLang="en-US" sz="800"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</mc:Choice>
          <mc:Fallback xmlns="">
            <p:sp>
              <p:nvSpPr>
                <p:cNvPr id="29" name="TextBox 28">
                  <a:extLst>
                    <a:ext uri="{FF2B5EF4-FFF2-40B4-BE49-F238E27FC236}">
                      <a16:creationId xmlns:a16="http://schemas.microsoft.com/office/drawing/2014/main" id="{219AF313-6F4D-48FE-8592-82B33D5A9C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79788" y="3607354"/>
                  <a:ext cx="2179863" cy="468502"/>
                </a:xfrm>
                <a:prstGeom prst="rect">
                  <a:avLst/>
                </a:prstGeom>
                <a:blipFill>
                  <a:blip r:embed="rId8"/>
                  <a:stretch>
                    <a:fillRect l="-2823" t="-2128" b="-7872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711EFABA-4AD9-4232-9CCF-CB6B82CFAD02}"/>
                </a:ext>
              </a:extLst>
            </p:cNvPr>
            <p:cNvSpPr txBox="1"/>
            <p:nvPr/>
          </p:nvSpPr>
          <p:spPr>
            <a:xfrm>
              <a:off x="4479439" y="4101473"/>
              <a:ext cx="954641" cy="1501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ko-KR" sz="300" i="1" err="1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i</a:t>
              </a:r>
              <a:r>
                <a:rPr lang="en-US" altLang="ko-KR" sz="300" i="1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3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:</a:t>
              </a:r>
              <a:r>
                <a:rPr lang="en-US" altLang="ko-KR" sz="300" i="1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 </a:t>
              </a:r>
              <a:r>
                <a:rPr lang="ko-KR" altLang="en-US" sz="300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300" err="1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i</a:t>
              </a:r>
              <a:r>
                <a:rPr lang="en-US" altLang="ko-KR" sz="300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 </a:t>
              </a:r>
              <a:r>
                <a:rPr lang="ko-KR" altLang="en-US" sz="300" err="1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번째에</a:t>
              </a:r>
              <a:r>
                <a:rPr lang="en-US" altLang="ko-KR" sz="300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 </a:t>
              </a:r>
              <a:r>
                <a:rPr lang="ko-KR" altLang="en-US" sz="300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해당 하는 밸브</a:t>
              </a:r>
              <a:r>
                <a:rPr lang="en-US" altLang="ko-KR" sz="300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(</a:t>
              </a:r>
              <a:r>
                <a:rPr lang="ko-KR" altLang="en-US" sz="300" err="1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개도율</a:t>
              </a:r>
              <a:r>
                <a:rPr lang="en-US" altLang="ko-KR" sz="300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)</a:t>
              </a:r>
              <a:r>
                <a:rPr lang="ko-KR" altLang="en-US" sz="300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와 유량</a:t>
              </a:r>
              <a:r>
                <a:rPr lang="en-US" altLang="ko-KR" sz="300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 </a:t>
              </a:r>
              <a:r>
                <a:rPr lang="ko-KR" altLang="en-US" sz="300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300" i="1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 </a:t>
              </a:r>
            </a:p>
            <a:p>
              <a:r>
                <a:rPr lang="en-US" altLang="ko-KR" sz="300" i="1" err="1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a,b,c</a:t>
              </a:r>
              <a:r>
                <a:rPr lang="en-US" altLang="ko-KR" sz="300" i="1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, k </a:t>
              </a:r>
              <a:r>
                <a:rPr lang="en-US" altLang="ko-KR" sz="3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: </a:t>
              </a:r>
              <a:r>
                <a:rPr lang="ko-KR" altLang="en-US" sz="3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모델 계수</a:t>
              </a:r>
              <a:r>
                <a:rPr lang="en-US" altLang="ko-KR" sz="3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9CD0660-130B-4C68-A3F8-8B6B9B324A1F}"/>
                </a:ext>
              </a:extLst>
            </p:cNvPr>
            <p:cNvSpPr/>
            <p:nvPr/>
          </p:nvSpPr>
          <p:spPr>
            <a:xfrm>
              <a:off x="4071963" y="3462338"/>
              <a:ext cx="2395512" cy="914400"/>
            </a:xfrm>
            <a:prstGeom prst="rect">
              <a:avLst/>
            </a:prstGeom>
            <a:noFill/>
            <a:ln w="9525">
              <a:solidFill>
                <a:schemeClr val="tx1">
                  <a:alpha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/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05B2B5E8-6A3B-4DA9-97A2-33E6BA459B4B}"/>
                </a:ext>
              </a:extLst>
            </p:cNvPr>
            <p:cNvSpPr/>
            <p:nvPr/>
          </p:nvSpPr>
          <p:spPr>
            <a:xfrm>
              <a:off x="4622447" y="3387668"/>
              <a:ext cx="1294544" cy="15012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en-US" altLang="ko-KR" sz="600">
                  <a:solidFill>
                    <a:prstClr val="black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anose="020B0604020202020204" pitchFamily="34" charset="0"/>
                </a:rPr>
                <a:t>[</a:t>
              </a:r>
              <a:r>
                <a:rPr lang="ko-KR" altLang="en-US" sz="600" err="1">
                  <a:solidFill>
                    <a:prstClr val="black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anose="020B0604020202020204" pitchFamily="34" charset="0"/>
                </a:rPr>
                <a:t>공정시뮬레이션</a:t>
              </a:r>
              <a:r>
                <a:rPr lang="ko-KR" altLang="en-US" sz="600">
                  <a:solidFill>
                    <a:prstClr val="black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anose="020B0604020202020204" pitchFamily="34" charset="0"/>
                </a:rPr>
                <a:t> 모델</a:t>
              </a:r>
              <a:r>
                <a:rPr lang="en-US" altLang="ko-KR" sz="600">
                  <a:solidFill>
                    <a:prstClr val="black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anose="020B0604020202020204" pitchFamily="34" charset="0"/>
                </a:rPr>
                <a:t>]</a:t>
              </a:r>
              <a:endParaRPr lang="ko-KR" altLang="en-US" sz="600"/>
            </a:p>
          </p:txBody>
        </p:sp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912CD422-42C0-4CA2-8173-918F690499D4}"/>
              </a:ext>
            </a:extLst>
          </p:cNvPr>
          <p:cNvGrpSpPr/>
          <p:nvPr/>
        </p:nvGrpSpPr>
        <p:grpSpPr>
          <a:xfrm>
            <a:off x="6852864" y="4322761"/>
            <a:ext cx="1473381" cy="608336"/>
            <a:chOff x="6770075" y="3387668"/>
            <a:chExt cx="2395512" cy="98907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4" name="TextBox 33">
                  <a:extLst>
                    <a:ext uri="{FF2B5EF4-FFF2-40B4-BE49-F238E27FC236}">
                      <a16:creationId xmlns:a16="http://schemas.microsoft.com/office/drawing/2014/main" id="{E268C182-0749-45A9-831B-861CDD6B5054}"/>
                    </a:ext>
                  </a:extLst>
                </p:cNvPr>
                <p:cNvSpPr txBox="1"/>
                <p:nvPr/>
              </p:nvSpPr>
              <p:spPr>
                <a:xfrm>
                  <a:off x="7392711" y="3747426"/>
                  <a:ext cx="1150241" cy="200161"/>
                </a:xfrm>
                <a:prstGeom prst="rect">
                  <a:avLst/>
                </a:prstGeom>
              </p:spPr>
              <p:txBody>
                <a:bodyPr wrap="squar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pt-BR" altLang="ko-KR" sz="800" i="1" smtClean="0">
                                <a:latin typeface="Cambria Math" panose="02040503050406030204" pitchFamily="18" charset="0"/>
                                <a:ea typeface="LG스마트체 Regular" panose="020B0600000101010101" pitchFamily="50" charset="-127"/>
                              </a:rPr>
                            </m:ctrlPr>
                          </m:sSubPr>
                          <m:e>
                            <m:r>
                              <a:rPr lang="en-US" altLang="ko-KR" sz="800" b="0" i="1" smtClean="0">
                                <a:latin typeface="Cambria Math" panose="02040503050406030204" pitchFamily="18" charset="0"/>
                                <a:ea typeface="LG스마트체 Regular" panose="020B0600000101010101" pitchFamily="50" charset="-127"/>
                              </a:rPr>
                              <m:t>𝑌</m:t>
                            </m:r>
                          </m:e>
                          <m:sub>
                            <m:r>
                              <a:rPr lang="en-US" altLang="ko-KR" sz="800" b="0" i="1" smtClean="0">
                                <a:latin typeface="Cambria Math" panose="02040503050406030204" pitchFamily="18" charset="0"/>
                                <a:ea typeface="LG스마트체 Regular" panose="020B0600000101010101" pitchFamily="50" charset="-127"/>
                              </a:rPr>
                              <m:t>𝑖</m:t>
                            </m:r>
                          </m:sub>
                        </m:sSub>
                        <m:r>
                          <a:rPr lang="pt-BR" altLang="ko-KR" sz="800" i="1" smtClean="0"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=</m:t>
                        </m:r>
                        <m:sSub>
                          <m:sSubPr>
                            <m:ctrlPr>
                              <a:rPr lang="pt-BR" altLang="ko-KR" sz="800" i="1">
                                <a:latin typeface="Cambria Math" panose="02040503050406030204" pitchFamily="18" charset="0"/>
                                <a:ea typeface="LG스마트체 Regular" panose="020B0600000101010101" pitchFamily="50" charset="-127"/>
                              </a:rPr>
                            </m:ctrlPr>
                          </m:sSubPr>
                          <m:e>
                            <m:r>
                              <a:rPr lang="en-US" altLang="ko-KR" sz="800" b="0" i="1" smtClean="0">
                                <a:latin typeface="Cambria Math" panose="02040503050406030204" pitchFamily="18" charset="0"/>
                                <a:ea typeface="LG스마트체 Regular" panose="020B0600000101010101" pitchFamily="50" charset="-127"/>
                              </a:rPr>
                              <m:t>𝐴</m:t>
                            </m:r>
                          </m:e>
                          <m:sub>
                            <m:r>
                              <a:rPr lang="en-US" altLang="ko-KR" sz="800" i="1">
                                <a:latin typeface="Cambria Math" panose="02040503050406030204" pitchFamily="18" charset="0"/>
                                <a:ea typeface="LG스마트체 Regular" panose="020B0600000101010101" pitchFamily="50" charset="-127"/>
                              </a:rPr>
                              <m:t>𝑖</m:t>
                            </m:r>
                          </m:sub>
                        </m:sSub>
                        <m:sSub>
                          <m:sSubPr>
                            <m:ctrlPr>
                              <a:rPr lang="pt-BR" altLang="ko-KR" sz="800" i="1">
                                <a:latin typeface="Cambria Math" panose="02040503050406030204" pitchFamily="18" charset="0"/>
                                <a:ea typeface="LG스마트체 Regular" panose="020B0600000101010101" pitchFamily="50" charset="-127"/>
                              </a:rPr>
                            </m:ctrlPr>
                          </m:sSubPr>
                          <m:e>
                            <m:r>
                              <a:rPr lang="en-US" altLang="ko-KR" sz="800" i="1">
                                <a:latin typeface="Cambria Math" panose="02040503050406030204" pitchFamily="18" charset="0"/>
                                <a:ea typeface="LG스마트체 Regular" panose="020B0600000101010101" pitchFamily="50" charset="-127"/>
                              </a:rPr>
                              <m:t>𝑦</m:t>
                            </m:r>
                          </m:e>
                          <m:sub>
                            <m:r>
                              <a:rPr lang="en-US" altLang="ko-KR" sz="800" i="1">
                                <a:latin typeface="Cambria Math" panose="02040503050406030204" pitchFamily="18" charset="0"/>
                                <a:ea typeface="LG스마트체 Regular" panose="020B0600000101010101" pitchFamily="50" charset="-127"/>
                              </a:rPr>
                              <m:t>𝑖</m:t>
                            </m:r>
                          </m:sub>
                        </m:sSub>
                        <m:r>
                          <a:rPr lang="en-US" altLang="ko-KR" sz="800" b="0" i="1" smtClean="0">
                            <a:latin typeface="Cambria Math" panose="02040503050406030204" pitchFamily="18" charset="0"/>
                            <a:ea typeface="LG스마트체 Regular" panose="020B0600000101010101" pitchFamily="50" charset="-127"/>
                          </a:rPr>
                          <m:t>+</m:t>
                        </m:r>
                        <m:sSub>
                          <m:sSubPr>
                            <m:ctrlPr>
                              <a:rPr lang="pt-BR" altLang="ko-KR" sz="800" i="1" smtClean="0">
                                <a:latin typeface="Cambria Math" panose="02040503050406030204" pitchFamily="18" charset="0"/>
                                <a:ea typeface="LG스마트체 Regular" panose="020B0600000101010101" pitchFamily="50" charset="-127"/>
                              </a:rPr>
                            </m:ctrlPr>
                          </m:sSubPr>
                          <m:e>
                            <m:r>
                              <a:rPr lang="en-US" altLang="ko-KR" sz="800" b="0" i="1" smtClean="0">
                                <a:latin typeface="Cambria Math" panose="02040503050406030204" pitchFamily="18" charset="0"/>
                                <a:ea typeface="LG스마트체 Regular" panose="020B0600000101010101" pitchFamily="50" charset="-127"/>
                              </a:rPr>
                              <m:t>𝑏</m:t>
                            </m:r>
                          </m:e>
                          <m:sub>
                            <m:r>
                              <a:rPr lang="en-US" altLang="ko-KR" sz="800" i="1">
                                <a:latin typeface="Cambria Math" panose="02040503050406030204" pitchFamily="18" charset="0"/>
                                <a:ea typeface="LG스마트체 Regular" panose="020B0600000101010101" pitchFamily="50" charset="-127"/>
                              </a:rPr>
                              <m:t>𝑖</m:t>
                            </m:r>
                          </m:sub>
                        </m:sSub>
                      </m:oMath>
                    </m:oMathPara>
                  </a14:m>
                  <a:endParaRPr lang="ko-KR" altLang="en-US" sz="800" err="1">
                    <a:latin typeface="Arial Narrow" panose="020B0606020202030204" pitchFamily="34" charset="0"/>
                    <a:ea typeface="LG스마트체 Regular" panose="020B0600000101010101" pitchFamily="50" charset="-127"/>
                  </a:endParaRPr>
                </a:p>
              </p:txBody>
            </p:sp>
          </mc:Choice>
          <mc:Fallback xmlns="">
            <p:sp>
              <p:nvSpPr>
                <p:cNvPr id="34" name="TextBox 33">
                  <a:extLst>
                    <a:ext uri="{FF2B5EF4-FFF2-40B4-BE49-F238E27FC236}">
                      <a16:creationId xmlns:a16="http://schemas.microsoft.com/office/drawing/2014/main" id="{E268C182-0749-45A9-831B-861CDD6B50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392711" y="3747426"/>
                  <a:ext cx="1150241" cy="200161"/>
                </a:xfrm>
                <a:prstGeom prst="rect">
                  <a:avLst/>
                </a:prstGeom>
                <a:blipFill>
                  <a:blip r:embed="rId9"/>
                  <a:stretch>
                    <a:fillRect b="-2857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B7A811FB-8769-441F-986C-DBDA951BB2FF}"/>
                </a:ext>
              </a:extLst>
            </p:cNvPr>
            <p:cNvSpPr txBox="1"/>
            <p:nvPr/>
          </p:nvSpPr>
          <p:spPr>
            <a:xfrm>
              <a:off x="7493342" y="4101473"/>
              <a:ext cx="646353" cy="1501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ko-KR" sz="300" i="1" err="1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i</a:t>
              </a:r>
              <a:r>
                <a:rPr lang="en-US" altLang="ko-KR" sz="300" i="1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3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:</a:t>
              </a:r>
              <a:r>
                <a:rPr lang="en-US" altLang="ko-KR" sz="300" i="1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 </a:t>
              </a:r>
              <a:r>
                <a:rPr lang="ko-KR" altLang="en-US" sz="300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300" err="1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i</a:t>
              </a:r>
              <a:r>
                <a:rPr lang="en-US" altLang="ko-KR" sz="300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 </a:t>
              </a:r>
              <a:r>
                <a:rPr lang="ko-KR" altLang="en-US" sz="300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번째 유량과 </a:t>
              </a:r>
              <a:r>
                <a:rPr lang="ko-KR" altLang="en-US" sz="300" err="1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로딩량</a:t>
              </a:r>
              <a:r>
                <a:rPr lang="ko-KR" altLang="en-US" sz="300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 폭</a:t>
              </a:r>
              <a:endParaRPr lang="en-US" altLang="ko-KR" sz="300" i="1">
                <a:latin typeface="Cambria Math" panose="02040503050406030204" pitchFamily="18" charset="0"/>
                <a:ea typeface="LG스마트체 Regular" panose="020B0600000101010101" pitchFamily="50" charset="-127"/>
              </a:endParaRPr>
            </a:p>
            <a:p>
              <a:r>
                <a:rPr lang="en-US" altLang="ko-KR" sz="300" i="1">
                  <a:latin typeface="Cambria Math" panose="02040503050406030204" pitchFamily="18" charset="0"/>
                  <a:ea typeface="LG스마트체 Regular" panose="020B0600000101010101" pitchFamily="50" charset="-127"/>
                </a:rPr>
                <a:t>A, b </a:t>
              </a:r>
              <a:r>
                <a:rPr lang="en-US" altLang="ko-KR" sz="3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: </a:t>
              </a:r>
              <a:r>
                <a:rPr lang="ko-KR" altLang="en-US" sz="3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모델 계수</a:t>
              </a:r>
              <a:r>
                <a:rPr lang="en-US" altLang="ko-KR" sz="3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B158F5F-028C-4E88-9D98-CD9BA8B99C3D}"/>
                </a:ext>
              </a:extLst>
            </p:cNvPr>
            <p:cNvSpPr/>
            <p:nvPr/>
          </p:nvSpPr>
          <p:spPr>
            <a:xfrm>
              <a:off x="6770075" y="3462338"/>
              <a:ext cx="2395512" cy="914400"/>
            </a:xfrm>
            <a:prstGeom prst="rect">
              <a:avLst/>
            </a:prstGeom>
            <a:noFill/>
            <a:ln w="9525">
              <a:solidFill>
                <a:schemeClr val="tx1">
                  <a:alpha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/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928EBABF-98D4-469C-A11B-0EBC4CD1C5AC}"/>
                </a:ext>
              </a:extLst>
            </p:cNvPr>
            <p:cNvSpPr/>
            <p:nvPr/>
          </p:nvSpPr>
          <p:spPr>
            <a:xfrm>
              <a:off x="7365668" y="3387668"/>
              <a:ext cx="1204325" cy="15012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en-US" altLang="ko-KR" sz="600">
                  <a:solidFill>
                    <a:prstClr val="black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anose="020B0604020202020204" pitchFamily="34" charset="0"/>
                </a:rPr>
                <a:t>[Regression</a:t>
              </a:r>
              <a:r>
                <a:rPr lang="ko-KR" altLang="en-US" sz="600">
                  <a:solidFill>
                    <a:prstClr val="black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anose="020B0604020202020204" pitchFamily="34" charset="0"/>
                </a:rPr>
                <a:t> 모델</a:t>
              </a:r>
              <a:r>
                <a:rPr lang="en-US" altLang="ko-KR" sz="600">
                  <a:solidFill>
                    <a:prstClr val="black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anose="020B0604020202020204" pitchFamily="34" charset="0"/>
                </a:rPr>
                <a:t>]</a:t>
              </a:r>
              <a:endParaRPr lang="ko-KR" altLang="en-US" sz="600"/>
            </a:p>
          </p:txBody>
        </p:sp>
      </p:grp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1F7A2F42-F1E6-4195-BF74-B95F6ECAD9B5}"/>
              </a:ext>
            </a:extLst>
          </p:cNvPr>
          <p:cNvCxnSpPr/>
          <p:nvPr/>
        </p:nvCxnSpPr>
        <p:spPr>
          <a:xfrm flipV="1">
            <a:off x="5515831" y="4106760"/>
            <a:ext cx="0" cy="181863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A0981D0-1D71-465E-8D62-9791C502D49E}"/>
              </a:ext>
            </a:extLst>
          </p:cNvPr>
          <p:cNvCxnSpPr/>
          <p:nvPr/>
        </p:nvCxnSpPr>
        <p:spPr>
          <a:xfrm flipV="1">
            <a:off x="7332694" y="4106760"/>
            <a:ext cx="0" cy="181863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53D57A6C-230C-426E-A3C2-8F9AB1F6583B}"/>
              </a:ext>
            </a:extLst>
          </p:cNvPr>
          <p:cNvSpPr txBox="1"/>
          <p:nvPr/>
        </p:nvSpPr>
        <p:spPr>
          <a:xfrm>
            <a:off x="4810131" y="3608006"/>
            <a:ext cx="616122" cy="165036"/>
          </a:xfrm>
          <a:prstGeom prst="rect">
            <a:avLst/>
          </a:prstGeom>
          <a:solidFill>
            <a:srgbClr val="F2F2F2"/>
          </a:solidFill>
          <a:ln w="6350">
            <a:solidFill>
              <a:schemeClr val="tx1"/>
            </a:solidFill>
          </a:ln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X :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슬러리  </a:t>
            </a:r>
            <a:r>
              <a:rPr lang="ko-KR" altLang="en-US" sz="6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제어량</a:t>
            </a:r>
            <a:endParaRPr lang="en-US" altLang="ko-KR" sz="6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26F954D3-CCCC-4BCF-AE15-D65ECAC8EB6E}"/>
              </a:ext>
            </a:extLst>
          </p:cNvPr>
          <p:cNvSpPr txBox="1"/>
          <p:nvPr/>
        </p:nvSpPr>
        <p:spPr>
          <a:xfrm>
            <a:off x="5675711" y="3608006"/>
            <a:ext cx="1208238" cy="165036"/>
          </a:xfrm>
          <a:prstGeom prst="rect">
            <a:avLst/>
          </a:prstGeom>
          <a:solidFill>
            <a:srgbClr val="F2F2F2"/>
          </a:solidFill>
          <a:ln w="6350">
            <a:solidFill>
              <a:schemeClr val="tx1"/>
            </a:solidFill>
          </a:ln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y</a:t>
            </a:r>
            <a:r>
              <a:rPr lang="en-US" altLang="ko-KR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: </a:t>
            </a:r>
            <a:r>
              <a:rPr lang="ko-KR" altLang="en-US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슬러리 코팅 유량</a:t>
            </a:r>
            <a:endParaRPr lang="en-US" altLang="ko-KR" sz="6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C9B3E94-414C-4808-BBB1-3570A6ADD60E}"/>
              </a:ext>
            </a:extLst>
          </p:cNvPr>
          <p:cNvSpPr txBox="1"/>
          <p:nvPr/>
        </p:nvSpPr>
        <p:spPr>
          <a:xfrm>
            <a:off x="7468691" y="3608006"/>
            <a:ext cx="957703" cy="165036"/>
          </a:xfrm>
          <a:prstGeom prst="rect">
            <a:avLst/>
          </a:prstGeom>
          <a:solidFill>
            <a:srgbClr val="F2F2F2"/>
          </a:solidFill>
          <a:ln w="6350">
            <a:solidFill>
              <a:schemeClr val="tx1"/>
            </a:solidFill>
          </a:ln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altLang="ko-KR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Y: </a:t>
            </a:r>
            <a:r>
              <a:rPr lang="ko-KR" altLang="en-US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코팅 </a:t>
            </a:r>
            <a:r>
              <a:rPr lang="ko-KR" altLang="en-US" sz="6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로딩량</a:t>
            </a:r>
            <a:endParaRPr lang="en-US" altLang="ko-KR" sz="6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6C8A63D-202F-740A-3CCC-6B105B14BB0F}"/>
              </a:ext>
            </a:extLst>
          </p:cNvPr>
          <p:cNvSpPr txBox="1"/>
          <p:nvPr/>
        </p:nvSpPr>
        <p:spPr>
          <a:xfrm>
            <a:off x="8212887" y="341643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12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/16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)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</a:t>
            </a: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CC56AFBB-BCAB-8F6F-6C15-38400E38B964}"/>
              </a:ext>
            </a:extLst>
          </p:cNvPr>
          <p:cNvSpPr txBox="1">
            <a:spLocks/>
          </p:cNvSpPr>
          <p:nvPr/>
        </p:nvSpPr>
        <p:spPr>
          <a:xfrm>
            <a:off x="8212887" y="172366"/>
            <a:ext cx="95539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김형준</a:t>
            </a: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C942FD7-A830-06EE-F6D9-B5DB2F5C1D74}"/>
              </a:ext>
            </a:extLst>
          </p:cNvPr>
          <p:cNvPicPr>
            <a:picLocks noChangeAspect="1"/>
          </p:cNvPicPr>
          <p:nvPr/>
        </p:nvPicPr>
        <p:blipFill>
          <a:blip r:embed="rId1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984376" y="5226713"/>
            <a:ext cx="3553140" cy="699212"/>
          </a:xfrm>
          <a:prstGeom prst="rect">
            <a:avLst/>
          </a:prstGeom>
        </p:spPr>
      </p:pic>
      <p:grpSp>
        <p:nvGrpSpPr>
          <p:cNvPr id="4" name="그룹 3">
            <a:extLst>
              <a:ext uri="{FF2B5EF4-FFF2-40B4-BE49-F238E27FC236}">
                <a16:creationId xmlns:a16="http://schemas.microsoft.com/office/drawing/2014/main" id="{2F95F6AF-867C-C415-96CD-3655F583ECFC}"/>
              </a:ext>
            </a:extLst>
          </p:cNvPr>
          <p:cNvGrpSpPr/>
          <p:nvPr/>
        </p:nvGrpSpPr>
        <p:grpSpPr>
          <a:xfrm>
            <a:off x="2491329" y="4371456"/>
            <a:ext cx="2190154" cy="1777961"/>
            <a:chOff x="2374773" y="1964050"/>
            <a:chExt cx="1741006" cy="1413344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E9A1B53C-5C62-D6FF-B3B6-3E55A74AF941}"/>
                </a:ext>
              </a:extLst>
            </p:cNvPr>
            <p:cNvSpPr/>
            <p:nvPr/>
          </p:nvSpPr>
          <p:spPr>
            <a:xfrm>
              <a:off x="3081353" y="3303996"/>
              <a:ext cx="628859" cy="733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marL="0" lvl="2">
                <a:spcAft>
                  <a:spcPts val="200"/>
                </a:spcAft>
                <a:tabLst>
                  <a:tab pos="180000" algn="l"/>
                  <a:tab pos="1090800" algn="l"/>
                  <a:tab pos="1324800" algn="l"/>
                </a:tabLst>
                <a:defRPr/>
              </a:pPr>
              <a:r>
                <a:rPr kumimoji="1" lang="en-US" altLang="ko-KR" sz="600" kern="0">
                  <a:latin typeface="Arial Narrow" panose="020B0606020202030204" pitchFamily="34" charset="0"/>
                  <a:ea typeface="LG스마트체 Regular" panose="020B0600000101010101" pitchFamily="50" charset="-127"/>
                  <a:sym typeface="Wingdings" panose="05000000000000000000" pitchFamily="2" charset="2"/>
                </a:rPr>
                <a:t>4695 (7</a:t>
              </a:r>
              <a:r>
                <a:rPr kumimoji="1" lang="ko-KR" altLang="en-US" sz="600" kern="0">
                  <a:latin typeface="Arial Narrow" panose="020B0606020202030204" pitchFamily="34" charset="0"/>
                  <a:ea typeface="LG스마트체 Regular" panose="020B0600000101010101" pitchFamily="50" charset="-127"/>
                  <a:sym typeface="Wingdings" panose="05000000000000000000" pitchFamily="2" charset="2"/>
                </a:rPr>
                <a:t>패턴</a:t>
              </a:r>
              <a:r>
                <a:rPr kumimoji="1" lang="en-US" altLang="ko-KR" sz="600" kern="0">
                  <a:latin typeface="Arial Narrow" panose="020B0606020202030204" pitchFamily="34" charset="0"/>
                  <a:ea typeface="LG스마트체 Regular" panose="020B0600000101010101" pitchFamily="50" charset="-127"/>
                  <a:sym typeface="Wingdings" panose="05000000000000000000" pitchFamily="2" charset="2"/>
                </a:rPr>
                <a:t>, N32S, </a:t>
              </a:r>
              <a:r>
                <a:rPr kumimoji="1" lang="ko-KR" altLang="en-US" sz="600" kern="0">
                  <a:latin typeface="Arial Narrow" panose="020B0606020202030204" pitchFamily="34" charset="0"/>
                  <a:ea typeface="LG스마트체 Regular" panose="020B0600000101010101" pitchFamily="50" charset="-127"/>
                  <a:sym typeface="Wingdings" panose="05000000000000000000" pitchFamily="2" charset="2"/>
                </a:rPr>
                <a:t>양극</a:t>
              </a:r>
              <a:r>
                <a:rPr kumimoji="1" lang="en-US" altLang="ko-KR" sz="600" kern="0">
                  <a:latin typeface="Arial Narrow" panose="020B0606020202030204" pitchFamily="34" charset="0"/>
                  <a:ea typeface="LG스마트체 Regular" panose="020B0600000101010101" pitchFamily="50" charset="-127"/>
                  <a:sym typeface="Wingdings" panose="05000000000000000000" pitchFamily="2" charset="2"/>
                </a:rPr>
                <a:t>)</a:t>
              </a:r>
            </a:p>
          </p:txBody>
        </p:sp>
        <p:pic>
          <p:nvPicPr>
            <p:cNvPr id="11" name="Picture 2">
              <a:extLst>
                <a:ext uri="{FF2B5EF4-FFF2-40B4-BE49-F238E27FC236}">
                  <a16:creationId xmlns:a16="http://schemas.microsoft.com/office/drawing/2014/main" id="{8E84493E-117E-DF5C-48CD-7429CC9AEE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email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backgroundRemoval t="6065" b="93195" l="8770" r="92825">
                          <a14:foregroundMark x1="28815" y1="6953" x2="28815" y2="6953"/>
                          <a14:foregroundMark x1="93166" y1="51775" x2="93166" y2="51775"/>
                          <a14:foregroundMark x1="55809" y1="90533" x2="55809" y2="90533"/>
                          <a14:foregroundMark x1="42255" y1="92012" x2="42255" y2="92012"/>
                          <a14:foregroundMark x1="33485" y1="93491" x2="33485" y2="93491"/>
                          <a14:foregroundMark x1="8770" y1="37426" x2="8770" y2="37426"/>
                          <a14:foregroundMark x1="31663" y1="6065" x2="31663" y2="6065"/>
                          <a14:foregroundMark x1="35308" y1="9024" x2="35308" y2="9024"/>
                          <a14:foregroundMark x1="43166" y1="15533" x2="43166" y2="15533"/>
                          <a14:foregroundMark x1="42369" y1="13905" x2="42369" y2="13905"/>
                          <a14:foregroundMark x1="52050" y1="20710" x2="52050" y2="20710"/>
                          <a14:foregroundMark x1="63326" y1="28846" x2="63326" y2="28846"/>
                          <a14:foregroundMark x1="71982" y1="34763" x2="71982" y2="34763"/>
                          <a14:foregroundMark x1="81777" y1="41716" x2="81777" y2="41716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4773" y="2060428"/>
              <a:ext cx="1363399" cy="107201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02CFD83B-9B75-6FA7-704D-7F9CAE2EF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73284" y="2210434"/>
              <a:ext cx="319960" cy="179382"/>
            </a:xfrm>
            <a:prstGeom prst="line">
              <a:avLst/>
            </a:prstGeom>
            <a:ln>
              <a:solidFill>
                <a:srgbClr val="0000FF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A7260EC8-C687-E5B6-0241-73ECD3CAB0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155156" y="2429000"/>
              <a:ext cx="344604" cy="188742"/>
            </a:xfrm>
            <a:prstGeom prst="line">
              <a:avLst/>
            </a:prstGeom>
            <a:ln>
              <a:solidFill>
                <a:srgbClr val="0000FF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오른쪽 중괄호 43">
              <a:extLst>
                <a:ext uri="{FF2B5EF4-FFF2-40B4-BE49-F238E27FC236}">
                  <a16:creationId xmlns:a16="http://schemas.microsoft.com/office/drawing/2014/main" id="{521C5267-8A89-7176-0857-BDBF772AED20}"/>
                </a:ext>
              </a:extLst>
            </p:cNvPr>
            <p:cNvSpPr/>
            <p:nvPr/>
          </p:nvSpPr>
          <p:spPr>
            <a:xfrm>
              <a:off x="3210169" y="2144510"/>
              <a:ext cx="249470" cy="311230"/>
            </a:xfrm>
            <a:prstGeom prst="rightBrace">
              <a:avLst>
                <a:gd name="adj1" fmla="val 46776"/>
                <a:gd name="adj2" fmla="val 50000"/>
              </a:avLst>
            </a:prstGeom>
            <a:scene3d>
              <a:camera prst="orthographicFront">
                <a:rot lat="1081770" lon="3278619" rev="3506941"/>
              </a:camera>
              <a:lightRig rig="threePt" dir="t"/>
            </a:scene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5" name="오른쪽 중괄호 44">
              <a:extLst>
                <a:ext uri="{FF2B5EF4-FFF2-40B4-BE49-F238E27FC236}">
                  <a16:creationId xmlns:a16="http://schemas.microsoft.com/office/drawing/2014/main" id="{9350B812-240B-4B2A-D6BB-69EC8CC6B7C4}"/>
                </a:ext>
              </a:extLst>
            </p:cNvPr>
            <p:cNvSpPr/>
            <p:nvPr/>
          </p:nvSpPr>
          <p:spPr>
            <a:xfrm>
              <a:off x="3527569" y="2376331"/>
              <a:ext cx="249470" cy="196953"/>
            </a:xfrm>
            <a:prstGeom prst="rightBrace">
              <a:avLst>
                <a:gd name="adj1" fmla="val 46776"/>
                <a:gd name="adj2" fmla="val 50000"/>
              </a:avLst>
            </a:prstGeom>
            <a:scene3d>
              <a:camera prst="orthographicFront">
                <a:rot lat="1081770" lon="3278619" rev="3506941"/>
              </a:camera>
              <a:lightRig rig="threePt" dir="t"/>
            </a:scene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오른쪽 중괄호 45">
              <a:extLst>
                <a:ext uri="{FF2B5EF4-FFF2-40B4-BE49-F238E27FC236}">
                  <a16:creationId xmlns:a16="http://schemas.microsoft.com/office/drawing/2014/main" id="{CFA1FFE0-F616-36F1-AA39-CE1C4A5F79C5}"/>
                </a:ext>
              </a:extLst>
            </p:cNvPr>
            <p:cNvSpPr/>
            <p:nvPr/>
          </p:nvSpPr>
          <p:spPr>
            <a:xfrm>
              <a:off x="2855111" y="2011459"/>
              <a:ext cx="249470" cy="196953"/>
            </a:xfrm>
            <a:prstGeom prst="rightBrace">
              <a:avLst>
                <a:gd name="adj1" fmla="val 46776"/>
                <a:gd name="adj2" fmla="val 50000"/>
              </a:avLst>
            </a:prstGeom>
            <a:scene3d>
              <a:camera prst="orthographicFront">
                <a:rot lat="1081770" lon="3278619" rev="3506941"/>
              </a:camera>
              <a:lightRig rig="threePt" dir="t"/>
            </a:scene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C9B9AB0F-9F66-48D2-1ECC-175B642A69A5}"/>
                </a:ext>
              </a:extLst>
            </p:cNvPr>
            <p:cNvSpPr/>
            <p:nvPr/>
          </p:nvSpPr>
          <p:spPr>
            <a:xfrm>
              <a:off x="3426350" y="2136559"/>
              <a:ext cx="323034" cy="733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marL="0" lvl="2">
                <a:spcAft>
                  <a:spcPts val="200"/>
                </a:spcAft>
                <a:tabLst>
                  <a:tab pos="180000" algn="l"/>
                  <a:tab pos="1090800" algn="l"/>
                  <a:tab pos="1324800" algn="l"/>
                </a:tabLst>
                <a:defRPr/>
              </a:pPr>
              <a:r>
                <a:rPr kumimoji="1" lang="en-US" altLang="ko-KR" sz="600" kern="0">
                  <a:latin typeface="Arial Narrow" panose="020B0606020202030204" pitchFamily="34" charset="0"/>
                  <a:ea typeface="LG스마트체 Regular" panose="020B0600000101010101" pitchFamily="50" charset="-127"/>
                  <a:sym typeface="Wingdings" panose="05000000000000000000" pitchFamily="2" charset="2"/>
                </a:rPr>
                <a:t>3</a:t>
              </a:r>
              <a:r>
                <a:rPr kumimoji="1" lang="ko-KR" altLang="en-US" sz="600" kern="0">
                  <a:latin typeface="Arial Narrow" panose="020B0606020202030204" pitchFamily="34" charset="0"/>
                  <a:ea typeface="LG스마트체 Regular" panose="020B0600000101010101" pitchFamily="50" charset="-127"/>
                  <a:sym typeface="Wingdings" panose="05000000000000000000" pitchFamily="2" charset="2"/>
                </a:rPr>
                <a:t>분할 </a:t>
              </a:r>
              <a:r>
                <a:rPr kumimoji="1" lang="ko-KR" altLang="en-US" sz="600" kern="0" err="1">
                  <a:latin typeface="Arial Narrow" panose="020B0606020202030204" pitchFamily="34" charset="0"/>
                  <a:ea typeface="LG스마트체 Regular" panose="020B0600000101010101" pitchFamily="50" charset="-127"/>
                  <a:sym typeface="Wingdings" panose="05000000000000000000" pitchFamily="2" charset="2"/>
                </a:rPr>
                <a:t>토출</a:t>
              </a:r>
              <a:endParaRPr kumimoji="1" lang="en-US" altLang="ko-KR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0C3E98F2-B426-AB2A-A1A0-C5994AC638CB}"/>
                </a:ext>
              </a:extLst>
            </p:cNvPr>
            <p:cNvSpPr/>
            <p:nvPr/>
          </p:nvSpPr>
          <p:spPr>
            <a:xfrm>
              <a:off x="3756343" y="2339632"/>
              <a:ext cx="359436" cy="733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marL="0" lvl="2">
                <a:spcAft>
                  <a:spcPts val="200"/>
                </a:spcAft>
                <a:tabLst>
                  <a:tab pos="180000" algn="l"/>
                  <a:tab pos="1090800" algn="l"/>
                  <a:tab pos="1324800" algn="l"/>
                </a:tabLst>
                <a:defRPr/>
              </a:pPr>
              <a:r>
                <a:rPr kumimoji="1" lang="en-US" altLang="ko-KR" sz="600" kern="0">
                  <a:latin typeface="Arial Narrow" panose="020B0606020202030204" pitchFamily="34" charset="0"/>
                  <a:ea typeface="LG스마트체 Regular" panose="020B0600000101010101" pitchFamily="50" charset="-127"/>
                  <a:sym typeface="Wingdings" panose="05000000000000000000" pitchFamily="2" charset="2"/>
                </a:rPr>
                <a:t>2</a:t>
              </a:r>
              <a:r>
                <a:rPr kumimoji="1" lang="ko-KR" altLang="en-US" sz="600" kern="0">
                  <a:latin typeface="Arial Narrow" panose="020B0606020202030204" pitchFamily="34" charset="0"/>
                  <a:ea typeface="LG스마트체 Regular" panose="020B0600000101010101" pitchFamily="50" charset="-127"/>
                  <a:sym typeface="Wingdings" panose="05000000000000000000" pitchFamily="2" charset="2"/>
                </a:rPr>
                <a:t>분할 </a:t>
              </a:r>
              <a:r>
                <a:rPr kumimoji="1" lang="ko-KR" altLang="en-US" sz="600" kern="0" err="1">
                  <a:latin typeface="Arial Narrow" panose="020B0606020202030204" pitchFamily="34" charset="0"/>
                  <a:ea typeface="LG스마트체 Regular" panose="020B0600000101010101" pitchFamily="50" charset="-127"/>
                  <a:sym typeface="Wingdings" panose="05000000000000000000" pitchFamily="2" charset="2"/>
                </a:rPr>
                <a:t>토출</a:t>
              </a:r>
              <a:endParaRPr kumimoji="1" lang="en-US" altLang="ko-KR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1461DB78-2536-8E62-E194-546B8639AA81}"/>
                </a:ext>
              </a:extLst>
            </p:cNvPr>
            <p:cNvSpPr/>
            <p:nvPr/>
          </p:nvSpPr>
          <p:spPr>
            <a:xfrm>
              <a:off x="3056473" y="1964050"/>
              <a:ext cx="339310" cy="733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marL="0" lvl="2">
                <a:spcAft>
                  <a:spcPts val="200"/>
                </a:spcAft>
                <a:tabLst>
                  <a:tab pos="180000" algn="l"/>
                  <a:tab pos="1090800" algn="l"/>
                  <a:tab pos="1324800" algn="l"/>
                </a:tabLst>
                <a:defRPr/>
              </a:pPr>
              <a:r>
                <a:rPr kumimoji="1" lang="en-US" altLang="ko-KR" sz="600" kern="0">
                  <a:latin typeface="Arial Narrow" panose="020B0606020202030204" pitchFamily="34" charset="0"/>
                  <a:ea typeface="LG스마트체 Regular" panose="020B0600000101010101" pitchFamily="50" charset="-127"/>
                  <a:sym typeface="Wingdings" panose="05000000000000000000" pitchFamily="2" charset="2"/>
                </a:rPr>
                <a:t>2</a:t>
              </a:r>
              <a:r>
                <a:rPr kumimoji="1" lang="ko-KR" altLang="en-US" sz="600" kern="0">
                  <a:latin typeface="Arial Narrow" panose="020B0606020202030204" pitchFamily="34" charset="0"/>
                  <a:ea typeface="LG스마트체 Regular" panose="020B0600000101010101" pitchFamily="50" charset="-127"/>
                  <a:sym typeface="Wingdings" panose="05000000000000000000" pitchFamily="2" charset="2"/>
                </a:rPr>
                <a:t>분할 </a:t>
              </a:r>
              <a:r>
                <a:rPr kumimoji="1" lang="ko-KR" altLang="en-US" sz="600" kern="0" err="1">
                  <a:latin typeface="Arial Narrow" panose="020B0606020202030204" pitchFamily="34" charset="0"/>
                  <a:ea typeface="LG스마트체 Regular" panose="020B0600000101010101" pitchFamily="50" charset="-127"/>
                  <a:sym typeface="Wingdings" panose="05000000000000000000" pitchFamily="2" charset="2"/>
                </a:rPr>
                <a:t>토출</a:t>
              </a:r>
              <a:endParaRPr kumimoji="1" lang="en-US" altLang="ko-KR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endParaRPr>
            </a:p>
          </p:txBody>
        </p:sp>
      </p:grpSp>
      <p:graphicFrame>
        <p:nvGraphicFramePr>
          <p:cNvPr id="50" name="표 49">
            <a:extLst>
              <a:ext uri="{FF2B5EF4-FFF2-40B4-BE49-F238E27FC236}">
                <a16:creationId xmlns:a16="http://schemas.microsoft.com/office/drawing/2014/main" id="{AED78FFB-2B32-AA6D-223E-89D5C9A3DA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2061758"/>
              </p:ext>
            </p:extLst>
          </p:nvPr>
        </p:nvGraphicFramePr>
        <p:xfrm>
          <a:off x="2629141" y="3625655"/>
          <a:ext cx="562843" cy="5772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62843">
                  <a:extLst>
                    <a:ext uri="{9D8B030D-6E8A-4147-A177-3AD203B41FA5}">
                      <a16:colId xmlns:a16="http://schemas.microsoft.com/office/drawing/2014/main" val="86059595"/>
                    </a:ext>
                  </a:extLst>
                </a:gridCol>
              </a:tblGrid>
              <a:tr h="96204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600" b="1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X</a:t>
                      </a:r>
                      <a:r>
                        <a:rPr lang="ko-KR" altLang="en-US" sz="600" b="1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인자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1801793"/>
                  </a:ext>
                </a:extLst>
              </a:tr>
              <a:tr h="192408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Main </a:t>
                      </a:r>
                      <a:r>
                        <a:rPr kumimoji="0" lang="ko-KR" altLang="en-US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배관 유량 </a:t>
                      </a:r>
                      <a:r>
                        <a:rPr kumimoji="0" lang="en-US" altLang="ko-KR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[kg/min]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9614870"/>
                  </a:ext>
                </a:extLst>
              </a:tr>
              <a:tr h="96204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개도율</a:t>
                      </a:r>
                      <a:r>
                        <a:rPr kumimoji="0" lang="ko-KR" altLang="en-US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 [%]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0562086"/>
                  </a:ext>
                </a:extLst>
              </a:tr>
              <a:tr h="96204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개도율</a:t>
                      </a:r>
                      <a:r>
                        <a:rPr kumimoji="0" lang="ko-KR" altLang="en-US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2 [%]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5377509"/>
                  </a:ext>
                </a:extLst>
              </a:tr>
              <a:tr h="96204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개도율</a:t>
                      </a:r>
                      <a:r>
                        <a:rPr kumimoji="0" lang="ko-KR" altLang="en-US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 [%]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8864881"/>
                  </a:ext>
                </a:extLst>
              </a:tr>
            </a:tbl>
          </a:graphicData>
        </a:graphic>
      </p:graphicFrame>
      <p:graphicFrame>
        <p:nvGraphicFramePr>
          <p:cNvPr id="51" name="표 50">
            <a:extLst>
              <a:ext uri="{FF2B5EF4-FFF2-40B4-BE49-F238E27FC236}">
                <a16:creationId xmlns:a16="http://schemas.microsoft.com/office/drawing/2014/main" id="{EE561BFE-8F41-ECAF-B09F-800BF8A8C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2004746"/>
              </p:ext>
            </p:extLst>
          </p:nvPr>
        </p:nvGraphicFramePr>
        <p:xfrm>
          <a:off x="3357803" y="3624951"/>
          <a:ext cx="1052548" cy="579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6274">
                  <a:extLst>
                    <a:ext uri="{9D8B030D-6E8A-4147-A177-3AD203B41FA5}">
                      <a16:colId xmlns:a16="http://schemas.microsoft.com/office/drawing/2014/main" val="86059595"/>
                    </a:ext>
                  </a:extLst>
                </a:gridCol>
                <a:gridCol w="526274">
                  <a:extLst>
                    <a:ext uri="{9D8B030D-6E8A-4147-A177-3AD203B41FA5}">
                      <a16:colId xmlns:a16="http://schemas.microsoft.com/office/drawing/2014/main" val="946246555"/>
                    </a:ext>
                  </a:extLst>
                </a:gridCol>
              </a:tblGrid>
              <a:tr h="98406">
                <a:tc grid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600" b="1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Y</a:t>
                      </a:r>
                      <a:r>
                        <a:rPr lang="ko-KR" altLang="en-US" sz="600" b="1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인자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000" b="1" kern="12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1801793"/>
                  </a:ext>
                </a:extLst>
              </a:tr>
              <a:tr h="120361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유량 </a:t>
                      </a:r>
                      <a:r>
                        <a:rPr kumimoji="0" lang="en-US" altLang="ko-KR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 [kg/s]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유량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2 </a:t>
                      </a:r>
                      <a:r>
                        <a:rPr kumimoji="0" lang="en-US" altLang="ko-KR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[kg/s]</a:t>
                      </a: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9614870"/>
                  </a:ext>
                </a:extLst>
              </a:tr>
              <a:tr h="120361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유량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 </a:t>
                      </a:r>
                      <a:r>
                        <a:rPr kumimoji="0" lang="en-US" altLang="ko-KR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[kg/s]</a:t>
                      </a: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유량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4 </a:t>
                      </a:r>
                      <a:r>
                        <a:rPr kumimoji="0" lang="en-US" altLang="ko-KR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[kg/s]</a:t>
                      </a: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0562086"/>
                  </a:ext>
                </a:extLst>
              </a:tr>
              <a:tr h="120361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유량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5 </a:t>
                      </a:r>
                      <a:r>
                        <a:rPr kumimoji="0" lang="en-US" altLang="ko-KR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[kg/s]</a:t>
                      </a: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유량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 </a:t>
                      </a:r>
                      <a:r>
                        <a:rPr kumimoji="0" lang="en-US" altLang="ko-KR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[kg/s]</a:t>
                      </a: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5377509"/>
                  </a:ext>
                </a:extLst>
              </a:tr>
              <a:tr h="120361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유량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7 </a:t>
                      </a:r>
                      <a:r>
                        <a:rPr kumimoji="0" lang="en-US" altLang="ko-KR" sz="6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[kg/s]</a:t>
                      </a: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8864881"/>
                  </a:ext>
                </a:extLst>
              </a:tr>
            </a:tbl>
          </a:graphicData>
        </a:graphic>
      </p:graphicFrame>
      <p:sp>
        <p:nvSpPr>
          <p:cNvPr id="52" name="직사각형 51">
            <a:extLst>
              <a:ext uri="{FF2B5EF4-FFF2-40B4-BE49-F238E27FC236}">
                <a16:creationId xmlns:a16="http://schemas.microsoft.com/office/drawing/2014/main" id="{82F30295-3AA3-F4C3-F772-1D5305EEE876}"/>
              </a:ext>
            </a:extLst>
          </p:cNvPr>
          <p:cNvSpPr/>
          <p:nvPr/>
        </p:nvSpPr>
        <p:spPr>
          <a:xfrm>
            <a:off x="2865169" y="5838123"/>
            <a:ext cx="452164" cy="92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kumimoji="1" lang="en-US" altLang="ko-KR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Main</a:t>
            </a:r>
            <a:r>
              <a:rPr kumimoji="1" lang="ko-KR" altLang="en-US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배관 유량</a:t>
            </a:r>
            <a:endParaRPr kumimoji="1" lang="en-US" altLang="ko-KR" sz="600" kern="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F044B18C-0B13-E7DA-EFF2-1A6BD6A32BA7}"/>
              </a:ext>
            </a:extLst>
          </p:cNvPr>
          <p:cNvSpPr/>
          <p:nvPr/>
        </p:nvSpPr>
        <p:spPr>
          <a:xfrm>
            <a:off x="4089665" y="5053227"/>
            <a:ext cx="200671" cy="92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kumimoji="1" lang="ko-KR" altLang="en-US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유량</a:t>
            </a:r>
            <a:r>
              <a:rPr kumimoji="1" lang="en-US" altLang="ko-KR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1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6EED5E5-77C8-853C-6DC6-067BD43D7DA7}"/>
              </a:ext>
            </a:extLst>
          </p:cNvPr>
          <p:cNvSpPr/>
          <p:nvPr/>
        </p:nvSpPr>
        <p:spPr>
          <a:xfrm>
            <a:off x="3906615" y="4955418"/>
            <a:ext cx="200671" cy="92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kumimoji="1" lang="ko-KR" altLang="en-US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유량</a:t>
            </a:r>
            <a:r>
              <a:rPr kumimoji="1" lang="en-US" altLang="ko-KR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2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6470682-0412-5C71-0427-DBC06B40839D}"/>
              </a:ext>
            </a:extLst>
          </p:cNvPr>
          <p:cNvSpPr/>
          <p:nvPr/>
        </p:nvSpPr>
        <p:spPr>
          <a:xfrm>
            <a:off x="3723565" y="4857609"/>
            <a:ext cx="200671" cy="92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kumimoji="1" lang="ko-KR" altLang="en-US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유량</a:t>
            </a:r>
            <a:r>
              <a:rPr kumimoji="1" lang="en-US" altLang="ko-KR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3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8FEF8F5B-E326-2F69-BBB2-943F3187E779}"/>
              </a:ext>
            </a:extLst>
          </p:cNvPr>
          <p:cNvSpPr/>
          <p:nvPr/>
        </p:nvSpPr>
        <p:spPr>
          <a:xfrm>
            <a:off x="3540515" y="4759800"/>
            <a:ext cx="200671" cy="92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kumimoji="1" lang="ko-KR" altLang="en-US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유량</a:t>
            </a:r>
            <a:r>
              <a:rPr kumimoji="1" lang="en-US" altLang="ko-KR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4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7BD32C8F-8170-17B4-0B4A-B1B690720C87}"/>
              </a:ext>
            </a:extLst>
          </p:cNvPr>
          <p:cNvSpPr/>
          <p:nvPr/>
        </p:nvSpPr>
        <p:spPr>
          <a:xfrm>
            <a:off x="3357465" y="4661991"/>
            <a:ext cx="200671" cy="92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kumimoji="1" lang="ko-KR" altLang="en-US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유량</a:t>
            </a:r>
            <a:r>
              <a:rPr kumimoji="1" lang="en-US" altLang="ko-KR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5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CD2E3439-98FC-2264-4013-61ED559470E7}"/>
              </a:ext>
            </a:extLst>
          </p:cNvPr>
          <p:cNvSpPr/>
          <p:nvPr/>
        </p:nvSpPr>
        <p:spPr>
          <a:xfrm>
            <a:off x="3174415" y="4564182"/>
            <a:ext cx="200671" cy="92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kumimoji="1" lang="ko-KR" altLang="en-US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유량</a:t>
            </a:r>
            <a:r>
              <a:rPr kumimoji="1" lang="en-US" altLang="ko-KR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6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B02A1F8-60C9-53BA-3F58-A2F3859CCEC6}"/>
              </a:ext>
            </a:extLst>
          </p:cNvPr>
          <p:cNvSpPr/>
          <p:nvPr/>
        </p:nvSpPr>
        <p:spPr>
          <a:xfrm>
            <a:off x="2991365" y="4466373"/>
            <a:ext cx="200671" cy="92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kumimoji="1" lang="ko-KR" altLang="en-US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유량</a:t>
            </a:r>
            <a:r>
              <a:rPr kumimoji="1" lang="en-US" altLang="ko-KR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7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5BA3BB41-E043-44CD-A9F8-304753416545}"/>
              </a:ext>
            </a:extLst>
          </p:cNvPr>
          <p:cNvSpPr/>
          <p:nvPr/>
        </p:nvSpPr>
        <p:spPr>
          <a:xfrm>
            <a:off x="3521804" y="5550031"/>
            <a:ext cx="253937" cy="92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kumimoji="1" lang="ko-KR" altLang="en-US" sz="600" kern="0" err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개도율</a:t>
            </a:r>
            <a:r>
              <a:rPr kumimoji="1" lang="en-US" altLang="ko-KR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1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DD0F79B6-3C0E-1B09-185D-37D43D85E82D}"/>
              </a:ext>
            </a:extLst>
          </p:cNvPr>
          <p:cNvSpPr/>
          <p:nvPr/>
        </p:nvSpPr>
        <p:spPr>
          <a:xfrm>
            <a:off x="3103528" y="5314524"/>
            <a:ext cx="253937" cy="92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kumimoji="1" lang="ko-KR" altLang="en-US" sz="600" kern="0" err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개도율</a:t>
            </a:r>
            <a:r>
              <a:rPr kumimoji="1" lang="en-US" altLang="ko-KR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2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C4952E7F-1D44-18EF-E40D-3A2F29A1A25B}"/>
              </a:ext>
            </a:extLst>
          </p:cNvPr>
          <p:cNvSpPr/>
          <p:nvPr/>
        </p:nvSpPr>
        <p:spPr>
          <a:xfrm>
            <a:off x="2676917" y="5047751"/>
            <a:ext cx="253937" cy="92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kumimoji="1" lang="ko-KR" altLang="en-US" sz="600" kern="0" err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개도율</a:t>
            </a:r>
            <a:r>
              <a:rPr kumimoji="1" lang="en-US" altLang="ko-KR" sz="600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2852005536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>
            <a:extLst>
              <a:ext uri="{FF2B5EF4-FFF2-40B4-BE49-F238E27FC236}">
                <a16:creationId xmlns:a16="http://schemas.microsoft.com/office/drawing/2014/main" id="{D9CE1ADA-64B8-46C8-934E-FE05B63D5B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b="1">
                <a:latin typeface="Arial Narrow" panose="020B0606020202030204" pitchFamily="34" charset="0"/>
              </a:rPr>
              <a:t>4695 </a:t>
            </a:r>
            <a:r>
              <a:rPr lang="ko-KR" altLang="en-US" b="1">
                <a:latin typeface="Arial Narrow" panose="020B0606020202030204" pitchFamily="34" charset="0"/>
              </a:rPr>
              <a:t>음극 </a:t>
            </a:r>
            <a:r>
              <a:rPr lang="en-US" altLang="ko-KR" b="1">
                <a:latin typeface="Arial Narrow" panose="020B0606020202030204" pitchFamily="34" charset="0"/>
              </a:rPr>
              <a:t>N33Q </a:t>
            </a:r>
            <a:r>
              <a:rPr lang="ko-KR" altLang="en-US" b="1" err="1">
                <a:latin typeface="Arial Narrow" panose="020B0606020202030204" pitchFamily="34" charset="0"/>
              </a:rPr>
              <a:t>개도율</a:t>
            </a:r>
            <a:r>
              <a:rPr lang="ko-KR" altLang="en-US" b="1">
                <a:latin typeface="Arial Narrow" panose="020B0606020202030204" pitchFamily="34" charset="0"/>
              </a:rPr>
              <a:t> 자동보정 결과 </a:t>
            </a:r>
            <a:r>
              <a:rPr lang="en-US" altLang="ko-KR" b="1">
                <a:latin typeface="Arial Narrow" panose="020B0606020202030204" pitchFamily="34" charset="0"/>
              </a:rPr>
              <a:t>(Top)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FF2FF5B-11B3-4120-AFBF-C7B53E0FE215}"/>
              </a:ext>
            </a:extLst>
          </p:cNvPr>
          <p:cNvSpPr/>
          <p:nvPr/>
        </p:nvSpPr>
        <p:spPr>
          <a:xfrm>
            <a:off x="273000" y="671475"/>
            <a:ext cx="6788200" cy="69249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spcAft>
                <a:spcPts val="600"/>
              </a:spcAft>
            </a:pP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 </a:t>
            </a:r>
            <a:r>
              <a:rPr lang="ko-KR" altLang="en-US" sz="14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개도율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자동보정 적용 후 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(11/04, Top)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로딩 </a:t>
            </a:r>
            <a:r>
              <a:rPr lang="en-US" altLang="ko-KR" sz="14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Cpk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상승됨을 확인하였습니다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. (</a:t>
            </a:r>
            <a:r>
              <a:rPr lang="en-US" altLang="ko-KR" sz="1400" b="1" i="0" u="none" strike="noStrike" baseline="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2.56 </a:t>
            </a:r>
            <a:r>
              <a:rPr lang="ko-KR" altLang="en-US" sz="1400" b="1" i="0" u="none" strike="noStrike" baseline="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1400" b="1" i="0" u="none" strike="noStrike" baseline="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2.98</a:t>
            </a:r>
            <a:r>
              <a:rPr lang="en-US" altLang="ko-KR" sz="1400" b="0" i="0" u="none" strike="noStrike" baseline="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pPr>
              <a:spcAft>
                <a:spcPts val="600"/>
              </a:spcAft>
            </a:pPr>
            <a:b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1)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기능 검증 완료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6DB592ED-ABEB-E231-3C17-25E85D50ED39}"/>
              </a:ext>
            </a:extLst>
          </p:cNvPr>
          <p:cNvSpPr/>
          <p:nvPr/>
        </p:nvSpPr>
        <p:spPr>
          <a:xfrm>
            <a:off x="273000" y="4376036"/>
            <a:ext cx="5390681" cy="18466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spcAft>
                <a:spcPts val="600"/>
              </a:spcAft>
            </a:pPr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2)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로딩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 능력 상승 확인 완료 </a:t>
            </a:r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장기간 데이터 공정 능력 확인 필요</a:t>
            </a:r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81" name="표 80">
            <a:extLst>
              <a:ext uri="{FF2B5EF4-FFF2-40B4-BE49-F238E27FC236}">
                <a16:creationId xmlns:a16="http://schemas.microsoft.com/office/drawing/2014/main" id="{CABBA809-6F15-D521-B66A-2672B2384410}"/>
              </a:ext>
            </a:extLst>
          </p:cNvPr>
          <p:cNvGraphicFramePr>
            <a:graphicFrameLocks noGrp="1"/>
          </p:cNvGraphicFramePr>
          <p:nvPr/>
        </p:nvGraphicFramePr>
        <p:xfrm>
          <a:off x="354490" y="4761793"/>
          <a:ext cx="3154516" cy="858977"/>
        </p:xfrm>
        <a:graphic>
          <a:graphicData uri="http://schemas.openxmlformats.org/drawingml/2006/table">
            <a:tbl>
              <a:tblPr/>
              <a:tblGrid>
                <a:gridCol w="542065">
                  <a:extLst>
                    <a:ext uri="{9D8B030D-6E8A-4147-A177-3AD203B41FA5}">
                      <a16:colId xmlns:a16="http://schemas.microsoft.com/office/drawing/2014/main" val="2936815575"/>
                    </a:ext>
                  </a:extLst>
                </a:gridCol>
                <a:gridCol w="986256">
                  <a:extLst>
                    <a:ext uri="{9D8B030D-6E8A-4147-A177-3AD203B41FA5}">
                      <a16:colId xmlns:a16="http://schemas.microsoft.com/office/drawing/2014/main" val="3631524106"/>
                    </a:ext>
                  </a:extLst>
                </a:gridCol>
                <a:gridCol w="542065">
                  <a:extLst>
                    <a:ext uri="{9D8B030D-6E8A-4147-A177-3AD203B41FA5}">
                      <a16:colId xmlns:a16="http://schemas.microsoft.com/office/drawing/2014/main" val="181934829"/>
                    </a:ext>
                  </a:extLst>
                </a:gridCol>
                <a:gridCol w="542065">
                  <a:extLst>
                    <a:ext uri="{9D8B030D-6E8A-4147-A177-3AD203B41FA5}">
                      <a16:colId xmlns:a16="http://schemas.microsoft.com/office/drawing/2014/main" val="4046817951"/>
                    </a:ext>
                  </a:extLst>
                </a:gridCol>
                <a:gridCol w="542065">
                  <a:extLst>
                    <a:ext uri="{9D8B030D-6E8A-4147-A177-3AD203B41FA5}">
                      <a16:colId xmlns:a16="http://schemas.microsoft.com/office/drawing/2014/main" val="3220301292"/>
                    </a:ext>
                  </a:extLst>
                </a:gridCol>
              </a:tblGrid>
              <a:tr h="3434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구간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Cpk</a:t>
                      </a:r>
                      <a:endParaRPr lang="en-US" sz="10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Ppk</a:t>
                      </a:r>
                      <a:endParaRPr lang="en-US" sz="10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1956430"/>
                  </a:ext>
                </a:extLst>
              </a:tr>
              <a:tr h="2012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수동보정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14:10~14:47(37</a:t>
                      </a: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9324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9537708"/>
                  </a:ext>
                </a:extLst>
              </a:tr>
              <a:tr h="2012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14:47~16:40(113</a:t>
                      </a: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28224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2.98 (0.32</a:t>
                      </a:r>
                      <a:r>
                        <a:rPr lang="ko-KR" altLang="en-US" sz="10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▲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0.83 (0.11</a:t>
                      </a:r>
                      <a:r>
                        <a:rPr lang="ko-KR" altLang="en-US" sz="10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▲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320809"/>
                  </a:ext>
                </a:extLst>
              </a:tr>
            </a:tbl>
          </a:graphicData>
        </a:graphic>
      </p:graphicFrame>
      <p:pic>
        <p:nvPicPr>
          <p:cNvPr id="14" name="그림 13">
            <a:extLst>
              <a:ext uri="{FF2B5EF4-FFF2-40B4-BE49-F238E27FC236}">
                <a16:creationId xmlns:a16="http://schemas.microsoft.com/office/drawing/2014/main" id="{40E33614-6F6B-8CD8-1648-900948DFAE6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7289" y="1666718"/>
            <a:ext cx="9360000" cy="548441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0890A840-87F2-0F6B-CA17-E375408CBF74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3338" y="3635167"/>
            <a:ext cx="9834562" cy="538559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ED69E5DB-A790-216C-86D7-A65E66969534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896" y="2383397"/>
            <a:ext cx="9725992" cy="585903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72EC657C-59AD-479D-AB92-A98D2AB3D265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763" y="3075118"/>
            <a:ext cx="9867899" cy="553198"/>
          </a:xfrm>
          <a:prstGeom prst="rect">
            <a:avLst/>
          </a:prstGeom>
        </p:spPr>
      </p:pic>
      <p:sp>
        <p:nvSpPr>
          <p:cNvPr id="45" name="직사각형 44">
            <a:extLst>
              <a:ext uri="{FF2B5EF4-FFF2-40B4-BE49-F238E27FC236}">
                <a16:creationId xmlns:a16="http://schemas.microsoft.com/office/drawing/2014/main" id="{98D9509C-EDDB-A324-420B-F4EEEBDFC285}"/>
              </a:ext>
            </a:extLst>
          </p:cNvPr>
          <p:cNvSpPr/>
          <p:nvPr/>
        </p:nvSpPr>
        <p:spPr>
          <a:xfrm>
            <a:off x="336548" y="1759796"/>
            <a:ext cx="449264" cy="105703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</a:t>
            </a:r>
            <a:r>
              <a:rPr lang="ko-KR" altLang="en-US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밸브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67949BF1-1068-9DA2-5774-44592CD7B2CB}"/>
              </a:ext>
            </a:extLst>
          </p:cNvPr>
          <p:cNvSpPr/>
          <p:nvPr/>
        </p:nvSpPr>
        <p:spPr>
          <a:xfrm>
            <a:off x="336550" y="1871283"/>
            <a:ext cx="449264" cy="17367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B</a:t>
            </a:r>
            <a:r>
              <a:rPr lang="ko-KR" altLang="en-US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밸브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CE82B850-893A-4BFD-F66C-9EC8D74DDCA6}"/>
              </a:ext>
            </a:extLst>
          </p:cNvPr>
          <p:cNvSpPr/>
          <p:nvPr/>
        </p:nvSpPr>
        <p:spPr>
          <a:xfrm>
            <a:off x="336549" y="2052744"/>
            <a:ext cx="449264" cy="10570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</a:t>
            </a:r>
            <a:r>
              <a:rPr lang="ko-KR" altLang="en-US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밸브</a:t>
            </a: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6A8153B9-EB2A-9FFD-73A4-8465A08C8137}"/>
              </a:ext>
            </a:extLst>
          </p:cNvPr>
          <p:cNvCxnSpPr/>
          <p:nvPr/>
        </p:nvCxnSpPr>
        <p:spPr>
          <a:xfrm>
            <a:off x="785810" y="1869097"/>
            <a:ext cx="7867650" cy="0"/>
          </a:xfrm>
          <a:prstGeom prst="line">
            <a:avLst/>
          </a:prstGeom>
          <a:ln w="952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93DBD711-6470-4F18-4D6B-0D6353DF88CA}"/>
              </a:ext>
            </a:extLst>
          </p:cNvPr>
          <p:cNvCxnSpPr/>
          <p:nvPr/>
        </p:nvCxnSpPr>
        <p:spPr>
          <a:xfrm>
            <a:off x="785811" y="2044956"/>
            <a:ext cx="7867650" cy="0"/>
          </a:xfrm>
          <a:prstGeom prst="line">
            <a:avLst/>
          </a:prstGeom>
          <a:ln w="952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5" name="그림 54">
            <a:extLst>
              <a:ext uri="{FF2B5EF4-FFF2-40B4-BE49-F238E27FC236}">
                <a16:creationId xmlns:a16="http://schemas.microsoft.com/office/drawing/2014/main" id="{AAA2900D-8B64-E92C-AC26-C3E2B292907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7289" y="1059658"/>
            <a:ext cx="9360000" cy="548441"/>
          </a:xfrm>
          <a:prstGeom prst="rect">
            <a:avLst/>
          </a:prstGeom>
        </p:spPr>
      </p:pic>
      <p:sp>
        <p:nvSpPr>
          <p:cNvPr id="59" name="직사각형 58">
            <a:extLst>
              <a:ext uri="{FF2B5EF4-FFF2-40B4-BE49-F238E27FC236}">
                <a16:creationId xmlns:a16="http://schemas.microsoft.com/office/drawing/2014/main" id="{99ACF4AB-8438-B0B5-AAAE-C705AE62182D}"/>
              </a:ext>
            </a:extLst>
          </p:cNvPr>
          <p:cNvSpPr/>
          <p:nvPr/>
        </p:nvSpPr>
        <p:spPr>
          <a:xfrm>
            <a:off x="7565848" y="2344837"/>
            <a:ext cx="479421" cy="124897"/>
          </a:xfrm>
          <a:prstGeom prst="rect">
            <a:avLst/>
          </a:prstGeom>
          <a:solidFill>
            <a:srgbClr val="DDFADD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3F12BBB1-A085-03E8-5B39-7734003FC40A}"/>
              </a:ext>
            </a:extLst>
          </p:cNvPr>
          <p:cNvSpPr txBox="1"/>
          <p:nvPr/>
        </p:nvSpPr>
        <p:spPr>
          <a:xfrm>
            <a:off x="8069580" y="2330341"/>
            <a:ext cx="1577708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: Control valve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On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구간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E546EA-C687-87B6-1501-5DD5ED2CF3E7}"/>
              </a:ext>
            </a:extLst>
          </p:cNvPr>
          <p:cNvSpPr/>
          <p:nvPr/>
        </p:nvSpPr>
        <p:spPr>
          <a:xfrm>
            <a:off x="7695388" y="3006443"/>
            <a:ext cx="479421" cy="124897"/>
          </a:xfrm>
          <a:prstGeom prst="rect">
            <a:avLst/>
          </a:prstGeom>
          <a:solidFill>
            <a:srgbClr val="DDFADD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EB5DF96A-95FA-9C8E-5933-3BCC53AE5E57}"/>
              </a:ext>
            </a:extLst>
          </p:cNvPr>
          <p:cNvSpPr txBox="1"/>
          <p:nvPr/>
        </p:nvSpPr>
        <p:spPr>
          <a:xfrm>
            <a:off x="8183880" y="2991947"/>
            <a:ext cx="1463408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: RPM/Gap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On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구간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43F84390-401D-421F-F411-EC8DE9C3265C}"/>
              </a:ext>
            </a:extLst>
          </p:cNvPr>
          <p:cNvSpPr/>
          <p:nvPr/>
        </p:nvSpPr>
        <p:spPr>
          <a:xfrm>
            <a:off x="508001" y="2779202"/>
            <a:ext cx="469894" cy="105703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</a:t>
            </a:r>
            <a:r>
              <a:rPr lang="ko-KR" altLang="en-US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밸브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E30FD11-5F95-F936-82E3-36DE9D555A6C}"/>
              </a:ext>
            </a:extLst>
          </p:cNvPr>
          <p:cNvSpPr/>
          <p:nvPr/>
        </p:nvSpPr>
        <p:spPr>
          <a:xfrm>
            <a:off x="759609" y="2528448"/>
            <a:ext cx="436569" cy="10570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B</a:t>
            </a:r>
            <a:r>
              <a:rPr lang="ko-KR" altLang="en-US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밸브</a:t>
            </a: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FB88F700-86A5-2777-82F8-AD4A9F77B477}"/>
              </a:ext>
            </a:extLst>
          </p:cNvPr>
          <p:cNvSpPr/>
          <p:nvPr/>
        </p:nvSpPr>
        <p:spPr>
          <a:xfrm>
            <a:off x="977894" y="2779202"/>
            <a:ext cx="436569" cy="10570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</a:t>
            </a:r>
            <a:r>
              <a:rPr lang="ko-KR" altLang="en-US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밸브</a:t>
            </a: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3F2872E7-2086-1E69-4EDC-5CBC7D4690CC}"/>
              </a:ext>
            </a:extLst>
          </p:cNvPr>
          <p:cNvCxnSpPr>
            <a:cxnSpLocks/>
          </p:cNvCxnSpPr>
          <p:nvPr/>
        </p:nvCxnSpPr>
        <p:spPr>
          <a:xfrm>
            <a:off x="2668588" y="1071585"/>
            <a:ext cx="0" cy="1259500"/>
          </a:xfrm>
          <a:prstGeom prst="line">
            <a:avLst/>
          </a:prstGeom>
          <a:ln w="28575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7B7FA841-297D-2051-251B-FE5C722E8E2C}"/>
              </a:ext>
            </a:extLst>
          </p:cNvPr>
          <p:cNvCxnSpPr/>
          <p:nvPr/>
        </p:nvCxnSpPr>
        <p:spPr>
          <a:xfrm>
            <a:off x="785810" y="2221011"/>
            <a:ext cx="1882778" cy="0"/>
          </a:xfrm>
          <a:prstGeom prst="straightConnector1">
            <a:avLst/>
          </a:prstGeom>
          <a:ln>
            <a:solidFill>
              <a:schemeClr val="bg2">
                <a:lumMod val="50000"/>
              </a:schemeClr>
            </a:solidFill>
            <a:headEnd type="triangle" w="sm" len="med"/>
            <a:tailEnd type="triangle" w="sm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직선 화살표 연결선 111">
            <a:extLst>
              <a:ext uri="{FF2B5EF4-FFF2-40B4-BE49-F238E27FC236}">
                <a16:creationId xmlns:a16="http://schemas.microsoft.com/office/drawing/2014/main" id="{D7368B23-5BB3-78F1-2A69-2E9331C7993A}"/>
              </a:ext>
            </a:extLst>
          </p:cNvPr>
          <p:cNvCxnSpPr>
            <a:cxnSpLocks/>
          </p:cNvCxnSpPr>
          <p:nvPr/>
        </p:nvCxnSpPr>
        <p:spPr>
          <a:xfrm>
            <a:off x="2668588" y="2221010"/>
            <a:ext cx="5827712" cy="0"/>
          </a:xfrm>
          <a:prstGeom prst="straightConnector1">
            <a:avLst/>
          </a:prstGeom>
          <a:ln>
            <a:solidFill>
              <a:schemeClr val="bg2">
                <a:lumMod val="50000"/>
              </a:schemeClr>
            </a:solidFill>
            <a:headEnd type="triangle" w="sm" len="med"/>
            <a:tailEnd type="triangle" w="sm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TextBox 114">
            <a:extLst>
              <a:ext uri="{FF2B5EF4-FFF2-40B4-BE49-F238E27FC236}">
                <a16:creationId xmlns:a16="http://schemas.microsoft.com/office/drawing/2014/main" id="{D0A25387-12DC-0821-689B-F8F92CDE0387}"/>
              </a:ext>
            </a:extLst>
          </p:cNvPr>
          <p:cNvSpPr txBox="1"/>
          <p:nvPr/>
        </p:nvSpPr>
        <p:spPr>
          <a:xfrm>
            <a:off x="1109899" y="2234976"/>
            <a:ext cx="1234599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수동보정 공정능력 산출 구간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BF792B4-CD5C-3621-2D5C-D69679877F4D}"/>
              </a:ext>
            </a:extLst>
          </p:cNvPr>
          <p:cNvSpPr txBox="1"/>
          <p:nvPr/>
        </p:nvSpPr>
        <p:spPr>
          <a:xfrm>
            <a:off x="5021073" y="2224579"/>
            <a:ext cx="1201431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공정능력 산출 구간</a:t>
            </a: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524EF98E-AEB5-D69C-95CD-5D5B3B1040C2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04787" y="4173726"/>
            <a:ext cx="9442501" cy="118720"/>
          </a:xfrm>
          <a:prstGeom prst="rect">
            <a:avLst/>
          </a:prstGeom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9E72038F-7417-C85E-7FAC-FA4AB4679977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915201" y="4905604"/>
            <a:ext cx="2477201" cy="1573264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4EC4A966-1D1A-9AB8-35FC-A85C5B8647BE}"/>
              </a:ext>
            </a:extLst>
          </p:cNvPr>
          <p:cNvPicPr>
            <a:picLocks noChangeAspect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798598" y="4905604"/>
            <a:ext cx="2493341" cy="1573264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13" name="직사각형 12">
            <a:extLst>
              <a:ext uri="{FF2B5EF4-FFF2-40B4-BE49-F238E27FC236}">
                <a16:creationId xmlns:a16="http://schemas.microsoft.com/office/drawing/2014/main" id="{7090E701-7B7C-8E28-CA34-DDE56F4AE917}"/>
              </a:ext>
            </a:extLst>
          </p:cNvPr>
          <p:cNvSpPr/>
          <p:nvPr/>
        </p:nvSpPr>
        <p:spPr>
          <a:xfrm>
            <a:off x="5582444" y="6201765"/>
            <a:ext cx="740884" cy="19874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수동보정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6366F53-7C28-5B41-F023-74DC9FC5F7E7}"/>
              </a:ext>
            </a:extLst>
          </p:cNvPr>
          <p:cNvSpPr/>
          <p:nvPr/>
        </p:nvSpPr>
        <p:spPr>
          <a:xfrm>
            <a:off x="8479788" y="6201765"/>
            <a:ext cx="740884" cy="19874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자동보정</a:t>
            </a:r>
          </a:p>
        </p:txBody>
      </p:sp>
      <p:sp>
        <p:nvSpPr>
          <p:cNvPr id="2" name="화살표: 오른쪽 1">
            <a:extLst>
              <a:ext uri="{FF2B5EF4-FFF2-40B4-BE49-F238E27FC236}">
                <a16:creationId xmlns:a16="http://schemas.microsoft.com/office/drawing/2014/main" id="{0A6361AB-6329-30F0-FDF3-1768B532CAB1}"/>
              </a:ext>
            </a:extLst>
          </p:cNvPr>
          <p:cNvSpPr/>
          <p:nvPr/>
        </p:nvSpPr>
        <p:spPr>
          <a:xfrm>
            <a:off x="2543415" y="1786297"/>
            <a:ext cx="449264" cy="355510"/>
          </a:xfrm>
          <a:prstGeom prst="rightArrow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B662AB9-D80B-CD82-9D39-D020962496C2}"/>
              </a:ext>
            </a:extLst>
          </p:cNvPr>
          <p:cNvSpPr txBox="1"/>
          <p:nvPr/>
        </p:nvSpPr>
        <p:spPr>
          <a:xfrm>
            <a:off x="1727198" y="1593417"/>
            <a:ext cx="180951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err="1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개도율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 자동보정으로 로딩 프로파일 완화</a:t>
            </a:r>
          </a:p>
        </p:txBody>
      </p:sp>
    </p:spTree>
    <p:extLst>
      <p:ext uri="{BB962C8B-B14F-4D97-AF65-F5344CB8AC3E}">
        <p14:creationId xmlns:p14="http://schemas.microsoft.com/office/powerpoint/2010/main" val="1548853866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" name="그림 95">
            <a:extLst>
              <a:ext uri="{FF2B5EF4-FFF2-40B4-BE49-F238E27FC236}">
                <a16:creationId xmlns:a16="http://schemas.microsoft.com/office/drawing/2014/main" id="{4D28771F-BF66-C2ED-208D-1F51B2657C5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790195" y="4889965"/>
            <a:ext cx="2493341" cy="1592091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93" name="그림 92">
            <a:extLst>
              <a:ext uri="{FF2B5EF4-FFF2-40B4-BE49-F238E27FC236}">
                <a16:creationId xmlns:a16="http://schemas.microsoft.com/office/drawing/2014/main" id="{892D129D-721A-8853-8F39-B750A7EF808D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920054" y="4905605"/>
            <a:ext cx="2473773" cy="1573264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79" name="그림 78">
            <a:extLst>
              <a:ext uri="{FF2B5EF4-FFF2-40B4-BE49-F238E27FC236}">
                <a16:creationId xmlns:a16="http://schemas.microsoft.com/office/drawing/2014/main" id="{100DC3AD-0EA6-E423-5FD9-876B4FE717F6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4596" y="2408965"/>
            <a:ext cx="9605392" cy="525039"/>
          </a:xfrm>
          <a:prstGeom prst="rect">
            <a:avLst/>
          </a:prstGeom>
        </p:spPr>
      </p:pic>
      <p:pic>
        <p:nvPicPr>
          <p:cNvPr id="69" name="그림 68">
            <a:extLst>
              <a:ext uri="{FF2B5EF4-FFF2-40B4-BE49-F238E27FC236}">
                <a16:creationId xmlns:a16="http://schemas.microsoft.com/office/drawing/2014/main" id="{459DD1A0-5D91-6C6F-0745-7DF77A74AECE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3071414"/>
            <a:ext cx="9867900" cy="547956"/>
          </a:xfrm>
          <a:prstGeom prst="rect">
            <a:avLst/>
          </a:prstGeom>
        </p:spPr>
      </p:pic>
      <p:grpSp>
        <p:nvGrpSpPr>
          <p:cNvPr id="56" name="그룹 55">
            <a:extLst>
              <a:ext uri="{FF2B5EF4-FFF2-40B4-BE49-F238E27FC236}">
                <a16:creationId xmlns:a16="http://schemas.microsoft.com/office/drawing/2014/main" id="{219B8CCF-BD89-F682-AFC5-9EE882B4C6BA}"/>
              </a:ext>
            </a:extLst>
          </p:cNvPr>
          <p:cNvGrpSpPr/>
          <p:nvPr/>
        </p:nvGrpSpPr>
        <p:grpSpPr>
          <a:xfrm>
            <a:off x="173037" y="1615133"/>
            <a:ext cx="9491664" cy="604952"/>
            <a:chOff x="0" y="3113320"/>
            <a:chExt cx="9906000" cy="631360"/>
          </a:xfrm>
        </p:grpSpPr>
        <p:pic>
          <p:nvPicPr>
            <p:cNvPr id="57" name="그림 56">
              <a:extLst>
                <a:ext uri="{FF2B5EF4-FFF2-40B4-BE49-F238E27FC236}">
                  <a16:creationId xmlns:a16="http://schemas.microsoft.com/office/drawing/2014/main" id="{53B1CD21-101B-3A94-8B84-36717F745E4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0" y="3113320"/>
              <a:ext cx="9906000" cy="631360"/>
            </a:xfrm>
            <a:prstGeom prst="rect">
              <a:avLst/>
            </a:prstGeom>
          </p:spPr>
        </p:pic>
        <p:pic>
          <p:nvPicPr>
            <p:cNvPr id="58" name="그림 57">
              <a:extLst>
                <a:ext uri="{FF2B5EF4-FFF2-40B4-BE49-F238E27FC236}">
                  <a16:creationId xmlns:a16="http://schemas.microsoft.com/office/drawing/2014/main" id="{B65FA638-B2B5-FA84-BFF2-E44968799C7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20650" y="3152864"/>
              <a:ext cx="4222750" cy="552084"/>
            </a:xfrm>
            <a:prstGeom prst="rect">
              <a:avLst/>
            </a:prstGeom>
          </p:spPr>
        </p:pic>
      </p:grpSp>
      <p:sp>
        <p:nvSpPr>
          <p:cNvPr id="3" name="제목 2">
            <a:extLst>
              <a:ext uri="{FF2B5EF4-FFF2-40B4-BE49-F238E27FC236}">
                <a16:creationId xmlns:a16="http://schemas.microsoft.com/office/drawing/2014/main" id="{D9CE1ADA-64B8-46C8-934E-FE05B63D5B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b="1">
                <a:latin typeface="Arial Narrow" panose="020B0606020202030204" pitchFamily="34" charset="0"/>
              </a:rPr>
              <a:t>4695 </a:t>
            </a:r>
            <a:r>
              <a:rPr lang="ko-KR" altLang="en-US" b="1">
                <a:latin typeface="Arial Narrow" panose="020B0606020202030204" pitchFamily="34" charset="0"/>
              </a:rPr>
              <a:t>음극 </a:t>
            </a:r>
            <a:r>
              <a:rPr lang="en-US" altLang="ko-KR" b="1">
                <a:latin typeface="Arial Narrow" panose="020B0606020202030204" pitchFamily="34" charset="0"/>
              </a:rPr>
              <a:t>N33Q </a:t>
            </a:r>
            <a:r>
              <a:rPr lang="ko-KR" altLang="en-US" b="1" err="1">
                <a:latin typeface="Arial Narrow" panose="020B0606020202030204" pitchFamily="34" charset="0"/>
              </a:rPr>
              <a:t>개도율</a:t>
            </a:r>
            <a:r>
              <a:rPr lang="ko-KR" altLang="en-US" b="1">
                <a:latin typeface="Arial Narrow" panose="020B0606020202030204" pitchFamily="34" charset="0"/>
              </a:rPr>
              <a:t> 자동보정 결과 </a:t>
            </a:r>
            <a:r>
              <a:rPr lang="en-US" altLang="ko-KR" b="1">
                <a:latin typeface="Arial Narrow" panose="020B0606020202030204" pitchFamily="34" charset="0"/>
              </a:rPr>
              <a:t>(Back)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6DB592ED-ABEB-E231-3C17-25E85D50ED39}"/>
              </a:ext>
            </a:extLst>
          </p:cNvPr>
          <p:cNvSpPr/>
          <p:nvPr/>
        </p:nvSpPr>
        <p:spPr>
          <a:xfrm>
            <a:off x="273000" y="4376036"/>
            <a:ext cx="5390681" cy="18466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spcAft>
                <a:spcPts val="600"/>
              </a:spcAft>
            </a:pPr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2)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로딩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 능력 상승 확인 완료 </a:t>
            </a:r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장기간 데이터 공정 능력 확인 필요</a:t>
            </a:r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8D9509C-EDDB-A324-420B-F4EEEBDFC285}"/>
              </a:ext>
            </a:extLst>
          </p:cNvPr>
          <p:cNvSpPr/>
          <p:nvPr/>
        </p:nvSpPr>
        <p:spPr>
          <a:xfrm>
            <a:off x="336548" y="1753446"/>
            <a:ext cx="449264" cy="105703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</a:t>
            </a:r>
            <a:r>
              <a:rPr lang="ko-KR" altLang="en-US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밸브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67949BF1-1068-9DA2-5774-44592CD7B2CB}"/>
              </a:ext>
            </a:extLst>
          </p:cNvPr>
          <p:cNvSpPr/>
          <p:nvPr/>
        </p:nvSpPr>
        <p:spPr>
          <a:xfrm>
            <a:off x="336550" y="1864933"/>
            <a:ext cx="449264" cy="17367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B</a:t>
            </a:r>
            <a:r>
              <a:rPr lang="ko-KR" altLang="en-US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밸브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CE82B850-893A-4BFD-F66C-9EC8D74DDCA6}"/>
              </a:ext>
            </a:extLst>
          </p:cNvPr>
          <p:cNvSpPr/>
          <p:nvPr/>
        </p:nvSpPr>
        <p:spPr>
          <a:xfrm>
            <a:off x="336549" y="2046394"/>
            <a:ext cx="449264" cy="10570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</a:t>
            </a:r>
            <a:r>
              <a:rPr lang="ko-KR" altLang="en-US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밸브</a:t>
            </a: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6A8153B9-EB2A-9FFD-73A4-8465A08C8137}"/>
              </a:ext>
            </a:extLst>
          </p:cNvPr>
          <p:cNvCxnSpPr/>
          <p:nvPr/>
        </p:nvCxnSpPr>
        <p:spPr>
          <a:xfrm>
            <a:off x="785810" y="1869097"/>
            <a:ext cx="7867650" cy="0"/>
          </a:xfrm>
          <a:prstGeom prst="line">
            <a:avLst/>
          </a:prstGeom>
          <a:ln w="952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93DBD711-6470-4F18-4D6B-0D6353DF88CA}"/>
              </a:ext>
            </a:extLst>
          </p:cNvPr>
          <p:cNvCxnSpPr/>
          <p:nvPr/>
        </p:nvCxnSpPr>
        <p:spPr>
          <a:xfrm>
            <a:off x="785811" y="2044956"/>
            <a:ext cx="7867650" cy="0"/>
          </a:xfrm>
          <a:prstGeom prst="line">
            <a:avLst/>
          </a:prstGeom>
          <a:ln w="952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99ACF4AB-8438-B0B5-AAAE-C705AE62182D}"/>
              </a:ext>
            </a:extLst>
          </p:cNvPr>
          <p:cNvSpPr/>
          <p:nvPr/>
        </p:nvSpPr>
        <p:spPr>
          <a:xfrm>
            <a:off x="7565848" y="2344837"/>
            <a:ext cx="479421" cy="124897"/>
          </a:xfrm>
          <a:prstGeom prst="rect">
            <a:avLst/>
          </a:prstGeom>
          <a:solidFill>
            <a:srgbClr val="DDFADD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3F12BBB1-A085-03E8-5B39-7734003FC40A}"/>
              </a:ext>
            </a:extLst>
          </p:cNvPr>
          <p:cNvSpPr txBox="1"/>
          <p:nvPr/>
        </p:nvSpPr>
        <p:spPr>
          <a:xfrm>
            <a:off x="8069580" y="2330341"/>
            <a:ext cx="1577708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: Control valve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On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구간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E546EA-C687-87B6-1501-5DD5ED2CF3E7}"/>
              </a:ext>
            </a:extLst>
          </p:cNvPr>
          <p:cNvSpPr/>
          <p:nvPr/>
        </p:nvSpPr>
        <p:spPr>
          <a:xfrm>
            <a:off x="7695388" y="3006443"/>
            <a:ext cx="479421" cy="124897"/>
          </a:xfrm>
          <a:prstGeom prst="rect">
            <a:avLst/>
          </a:prstGeom>
          <a:solidFill>
            <a:srgbClr val="DDFADD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EB5DF96A-95FA-9C8E-5933-3BCC53AE5E57}"/>
              </a:ext>
            </a:extLst>
          </p:cNvPr>
          <p:cNvSpPr txBox="1"/>
          <p:nvPr/>
        </p:nvSpPr>
        <p:spPr>
          <a:xfrm>
            <a:off x="8183880" y="2991947"/>
            <a:ext cx="1463408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: RPM/Gap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On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구간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43F84390-401D-421F-F411-EC8DE9C3265C}"/>
              </a:ext>
            </a:extLst>
          </p:cNvPr>
          <p:cNvSpPr/>
          <p:nvPr/>
        </p:nvSpPr>
        <p:spPr>
          <a:xfrm>
            <a:off x="508001" y="2791902"/>
            <a:ext cx="469894" cy="105703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</a:t>
            </a:r>
            <a:r>
              <a:rPr lang="ko-KR" altLang="en-US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밸브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E30FD11-5F95-F936-82E3-36DE9D555A6C}"/>
              </a:ext>
            </a:extLst>
          </p:cNvPr>
          <p:cNvSpPr/>
          <p:nvPr/>
        </p:nvSpPr>
        <p:spPr>
          <a:xfrm>
            <a:off x="759609" y="2458598"/>
            <a:ext cx="436569" cy="10570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B</a:t>
            </a:r>
            <a:r>
              <a:rPr lang="ko-KR" altLang="en-US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밸브</a:t>
            </a: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FB88F700-86A5-2777-82F8-AD4A9F77B477}"/>
              </a:ext>
            </a:extLst>
          </p:cNvPr>
          <p:cNvSpPr/>
          <p:nvPr/>
        </p:nvSpPr>
        <p:spPr>
          <a:xfrm>
            <a:off x="977894" y="2791902"/>
            <a:ext cx="436569" cy="10570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</a:t>
            </a:r>
            <a:r>
              <a:rPr lang="ko-KR" altLang="en-US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밸브</a:t>
            </a:r>
          </a:p>
        </p:txBody>
      </p: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7B7FA841-297D-2051-251B-FE5C722E8E2C}"/>
              </a:ext>
            </a:extLst>
          </p:cNvPr>
          <p:cNvCxnSpPr>
            <a:cxnSpLocks/>
          </p:cNvCxnSpPr>
          <p:nvPr/>
        </p:nvCxnSpPr>
        <p:spPr>
          <a:xfrm>
            <a:off x="900110" y="2221011"/>
            <a:ext cx="1254128" cy="0"/>
          </a:xfrm>
          <a:prstGeom prst="straightConnector1">
            <a:avLst/>
          </a:prstGeom>
          <a:ln>
            <a:solidFill>
              <a:schemeClr val="bg2">
                <a:lumMod val="50000"/>
              </a:schemeClr>
            </a:solidFill>
            <a:headEnd type="triangle" w="sm" len="med"/>
            <a:tailEnd type="triangle" w="sm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직선 화살표 연결선 111">
            <a:extLst>
              <a:ext uri="{FF2B5EF4-FFF2-40B4-BE49-F238E27FC236}">
                <a16:creationId xmlns:a16="http://schemas.microsoft.com/office/drawing/2014/main" id="{D7368B23-5BB3-78F1-2A69-2E9331C7993A}"/>
              </a:ext>
            </a:extLst>
          </p:cNvPr>
          <p:cNvCxnSpPr>
            <a:cxnSpLocks/>
          </p:cNvCxnSpPr>
          <p:nvPr/>
        </p:nvCxnSpPr>
        <p:spPr>
          <a:xfrm>
            <a:off x="2154238" y="2221010"/>
            <a:ext cx="6437312" cy="0"/>
          </a:xfrm>
          <a:prstGeom prst="straightConnector1">
            <a:avLst/>
          </a:prstGeom>
          <a:ln>
            <a:solidFill>
              <a:schemeClr val="bg2">
                <a:lumMod val="50000"/>
              </a:schemeClr>
            </a:solidFill>
            <a:headEnd type="triangle" w="sm" len="med"/>
            <a:tailEnd type="triangle" w="sm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TextBox 114">
            <a:extLst>
              <a:ext uri="{FF2B5EF4-FFF2-40B4-BE49-F238E27FC236}">
                <a16:creationId xmlns:a16="http://schemas.microsoft.com/office/drawing/2014/main" id="{D0A25387-12DC-0821-689B-F8F92CDE0387}"/>
              </a:ext>
            </a:extLst>
          </p:cNvPr>
          <p:cNvSpPr txBox="1"/>
          <p:nvPr/>
        </p:nvSpPr>
        <p:spPr>
          <a:xfrm>
            <a:off x="900349" y="2234976"/>
            <a:ext cx="1234599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수동보정 공정능력 산출 구간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BF792B4-CD5C-3621-2D5C-D69679877F4D}"/>
              </a:ext>
            </a:extLst>
          </p:cNvPr>
          <p:cNvSpPr txBox="1"/>
          <p:nvPr/>
        </p:nvSpPr>
        <p:spPr>
          <a:xfrm>
            <a:off x="5021073" y="2224579"/>
            <a:ext cx="1201431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공정능력 산출 구간</a:t>
            </a: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524EF98E-AEB5-D69C-95CD-5D5B3B1040C2}"/>
              </a:ext>
            </a:extLst>
          </p:cNvPr>
          <p:cNvPicPr>
            <a:picLocks noChangeAspect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04787" y="4173726"/>
            <a:ext cx="9442501" cy="118720"/>
          </a:xfrm>
          <a:prstGeom prst="rect">
            <a:avLst/>
          </a:prstGeom>
        </p:spPr>
      </p:pic>
      <p:sp>
        <p:nvSpPr>
          <p:cNvPr id="13" name="직사각형 12">
            <a:extLst>
              <a:ext uri="{FF2B5EF4-FFF2-40B4-BE49-F238E27FC236}">
                <a16:creationId xmlns:a16="http://schemas.microsoft.com/office/drawing/2014/main" id="{7090E701-7B7C-8E28-CA34-DDE56F4AE917}"/>
              </a:ext>
            </a:extLst>
          </p:cNvPr>
          <p:cNvSpPr/>
          <p:nvPr/>
        </p:nvSpPr>
        <p:spPr>
          <a:xfrm>
            <a:off x="5582444" y="6201765"/>
            <a:ext cx="740884" cy="19874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수동보정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6366F53-7C28-5B41-F023-74DC9FC5F7E7}"/>
              </a:ext>
            </a:extLst>
          </p:cNvPr>
          <p:cNvSpPr/>
          <p:nvPr/>
        </p:nvSpPr>
        <p:spPr>
          <a:xfrm>
            <a:off x="8479788" y="6201765"/>
            <a:ext cx="740884" cy="19874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자동보정</a:t>
            </a:r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66A81D58-9401-9314-B6B0-5954A5D70D03}"/>
              </a:ext>
            </a:extLst>
          </p:cNvPr>
          <p:cNvGrpSpPr/>
          <p:nvPr/>
        </p:nvGrpSpPr>
        <p:grpSpPr>
          <a:xfrm>
            <a:off x="173037" y="1030520"/>
            <a:ext cx="9491664" cy="604952"/>
            <a:chOff x="0" y="3113320"/>
            <a:chExt cx="9906000" cy="631360"/>
          </a:xfrm>
        </p:grpSpPr>
        <p:pic>
          <p:nvPicPr>
            <p:cNvPr id="25" name="그림 24">
              <a:extLst>
                <a:ext uri="{FF2B5EF4-FFF2-40B4-BE49-F238E27FC236}">
                  <a16:creationId xmlns:a16="http://schemas.microsoft.com/office/drawing/2014/main" id="{AA75039B-8338-470B-F1E7-39C0A05984F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0" y="3113320"/>
              <a:ext cx="9906000" cy="631360"/>
            </a:xfrm>
            <a:prstGeom prst="rect">
              <a:avLst/>
            </a:prstGeom>
          </p:spPr>
        </p:pic>
        <p:pic>
          <p:nvPicPr>
            <p:cNvPr id="26" name="그림 25">
              <a:extLst>
                <a:ext uri="{FF2B5EF4-FFF2-40B4-BE49-F238E27FC236}">
                  <a16:creationId xmlns:a16="http://schemas.microsoft.com/office/drawing/2014/main" id="{8C3AAF4D-E593-E863-B6B0-BF24EFA1FC1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20650" y="3152864"/>
              <a:ext cx="4222750" cy="552084"/>
            </a:xfrm>
            <a:prstGeom prst="rect">
              <a:avLst/>
            </a:prstGeom>
          </p:spPr>
        </p:pic>
      </p:grpSp>
      <p:sp>
        <p:nvSpPr>
          <p:cNvPr id="4" name="직사각형 3">
            <a:extLst>
              <a:ext uri="{FF2B5EF4-FFF2-40B4-BE49-F238E27FC236}">
                <a16:creationId xmlns:a16="http://schemas.microsoft.com/office/drawing/2014/main" id="{9FF2FF5B-11B3-4120-AFBF-C7B53E0FE215}"/>
              </a:ext>
            </a:extLst>
          </p:cNvPr>
          <p:cNvSpPr/>
          <p:nvPr/>
        </p:nvSpPr>
        <p:spPr>
          <a:xfrm>
            <a:off x="273000" y="671475"/>
            <a:ext cx="7645450" cy="40011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spcAft>
                <a:spcPts val="600"/>
              </a:spcAft>
            </a:pP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 </a:t>
            </a:r>
            <a:r>
              <a:rPr lang="ko-KR" altLang="en-US" sz="14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개도율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자동보정 적용 결과 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(11/04, Back)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로딩 </a:t>
            </a:r>
            <a:r>
              <a:rPr lang="en-US" altLang="ko-KR" sz="14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Cpk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상승됨을 확인하였습니다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. (</a:t>
            </a:r>
            <a:r>
              <a:rPr lang="en-US" altLang="ko-KR" sz="1400" b="1" i="0" u="none" strike="noStrike" baseline="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2.70 </a:t>
            </a:r>
            <a:r>
              <a:rPr lang="ko-KR" altLang="en-US" sz="1400" b="1" i="0" u="none" strike="noStrike" baseline="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14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en-US" altLang="ko-KR" sz="1400" b="1" i="0" u="none" strike="noStrike" baseline="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.16)</a:t>
            </a:r>
            <a:b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1)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기능 검증 완료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3F2872E7-2086-1E69-4EDC-5CBC7D4690CC}"/>
              </a:ext>
            </a:extLst>
          </p:cNvPr>
          <p:cNvCxnSpPr>
            <a:cxnSpLocks/>
          </p:cNvCxnSpPr>
          <p:nvPr/>
        </p:nvCxnSpPr>
        <p:spPr>
          <a:xfrm>
            <a:off x="2154238" y="1071585"/>
            <a:ext cx="0" cy="1259500"/>
          </a:xfrm>
          <a:prstGeom prst="line">
            <a:avLst/>
          </a:prstGeom>
          <a:ln w="28575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4" name="그림 83">
            <a:extLst>
              <a:ext uri="{FF2B5EF4-FFF2-40B4-BE49-F238E27FC236}">
                <a16:creationId xmlns:a16="http://schemas.microsoft.com/office/drawing/2014/main" id="{8F66773D-BF16-2AC1-4477-30DA618AD61E}"/>
              </a:ext>
            </a:extLst>
          </p:cNvPr>
          <p:cNvPicPr>
            <a:picLocks noChangeAspect="1"/>
          </p:cNvPicPr>
          <p:nvPr/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3338" y="3634609"/>
            <a:ext cx="9834562" cy="575203"/>
          </a:xfrm>
          <a:prstGeom prst="rect">
            <a:avLst/>
          </a:prstGeom>
        </p:spPr>
      </p:pic>
      <p:graphicFrame>
        <p:nvGraphicFramePr>
          <p:cNvPr id="98" name="표 97">
            <a:extLst>
              <a:ext uri="{FF2B5EF4-FFF2-40B4-BE49-F238E27FC236}">
                <a16:creationId xmlns:a16="http://schemas.microsoft.com/office/drawing/2014/main" id="{429E4C93-A1AD-7C4F-350B-E5FBCF7621F6}"/>
              </a:ext>
            </a:extLst>
          </p:cNvPr>
          <p:cNvGraphicFramePr>
            <a:graphicFrameLocks noGrp="1"/>
          </p:cNvGraphicFramePr>
          <p:nvPr/>
        </p:nvGraphicFramePr>
        <p:xfrm>
          <a:off x="354490" y="4761793"/>
          <a:ext cx="3154516" cy="858977"/>
        </p:xfrm>
        <a:graphic>
          <a:graphicData uri="http://schemas.openxmlformats.org/drawingml/2006/table">
            <a:tbl>
              <a:tblPr/>
              <a:tblGrid>
                <a:gridCol w="542065">
                  <a:extLst>
                    <a:ext uri="{9D8B030D-6E8A-4147-A177-3AD203B41FA5}">
                      <a16:colId xmlns:a16="http://schemas.microsoft.com/office/drawing/2014/main" val="2936815575"/>
                    </a:ext>
                  </a:extLst>
                </a:gridCol>
                <a:gridCol w="986256">
                  <a:extLst>
                    <a:ext uri="{9D8B030D-6E8A-4147-A177-3AD203B41FA5}">
                      <a16:colId xmlns:a16="http://schemas.microsoft.com/office/drawing/2014/main" val="3631524106"/>
                    </a:ext>
                  </a:extLst>
                </a:gridCol>
                <a:gridCol w="542065">
                  <a:extLst>
                    <a:ext uri="{9D8B030D-6E8A-4147-A177-3AD203B41FA5}">
                      <a16:colId xmlns:a16="http://schemas.microsoft.com/office/drawing/2014/main" val="181934829"/>
                    </a:ext>
                  </a:extLst>
                </a:gridCol>
                <a:gridCol w="542065">
                  <a:extLst>
                    <a:ext uri="{9D8B030D-6E8A-4147-A177-3AD203B41FA5}">
                      <a16:colId xmlns:a16="http://schemas.microsoft.com/office/drawing/2014/main" val="4046817951"/>
                    </a:ext>
                  </a:extLst>
                </a:gridCol>
                <a:gridCol w="542065">
                  <a:extLst>
                    <a:ext uri="{9D8B030D-6E8A-4147-A177-3AD203B41FA5}">
                      <a16:colId xmlns:a16="http://schemas.microsoft.com/office/drawing/2014/main" val="3220301292"/>
                    </a:ext>
                  </a:extLst>
                </a:gridCol>
              </a:tblGrid>
              <a:tr h="3434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구간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Cpk</a:t>
                      </a:r>
                      <a:endParaRPr lang="en-US" sz="10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Ppk</a:t>
                      </a:r>
                      <a:endParaRPr lang="en-US" sz="10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1956430"/>
                  </a:ext>
                </a:extLst>
              </a:tr>
              <a:tr h="2012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수동보정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14:12~14:36(24</a:t>
                      </a: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6090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9537708"/>
                  </a:ext>
                </a:extLst>
              </a:tr>
              <a:tr h="2012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14:36~16:42(136</a:t>
                      </a: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30954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3.16 (0.46</a:t>
                      </a:r>
                      <a:r>
                        <a:rPr lang="ko-KR" altLang="en-US" sz="10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▲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0.86 (0.19</a:t>
                      </a:r>
                      <a:r>
                        <a:rPr lang="ko-KR" altLang="en-US" sz="10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▲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320809"/>
                  </a:ext>
                </a:extLst>
              </a:tr>
            </a:tbl>
          </a:graphicData>
        </a:graphic>
      </p:graphicFrame>
      <p:sp>
        <p:nvSpPr>
          <p:cNvPr id="2" name="화살표: 오른쪽 1">
            <a:extLst>
              <a:ext uri="{FF2B5EF4-FFF2-40B4-BE49-F238E27FC236}">
                <a16:creationId xmlns:a16="http://schemas.microsoft.com/office/drawing/2014/main" id="{672B4A37-BD47-026F-69BB-E7E52E88F829}"/>
              </a:ext>
            </a:extLst>
          </p:cNvPr>
          <p:cNvSpPr/>
          <p:nvPr/>
        </p:nvSpPr>
        <p:spPr>
          <a:xfrm>
            <a:off x="6631926" y="1786941"/>
            <a:ext cx="449264" cy="355510"/>
          </a:xfrm>
          <a:prstGeom prst="rightArrow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055FB46-7219-2FC2-1C87-BA5A001B92F2}"/>
              </a:ext>
            </a:extLst>
          </p:cNvPr>
          <p:cNvSpPr txBox="1"/>
          <p:nvPr/>
        </p:nvSpPr>
        <p:spPr>
          <a:xfrm>
            <a:off x="5815709" y="1594061"/>
            <a:ext cx="180951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err="1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개도율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 자동보정으로 로딩 프로파일 완화</a:t>
            </a:r>
          </a:p>
        </p:txBody>
      </p:sp>
    </p:spTree>
    <p:extLst>
      <p:ext uri="{BB962C8B-B14F-4D97-AF65-F5344CB8AC3E}">
        <p14:creationId xmlns:p14="http://schemas.microsoft.com/office/powerpoint/2010/main" val="1642449890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" name="그림 29">
            <a:extLst>
              <a:ext uri="{FF2B5EF4-FFF2-40B4-BE49-F238E27FC236}">
                <a16:creationId xmlns:a16="http://schemas.microsoft.com/office/drawing/2014/main" id="{82E12DEE-1F64-10C0-6361-A312413EF892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915200" y="5190329"/>
            <a:ext cx="2477204" cy="1573266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EC961816-81EC-8B2F-3C6E-1E9B03AD0688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798596" y="5176191"/>
            <a:ext cx="2466474" cy="1573265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E4A0C904-A5B6-D75B-8EED-6AFBEF2BBBE6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71449" y="1044457"/>
            <a:ext cx="9540875" cy="3482617"/>
          </a:xfrm>
          <a:prstGeom prst="rect">
            <a:avLst/>
          </a:prstGeom>
        </p:spPr>
      </p:pic>
      <p:sp>
        <p:nvSpPr>
          <p:cNvPr id="3" name="제목 2">
            <a:extLst>
              <a:ext uri="{FF2B5EF4-FFF2-40B4-BE49-F238E27FC236}">
                <a16:creationId xmlns:a16="http://schemas.microsoft.com/office/drawing/2014/main" id="{D9CE1ADA-64B8-46C8-934E-FE05B63D5B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b="1">
                <a:latin typeface="Arial Narrow" panose="020B0606020202030204" pitchFamily="34" charset="0"/>
              </a:rPr>
              <a:t>4695 </a:t>
            </a:r>
            <a:r>
              <a:rPr lang="ko-KR" altLang="en-US" b="1">
                <a:latin typeface="Arial Narrow" panose="020B0606020202030204" pitchFamily="34" charset="0"/>
              </a:rPr>
              <a:t>양극 </a:t>
            </a:r>
            <a:r>
              <a:rPr lang="en-US" altLang="ko-KR" b="1">
                <a:latin typeface="Arial Narrow" panose="020B0606020202030204" pitchFamily="34" charset="0"/>
              </a:rPr>
              <a:t>N32S </a:t>
            </a:r>
            <a:r>
              <a:rPr lang="ko-KR" altLang="en-US" b="1" err="1">
                <a:latin typeface="Arial Narrow" panose="020B0606020202030204" pitchFamily="34" charset="0"/>
              </a:rPr>
              <a:t>개도율</a:t>
            </a:r>
            <a:r>
              <a:rPr lang="ko-KR" altLang="en-US" b="1">
                <a:latin typeface="Arial Narrow" panose="020B0606020202030204" pitchFamily="34" charset="0"/>
              </a:rPr>
              <a:t> 자동보정 결과 </a:t>
            </a:r>
            <a:r>
              <a:rPr lang="en-US" altLang="ko-KR" b="1">
                <a:latin typeface="Arial Narrow" panose="020B0606020202030204" pitchFamily="34" charset="0"/>
              </a:rPr>
              <a:t>(Top)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FF2FF5B-11B3-4120-AFBF-C7B53E0FE215}"/>
              </a:ext>
            </a:extLst>
          </p:cNvPr>
          <p:cNvSpPr/>
          <p:nvPr/>
        </p:nvSpPr>
        <p:spPr>
          <a:xfrm>
            <a:off x="273000" y="671475"/>
            <a:ext cx="9633000" cy="40011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spcAft>
                <a:spcPts val="600"/>
              </a:spcAft>
            </a:pP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양극 </a:t>
            </a:r>
            <a:r>
              <a:rPr lang="ko-KR" altLang="en-US" sz="14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개도율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자동보정 적용 후 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(11/11, Top)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로딩 </a:t>
            </a:r>
            <a:r>
              <a:rPr lang="en-US" altLang="ko-KR" sz="14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Cpk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상승됨을 확인하였습니다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. (</a:t>
            </a:r>
            <a:r>
              <a:rPr lang="en-US" altLang="ko-KR" sz="1400" b="1" i="0" u="none" strike="noStrike" baseline="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4.46 </a:t>
            </a:r>
            <a:r>
              <a:rPr lang="ko-KR" altLang="en-US" sz="1400" b="1" i="0" u="none" strike="noStrike" baseline="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14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5.55</a:t>
            </a:r>
            <a:r>
              <a:rPr lang="en-US" altLang="ko-KR" sz="1400" b="1" i="0" u="none" strike="noStrike" baseline="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b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1)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기능 검증 완료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6DB592ED-ABEB-E231-3C17-25E85D50ED39}"/>
              </a:ext>
            </a:extLst>
          </p:cNvPr>
          <p:cNvSpPr/>
          <p:nvPr/>
        </p:nvSpPr>
        <p:spPr>
          <a:xfrm>
            <a:off x="273000" y="4646623"/>
            <a:ext cx="5390681" cy="18466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spcAft>
                <a:spcPts val="600"/>
              </a:spcAft>
            </a:pPr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2)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로딩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 능력 상승 확인 완료 </a:t>
            </a:r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장기간 데이터 공정 능력 확인 필요</a:t>
            </a:r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81" name="표 80">
            <a:extLst>
              <a:ext uri="{FF2B5EF4-FFF2-40B4-BE49-F238E27FC236}">
                <a16:creationId xmlns:a16="http://schemas.microsoft.com/office/drawing/2014/main" id="{CABBA809-6F15-D521-B66A-2672B2384410}"/>
              </a:ext>
            </a:extLst>
          </p:cNvPr>
          <p:cNvGraphicFramePr>
            <a:graphicFrameLocks noGrp="1"/>
          </p:cNvGraphicFramePr>
          <p:nvPr/>
        </p:nvGraphicFramePr>
        <p:xfrm>
          <a:off x="354490" y="5032380"/>
          <a:ext cx="3154516" cy="858977"/>
        </p:xfrm>
        <a:graphic>
          <a:graphicData uri="http://schemas.openxmlformats.org/drawingml/2006/table">
            <a:tbl>
              <a:tblPr/>
              <a:tblGrid>
                <a:gridCol w="542065">
                  <a:extLst>
                    <a:ext uri="{9D8B030D-6E8A-4147-A177-3AD203B41FA5}">
                      <a16:colId xmlns:a16="http://schemas.microsoft.com/office/drawing/2014/main" val="2936815575"/>
                    </a:ext>
                  </a:extLst>
                </a:gridCol>
                <a:gridCol w="986256">
                  <a:extLst>
                    <a:ext uri="{9D8B030D-6E8A-4147-A177-3AD203B41FA5}">
                      <a16:colId xmlns:a16="http://schemas.microsoft.com/office/drawing/2014/main" val="3631524106"/>
                    </a:ext>
                  </a:extLst>
                </a:gridCol>
                <a:gridCol w="542065">
                  <a:extLst>
                    <a:ext uri="{9D8B030D-6E8A-4147-A177-3AD203B41FA5}">
                      <a16:colId xmlns:a16="http://schemas.microsoft.com/office/drawing/2014/main" val="181934829"/>
                    </a:ext>
                  </a:extLst>
                </a:gridCol>
                <a:gridCol w="542065">
                  <a:extLst>
                    <a:ext uri="{9D8B030D-6E8A-4147-A177-3AD203B41FA5}">
                      <a16:colId xmlns:a16="http://schemas.microsoft.com/office/drawing/2014/main" val="4046817951"/>
                    </a:ext>
                  </a:extLst>
                </a:gridCol>
                <a:gridCol w="542065">
                  <a:extLst>
                    <a:ext uri="{9D8B030D-6E8A-4147-A177-3AD203B41FA5}">
                      <a16:colId xmlns:a16="http://schemas.microsoft.com/office/drawing/2014/main" val="3220301292"/>
                    </a:ext>
                  </a:extLst>
                </a:gridCol>
              </a:tblGrid>
              <a:tr h="3434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구간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Cpk</a:t>
                      </a:r>
                      <a:endParaRPr lang="en-US" sz="10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Ppk</a:t>
                      </a:r>
                      <a:endParaRPr lang="en-US" sz="10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1956430"/>
                  </a:ext>
                </a:extLst>
              </a:tr>
              <a:tr h="2012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수동보정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13:07~15:08(121</a:t>
                      </a: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30996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9537708"/>
                  </a:ext>
                </a:extLst>
              </a:tr>
              <a:tr h="2012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12:36~14:36(120</a:t>
                      </a: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30156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5.55 (1.09</a:t>
                      </a:r>
                      <a:r>
                        <a:rPr lang="ko-KR" altLang="en-US" sz="10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▲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0.64 (0.12</a:t>
                      </a:r>
                      <a:r>
                        <a:rPr lang="ko-KR" altLang="en-US" sz="10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▲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32080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7090E701-7B7C-8E28-CA34-DDE56F4AE917}"/>
              </a:ext>
            </a:extLst>
          </p:cNvPr>
          <p:cNvSpPr/>
          <p:nvPr/>
        </p:nvSpPr>
        <p:spPr>
          <a:xfrm>
            <a:off x="5582444" y="6472352"/>
            <a:ext cx="740884" cy="19874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수동보정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6366F53-7C28-5B41-F023-74DC9FC5F7E7}"/>
              </a:ext>
            </a:extLst>
          </p:cNvPr>
          <p:cNvSpPr/>
          <p:nvPr/>
        </p:nvSpPr>
        <p:spPr>
          <a:xfrm>
            <a:off x="8479788" y="6472352"/>
            <a:ext cx="740884" cy="19874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자동보정</a:t>
            </a: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9753B23A-8073-DB41-2494-373AA1B4398F}"/>
              </a:ext>
            </a:extLst>
          </p:cNvPr>
          <p:cNvGrpSpPr/>
          <p:nvPr/>
        </p:nvGrpSpPr>
        <p:grpSpPr>
          <a:xfrm>
            <a:off x="590548" y="1171714"/>
            <a:ext cx="449264" cy="632041"/>
            <a:chOff x="419098" y="1178064"/>
            <a:chExt cx="449264" cy="632041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37F0AD3A-0961-0690-D143-887FDC9983DD}"/>
                </a:ext>
              </a:extLst>
            </p:cNvPr>
            <p:cNvSpPr/>
            <p:nvPr/>
          </p:nvSpPr>
          <p:spPr>
            <a:xfrm>
              <a:off x="419098" y="1639698"/>
              <a:ext cx="449264" cy="170407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800" b="1">
                  <a:solidFill>
                    <a:schemeClr val="tx1"/>
                  </a:solidFill>
                  <a:highlight>
                    <a:srgbClr val="FFFF00"/>
                  </a:highligh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C</a:t>
              </a:r>
              <a:r>
                <a:rPr lang="ko-KR" altLang="en-US" sz="800" b="1">
                  <a:solidFill>
                    <a:schemeClr val="tx1"/>
                  </a:solidFill>
                  <a:highlight>
                    <a:srgbClr val="FFFF00"/>
                  </a:highligh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밸브</a:t>
              </a: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DCC8B604-2D42-65CD-2870-6727BCD56EA7}"/>
                </a:ext>
              </a:extLst>
            </p:cNvPr>
            <p:cNvSpPr/>
            <p:nvPr/>
          </p:nvSpPr>
          <p:spPr>
            <a:xfrm>
              <a:off x="419098" y="1371316"/>
              <a:ext cx="449264" cy="24963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800" b="1">
                  <a:solidFill>
                    <a:schemeClr val="tx1"/>
                  </a:solidFill>
                  <a:highlight>
                    <a:srgbClr val="FFFF00"/>
                  </a:highligh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B</a:t>
              </a:r>
              <a:r>
                <a:rPr lang="ko-KR" altLang="en-US" sz="800" b="1">
                  <a:solidFill>
                    <a:schemeClr val="tx1"/>
                  </a:solidFill>
                  <a:highlight>
                    <a:srgbClr val="FFFF00"/>
                  </a:highligh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밸브</a:t>
              </a: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1D3A1DEB-D0AA-78A8-E089-FDFE0AE675B7}"/>
                </a:ext>
              </a:extLst>
            </p:cNvPr>
            <p:cNvSpPr/>
            <p:nvPr/>
          </p:nvSpPr>
          <p:spPr>
            <a:xfrm>
              <a:off x="419098" y="1178064"/>
              <a:ext cx="449264" cy="153853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800" b="1">
                  <a:solidFill>
                    <a:schemeClr val="tx1"/>
                  </a:solidFill>
                  <a:highlight>
                    <a:srgbClr val="FFFF00"/>
                  </a:highligh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A</a:t>
              </a:r>
              <a:r>
                <a:rPr lang="ko-KR" altLang="en-US" sz="800" b="1">
                  <a:solidFill>
                    <a:schemeClr val="tx1"/>
                  </a:solidFill>
                  <a:highlight>
                    <a:srgbClr val="FFFF00"/>
                  </a:highligh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밸브</a:t>
              </a:r>
            </a:p>
          </p:txBody>
        </p:sp>
      </p:grp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9028A08F-E57D-FFF5-7870-F249F342FE88}"/>
              </a:ext>
            </a:extLst>
          </p:cNvPr>
          <p:cNvCxnSpPr>
            <a:cxnSpLocks/>
          </p:cNvCxnSpPr>
          <p:nvPr/>
        </p:nvCxnSpPr>
        <p:spPr>
          <a:xfrm>
            <a:off x="273000" y="1352266"/>
            <a:ext cx="9245650" cy="0"/>
          </a:xfrm>
          <a:prstGeom prst="line">
            <a:avLst/>
          </a:prstGeom>
          <a:ln w="952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48773E1F-0F2C-0AB7-1231-CBEBB9562112}"/>
              </a:ext>
            </a:extLst>
          </p:cNvPr>
          <p:cNvCxnSpPr>
            <a:cxnSpLocks/>
          </p:cNvCxnSpPr>
          <p:nvPr/>
        </p:nvCxnSpPr>
        <p:spPr>
          <a:xfrm>
            <a:off x="273000" y="1627297"/>
            <a:ext cx="9245650" cy="0"/>
          </a:xfrm>
          <a:prstGeom prst="line">
            <a:avLst/>
          </a:prstGeom>
          <a:ln w="952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57702356-A3BA-E2B5-3B57-7C6891B265C6}"/>
              </a:ext>
            </a:extLst>
          </p:cNvPr>
          <p:cNvSpPr/>
          <p:nvPr/>
        </p:nvSpPr>
        <p:spPr>
          <a:xfrm>
            <a:off x="7348177" y="1864566"/>
            <a:ext cx="479421" cy="124897"/>
          </a:xfrm>
          <a:prstGeom prst="rect">
            <a:avLst/>
          </a:prstGeom>
          <a:solidFill>
            <a:srgbClr val="DDFADD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67A20B69-569A-5E61-E23C-A4465A4C5D65}"/>
              </a:ext>
            </a:extLst>
          </p:cNvPr>
          <p:cNvSpPr txBox="1"/>
          <p:nvPr/>
        </p:nvSpPr>
        <p:spPr>
          <a:xfrm>
            <a:off x="7851909" y="1850070"/>
            <a:ext cx="1577708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: Control valve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On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구간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4C56C937-5918-45BE-FA1A-A2C90B49C00C}"/>
              </a:ext>
            </a:extLst>
          </p:cNvPr>
          <p:cNvSpPr/>
          <p:nvPr/>
        </p:nvSpPr>
        <p:spPr>
          <a:xfrm>
            <a:off x="7477717" y="2747118"/>
            <a:ext cx="479421" cy="124897"/>
          </a:xfrm>
          <a:prstGeom prst="rect">
            <a:avLst/>
          </a:prstGeom>
          <a:solidFill>
            <a:srgbClr val="DDFADD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983C95FE-5D8B-A3AA-5FED-D96C383D0A31}"/>
              </a:ext>
            </a:extLst>
          </p:cNvPr>
          <p:cNvSpPr txBox="1"/>
          <p:nvPr/>
        </p:nvSpPr>
        <p:spPr>
          <a:xfrm>
            <a:off x="7966209" y="2732622"/>
            <a:ext cx="1463408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: RPM/Gap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On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구간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54BBA59-5071-8842-AC33-AA964ACE8955}"/>
              </a:ext>
            </a:extLst>
          </p:cNvPr>
          <p:cNvSpPr/>
          <p:nvPr/>
        </p:nvSpPr>
        <p:spPr>
          <a:xfrm>
            <a:off x="3608388" y="1348446"/>
            <a:ext cx="254000" cy="272500"/>
          </a:xfrm>
          <a:prstGeom prst="rect">
            <a:avLst/>
          </a:prstGeom>
          <a:solidFill>
            <a:schemeClr val="bg1">
              <a:alpha val="50000"/>
            </a:schemeClr>
          </a:solidFill>
          <a:ln w="1905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7567A28-E4E5-8944-3102-E5648BE9C99F}"/>
              </a:ext>
            </a:extLst>
          </p:cNvPr>
          <p:cNvSpPr/>
          <p:nvPr/>
        </p:nvSpPr>
        <p:spPr>
          <a:xfrm>
            <a:off x="3606800" y="1620946"/>
            <a:ext cx="254000" cy="182808"/>
          </a:xfrm>
          <a:prstGeom prst="rect">
            <a:avLst/>
          </a:prstGeom>
          <a:solidFill>
            <a:schemeClr val="bg1">
              <a:alpha val="50000"/>
            </a:schemeClr>
          </a:solidFill>
          <a:ln w="1905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C02B0DC-8AEB-A55A-A90E-77789893E9BA}"/>
              </a:ext>
            </a:extLst>
          </p:cNvPr>
          <p:cNvSpPr txBox="1"/>
          <p:nvPr/>
        </p:nvSpPr>
        <p:spPr>
          <a:xfrm>
            <a:off x="3163096" y="877275"/>
            <a:ext cx="88740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A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밸브 유량 ▲필요</a:t>
            </a:r>
            <a:endParaRPr lang="en-US" altLang="ko-KR" sz="800">
              <a:highlight>
                <a:srgbClr val="FFFF00"/>
              </a:highlight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B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밸브 유량 ▼ 필요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CBB1DE88-37B8-C50A-AFFF-138F92C17407}"/>
              </a:ext>
            </a:extLst>
          </p:cNvPr>
          <p:cNvSpPr txBox="1"/>
          <p:nvPr/>
        </p:nvSpPr>
        <p:spPr>
          <a:xfrm>
            <a:off x="3163097" y="1825113"/>
            <a:ext cx="88740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C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밸브 유량 ▲ 필요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B1E14A4-0020-E1F0-D654-904D4256F35E}"/>
              </a:ext>
            </a:extLst>
          </p:cNvPr>
          <p:cNvSpPr/>
          <p:nvPr/>
        </p:nvSpPr>
        <p:spPr>
          <a:xfrm>
            <a:off x="4237409" y="1358616"/>
            <a:ext cx="254000" cy="262330"/>
          </a:xfrm>
          <a:prstGeom prst="rect">
            <a:avLst/>
          </a:prstGeom>
          <a:solidFill>
            <a:schemeClr val="bg1">
              <a:alpha val="50000"/>
            </a:schemeClr>
          </a:solidFill>
          <a:ln w="1905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6F720893-66E9-ACF2-B8A6-666B76AAE1C3}"/>
              </a:ext>
            </a:extLst>
          </p:cNvPr>
          <p:cNvSpPr/>
          <p:nvPr/>
        </p:nvSpPr>
        <p:spPr>
          <a:xfrm>
            <a:off x="4235821" y="1620946"/>
            <a:ext cx="254000" cy="173931"/>
          </a:xfrm>
          <a:prstGeom prst="rect">
            <a:avLst/>
          </a:prstGeom>
          <a:solidFill>
            <a:schemeClr val="bg1">
              <a:alpha val="50000"/>
            </a:schemeClr>
          </a:solidFill>
          <a:ln w="1905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CCC71603-ACC9-03AF-2461-74F62DE1D93B}"/>
              </a:ext>
            </a:extLst>
          </p:cNvPr>
          <p:cNvSpPr txBox="1"/>
          <p:nvPr/>
        </p:nvSpPr>
        <p:spPr>
          <a:xfrm>
            <a:off x="4116366" y="1821720"/>
            <a:ext cx="88740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C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밸브 유량 ▼ 필요</a:t>
            </a:r>
          </a:p>
        </p:txBody>
      </p: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2668FF63-B8F6-A3ED-7B4F-D776F40CA95C}"/>
              </a:ext>
            </a:extLst>
          </p:cNvPr>
          <p:cNvCxnSpPr>
            <a:cxnSpLocks/>
            <a:stCxn id="52" idx="0"/>
          </p:cNvCxnSpPr>
          <p:nvPr/>
        </p:nvCxnSpPr>
        <p:spPr>
          <a:xfrm flipV="1">
            <a:off x="4364409" y="1167894"/>
            <a:ext cx="0" cy="190722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TextBox 64">
            <a:extLst>
              <a:ext uri="{FF2B5EF4-FFF2-40B4-BE49-F238E27FC236}">
                <a16:creationId xmlns:a16="http://schemas.microsoft.com/office/drawing/2014/main" id="{5F752B91-476E-8745-F554-8067AF3E3F4B}"/>
              </a:ext>
            </a:extLst>
          </p:cNvPr>
          <p:cNvSpPr txBox="1"/>
          <p:nvPr/>
        </p:nvSpPr>
        <p:spPr>
          <a:xfrm>
            <a:off x="4117178" y="1002363"/>
            <a:ext cx="88740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B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밸브 유량 ▲ 필요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9F475C47-55B7-388E-A4AE-03B1672A31F0}"/>
              </a:ext>
            </a:extLst>
          </p:cNvPr>
          <p:cNvSpPr/>
          <p:nvPr/>
        </p:nvSpPr>
        <p:spPr>
          <a:xfrm>
            <a:off x="3609973" y="1167894"/>
            <a:ext cx="254000" cy="174203"/>
          </a:xfrm>
          <a:prstGeom prst="rect">
            <a:avLst/>
          </a:prstGeom>
          <a:solidFill>
            <a:schemeClr val="bg1">
              <a:alpha val="50000"/>
            </a:schemeClr>
          </a:solidFill>
          <a:ln w="1905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E590DA73-2517-CC9C-AFE5-E37019477756}"/>
              </a:ext>
            </a:extLst>
          </p:cNvPr>
          <p:cNvSpPr txBox="1"/>
          <p:nvPr/>
        </p:nvSpPr>
        <p:spPr>
          <a:xfrm>
            <a:off x="2999818" y="2711033"/>
            <a:ext cx="101837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A, C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밸브 </a:t>
            </a:r>
            <a:r>
              <a:rPr lang="ko-KR" altLang="en-US" sz="800" err="1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개도율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 ▲ 제어</a:t>
            </a:r>
            <a:endParaRPr lang="en-US" altLang="ko-KR" sz="800">
              <a:highlight>
                <a:srgbClr val="FFFF00"/>
              </a:highlight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B 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밸브</a:t>
            </a:r>
            <a:r>
              <a:rPr lang="en-US" altLang="ko-KR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800" err="1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개도율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 ▼ 제어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5C08D13-9B87-42E9-3BF5-DB61862CCDF0}"/>
              </a:ext>
            </a:extLst>
          </p:cNvPr>
          <p:cNvSpPr/>
          <p:nvPr/>
        </p:nvSpPr>
        <p:spPr>
          <a:xfrm>
            <a:off x="3704799" y="2046164"/>
            <a:ext cx="156001" cy="635000"/>
          </a:xfrm>
          <a:prstGeom prst="rect">
            <a:avLst/>
          </a:prstGeom>
          <a:solidFill>
            <a:schemeClr val="bg1">
              <a:alpha val="50000"/>
            </a:schemeClr>
          </a:solidFill>
          <a:ln w="1905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BD338B6-A684-48B7-683A-2F8D9318DD8A}"/>
              </a:ext>
            </a:extLst>
          </p:cNvPr>
          <p:cNvSpPr/>
          <p:nvPr/>
        </p:nvSpPr>
        <p:spPr>
          <a:xfrm>
            <a:off x="4235822" y="2046164"/>
            <a:ext cx="254000" cy="635000"/>
          </a:xfrm>
          <a:prstGeom prst="rect">
            <a:avLst/>
          </a:prstGeom>
          <a:solidFill>
            <a:schemeClr val="bg1">
              <a:alpha val="50000"/>
            </a:schemeClr>
          </a:solidFill>
          <a:ln w="1905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4EBC7E9A-03DF-BEB8-1373-40260855C57D}"/>
              </a:ext>
            </a:extLst>
          </p:cNvPr>
          <p:cNvSpPr txBox="1"/>
          <p:nvPr/>
        </p:nvSpPr>
        <p:spPr>
          <a:xfrm>
            <a:off x="4077071" y="2711032"/>
            <a:ext cx="101837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A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밸브 </a:t>
            </a:r>
            <a:r>
              <a:rPr lang="ko-KR" altLang="en-US" sz="800" err="1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개도율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 ▼ 제어</a:t>
            </a:r>
            <a:endParaRPr lang="en-US" altLang="ko-KR" sz="800">
              <a:highlight>
                <a:srgbClr val="FFFF00"/>
              </a:highlight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B 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밸브</a:t>
            </a:r>
            <a:r>
              <a:rPr lang="en-US" altLang="ko-KR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800" err="1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개도율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 ▲ 제어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905A3693-ABBC-8106-C7A1-C749BC71D101}"/>
              </a:ext>
            </a:extLst>
          </p:cNvPr>
          <p:cNvSpPr/>
          <p:nvPr/>
        </p:nvSpPr>
        <p:spPr>
          <a:xfrm>
            <a:off x="1541469" y="2526974"/>
            <a:ext cx="469894" cy="105703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</a:t>
            </a:r>
            <a:r>
              <a:rPr lang="ko-KR" altLang="en-US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밸브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BCA3E320-51FB-1ACF-A1B4-6FE39109F1A3}"/>
              </a:ext>
            </a:extLst>
          </p:cNvPr>
          <p:cNvSpPr/>
          <p:nvPr/>
        </p:nvSpPr>
        <p:spPr>
          <a:xfrm>
            <a:off x="1321584" y="2193670"/>
            <a:ext cx="436569" cy="10570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B</a:t>
            </a:r>
            <a:r>
              <a:rPr lang="ko-KR" altLang="en-US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밸브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5D741335-ADF9-290F-06D3-4E2B9F864744}"/>
              </a:ext>
            </a:extLst>
          </p:cNvPr>
          <p:cNvSpPr/>
          <p:nvPr/>
        </p:nvSpPr>
        <p:spPr>
          <a:xfrm>
            <a:off x="1104900" y="2526974"/>
            <a:ext cx="436569" cy="10570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</a:t>
            </a:r>
            <a:r>
              <a:rPr lang="ko-KR" altLang="en-US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밸브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2D08368B-DEE2-8DCD-6101-B7CFC3160268}"/>
              </a:ext>
            </a:extLst>
          </p:cNvPr>
          <p:cNvSpPr txBox="1"/>
          <p:nvPr/>
        </p:nvSpPr>
        <p:spPr>
          <a:xfrm>
            <a:off x="6708500" y="699471"/>
            <a:ext cx="1048660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 능력 산출 구간 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11/10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수동보정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시간 </a:t>
            </a:r>
            <a:b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11/11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자동보정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시간 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F6370CA-419E-05A4-B0BE-2D4AF60F36F8}"/>
              </a:ext>
            </a:extLst>
          </p:cNvPr>
          <p:cNvSpPr txBox="1"/>
          <p:nvPr/>
        </p:nvSpPr>
        <p:spPr>
          <a:xfrm>
            <a:off x="6526113" y="4634243"/>
            <a:ext cx="200193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공정능력 산출 구간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코팅 마지막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시간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7" name="직선 화살표 연결선 6">
            <a:extLst>
              <a:ext uri="{FF2B5EF4-FFF2-40B4-BE49-F238E27FC236}">
                <a16:creationId xmlns:a16="http://schemas.microsoft.com/office/drawing/2014/main" id="{5E6DDD95-1BD9-F102-181F-52CE1F7C3DE7}"/>
              </a:ext>
            </a:extLst>
          </p:cNvPr>
          <p:cNvCxnSpPr>
            <a:cxnSpLocks/>
          </p:cNvCxnSpPr>
          <p:nvPr/>
        </p:nvCxnSpPr>
        <p:spPr>
          <a:xfrm>
            <a:off x="5207000" y="4599858"/>
            <a:ext cx="3843694" cy="0"/>
          </a:xfrm>
          <a:prstGeom prst="straightConnector1">
            <a:avLst/>
          </a:prstGeom>
          <a:ln>
            <a:solidFill>
              <a:schemeClr val="bg2">
                <a:lumMod val="50000"/>
              </a:schemeClr>
            </a:solidFill>
            <a:headEnd type="triangle" w="sm" len="med"/>
            <a:tailEnd type="triangle" w="sm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700230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그림 23">
            <a:extLst>
              <a:ext uri="{FF2B5EF4-FFF2-40B4-BE49-F238E27FC236}">
                <a16:creationId xmlns:a16="http://schemas.microsoft.com/office/drawing/2014/main" id="{C8733BA0-0B2A-9A8E-A736-5D658D9C6BDF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904752" y="5190948"/>
            <a:ext cx="2494300" cy="1558507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4827304A-73B2-E553-CF92-6FA18F349063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812615" y="5171831"/>
            <a:ext cx="2493342" cy="1581983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D82A9F84-1FB9-4359-5DDE-A41316CD575C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66149" y="1045228"/>
            <a:ext cx="9568402" cy="3482618"/>
          </a:xfrm>
          <a:prstGeom prst="rect">
            <a:avLst/>
          </a:prstGeom>
        </p:spPr>
      </p:pic>
      <p:sp>
        <p:nvSpPr>
          <p:cNvPr id="3" name="제목 2">
            <a:extLst>
              <a:ext uri="{FF2B5EF4-FFF2-40B4-BE49-F238E27FC236}">
                <a16:creationId xmlns:a16="http://schemas.microsoft.com/office/drawing/2014/main" id="{D9CE1ADA-64B8-46C8-934E-FE05B63D5B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b="1">
                <a:latin typeface="Arial Narrow" panose="020B0606020202030204" pitchFamily="34" charset="0"/>
              </a:rPr>
              <a:t>4695 </a:t>
            </a:r>
            <a:r>
              <a:rPr lang="ko-KR" altLang="en-US" b="1">
                <a:latin typeface="Arial Narrow" panose="020B0606020202030204" pitchFamily="34" charset="0"/>
              </a:rPr>
              <a:t>양극 </a:t>
            </a:r>
            <a:r>
              <a:rPr lang="en-US" altLang="ko-KR" b="1">
                <a:latin typeface="Arial Narrow" panose="020B0606020202030204" pitchFamily="34" charset="0"/>
              </a:rPr>
              <a:t>N32S </a:t>
            </a:r>
            <a:r>
              <a:rPr lang="ko-KR" altLang="en-US" b="1" err="1">
                <a:latin typeface="Arial Narrow" panose="020B0606020202030204" pitchFamily="34" charset="0"/>
              </a:rPr>
              <a:t>개도율</a:t>
            </a:r>
            <a:r>
              <a:rPr lang="ko-KR" altLang="en-US" b="1">
                <a:latin typeface="Arial Narrow" panose="020B0606020202030204" pitchFamily="34" charset="0"/>
              </a:rPr>
              <a:t> 자동보정 결과 </a:t>
            </a:r>
            <a:r>
              <a:rPr lang="en-US" altLang="ko-KR" b="1">
                <a:latin typeface="Arial Narrow" panose="020B0606020202030204" pitchFamily="34" charset="0"/>
              </a:rPr>
              <a:t>(Back)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FF2FF5B-11B3-4120-AFBF-C7B53E0FE215}"/>
              </a:ext>
            </a:extLst>
          </p:cNvPr>
          <p:cNvSpPr/>
          <p:nvPr/>
        </p:nvSpPr>
        <p:spPr>
          <a:xfrm>
            <a:off x="273000" y="671475"/>
            <a:ext cx="9633000" cy="40011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spcAft>
                <a:spcPts val="600"/>
              </a:spcAft>
            </a:pP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양극 </a:t>
            </a:r>
            <a:r>
              <a:rPr lang="ko-KR" altLang="en-US" sz="14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개도율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자동보정 적용 후 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(11/11, Back)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로딩 </a:t>
            </a:r>
            <a:r>
              <a:rPr lang="en-US" altLang="ko-KR" sz="14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Cpk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상승됨을 확인하였습니다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. (</a:t>
            </a:r>
            <a:r>
              <a:rPr lang="en-US" altLang="ko-KR" sz="1400" b="1" i="0" u="none" strike="noStrike" baseline="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4.14 </a:t>
            </a:r>
            <a:r>
              <a:rPr lang="ko-KR" altLang="en-US" sz="1400" b="1" i="0" u="none" strike="noStrike" baseline="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1400" b="1" i="0" u="none" strike="noStrike" baseline="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4.22)</a:t>
            </a:r>
            <a:b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1)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기능 검증 완료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6DB592ED-ABEB-E231-3C17-25E85D50ED39}"/>
              </a:ext>
            </a:extLst>
          </p:cNvPr>
          <p:cNvSpPr/>
          <p:nvPr/>
        </p:nvSpPr>
        <p:spPr>
          <a:xfrm>
            <a:off x="273000" y="4646623"/>
            <a:ext cx="5390681" cy="18466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spcAft>
                <a:spcPts val="600"/>
              </a:spcAft>
            </a:pPr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2)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로딩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 능력 상승 확인 완료 </a:t>
            </a:r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장기간 데이터 공정 능력 확인 필요</a:t>
            </a:r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81" name="표 80">
            <a:extLst>
              <a:ext uri="{FF2B5EF4-FFF2-40B4-BE49-F238E27FC236}">
                <a16:creationId xmlns:a16="http://schemas.microsoft.com/office/drawing/2014/main" id="{CABBA809-6F15-D521-B66A-2672B2384410}"/>
              </a:ext>
            </a:extLst>
          </p:cNvPr>
          <p:cNvGraphicFramePr>
            <a:graphicFrameLocks noGrp="1"/>
          </p:cNvGraphicFramePr>
          <p:nvPr/>
        </p:nvGraphicFramePr>
        <p:xfrm>
          <a:off x="354490" y="5032380"/>
          <a:ext cx="3154516" cy="858977"/>
        </p:xfrm>
        <a:graphic>
          <a:graphicData uri="http://schemas.openxmlformats.org/drawingml/2006/table">
            <a:tbl>
              <a:tblPr/>
              <a:tblGrid>
                <a:gridCol w="542065">
                  <a:extLst>
                    <a:ext uri="{9D8B030D-6E8A-4147-A177-3AD203B41FA5}">
                      <a16:colId xmlns:a16="http://schemas.microsoft.com/office/drawing/2014/main" val="2936815575"/>
                    </a:ext>
                  </a:extLst>
                </a:gridCol>
                <a:gridCol w="986256">
                  <a:extLst>
                    <a:ext uri="{9D8B030D-6E8A-4147-A177-3AD203B41FA5}">
                      <a16:colId xmlns:a16="http://schemas.microsoft.com/office/drawing/2014/main" val="3631524106"/>
                    </a:ext>
                  </a:extLst>
                </a:gridCol>
                <a:gridCol w="542065">
                  <a:extLst>
                    <a:ext uri="{9D8B030D-6E8A-4147-A177-3AD203B41FA5}">
                      <a16:colId xmlns:a16="http://schemas.microsoft.com/office/drawing/2014/main" val="181934829"/>
                    </a:ext>
                  </a:extLst>
                </a:gridCol>
                <a:gridCol w="542065">
                  <a:extLst>
                    <a:ext uri="{9D8B030D-6E8A-4147-A177-3AD203B41FA5}">
                      <a16:colId xmlns:a16="http://schemas.microsoft.com/office/drawing/2014/main" val="4046817951"/>
                    </a:ext>
                  </a:extLst>
                </a:gridCol>
                <a:gridCol w="542065">
                  <a:extLst>
                    <a:ext uri="{9D8B030D-6E8A-4147-A177-3AD203B41FA5}">
                      <a16:colId xmlns:a16="http://schemas.microsoft.com/office/drawing/2014/main" val="3220301292"/>
                    </a:ext>
                  </a:extLst>
                </a:gridCol>
              </a:tblGrid>
              <a:tr h="3434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구간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Cpk</a:t>
                      </a:r>
                      <a:endParaRPr lang="en-US" sz="10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Ppk</a:t>
                      </a:r>
                      <a:endParaRPr lang="en-US" sz="10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1956430"/>
                  </a:ext>
                </a:extLst>
              </a:tr>
              <a:tr h="2012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수동보정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13:07~15:10(123</a:t>
                      </a: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31206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9537708"/>
                  </a:ext>
                </a:extLst>
              </a:tr>
              <a:tr h="2012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12:36~14:38(122</a:t>
                      </a: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30408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4.22 (0.08</a:t>
                      </a:r>
                      <a:r>
                        <a:rPr lang="ko-KR" altLang="en-US" sz="10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▲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0.76 (0.02</a:t>
                      </a:r>
                      <a:r>
                        <a:rPr lang="ko-KR" altLang="en-US" sz="10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▲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32080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7090E701-7B7C-8E28-CA34-DDE56F4AE917}"/>
              </a:ext>
            </a:extLst>
          </p:cNvPr>
          <p:cNvSpPr/>
          <p:nvPr/>
        </p:nvSpPr>
        <p:spPr>
          <a:xfrm>
            <a:off x="5582444" y="6472352"/>
            <a:ext cx="740884" cy="19874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수동보정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6366F53-7C28-5B41-F023-74DC9FC5F7E7}"/>
              </a:ext>
            </a:extLst>
          </p:cNvPr>
          <p:cNvSpPr/>
          <p:nvPr/>
        </p:nvSpPr>
        <p:spPr>
          <a:xfrm>
            <a:off x="8479788" y="6472352"/>
            <a:ext cx="740884" cy="19874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자동보정</a:t>
            </a: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9753B23A-8073-DB41-2494-373AA1B4398F}"/>
              </a:ext>
            </a:extLst>
          </p:cNvPr>
          <p:cNvGrpSpPr/>
          <p:nvPr/>
        </p:nvGrpSpPr>
        <p:grpSpPr>
          <a:xfrm>
            <a:off x="751222" y="1167894"/>
            <a:ext cx="449264" cy="635347"/>
            <a:chOff x="419098" y="1199647"/>
            <a:chExt cx="449264" cy="635347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37F0AD3A-0961-0690-D143-887FDC9983DD}"/>
                </a:ext>
              </a:extLst>
            </p:cNvPr>
            <p:cNvSpPr/>
            <p:nvPr/>
          </p:nvSpPr>
          <p:spPr>
            <a:xfrm>
              <a:off x="419098" y="1199647"/>
              <a:ext cx="449264" cy="170407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800" b="1">
                  <a:solidFill>
                    <a:schemeClr val="tx1"/>
                  </a:solidFill>
                  <a:highlight>
                    <a:srgbClr val="FFFF00"/>
                  </a:highligh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C</a:t>
              </a:r>
              <a:r>
                <a:rPr lang="ko-KR" altLang="en-US" sz="800" b="1">
                  <a:solidFill>
                    <a:schemeClr val="tx1"/>
                  </a:solidFill>
                  <a:highlight>
                    <a:srgbClr val="FFFF00"/>
                  </a:highligh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밸브</a:t>
              </a: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DCC8B604-2D42-65CD-2870-6727BCD56EA7}"/>
                </a:ext>
              </a:extLst>
            </p:cNvPr>
            <p:cNvSpPr/>
            <p:nvPr/>
          </p:nvSpPr>
          <p:spPr>
            <a:xfrm>
              <a:off x="419098" y="1400626"/>
              <a:ext cx="449264" cy="24963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800" b="1">
                  <a:solidFill>
                    <a:schemeClr val="tx1"/>
                  </a:solidFill>
                  <a:highlight>
                    <a:srgbClr val="FFFF00"/>
                  </a:highligh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B</a:t>
              </a:r>
              <a:r>
                <a:rPr lang="ko-KR" altLang="en-US" sz="800" b="1">
                  <a:solidFill>
                    <a:schemeClr val="tx1"/>
                  </a:solidFill>
                  <a:highlight>
                    <a:srgbClr val="FFFF00"/>
                  </a:highligh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밸브</a:t>
              </a: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1D3A1DEB-D0AA-78A8-E089-FDFE0AE675B7}"/>
                </a:ext>
              </a:extLst>
            </p:cNvPr>
            <p:cNvSpPr/>
            <p:nvPr/>
          </p:nvSpPr>
          <p:spPr>
            <a:xfrm>
              <a:off x="419098" y="1681141"/>
              <a:ext cx="449264" cy="153853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800" b="1">
                  <a:solidFill>
                    <a:schemeClr val="tx1"/>
                  </a:solidFill>
                  <a:highlight>
                    <a:srgbClr val="FFFF00"/>
                  </a:highligh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A</a:t>
              </a:r>
              <a:r>
                <a:rPr lang="ko-KR" altLang="en-US" sz="800" b="1">
                  <a:solidFill>
                    <a:schemeClr val="tx1"/>
                  </a:solidFill>
                  <a:highlight>
                    <a:srgbClr val="FFFF00"/>
                  </a:highligh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밸브</a:t>
              </a:r>
            </a:p>
          </p:txBody>
        </p:sp>
      </p:grp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9028A08F-E57D-FFF5-7870-F249F342FE88}"/>
              </a:ext>
            </a:extLst>
          </p:cNvPr>
          <p:cNvCxnSpPr>
            <a:cxnSpLocks/>
          </p:cNvCxnSpPr>
          <p:nvPr/>
        </p:nvCxnSpPr>
        <p:spPr>
          <a:xfrm>
            <a:off x="273000" y="1352266"/>
            <a:ext cx="9245650" cy="0"/>
          </a:xfrm>
          <a:prstGeom prst="line">
            <a:avLst/>
          </a:prstGeom>
          <a:ln w="952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48773E1F-0F2C-0AB7-1231-CBEBB9562112}"/>
              </a:ext>
            </a:extLst>
          </p:cNvPr>
          <p:cNvCxnSpPr>
            <a:cxnSpLocks/>
          </p:cNvCxnSpPr>
          <p:nvPr/>
        </p:nvCxnSpPr>
        <p:spPr>
          <a:xfrm>
            <a:off x="273000" y="1627297"/>
            <a:ext cx="9245650" cy="0"/>
          </a:xfrm>
          <a:prstGeom prst="line">
            <a:avLst/>
          </a:prstGeom>
          <a:ln w="952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57702356-A3BA-E2B5-3B57-7C6891B265C6}"/>
              </a:ext>
            </a:extLst>
          </p:cNvPr>
          <p:cNvSpPr/>
          <p:nvPr/>
        </p:nvSpPr>
        <p:spPr>
          <a:xfrm>
            <a:off x="7348177" y="1864566"/>
            <a:ext cx="479421" cy="124897"/>
          </a:xfrm>
          <a:prstGeom prst="rect">
            <a:avLst/>
          </a:prstGeom>
          <a:solidFill>
            <a:srgbClr val="DDFADD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67A20B69-569A-5E61-E23C-A4465A4C5D65}"/>
              </a:ext>
            </a:extLst>
          </p:cNvPr>
          <p:cNvSpPr txBox="1"/>
          <p:nvPr/>
        </p:nvSpPr>
        <p:spPr>
          <a:xfrm>
            <a:off x="7851909" y="1850070"/>
            <a:ext cx="1577708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: Control valve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On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구간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4C56C937-5918-45BE-FA1A-A2C90B49C00C}"/>
              </a:ext>
            </a:extLst>
          </p:cNvPr>
          <p:cNvSpPr/>
          <p:nvPr/>
        </p:nvSpPr>
        <p:spPr>
          <a:xfrm>
            <a:off x="7477717" y="2747118"/>
            <a:ext cx="479421" cy="124897"/>
          </a:xfrm>
          <a:prstGeom prst="rect">
            <a:avLst/>
          </a:prstGeom>
          <a:solidFill>
            <a:srgbClr val="DDFADD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983C95FE-5D8B-A3AA-5FED-D96C383D0A31}"/>
              </a:ext>
            </a:extLst>
          </p:cNvPr>
          <p:cNvSpPr txBox="1"/>
          <p:nvPr/>
        </p:nvSpPr>
        <p:spPr>
          <a:xfrm>
            <a:off x="7966209" y="2732622"/>
            <a:ext cx="1463408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: RPM/Gap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On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구간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54BBA59-5071-8842-AC33-AA964ACE8955}"/>
              </a:ext>
            </a:extLst>
          </p:cNvPr>
          <p:cNvSpPr/>
          <p:nvPr/>
        </p:nvSpPr>
        <p:spPr>
          <a:xfrm>
            <a:off x="3109915" y="1348446"/>
            <a:ext cx="338134" cy="272500"/>
          </a:xfrm>
          <a:prstGeom prst="rect">
            <a:avLst/>
          </a:prstGeom>
          <a:solidFill>
            <a:schemeClr val="bg1">
              <a:alpha val="50000"/>
            </a:schemeClr>
          </a:solidFill>
          <a:ln w="1905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7567A28-E4E5-8944-3102-E5648BE9C99F}"/>
              </a:ext>
            </a:extLst>
          </p:cNvPr>
          <p:cNvSpPr/>
          <p:nvPr/>
        </p:nvSpPr>
        <p:spPr>
          <a:xfrm>
            <a:off x="3108327" y="1620946"/>
            <a:ext cx="338134" cy="182808"/>
          </a:xfrm>
          <a:prstGeom prst="rect">
            <a:avLst/>
          </a:prstGeom>
          <a:solidFill>
            <a:schemeClr val="bg1">
              <a:alpha val="50000"/>
            </a:schemeClr>
          </a:solidFill>
          <a:ln w="1905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C02B0DC-8AEB-A55A-A90E-77789893E9BA}"/>
              </a:ext>
            </a:extLst>
          </p:cNvPr>
          <p:cNvSpPr txBox="1"/>
          <p:nvPr/>
        </p:nvSpPr>
        <p:spPr>
          <a:xfrm>
            <a:off x="3163096" y="877275"/>
            <a:ext cx="88740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A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밸브 유량 ▲필요</a:t>
            </a:r>
            <a:endParaRPr lang="en-US" altLang="ko-KR" sz="800">
              <a:highlight>
                <a:srgbClr val="FFFF00"/>
              </a:highlight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B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밸브 유량 ▼ 필요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CBB1DE88-37B8-C50A-AFFF-138F92C17407}"/>
              </a:ext>
            </a:extLst>
          </p:cNvPr>
          <p:cNvSpPr txBox="1"/>
          <p:nvPr/>
        </p:nvSpPr>
        <p:spPr>
          <a:xfrm>
            <a:off x="3163097" y="1825113"/>
            <a:ext cx="88740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C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밸브 유량 ▲ 필요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9F475C47-55B7-388E-A4AE-03B1672A31F0}"/>
              </a:ext>
            </a:extLst>
          </p:cNvPr>
          <p:cNvSpPr/>
          <p:nvPr/>
        </p:nvSpPr>
        <p:spPr>
          <a:xfrm>
            <a:off x="3111500" y="1167894"/>
            <a:ext cx="338134" cy="174203"/>
          </a:xfrm>
          <a:prstGeom prst="rect">
            <a:avLst/>
          </a:prstGeom>
          <a:solidFill>
            <a:schemeClr val="bg1">
              <a:alpha val="50000"/>
            </a:schemeClr>
          </a:solidFill>
          <a:ln w="1905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E590DA73-2517-CC9C-AFE5-E37019477756}"/>
              </a:ext>
            </a:extLst>
          </p:cNvPr>
          <p:cNvSpPr txBox="1"/>
          <p:nvPr/>
        </p:nvSpPr>
        <p:spPr>
          <a:xfrm>
            <a:off x="3163096" y="2708240"/>
            <a:ext cx="101837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A, C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밸브 </a:t>
            </a:r>
            <a:r>
              <a:rPr lang="ko-KR" altLang="en-US" sz="800" err="1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개도율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 ▲ 제어</a:t>
            </a:r>
            <a:endParaRPr lang="en-US" altLang="ko-KR" sz="800">
              <a:highlight>
                <a:srgbClr val="FFFF00"/>
              </a:highlight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B 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밸브</a:t>
            </a:r>
            <a:r>
              <a:rPr lang="en-US" altLang="ko-KR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800" err="1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개도율</a:t>
            </a:r>
            <a:r>
              <a:rPr lang="ko-KR" altLang="en-US" sz="800"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 ▼ 제어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5C08D13-9B87-42E9-3BF5-DB61862CCDF0}"/>
              </a:ext>
            </a:extLst>
          </p:cNvPr>
          <p:cNvSpPr/>
          <p:nvPr/>
        </p:nvSpPr>
        <p:spPr>
          <a:xfrm>
            <a:off x="3108327" y="2058702"/>
            <a:ext cx="339723" cy="635000"/>
          </a:xfrm>
          <a:prstGeom prst="rect">
            <a:avLst/>
          </a:prstGeom>
          <a:solidFill>
            <a:schemeClr val="bg1">
              <a:alpha val="50000"/>
            </a:schemeClr>
          </a:solidFill>
          <a:ln w="1905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B3D5582-D6DF-5807-34A4-05A59B5124CA}"/>
              </a:ext>
            </a:extLst>
          </p:cNvPr>
          <p:cNvSpPr/>
          <p:nvPr/>
        </p:nvSpPr>
        <p:spPr>
          <a:xfrm>
            <a:off x="729173" y="2532918"/>
            <a:ext cx="436569" cy="105702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</a:t>
            </a:r>
            <a:r>
              <a:rPr lang="ko-KR" altLang="en-US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밸브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C3EF75B-841E-7234-2E77-F3E5E13341BA}"/>
              </a:ext>
            </a:extLst>
          </p:cNvPr>
          <p:cNvSpPr/>
          <p:nvPr/>
        </p:nvSpPr>
        <p:spPr>
          <a:xfrm>
            <a:off x="729175" y="2094944"/>
            <a:ext cx="436569" cy="10570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B</a:t>
            </a:r>
            <a:r>
              <a:rPr lang="ko-KR" altLang="en-US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밸브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CF9D298E-4704-E807-E732-89CD4FB0235B}"/>
              </a:ext>
            </a:extLst>
          </p:cNvPr>
          <p:cNvSpPr/>
          <p:nvPr/>
        </p:nvSpPr>
        <p:spPr>
          <a:xfrm>
            <a:off x="729174" y="2261596"/>
            <a:ext cx="436569" cy="10570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</a:t>
            </a:r>
            <a:r>
              <a:rPr lang="ko-KR" altLang="en-US" sz="800" b="1">
                <a:solidFill>
                  <a:schemeClr val="tx1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밸브</a:t>
            </a:r>
          </a:p>
        </p:txBody>
      </p:sp>
      <p:cxnSp>
        <p:nvCxnSpPr>
          <p:cNvPr id="5" name="직선 화살표 연결선 4">
            <a:extLst>
              <a:ext uri="{FF2B5EF4-FFF2-40B4-BE49-F238E27FC236}">
                <a16:creationId xmlns:a16="http://schemas.microsoft.com/office/drawing/2014/main" id="{6735C288-4D9B-2767-ED96-8C1C74D8DFFD}"/>
              </a:ext>
            </a:extLst>
          </p:cNvPr>
          <p:cNvCxnSpPr>
            <a:cxnSpLocks/>
          </p:cNvCxnSpPr>
          <p:nvPr/>
        </p:nvCxnSpPr>
        <p:spPr>
          <a:xfrm>
            <a:off x="5207000" y="4599858"/>
            <a:ext cx="3843694" cy="0"/>
          </a:xfrm>
          <a:prstGeom prst="straightConnector1">
            <a:avLst/>
          </a:prstGeom>
          <a:ln>
            <a:solidFill>
              <a:schemeClr val="bg2">
                <a:lumMod val="50000"/>
              </a:schemeClr>
            </a:solidFill>
            <a:headEnd type="triangle" w="sm" len="med"/>
            <a:tailEnd type="triangle" w="sm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709B3102-7B57-8A09-8E7F-B9999461DDB5}"/>
              </a:ext>
            </a:extLst>
          </p:cNvPr>
          <p:cNvSpPr txBox="1"/>
          <p:nvPr/>
        </p:nvSpPr>
        <p:spPr>
          <a:xfrm>
            <a:off x="6526113" y="4634243"/>
            <a:ext cx="200193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공정능력 산출 구간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코팅 마지막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시간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E71B4C9-DFDF-A989-1663-61D17E78ADB2}"/>
              </a:ext>
            </a:extLst>
          </p:cNvPr>
          <p:cNvSpPr txBox="1"/>
          <p:nvPr/>
        </p:nvSpPr>
        <p:spPr>
          <a:xfrm>
            <a:off x="6792320" y="699471"/>
            <a:ext cx="1048660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 능력 산출 구간 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11/10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수동보정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시간 </a:t>
            </a:r>
            <a:b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11/11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자동보정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시간 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392B5FC0-CD41-E7D2-2DBA-8840CA3F60FB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0050" y="4462874"/>
            <a:ext cx="9029567" cy="664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86591345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0C0A994-B637-D4A1-9A38-CC2E941FF75C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cs typeface="Malgun Gothic Semilight" panose="020B0502040204020203" pitchFamily="50" charset="-127"/>
              </a:rPr>
              <a:t>MC</a:t>
            </a:r>
            <a:r>
              <a:rPr lang="ko-KR" altLang="en-US" sz="1800">
                <a:cs typeface="Malgun Gothic Semilight" panose="020B0502040204020203" pitchFamily="50" charset="-127"/>
              </a:rPr>
              <a:t>자동보정팀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8EC3C7D7-AD0B-9B57-5F2B-5EAC8A565DFA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518318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■ </a:t>
            </a:r>
            <a:r>
              <a:rPr lang="ko-KR" altLang="en-US" sz="14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분할다이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자동보정 기술개발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(1/2)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</a:p>
        </p:txBody>
      </p:sp>
      <p:graphicFrame>
        <p:nvGraphicFramePr>
          <p:cNvPr id="4" name="표 1">
            <a:extLst>
              <a:ext uri="{FF2B5EF4-FFF2-40B4-BE49-F238E27FC236}">
                <a16:creationId xmlns:a16="http://schemas.microsoft.com/office/drawing/2014/main" id="{EB5481E2-6FB4-4FB7-EF5D-7D9B040C6E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0640234"/>
              </p:ext>
            </p:extLst>
          </p:nvPr>
        </p:nvGraphicFramePr>
        <p:xfrm>
          <a:off x="125047" y="866775"/>
          <a:ext cx="9657208" cy="5747089"/>
        </p:xfrm>
        <a:graphic>
          <a:graphicData uri="http://schemas.openxmlformats.org/drawingml/2006/table">
            <a:tbl>
              <a:tblPr/>
              <a:tblGrid>
                <a:gridCol w="7607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8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  <a:endParaRPr lang="ko-KR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분할다이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기술개발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EP1 Pilot#3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AZ #2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’26.09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윤숙영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2369CE85-B89B-6E4A-6281-356F875EAE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073907"/>
              </p:ext>
            </p:extLst>
          </p:nvPr>
        </p:nvGraphicFramePr>
        <p:xfrm>
          <a:off x="1443611" y="1089758"/>
          <a:ext cx="7323018" cy="56237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5623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357395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22701">
                <a:tc gridSpan="2">
                  <a:txBody>
                    <a:bodyPr/>
                    <a:lstStyle/>
                    <a:p>
                      <a:pPr marL="449263" marR="0" lvl="0" indent="-449263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LG Smart_H Regular"/>
                        </a:rPr>
                        <a:t>금주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(W51)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추가 진행사항 없습니다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. </a:t>
                      </a:r>
                      <a:endParaRPr lang="en-US" altLang="ko-KR" sz="90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007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74453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로직개발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100"/>
                        </a:lnSpc>
                      </a:pPr>
                      <a:r>
                        <a:rPr lang="en-US" altLang="ko-KR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전체 계획</a:t>
                      </a:r>
                      <a:r>
                        <a:rPr lang="en-US" altLang="ko-KR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>
                        <a:lnSpc>
                          <a:spcPts val="1100"/>
                        </a:lnSpc>
                      </a:pPr>
                      <a:r>
                        <a:rPr lang="en-US" altLang="ko-KR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배경</a:t>
                      </a:r>
                      <a:r>
                        <a:rPr lang="en-US" altLang="ko-KR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92075" indent="-92075" latinLnBrk="0">
                        <a:lnSpc>
                          <a:spcPts val="1100"/>
                        </a:lnSpc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- NFF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기준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8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분할 다이는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26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년 하반기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AZ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법인 적용 테스트 예정이며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 8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분할 다이 기준 예상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CTP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조정 개수는 단면 코팅 기준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34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임에 따라 자동보정 기술 도입이 필수적입니다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또한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NFF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외에도 로딩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코팅 폭 공차 강화 대응을 위해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5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세대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분할초크바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다이 대응을 위해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분할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다이의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분할 개수에 대해서도 유연하게 대응 가능하도록 로직 개발이 필요한 상황입니다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※ 8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분할 다이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CTP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조정 개수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단면 기준기준으로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L/R GAP 16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(MD),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미니다이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위치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8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(TD),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개도율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8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CPC 1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RPM 1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개로 구성되어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총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34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입니다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.(Top/Back Total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총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68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 </a:t>
                      </a: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>
                        <a:solidFill>
                          <a:schemeClr val="tx1"/>
                        </a:solidFill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R="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9" name="내용 개체 틀 20">
            <a:hlinkClick r:id="rId3" action="ppaction://hlinksldjump"/>
            <a:extLst>
              <a:ext uri="{FF2B5EF4-FFF2-40B4-BE49-F238E27FC236}">
                <a16:creationId xmlns:a16="http://schemas.microsoft.com/office/drawing/2014/main" id="{CC04C160-6A3A-C4A5-A914-966474D791DC}"/>
              </a:ext>
            </a:extLst>
          </p:cNvPr>
          <p:cNvSpPr txBox="1">
            <a:spLocks/>
          </p:cNvSpPr>
          <p:nvPr/>
        </p:nvSpPr>
        <p:spPr>
          <a:xfrm>
            <a:off x="8174157" y="163128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0"/>
              </a:spcBef>
              <a:defRPr/>
            </a:pP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윤숙영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P</a:t>
            </a:r>
            <a:endParaRPr lang="ko-KR" altLang="en-US" sz="11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BCFB68D-DFE2-CE8E-016B-FC17905817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5003396"/>
              </p:ext>
            </p:extLst>
          </p:nvPr>
        </p:nvGraphicFramePr>
        <p:xfrm>
          <a:off x="2577783" y="1882859"/>
          <a:ext cx="5780986" cy="723900"/>
        </p:xfrm>
        <a:graphic>
          <a:graphicData uri="http://schemas.openxmlformats.org/drawingml/2006/table">
            <a:tbl>
              <a:tblPr/>
              <a:tblGrid>
                <a:gridCol w="722623">
                  <a:extLst>
                    <a:ext uri="{9D8B030D-6E8A-4147-A177-3AD203B41FA5}">
                      <a16:colId xmlns:a16="http://schemas.microsoft.com/office/drawing/2014/main" val="1528983181"/>
                    </a:ext>
                  </a:extLst>
                </a:gridCol>
                <a:gridCol w="722623">
                  <a:extLst>
                    <a:ext uri="{9D8B030D-6E8A-4147-A177-3AD203B41FA5}">
                      <a16:colId xmlns:a16="http://schemas.microsoft.com/office/drawing/2014/main" val="4173945981"/>
                    </a:ext>
                  </a:extLst>
                </a:gridCol>
                <a:gridCol w="722623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722623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722623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722623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615033">
                  <a:extLst>
                    <a:ext uri="{9D8B030D-6E8A-4147-A177-3AD203B41FA5}">
                      <a16:colId xmlns:a16="http://schemas.microsoft.com/office/drawing/2014/main" val="2261928765"/>
                    </a:ext>
                  </a:extLst>
                </a:gridCol>
                <a:gridCol w="830215">
                  <a:extLst>
                    <a:ext uri="{9D8B030D-6E8A-4147-A177-3AD203B41FA5}">
                      <a16:colId xmlns:a16="http://schemas.microsoft.com/office/drawing/2014/main" val="1939774649"/>
                    </a:ext>
                  </a:extLst>
                </a:gridCol>
              </a:tblGrid>
              <a:tr h="76261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모델 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4756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데이터 분석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 panose="020B0600000101010101" pitchFamily="50" charset="-127"/>
                      </a:endParaRPr>
                    </a:p>
                    <a:p>
                      <a:pPr algn="ctr" fontAlgn="ctr" latinLnBrk="0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해석 시뮬레이션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예측 모델 개발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로직개발 및 코드 구현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기능 검증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대표호기 적용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76261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E27F(8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패턴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양극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‘25.12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‘25.12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’26.03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‘26.05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SOP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시점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  <a:tr h="76261">
                <a:tc vMerge="1">
                  <a:txBody>
                    <a:bodyPr/>
                    <a:lstStyle/>
                    <a:p>
                      <a:pPr algn="ctr" fontAlgn="ctr" latinLnBrk="0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음극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’26.03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‘26.05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~ ‘26.09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</a:rPr>
                        <a:t>SOP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</a:rPr>
                        <a:t> 시점</a:t>
                      </a:r>
                      <a:endParaRPr kumimoji="0" lang="en-US" altLang="ko-KR" baseline="0">
                        <a:solidFill>
                          <a:schemeClr val="tx1"/>
                        </a:solidFill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1630310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2525666A-E543-717A-6559-370B06386532}"/>
              </a:ext>
            </a:extLst>
          </p:cNvPr>
          <p:cNvSpPr txBox="1"/>
          <p:nvPr/>
        </p:nvSpPr>
        <p:spPr>
          <a:xfrm>
            <a:off x="2577783" y="2621999"/>
            <a:ext cx="4626872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※ NFF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양극 데이터 기준 기술개발 진행 후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, EP1 Pilot3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호 음극설비 대상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26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년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월 부터 기능검증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Test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예정입니다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endParaRPr lang="ko-KR" altLang="en-US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114" name="표 113">
            <a:extLst>
              <a:ext uri="{FF2B5EF4-FFF2-40B4-BE49-F238E27FC236}">
                <a16:creationId xmlns:a16="http://schemas.microsoft.com/office/drawing/2014/main" id="{7B605748-4FFE-ADB3-570E-75515A2F6388}"/>
              </a:ext>
            </a:extLst>
          </p:cNvPr>
          <p:cNvGraphicFramePr>
            <a:graphicFrameLocks noGrp="1"/>
          </p:cNvGraphicFramePr>
          <p:nvPr/>
        </p:nvGraphicFramePr>
        <p:xfrm>
          <a:off x="5003446" y="5763952"/>
          <a:ext cx="3680735" cy="640080"/>
        </p:xfrm>
        <a:graphic>
          <a:graphicData uri="http://schemas.openxmlformats.org/drawingml/2006/table">
            <a:tbl>
              <a:tblPr/>
              <a:tblGrid>
                <a:gridCol w="466816">
                  <a:extLst>
                    <a:ext uri="{9D8B030D-6E8A-4147-A177-3AD203B41FA5}">
                      <a16:colId xmlns:a16="http://schemas.microsoft.com/office/drawing/2014/main" val="144902475"/>
                    </a:ext>
                  </a:extLst>
                </a:gridCol>
                <a:gridCol w="351553">
                  <a:extLst>
                    <a:ext uri="{9D8B030D-6E8A-4147-A177-3AD203B41FA5}">
                      <a16:colId xmlns:a16="http://schemas.microsoft.com/office/drawing/2014/main" val="3806986035"/>
                    </a:ext>
                  </a:extLst>
                </a:gridCol>
                <a:gridCol w="559026">
                  <a:extLst>
                    <a:ext uri="{9D8B030D-6E8A-4147-A177-3AD203B41FA5}">
                      <a16:colId xmlns:a16="http://schemas.microsoft.com/office/drawing/2014/main" val="3125075070"/>
                    </a:ext>
                  </a:extLst>
                </a:gridCol>
                <a:gridCol w="343869">
                  <a:extLst>
                    <a:ext uri="{9D8B030D-6E8A-4147-A177-3AD203B41FA5}">
                      <a16:colId xmlns:a16="http://schemas.microsoft.com/office/drawing/2014/main" val="1748880537"/>
                    </a:ext>
                  </a:extLst>
                </a:gridCol>
                <a:gridCol w="1118051">
                  <a:extLst>
                    <a:ext uri="{9D8B030D-6E8A-4147-A177-3AD203B41FA5}">
                      <a16:colId xmlns:a16="http://schemas.microsoft.com/office/drawing/2014/main" val="2096741979"/>
                    </a:ext>
                  </a:extLst>
                </a:gridCol>
                <a:gridCol w="841420">
                  <a:extLst>
                    <a:ext uri="{9D8B030D-6E8A-4147-A177-3AD203B41FA5}">
                      <a16:colId xmlns:a16="http://schemas.microsoft.com/office/drawing/2014/main" val="62160109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600" b="1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지표</a:t>
                      </a:r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600" b="1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  <a:r>
                        <a:rPr lang="en-US" altLang="ko-KR" sz="600" b="1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600" b="1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  <a:r>
                        <a:rPr lang="en-US" altLang="ko-KR" sz="600" b="1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600" b="1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핵심과제</a:t>
                      </a:r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600" b="1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세부 과제</a:t>
                      </a:r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600" b="1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</a:t>
                      </a:r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1730900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algn="ctr" fontAlgn="base"/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 공차​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base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±5mg/25cm</a:t>
                      </a:r>
                      <a:r>
                        <a:rPr lang="en-US" altLang="ko-KR" sz="400" b="0" i="0" u="none" strike="noStrike" baseline="300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4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base"/>
                      <a:r>
                        <a:rPr lang="ko-KR" altLang="en-US" sz="4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base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코팅 폭 공차</a:t>
                      </a:r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base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± 0.5mm</a:t>
                      </a:r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품질확보​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코팅 기술 향상​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O​</a:t>
                      </a:r>
                      <a:endParaRPr 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ase"/>
                      <a:r>
                        <a:rPr lang="ko-KR" altLang="en-US" sz="600" b="0" i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초크바</a:t>
                      </a:r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자동 보정 기술 개발​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 공차​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base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±6</a:t>
                      </a:r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±5mg/25cm</a:t>
                      </a:r>
                      <a:r>
                        <a:rPr lang="en-US" altLang="ko-KR" sz="400" b="0" i="0" u="none" strike="noStrike" baseline="300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4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733499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품질확보​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코팅 기술 향상​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O​</a:t>
                      </a:r>
                      <a:endParaRPr 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ase"/>
                      <a:r>
                        <a:rPr lang="ko-KR" altLang="en-US" sz="600" b="0" i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분할다이</a:t>
                      </a:r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기술 개발 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폭</a:t>
                      </a:r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미스매치 공차 </a:t>
                      </a:r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base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±1.0/0.8</a:t>
                      </a:r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± 0.5/0.5mm</a:t>
                      </a:r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534673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품질확보</a:t>
                      </a:r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코팅 기술 향상​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O​</a:t>
                      </a:r>
                      <a:endParaRPr 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ase"/>
                      <a:r>
                        <a:rPr lang="ko-KR" altLang="en-US" sz="600" b="0" i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분할다이</a:t>
                      </a:r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자동 보정 기술 개발 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폭</a:t>
                      </a:r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미스매치 공차 </a:t>
                      </a:r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base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±1.0/0.8</a:t>
                      </a:r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± 0.5/0.5mm</a:t>
                      </a:r>
                      <a:r>
                        <a:rPr lang="ko-KR" altLang="en-US" sz="600" b="0" i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​</a:t>
                      </a:r>
                      <a:endParaRPr lang="ko-KR" altLang="en-US" sz="1300" b="0" i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8341969"/>
                  </a:ext>
                </a:extLst>
              </a:tr>
            </a:tbl>
          </a:graphicData>
        </a:graphic>
      </p:graphicFrame>
      <p:sp>
        <p:nvSpPr>
          <p:cNvPr id="115" name="Rectangle 1">
            <a:extLst>
              <a:ext uri="{FF2B5EF4-FFF2-40B4-BE49-F238E27FC236}">
                <a16:creationId xmlns:a16="http://schemas.microsoft.com/office/drawing/2014/main" id="{121DBE2C-010C-4130-8C26-39DFBE60CB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92941" y="1687195"/>
            <a:ext cx="9906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ko-KR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LG Smart_H"/>
              </a:rPr>
              <a:t> </a:t>
            </a: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6311795D-62B8-668A-4B09-A4EF61E9CCD8}"/>
              </a:ext>
            </a:extLst>
          </p:cNvPr>
          <p:cNvGrpSpPr/>
          <p:nvPr/>
        </p:nvGrpSpPr>
        <p:grpSpPr>
          <a:xfrm>
            <a:off x="2438400" y="3843549"/>
            <a:ext cx="6312989" cy="2587731"/>
            <a:chOff x="2453640" y="3843549"/>
            <a:chExt cx="6312989" cy="2587731"/>
          </a:xfrm>
        </p:grpSpPr>
        <p:sp>
          <p:nvSpPr>
            <p:cNvPr id="238" name="사다리꼴 237">
              <a:extLst>
                <a:ext uri="{FF2B5EF4-FFF2-40B4-BE49-F238E27FC236}">
                  <a16:creationId xmlns:a16="http://schemas.microsoft.com/office/drawing/2014/main" id="{2BA89F73-5772-9766-724C-5E62E7FCA9FB}"/>
                </a:ext>
              </a:extLst>
            </p:cNvPr>
            <p:cNvSpPr/>
            <p:nvPr/>
          </p:nvSpPr>
          <p:spPr>
            <a:xfrm>
              <a:off x="2563518" y="4024488"/>
              <a:ext cx="1686057" cy="27640"/>
            </a:xfrm>
            <a:prstGeom prst="trapezoid">
              <a:avLst>
                <a:gd name="adj" fmla="val 11567"/>
              </a:avLst>
            </a:prstGeom>
            <a:pattFill prst="pct20">
              <a:fgClr>
                <a:schemeClr val="accent1"/>
              </a:fgClr>
              <a:bgClr>
                <a:schemeClr val="accent1">
                  <a:lumMod val="20000"/>
                  <a:lumOff val="80000"/>
                </a:schemeClr>
              </a:bgClr>
            </a:patt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/>
                <a:t>`</a:t>
              </a:r>
              <a:endParaRPr lang="ko-KR" altLang="en-US" sz="1200"/>
            </a:p>
          </p:txBody>
        </p:sp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A2B1EE54-7968-B24F-8161-AF5AE107990B}"/>
                </a:ext>
              </a:extLst>
            </p:cNvPr>
            <p:cNvSpPr/>
            <p:nvPr/>
          </p:nvSpPr>
          <p:spPr>
            <a:xfrm>
              <a:off x="2539915" y="4052083"/>
              <a:ext cx="1733265" cy="11164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240" name="사다리꼴 239">
              <a:extLst>
                <a:ext uri="{FF2B5EF4-FFF2-40B4-BE49-F238E27FC236}">
                  <a16:creationId xmlns:a16="http://schemas.microsoft.com/office/drawing/2014/main" id="{CE3DAE86-1D78-9B00-C94B-DFBEA4B62A6B}"/>
                </a:ext>
              </a:extLst>
            </p:cNvPr>
            <p:cNvSpPr/>
            <p:nvPr/>
          </p:nvSpPr>
          <p:spPr>
            <a:xfrm>
              <a:off x="2563519" y="4769057"/>
              <a:ext cx="1686057" cy="27640"/>
            </a:xfrm>
            <a:prstGeom prst="trapezoid">
              <a:avLst>
                <a:gd name="adj" fmla="val 11567"/>
              </a:avLst>
            </a:pr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/>
                <a:t>`</a:t>
              </a:r>
              <a:endParaRPr lang="ko-KR" altLang="en-US" sz="1200"/>
            </a:p>
          </p:txBody>
        </p: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50CC07C2-6155-FABF-22D2-F18DB73EB038}"/>
                </a:ext>
              </a:extLst>
            </p:cNvPr>
            <p:cNvSpPr/>
            <p:nvPr/>
          </p:nvSpPr>
          <p:spPr>
            <a:xfrm>
              <a:off x="2539915" y="4796652"/>
              <a:ext cx="1733265" cy="11164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243" name="직사각형 242">
              <a:extLst>
                <a:ext uri="{FF2B5EF4-FFF2-40B4-BE49-F238E27FC236}">
                  <a16:creationId xmlns:a16="http://schemas.microsoft.com/office/drawing/2014/main" id="{5C91D198-A3EB-08FB-1416-3A7BB151B486}"/>
                </a:ext>
              </a:extLst>
            </p:cNvPr>
            <p:cNvSpPr/>
            <p:nvPr/>
          </p:nvSpPr>
          <p:spPr>
            <a:xfrm>
              <a:off x="2831688" y="4165885"/>
              <a:ext cx="1149718" cy="246221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[3</a:t>
              </a:r>
              <a:r>
                <a:rPr lang="ko-KR" altLang="en-US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세대</a:t>
              </a:r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]</a:t>
              </a:r>
            </a:p>
            <a:p>
              <a:pPr algn="ctr"/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Lip </a:t>
              </a:r>
              <a:r>
                <a:rPr lang="ko-KR" altLang="en-US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가변볼트 적용 다이</a:t>
              </a:r>
            </a:p>
          </p:txBody>
        </p:sp>
        <p:sp>
          <p:nvSpPr>
            <p:cNvPr id="256" name="직사각형 255">
              <a:extLst>
                <a:ext uri="{FF2B5EF4-FFF2-40B4-BE49-F238E27FC236}">
                  <a16:creationId xmlns:a16="http://schemas.microsoft.com/office/drawing/2014/main" id="{1FEE21C7-35F1-EBBD-D60E-CB5D0BB1ED3C}"/>
                </a:ext>
              </a:extLst>
            </p:cNvPr>
            <p:cNvSpPr/>
            <p:nvPr/>
          </p:nvSpPr>
          <p:spPr>
            <a:xfrm>
              <a:off x="3003356" y="5533802"/>
              <a:ext cx="806382" cy="246221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en-US" altLang="ko-KR" sz="8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[5</a:t>
              </a:r>
              <a:r>
                <a:rPr lang="ko-KR" altLang="en-US" sz="8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세대</a:t>
              </a:r>
              <a:r>
                <a:rPr lang="en-US" altLang="ko-KR" sz="800" b="1">
                  <a:solidFill>
                    <a:srgbClr val="0000FF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(</a:t>
              </a:r>
              <a:r>
                <a:rPr lang="ko-KR" altLang="en-US" sz="800" b="1">
                  <a:solidFill>
                    <a:srgbClr val="0000FF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예정</a:t>
              </a:r>
              <a:r>
                <a:rPr lang="en-US" altLang="ko-KR" sz="800" b="1">
                  <a:solidFill>
                    <a:srgbClr val="0000FF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</a:t>
              </a:r>
              <a:r>
                <a:rPr lang="en-US" altLang="ko-KR" sz="8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]</a:t>
              </a:r>
              <a:br>
                <a:rPr lang="en-US" altLang="ko-KR" sz="8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</a:br>
              <a:r>
                <a:rPr lang="ko-KR" altLang="en-US" sz="8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분할 </a:t>
              </a:r>
              <a:r>
                <a:rPr lang="ko-KR" altLang="en-US" sz="800" b="1" err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초크바</a:t>
              </a:r>
              <a:r>
                <a:rPr lang="ko-KR" altLang="en-US" sz="8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다이</a:t>
              </a:r>
            </a:p>
          </p:txBody>
        </p:sp>
        <p:sp>
          <p:nvSpPr>
            <p:cNvPr id="258" name="직사각형 257">
              <a:extLst>
                <a:ext uri="{FF2B5EF4-FFF2-40B4-BE49-F238E27FC236}">
                  <a16:creationId xmlns:a16="http://schemas.microsoft.com/office/drawing/2014/main" id="{F8333FF7-E12B-DB54-FB0E-FA50F9FC4841}"/>
                </a:ext>
              </a:extLst>
            </p:cNvPr>
            <p:cNvSpPr/>
            <p:nvPr/>
          </p:nvSpPr>
          <p:spPr>
            <a:xfrm>
              <a:off x="2831688" y="4918303"/>
              <a:ext cx="1149718" cy="246221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[4</a:t>
              </a:r>
              <a:r>
                <a:rPr lang="ko-KR" altLang="en-US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세대</a:t>
              </a:r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]</a:t>
              </a:r>
            </a:p>
            <a:p>
              <a:pPr algn="ctr"/>
              <a:r>
                <a:rPr lang="ko-KR" altLang="en-US" sz="800" err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초크바</a:t>
              </a:r>
              <a:r>
                <a:rPr lang="ko-KR" altLang="en-US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다이</a:t>
              </a:r>
            </a:p>
          </p:txBody>
        </p:sp>
        <p:sp>
          <p:nvSpPr>
            <p:cNvPr id="321" name="화살표: 아래쪽 320">
              <a:extLst>
                <a:ext uri="{FF2B5EF4-FFF2-40B4-BE49-F238E27FC236}">
                  <a16:creationId xmlns:a16="http://schemas.microsoft.com/office/drawing/2014/main" id="{42CCC840-D3BD-35DF-6242-27D53FB9B0EC}"/>
                </a:ext>
              </a:extLst>
            </p:cNvPr>
            <p:cNvSpPr/>
            <p:nvPr/>
          </p:nvSpPr>
          <p:spPr>
            <a:xfrm>
              <a:off x="3317644" y="5174209"/>
              <a:ext cx="177806" cy="353522"/>
            </a:xfrm>
            <a:prstGeom prst="downArrow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74000">
                  <a:schemeClr val="accent1">
                    <a:lumMod val="45000"/>
                    <a:lumOff val="55000"/>
                  </a:schemeClr>
                </a:gs>
                <a:gs pos="8300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/>
            </a:p>
          </p:txBody>
        </p: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0337AB2B-1A17-28BD-74F1-3D7AB979E11C}"/>
                </a:ext>
              </a:extLst>
            </p:cNvPr>
            <p:cNvGrpSpPr/>
            <p:nvPr/>
          </p:nvGrpSpPr>
          <p:grpSpPr>
            <a:xfrm>
              <a:off x="4739363" y="4509306"/>
              <a:ext cx="3984481" cy="860072"/>
              <a:chOff x="4412155" y="4405954"/>
              <a:chExt cx="3984481" cy="860072"/>
            </a:xfrm>
          </p:grpSpPr>
          <p:sp>
            <p:nvSpPr>
              <p:cNvPr id="237" name="직사각형 236">
                <a:extLst>
                  <a:ext uri="{FF2B5EF4-FFF2-40B4-BE49-F238E27FC236}">
                    <a16:creationId xmlns:a16="http://schemas.microsoft.com/office/drawing/2014/main" id="{74004419-3B9C-6E75-DB8C-2B158E10E239}"/>
                  </a:ext>
                </a:extLst>
              </p:cNvPr>
              <p:cNvSpPr/>
              <p:nvPr/>
            </p:nvSpPr>
            <p:spPr>
              <a:xfrm>
                <a:off x="4412155" y="4616123"/>
                <a:ext cx="3984481" cy="541826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r"/>
                <a:endParaRPr lang="ko-KR" altLang="en-US" sz="1600"/>
              </a:p>
            </p:txBody>
          </p:sp>
          <p:cxnSp>
            <p:nvCxnSpPr>
              <p:cNvPr id="242" name="직선 연결선 241">
                <a:extLst>
                  <a:ext uri="{FF2B5EF4-FFF2-40B4-BE49-F238E27FC236}">
                    <a16:creationId xmlns:a16="http://schemas.microsoft.com/office/drawing/2014/main" id="{3F632F52-3188-ECBE-231E-387B814E433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091364" y="4803531"/>
                <a:ext cx="2103" cy="193482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4" name="자유형: 도형 243">
                <a:extLst>
                  <a:ext uri="{FF2B5EF4-FFF2-40B4-BE49-F238E27FC236}">
                    <a16:creationId xmlns:a16="http://schemas.microsoft.com/office/drawing/2014/main" id="{0AA506B0-02E4-24F2-8DD0-C73ACD1AE1A9}"/>
                  </a:ext>
                </a:extLst>
              </p:cNvPr>
              <p:cNvSpPr/>
              <p:nvPr/>
            </p:nvSpPr>
            <p:spPr>
              <a:xfrm>
                <a:off x="4597161" y="4804994"/>
                <a:ext cx="1499673" cy="193482"/>
              </a:xfrm>
              <a:custGeom>
                <a:avLst/>
                <a:gdLst>
                  <a:gd name="connsiteX0" fmla="*/ 0 w 2279650"/>
                  <a:gd name="connsiteY0" fmla="*/ 6350 h 1047750"/>
                  <a:gd name="connsiteX1" fmla="*/ 0 w 2279650"/>
                  <a:gd name="connsiteY1" fmla="*/ 1047750 h 1047750"/>
                  <a:gd name="connsiteX2" fmla="*/ 2279650 w 2279650"/>
                  <a:gd name="connsiteY2" fmla="*/ 1047750 h 1047750"/>
                  <a:gd name="connsiteX3" fmla="*/ 2279650 w 2279650"/>
                  <a:gd name="connsiteY3" fmla="*/ 0 h 1047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9650" h="1047750">
                    <a:moveTo>
                      <a:pt x="0" y="6350"/>
                    </a:moveTo>
                    <a:lnTo>
                      <a:pt x="0" y="1047750"/>
                    </a:lnTo>
                    <a:lnTo>
                      <a:pt x="2279650" y="1047750"/>
                    </a:lnTo>
                    <a:lnTo>
                      <a:pt x="2279650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245" name="사다리꼴 244">
                <a:extLst>
                  <a:ext uri="{FF2B5EF4-FFF2-40B4-BE49-F238E27FC236}">
                    <a16:creationId xmlns:a16="http://schemas.microsoft.com/office/drawing/2014/main" id="{4CF1CBE3-3670-1923-FC1A-6329C4086D80}"/>
                  </a:ext>
                </a:extLst>
              </p:cNvPr>
              <p:cNvSpPr/>
              <p:nvPr/>
            </p:nvSpPr>
            <p:spPr>
              <a:xfrm>
                <a:off x="4498228" y="4665705"/>
                <a:ext cx="1686057" cy="27640"/>
              </a:xfrm>
              <a:prstGeom prst="trapezoid">
                <a:avLst>
                  <a:gd name="adj" fmla="val 11567"/>
                </a:avLst>
              </a:prstGeom>
              <a:pattFill prst="pct20">
                <a:fgClr>
                  <a:schemeClr val="accent1"/>
                </a:fgClr>
                <a:bgClr>
                  <a:schemeClr val="accent1">
                    <a:lumMod val="20000"/>
                    <a:lumOff val="80000"/>
                  </a:schemeClr>
                </a:bgClr>
              </a:patt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200"/>
                  <a:t>`</a:t>
                </a:r>
                <a:endParaRPr lang="ko-KR" altLang="en-US" sz="1200"/>
              </a:p>
            </p:txBody>
          </p:sp>
          <p:sp>
            <p:nvSpPr>
              <p:cNvPr id="246" name="직사각형 245">
                <a:extLst>
                  <a:ext uri="{FF2B5EF4-FFF2-40B4-BE49-F238E27FC236}">
                    <a16:creationId xmlns:a16="http://schemas.microsoft.com/office/drawing/2014/main" id="{3CD8400B-26AB-0E93-6A8F-ABACB53FDA92}"/>
                  </a:ext>
                </a:extLst>
              </p:cNvPr>
              <p:cNvSpPr/>
              <p:nvPr/>
            </p:nvSpPr>
            <p:spPr>
              <a:xfrm>
                <a:off x="4474625" y="4693300"/>
                <a:ext cx="1733265" cy="11164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cxnSp>
            <p:nvCxnSpPr>
              <p:cNvPr id="259" name="직선 연결선 258">
                <a:extLst>
                  <a:ext uri="{FF2B5EF4-FFF2-40B4-BE49-F238E27FC236}">
                    <a16:creationId xmlns:a16="http://schemas.microsoft.com/office/drawing/2014/main" id="{036D827D-AB8D-A948-0175-ECC493EDBC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588423" y="4809369"/>
                <a:ext cx="2103" cy="193482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60" name="그룹 259">
                <a:extLst>
                  <a:ext uri="{FF2B5EF4-FFF2-40B4-BE49-F238E27FC236}">
                    <a16:creationId xmlns:a16="http://schemas.microsoft.com/office/drawing/2014/main" id="{3C855FA2-6E5A-8314-5C4B-CE3988EE9235}"/>
                  </a:ext>
                </a:extLst>
              </p:cNvPr>
              <p:cNvGrpSpPr/>
              <p:nvPr/>
            </p:nvGrpSpPr>
            <p:grpSpPr>
              <a:xfrm>
                <a:off x="4552488" y="4887900"/>
                <a:ext cx="74407" cy="84985"/>
                <a:chOff x="3633112" y="4485218"/>
                <a:chExt cx="193201" cy="237048"/>
              </a:xfrm>
            </p:grpSpPr>
            <p:sp>
              <p:nvSpPr>
                <p:cNvPr id="377" name="이등변 삼각형 376">
                  <a:extLst>
                    <a:ext uri="{FF2B5EF4-FFF2-40B4-BE49-F238E27FC236}">
                      <a16:creationId xmlns:a16="http://schemas.microsoft.com/office/drawing/2014/main" id="{E355778B-F796-D46E-41DE-3D13A26767B8}"/>
                    </a:ext>
                  </a:extLst>
                </p:cNvPr>
                <p:cNvSpPr/>
                <p:nvPr/>
              </p:nvSpPr>
              <p:spPr>
                <a:xfrm>
                  <a:off x="3633112" y="4551533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78" name="이등변 삼각형 377">
                  <a:extLst>
                    <a:ext uri="{FF2B5EF4-FFF2-40B4-BE49-F238E27FC236}">
                      <a16:creationId xmlns:a16="http://schemas.microsoft.com/office/drawing/2014/main" id="{38E5288C-CDE8-AB3F-61B6-D04AE8446B1A}"/>
                    </a:ext>
                  </a:extLst>
                </p:cNvPr>
                <p:cNvSpPr/>
                <p:nvPr/>
              </p:nvSpPr>
              <p:spPr>
                <a:xfrm rot="10800000">
                  <a:off x="3633113" y="4485218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79" name="타원 378">
                  <a:extLst>
                    <a:ext uri="{FF2B5EF4-FFF2-40B4-BE49-F238E27FC236}">
                      <a16:creationId xmlns:a16="http://schemas.microsoft.com/office/drawing/2014/main" id="{F1D20B3A-5742-A0AF-D20F-F164F42F471C}"/>
                    </a:ext>
                  </a:extLst>
                </p:cNvPr>
                <p:cNvSpPr/>
                <p:nvPr/>
              </p:nvSpPr>
              <p:spPr>
                <a:xfrm>
                  <a:off x="3669747" y="4545247"/>
                  <a:ext cx="119932" cy="12022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  <p:sp>
            <p:nvSpPr>
              <p:cNvPr id="261" name="직사각형 260">
                <a:extLst>
                  <a:ext uri="{FF2B5EF4-FFF2-40B4-BE49-F238E27FC236}">
                    <a16:creationId xmlns:a16="http://schemas.microsoft.com/office/drawing/2014/main" id="{65943C02-7F8C-DC85-6680-F68BA6537139}"/>
                  </a:ext>
                </a:extLst>
              </p:cNvPr>
              <p:cNvSpPr/>
              <p:nvPr/>
            </p:nvSpPr>
            <p:spPr>
              <a:xfrm>
                <a:off x="4456034" y="4805201"/>
                <a:ext cx="119618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①</a:t>
                </a:r>
              </a:p>
            </p:txBody>
          </p:sp>
          <p:grpSp>
            <p:nvGrpSpPr>
              <p:cNvPr id="262" name="그룹 261">
                <a:extLst>
                  <a:ext uri="{FF2B5EF4-FFF2-40B4-BE49-F238E27FC236}">
                    <a16:creationId xmlns:a16="http://schemas.microsoft.com/office/drawing/2014/main" id="{4EF48BE1-1E3F-D0EF-CC55-3684542F96A5}"/>
                  </a:ext>
                </a:extLst>
              </p:cNvPr>
              <p:cNvGrpSpPr/>
              <p:nvPr/>
            </p:nvGrpSpPr>
            <p:grpSpPr>
              <a:xfrm>
                <a:off x="5053802" y="4887900"/>
                <a:ext cx="74407" cy="84985"/>
                <a:chOff x="3633112" y="4485218"/>
                <a:chExt cx="193201" cy="237048"/>
              </a:xfrm>
            </p:grpSpPr>
            <p:sp>
              <p:nvSpPr>
                <p:cNvPr id="374" name="이등변 삼각형 373">
                  <a:extLst>
                    <a:ext uri="{FF2B5EF4-FFF2-40B4-BE49-F238E27FC236}">
                      <a16:creationId xmlns:a16="http://schemas.microsoft.com/office/drawing/2014/main" id="{2F55AFA2-D297-7EAA-6609-F59A00DEFBF4}"/>
                    </a:ext>
                  </a:extLst>
                </p:cNvPr>
                <p:cNvSpPr/>
                <p:nvPr/>
              </p:nvSpPr>
              <p:spPr>
                <a:xfrm>
                  <a:off x="3633112" y="4551533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75" name="이등변 삼각형 374">
                  <a:extLst>
                    <a:ext uri="{FF2B5EF4-FFF2-40B4-BE49-F238E27FC236}">
                      <a16:creationId xmlns:a16="http://schemas.microsoft.com/office/drawing/2014/main" id="{DA3E9EB0-6096-4CF4-812D-A1F271A9513A}"/>
                    </a:ext>
                  </a:extLst>
                </p:cNvPr>
                <p:cNvSpPr/>
                <p:nvPr/>
              </p:nvSpPr>
              <p:spPr>
                <a:xfrm rot="10800000">
                  <a:off x="3633113" y="4485218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76" name="타원 375">
                  <a:extLst>
                    <a:ext uri="{FF2B5EF4-FFF2-40B4-BE49-F238E27FC236}">
                      <a16:creationId xmlns:a16="http://schemas.microsoft.com/office/drawing/2014/main" id="{AF53A493-AC43-FC5B-CA7F-87BA66FB276F}"/>
                    </a:ext>
                  </a:extLst>
                </p:cNvPr>
                <p:cNvSpPr/>
                <p:nvPr/>
              </p:nvSpPr>
              <p:spPr>
                <a:xfrm>
                  <a:off x="3669747" y="4545247"/>
                  <a:ext cx="119932" cy="12022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  <p:sp>
            <p:nvSpPr>
              <p:cNvPr id="263" name="직사각형 262">
                <a:extLst>
                  <a:ext uri="{FF2B5EF4-FFF2-40B4-BE49-F238E27FC236}">
                    <a16:creationId xmlns:a16="http://schemas.microsoft.com/office/drawing/2014/main" id="{9AAA58FD-32CA-5628-818B-667E7695A845}"/>
                  </a:ext>
                </a:extLst>
              </p:cNvPr>
              <p:cNvSpPr/>
              <p:nvPr/>
            </p:nvSpPr>
            <p:spPr>
              <a:xfrm>
                <a:off x="4955621" y="4805201"/>
                <a:ext cx="119618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②</a:t>
                </a:r>
              </a:p>
            </p:txBody>
          </p:sp>
          <p:grpSp>
            <p:nvGrpSpPr>
              <p:cNvPr id="264" name="그룹 263">
                <a:extLst>
                  <a:ext uri="{FF2B5EF4-FFF2-40B4-BE49-F238E27FC236}">
                    <a16:creationId xmlns:a16="http://schemas.microsoft.com/office/drawing/2014/main" id="{BB94F72C-13A9-8F61-EE45-28CF25F81380}"/>
                  </a:ext>
                </a:extLst>
              </p:cNvPr>
              <p:cNvGrpSpPr/>
              <p:nvPr/>
            </p:nvGrpSpPr>
            <p:grpSpPr>
              <a:xfrm>
                <a:off x="5555115" y="4887900"/>
                <a:ext cx="74407" cy="84985"/>
                <a:chOff x="3633112" y="4485218"/>
                <a:chExt cx="193201" cy="237048"/>
              </a:xfrm>
            </p:grpSpPr>
            <p:sp>
              <p:nvSpPr>
                <p:cNvPr id="371" name="이등변 삼각형 370">
                  <a:extLst>
                    <a:ext uri="{FF2B5EF4-FFF2-40B4-BE49-F238E27FC236}">
                      <a16:creationId xmlns:a16="http://schemas.microsoft.com/office/drawing/2014/main" id="{B256F8FD-506D-7FF8-6272-47F27EB3E11F}"/>
                    </a:ext>
                  </a:extLst>
                </p:cNvPr>
                <p:cNvSpPr/>
                <p:nvPr/>
              </p:nvSpPr>
              <p:spPr>
                <a:xfrm>
                  <a:off x="3633112" y="4551533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72" name="이등변 삼각형 371">
                  <a:extLst>
                    <a:ext uri="{FF2B5EF4-FFF2-40B4-BE49-F238E27FC236}">
                      <a16:creationId xmlns:a16="http://schemas.microsoft.com/office/drawing/2014/main" id="{DEE00666-368C-EF3E-5F4C-260D6EABC8B3}"/>
                    </a:ext>
                  </a:extLst>
                </p:cNvPr>
                <p:cNvSpPr/>
                <p:nvPr/>
              </p:nvSpPr>
              <p:spPr>
                <a:xfrm rot="10800000">
                  <a:off x="3633113" y="4485218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73" name="타원 372">
                  <a:extLst>
                    <a:ext uri="{FF2B5EF4-FFF2-40B4-BE49-F238E27FC236}">
                      <a16:creationId xmlns:a16="http://schemas.microsoft.com/office/drawing/2014/main" id="{D1C7223F-B880-8873-FB69-B908C1A11577}"/>
                    </a:ext>
                  </a:extLst>
                </p:cNvPr>
                <p:cNvSpPr/>
                <p:nvPr/>
              </p:nvSpPr>
              <p:spPr>
                <a:xfrm>
                  <a:off x="3669747" y="4545247"/>
                  <a:ext cx="119932" cy="12022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  <p:sp>
            <p:nvSpPr>
              <p:cNvPr id="265" name="직사각형 264">
                <a:extLst>
                  <a:ext uri="{FF2B5EF4-FFF2-40B4-BE49-F238E27FC236}">
                    <a16:creationId xmlns:a16="http://schemas.microsoft.com/office/drawing/2014/main" id="{F61C1A33-4849-97FD-772D-256740B07058}"/>
                  </a:ext>
                </a:extLst>
              </p:cNvPr>
              <p:cNvSpPr/>
              <p:nvPr/>
            </p:nvSpPr>
            <p:spPr>
              <a:xfrm>
                <a:off x="5455209" y="4805201"/>
                <a:ext cx="119618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③</a:t>
                </a:r>
              </a:p>
            </p:txBody>
          </p:sp>
          <p:grpSp>
            <p:nvGrpSpPr>
              <p:cNvPr id="266" name="그룹 265">
                <a:extLst>
                  <a:ext uri="{FF2B5EF4-FFF2-40B4-BE49-F238E27FC236}">
                    <a16:creationId xmlns:a16="http://schemas.microsoft.com/office/drawing/2014/main" id="{B8B33D59-99D1-DA12-221C-2B4BEA43F7B8}"/>
                  </a:ext>
                </a:extLst>
              </p:cNvPr>
              <p:cNvGrpSpPr/>
              <p:nvPr/>
            </p:nvGrpSpPr>
            <p:grpSpPr>
              <a:xfrm>
                <a:off x="6056428" y="4887900"/>
                <a:ext cx="74407" cy="84985"/>
                <a:chOff x="3633112" y="4485218"/>
                <a:chExt cx="193201" cy="237048"/>
              </a:xfrm>
            </p:grpSpPr>
            <p:sp>
              <p:nvSpPr>
                <p:cNvPr id="368" name="이등변 삼각형 367">
                  <a:extLst>
                    <a:ext uri="{FF2B5EF4-FFF2-40B4-BE49-F238E27FC236}">
                      <a16:creationId xmlns:a16="http://schemas.microsoft.com/office/drawing/2014/main" id="{DD026E8A-007B-658A-3C85-4B23B32BADB1}"/>
                    </a:ext>
                  </a:extLst>
                </p:cNvPr>
                <p:cNvSpPr/>
                <p:nvPr/>
              </p:nvSpPr>
              <p:spPr>
                <a:xfrm>
                  <a:off x="3633112" y="4551533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69" name="이등변 삼각형 368">
                  <a:extLst>
                    <a:ext uri="{FF2B5EF4-FFF2-40B4-BE49-F238E27FC236}">
                      <a16:creationId xmlns:a16="http://schemas.microsoft.com/office/drawing/2014/main" id="{D27C657D-E42D-A6F3-FC43-25DFE7DBC20D}"/>
                    </a:ext>
                  </a:extLst>
                </p:cNvPr>
                <p:cNvSpPr/>
                <p:nvPr/>
              </p:nvSpPr>
              <p:spPr>
                <a:xfrm rot="10800000">
                  <a:off x="3633113" y="4485218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70" name="타원 369">
                  <a:extLst>
                    <a:ext uri="{FF2B5EF4-FFF2-40B4-BE49-F238E27FC236}">
                      <a16:creationId xmlns:a16="http://schemas.microsoft.com/office/drawing/2014/main" id="{B9696616-4285-01D9-7CD1-A31C3CF2BD97}"/>
                    </a:ext>
                  </a:extLst>
                </p:cNvPr>
                <p:cNvSpPr/>
                <p:nvPr/>
              </p:nvSpPr>
              <p:spPr>
                <a:xfrm>
                  <a:off x="3669747" y="4545247"/>
                  <a:ext cx="119932" cy="12022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  <p:sp>
            <p:nvSpPr>
              <p:cNvPr id="267" name="직사각형 266">
                <a:extLst>
                  <a:ext uri="{FF2B5EF4-FFF2-40B4-BE49-F238E27FC236}">
                    <a16:creationId xmlns:a16="http://schemas.microsoft.com/office/drawing/2014/main" id="{507609E8-6E17-95C3-41E2-AA52E05A728C}"/>
                  </a:ext>
                </a:extLst>
              </p:cNvPr>
              <p:cNvSpPr/>
              <p:nvPr/>
            </p:nvSpPr>
            <p:spPr>
              <a:xfrm>
                <a:off x="5954797" y="4805201"/>
                <a:ext cx="119618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④</a:t>
                </a:r>
              </a:p>
            </p:txBody>
          </p:sp>
          <p:sp>
            <p:nvSpPr>
              <p:cNvPr id="268" name="직사각형 267">
                <a:extLst>
                  <a:ext uri="{FF2B5EF4-FFF2-40B4-BE49-F238E27FC236}">
                    <a16:creationId xmlns:a16="http://schemas.microsoft.com/office/drawing/2014/main" id="{1445465F-6E0E-68E5-538E-2D6F0DC6AF00}"/>
                  </a:ext>
                </a:extLst>
              </p:cNvPr>
              <p:cNvSpPr/>
              <p:nvPr/>
            </p:nvSpPr>
            <p:spPr>
              <a:xfrm>
                <a:off x="6215914" y="4716401"/>
                <a:ext cx="183954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다이</a:t>
                </a:r>
              </a:p>
            </p:txBody>
          </p:sp>
          <p:sp>
            <p:nvSpPr>
              <p:cNvPr id="269" name="직사각형 268">
                <a:extLst>
                  <a:ext uri="{FF2B5EF4-FFF2-40B4-BE49-F238E27FC236}">
                    <a16:creationId xmlns:a16="http://schemas.microsoft.com/office/drawing/2014/main" id="{280F4A08-AEE2-5E4B-DB52-EB9ED5BAFAF4}"/>
                  </a:ext>
                </a:extLst>
              </p:cNvPr>
              <p:cNvSpPr/>
              <p:nvPr/>
            </p:nvSpPr>
            <p:spPr>
              <a:xfrm>
                <a:off x="6215914" y="4867876"/>
                <a:ext cx="183954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밸브</a:t>
                </a:r>
              </a:p>
            </p:txBody>
          </p:sp>
          <p:sp>
            <p:nvSpPr>
              <p:cNvPr id="270" name="직사각형 269">
                <a:extLst>
                  <a:ext uri="{FF2B5EF4-FFF2-40B4-BE49-F238E27FC236}">
                    <a16:creationId xmlns:a16="http://schemas.microsoft.com/office/drawing/2014/main" id="{1E81F73B-FA6E-875B-6A3F-6A09D1C43BDF}"/>
                  </a:ext>
                </a:extLst>
              </p:cNvPr>
              <p:cNvSpPr/>
              <p:nvPr/>
            </p:nvSpPr>
            <p:spPr>
              <a:xfrm>
                <a:off x="4646753" y="4405954"/>
                <a:ext cx="1355072" cy="215444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 b="1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분할 밸브 </a:t>
                </a:r>
                <a:r>
                  <a:rPr lang="ko-KR" altLang="en-US" sz="700" b="1" err="1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개도율</a:t>
                </a:r>
                <a:r>
                  <a:rPr lang="ko-KR" altLang="en-US" sz="700" b="1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적용 </a:t>
                </a:r>
                <a:b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</a:br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※ </a:t>
                </a:r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분할 수 유동적</a:t>
                </a:r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(3, 4, 8</a:t>
                </a:r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분할</a:t>
                </a:r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)</a:t>
                </a:r>
                <a:endPara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cxnSp>
            <p:nvCxnSpPr>
              <p:cNvPr id="271" name="직선 연결선 270">
                <a:extLst>
                  <a:ext uri="{FF2B5EF4-FFF2-40B4-BE49-F238E27FC236}">
                    <a16:creationId xmlns:a16="http://schemas.microsoft.com/office/drawing/2014/main" id="{4C7884C3-3A25-F1EA-C85E-BDE2EC9BE8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46998" y="4997614"/>
                <a:ext cx="0" cy="136072"/>
              </a:xfrm>
              <a:prstGeom prst="line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72" name="자유형: 도형 271">
                <a:extLst>
                  <a:ext uri="{FF2B5EF4-FFF2-40B4-BE49-F238E27FC236}">
                    <a16:creationId xmlns:a16="http://schemas.microsoft.com/office/drawing/2014/main" id="{7107CB22-8930-3E54-50CE-B00284EAE335}"/>
                  </a:ext>
                </a:extLst>
              </p:cNvPr>
              <p:cNvSpPr/>
              <p:nvPr/>
            </p:nvSpPr>
            <p:spPr>
              <a:xfrm>
                <a:off x="6543903" y="4802168"/>
                <a:ext cx="1551210" cy="193482"/>
              </a:xfrm>
              <a:custGeom>
                <a:avLst/>
                <a:gdLst>
                  <a:gd name="connsiteX0" fmla="*/ 0 w 2279650"/>
                  <a:gd name="connsiteY0" fmla="*/ 6350 h 1047750"/>
                  <a:gd name="connsiteX1" fmla="*/ 0 w 2279650"/>
                  <a:gd name="connsiteY1" fmla="*/ 1047750 h 1047750"/>
                  <a:gd name="connsiteX2" fmla="*/ 2279650 w 2279650"/>
                  <a:gd name="connsiteY2" fmla="*/ 1047750 h 1047750"/>
                  <a:gd name="connsiteX3" fmla="*/ 2279650 w 2279650"/>
                  <a:gd name="connsiteY3" fmla="*/ 0 h 1047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9650" h="1047750">
                    <a:moveTo>
                      <a:pt x="0" y="6350"/>
                    </a:moveTo>
                    <a:lnTo>
                      <a:pt x="0" y="1047750"/>
                    </a:lnTo>
                    <a:lnTo>
                      <a:pt x="2279650" y="1047750"/>
                    </a:lnTo>
                    <a:lnTo>
                      <a:pt x="2279650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grpSp>
            <p:nvGrpSpPr>
              <p:cNvPr id="273" name="그룹 272">
                <a:extLst>
                  <a:ext uri="{FF2B5EF4-FFF2-40B4-BE49-F238E27FC236}">
                    <a16:creationId xmlns:a16="http://schemas.microsoft.com/office/drawing/2014/main" id="{5231689C-FAA4-D05C-19F7-EBF9E0EAA934}"/>
                  </a:ext>
                </a:extLst>
              </p:cNvPr>
              <p:cNvGrpSpPr/>
              <p:nvPr/>
            </p:nvGrpSpPr>
            <p:grpSpPr>
              <a:xfrm>
                <a:off x="6671796" y="4665705"/>
                <a:ext cx="175447" cy="138046"/>
                <a:chOff x="725501" y="2259662"/>
                <a:chExt cx="257149" cy="239084"/>
              </a:xfrm>
              <a:solidFill>
                <a:schemeClr val="bg1"/>
              </a:solidFill>
            </p:grpSpPr>
            <p:sp>
              <p:nvSpPr>
                <p:cNvPr id="366" name="직사각형 365">
                  <a:extLst>
                    <a:ext uri="{FF2B5EF4-FFF2-40B4-BE49-F238E27FC236}">
                      <a16:creationId xmlns:a16="http://schemas.microsoft.com/office/drawing/2014/main" id="{884C44D4-445E-0A6C-33D3-A9CCB02E301C}"/>
                    </a:ext>
                  </a:extLst>
                </p:cNvPr>
                <p:cNvSpPr/>
                <p:nvPr/>
              </p:nvSpPr>
              <p:spPr>
                <a:xfrm>
                  <a:off x="725501" y="2305381"/>
                  <a:ext cx="257149" cy="193365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/>
                  <a:endParaRPr lang="ko-KR" altLang="en-US" sz="1200"/>
                </a:p>
              </p:txBody>
            </p:sp>
            <p:sp>
              <p:nvSpPr>
                <p:cNvPr id="367" name="사다리꼴 366">
                  <a:extLst>
                    <a:ext uri="{FF2B5EF4-FFF2-40B4-BE49-F238E27FC236}">
                      <a16:creationId xmlns:a16="http://schemas.microsoft.com/office/drawing/2014/main" id="{93775156-FBE9-F1A0-E11F-1E324F977706}"/>
                    </a:ext>
                  </a:extLst>
                </p:cNvPr>
                <p:cNvSpPr/>
                <p:nvPr/>
              </p:nvSpPr>
              <p:spPr>
                <a:xfrm>
                  <a:off x="747712" y="2259662"/>
                  <a:ext cx="212725" cy="45719"/>
                </a:xfrm>
                <a:prstGeom prst="trapezoid">
                  <a:avLst>
                    <a:gd name="adj" fmla="val 11567"/>
                  </a:avLst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/>
                  <a:endParaRPr lang="ko-KR" altLang="en-US" sz="1200"/>
                </a:p>
              </p:txBody>
            </p:sp>
          </p:grpSp>
          <p:cxnSp>
            <p:nvCxnSpPr>
              <p:cNvPr id="274" name="직선 연결선 273">
                <a:extLst>
                  <a:ext uri="{FF2B5EF4-FFF2-40B4-BE49-F238E27FC236}">
                    <a16:creationId xmlns:a16="http://schemas.microsoft.com/office/drawing/2014/main" id="{C248C79E-6889-E04A-3AD3-31CB06BF17E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759520" y="4803352"/>
                <a:ext cx="0" cy="193482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5" name="그룹 274">
                <a:extLst>
                  <a:ext uri="{FF2B5EF4-FFF2-40B4-BE49-F238E27FC236}">
                    <a16:creationId xmlns:a16="http://schemas.microsoft.com/office/drawing/2014/main" id="{7EF1108F-2C7A-AE4B-E723-A6F1966A9F91}"/>
                  </a:ext>
                </a:extLst>
              </p:cNvPr>
              <p:cNvGrpSpPr/>
              <p:nvPr/>
            </p:nvGrpSpPr>
            <p:grpSpPr>
              <a:xfrm>
                <a:off x="6722317" y="4880219"/>
                <a:ext cx="74407" cy="84985"/>
                <a:chOff x="3633112" y="4485218"/>
                <a:chExt cx="193201" cy="237048"/>
              </a:xfrm>
            </p:grpSpPr>
            <p:sp>
              <p:nvSpPr>
                <p:cNvPr id="363" name="이등변 삼각형 362">
                  <a:extLst>
                    <a:ext uri="{FF2B5EF4-FFF2-40B4-BE49-F238E27FC236}">
                      <a16:creationId xmlns:a16="http://schemas.microsoft.com/office/drawing/2014/main" id="{6D387F90-2153-6330-89E5-728BFC5BF0F1}"/>
                    </a:ext>
                  </a:extLst>
                </p:cNvPr>
                <p:cNvSpPr/>
                <p:nvPr/>
              </p:nvSpPr>
              <p:spPr>
                <a:xfrm>
                  <a:off x="3633112" y="4551533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64" name="이등변 삼각형 363">
                  <a:extLst>
                    <a:ext uri="{FF2B5EF4-FFF2-40B4-BE49-F238E27FC236}">
                      <a16:creationId xmlns:a16="http://schemas.microsoft.com/office/drawing/2014/main" id="{BCA45D4A-98FF-1094-E55A-1449A2B96FC0}"/>
                    </a:ext>
                  </a:extLst>
                </p:cNvPr>
                <p:cNvSpPr/>
                <p:nvPr/>
              </p:nvSpPr>
              <p:spPr>
                <a:xfrm rot="10800000">
                  <a:off x="3633113" y="4485218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65" name="타원 364">
                  <a:extLst>
                    <a:ext uri="{FF2B5EF4-FFF2-40B4-BE49-F238E27FC236}">
                      <a16:creationId xmlns:a16="http://schemas.microsoft.com/office/drawing/2014/main" id="{84D77453-EBC5-2632-53E9-94728041ABF1}"/>
                    </a:ext>
                  </a:extLst>
                </p:cNvPr>
                <p:cNvSpPr/>
                <p:nvPr/>
              </p:nvSpPr>
              <p:spPr>
                <a:xfrm>
                  <a:off x="3669747" y="4545247"/>
                  <a:ext cx="119932" cy="12022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  <p:grpSp>
            <p:nvGrpSpPr>
              <p:cNvPr id="276" name="그룹 275">
                <a:extLst>
                  <a:ext uri="{FF2B5EF4-FFF2-40B4-BE49-F238E27FC236}">
                    <a16:creationId xmlns:a16="http://schemas.microsoft.com/office/drawing/2014/main" id="{AE1C6E79-1FBC-0343-2402-67D8BBF5215D}"/>
                  </a:ext>
                </a:extLst>
              </p:cNvPr>
              <p:cNvGrpSpPr/>
              <p:nvPr/>
            </p:nvGrpSpPr>
            <p:grpSpPr>
              <a:xfrm>
                <a:off x="6892687" y="4665705"/>
                <a:ext cx="175447" cy="138046"/>
                <a:chOff x="725501" y="2259662"/>
                <a:chExt cx="257149" cy="239084"/>
              </a:xfrm>
              <a:solidFill>
                <a:schemeClr val="bg1"/>
              </a:solidFill>
            </p:grpSpPr>
            <p:sp>
              <p:nvSpPr>
                <p:cNvPr id="361" name="직사각형 360">
                  <a:extLst>
                    <a:ext uri="{FF2B5EF4-FFF2-40B4-BE49-F238E27FC236}">
                      <a16:creationId xmlns:a16="http://schemas.microsoft.com/office/drawing/2014/main" id="{8D3F4C28-1BB0-C5C9-65B2-3ABAF620A4EF}"/>
                    </a:ext>
                  </a:extLst>
                </p:cNvPr>
                <p:cNvSpPr/>
                <p:nvPr/>
              </p:nvSpPr>
              <p:spPr>
                <a:xfrm>
                  <a:off x="725501" y="2305381"/>
                  <a:ext cx="257149" cy="193365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/>
                  <a:endParaRPr lang="ko-KR" altLang="en-US" sz="1200"/>
                </a:p>
              </p:txBody>
            </p:sp>
            <p:sp>
              <p:nvSpPr>
                <p:cNvPr id="362" name="사다리꼴 361">
                  <a:extLst>
                    <a:ext uri="{FF2B5EF4-FFF2-40B4-BE49-F238E27FC236}">
                      <a16:creationId xmlns:a16="http://schemas.microsoft.com/office/drawing/2014/main" id="{3ADBB6B8-080C-3D26-9AD6-67A6C6152F25}"/>
                    </a:ext>
                  </a:extLst>
                </p:cNvPr>
                <p:cNvSpPr/>
                <p:nvPr/>
              </p:nvSpPr>
              <p:spPr>
                <a:xfrm>
                  <a:off x="747712" y="2259662"/>
                  <a:ext cx="212725" cy="45719"/>
                </a:xfrm>
                <a:prstGeom prst="trapezoid">
                  <a:avLst>
                    <a:gd name="adj" fmla="val 11567"/>
                  </a:avLst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/>
                  <a:endParaRPr lang="ko-KR" altLang="en-US" sz="1200"/>
                </a:p>
              </p:txBody>
            </p:sp>
          </p:grpSp>
          <p:cxnSp>
            <p:nvCxnSpPr>
              <p:cNvPr id="277" name="직선 연결선 276">
                <a:extLst>
                  <a:ext uri="{FF2B5EF4-FFF2-40B4-BE49-F238E27FC236}">
                    <a16:creationId xmlns:a16="http://schemas.microsoft.com/office/drawing/2014/main" id="{3CE0EE0E-E7C3-5F47-425D-0A9BD41989A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80411" y="4803352"/>
                <a:ext cx="0" cy="193482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8" name="그룹 277">
                <a:extLst>
                  <a:ext uri="{FF2B5EF4-FFF2-40B4-BE49-F238E27FC236}">
                    <a16:creationId xmlns:a16="http://schemas.microsoft.com/office/drawing/2014/main" id="{04DD1592-BE54-78D3-5B63-E118989A7E7C}"/>
                  </a:ext>
                </a:extLst>
              </p:cNvPr>
              <p:cNvGrpSpPr/>
              <p:nvPr/>
            </p:nvGrpSpPr>
            <p:grpSpPr>
              <a:xfrm>
                <a:off x="6943208" y="4880219"/>
                <a:ext cx="74407" cy="84985"/>
                <a:chOff x="3633112" y="4485218"/>
                <a:chExt cx="193201" cy="237048"/>
              </a:xfrm>
            </p:grpSpPr>
            <p:sp>
              <p:nvSpPr>
                <p:cNvPr id="358" name="이등변 삼각형 357">
                  <a:extLst>
                    <a:ext uri="{FF2B5EF4-FFF2-40B4-BE49-F238E27FC236}">
                      <a16:creationId xmlns:a16="http://schemas.microsoft.com/office/drawing/2014/main" id="{7A9AD817-DE55-5537-81EA-AFA142A8138D}"/>
                    </a:ext>
                  </a:extLst>
                </p:cNvPr>
                <p:cNvSpPr/>
                <p:nvPr/>
              </p:nvSpPr>
              <p:spPr>
                <a:xfrm>
                  <a:off x="3633112" y="4551533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59" name="이등변 삼각형 358">
                  <a:extLst>
                    <a:ext uri="{FF2B5EF4-FFF2-40B4-BE49-F238E27FC236}">
                      <a16:creationId xmlns:a16="http://schemas.microsoft.com/office/drawing/2014/main" id="{6C404787-6831-7FA0-561D-0FBD54F2FEF6}"/>
                    </a:ext>
                  </a:extLst>
                </p:cNvPr>
                <p:cNvSpPr/>
                <p:nvPr/>
              </p:nvSpPr>
              <p:spPr>
                <a:xfrm rot="10800000">
                  <a:off x="3633113" y="4485218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60" name="타원 359">
                  <a:extLst>
                    <a:ext uri="{FF2B5EF4-FFF2-40B4-BE49-F238E27FC236}">
                      <a16:creationId xmlns:a16="http://schemas.microsoft.com/office/drawing/2014/main" id="{2051DD53-35AF-449F-93F8-43B4A7BD4FC5}"/>
                    </a:ext>
                  </a:extLst>
                </p:cNvPr>
                <p:cNvSpPr/>
                <p:nvPr/>
              </p:nvSpPr>
              <p:spPr>
                <a:xfrm>
                  <a:off x="3669747" y="4545247"/>
                  <a:ext cx="119932" cy="12022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  <p:grpSp>
            <p:nvGrpSpPr>
              <p:cNvPr id="279" name="그룹 278">
                <a:extLst>
                  <a:ext uri="{FF2B5EF4-FFF2-40B4-BE49-F238E27FC236}">
                    <a16:creationId xmlns:a16="http://schemas.microsoft.com/office/drawing/2014/main" id="{287E9F3B-FFAD-8C60-1A38-147BB6EB367F}"/>
                  </a:ext>
                </a:extLst>
              </p:cNvPr>
              <p:cNvGrpSpPr/>
              <p:nvPr/>
            </p:nvGrpSpPr>
            <p:grpSpPr>
              <a:xfrm>
                <a:off x="7113579" y="4665705"/>
                <a:ext cx="175447" cy="138046"/>
                <a:chOff x="725501" y="2259662"/>
                <a:chExt cx="257149" cy="239084"/>
              </a:xfrm>
              <a:solidFill>
                <a:schemeClr val="bg1"/>
              </a:solidFill>
            </p:grpSpPr>
            <p:sp>
              <p:nvSpPr>
                <p:cNvPr id="356" name="직사각형 355">
                  <a:extLst>
                    <a:ext uri="{FF2B5EF4-FFF2-40B4-BE49-F238E27FC236}">
                      <a16:creationId xmlns:a16="http://schemas.microsoft.com/office/drawing/2014/main" id="{34A68A9E-E718-7D2B-83A0-A258AF47244A}"/>
                    </a:ext>
                  </a:extLst>
                </p:cNvPr>
                <p:cNvSpPr/>
                <p:nvPr/>
              </p:nvSpPr>
              <p:spPr>
                <a:xfrm>
                  <a:off x="725501" y="2305381"/>
                  <a:ext cx="257149" cy="193365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/>
                  <a:endParaRPr lang="ko-KR" altLang="en-US" sz="1200"/>
                </a:p>
              </p:txBody>
            </p:sp>
            <p:sp>
              <p:nvSpPr>
                <p:cNvPr id="357" name="사다리꼴 356">
                  <a:extLst>
                    <a:ext uri="{FF2B5EF4-FFF2-40B4-BE49-F238E27FC236}">
                      <a16:creationId xmlns:a16="http://schemas.microsoft.com/office/drawing/2014/main" id="{F653D0E8-0539-EF56-5551-E9A33BAD0B37}"/>
                    </a:ext>
                  </a:extLst>
                </p:cNvPr>
                <p:cNvSpPr/>
                <p:nvPr/>
              </p:nvSpPr>
              <p:spPr>
                <a:xfrm>
                  <a:off x="747712" y="2259662"/>
                  <a:ext cx="212725" cy="45719"/>
                </a:xfrm>
                <a:prstGeom prst="trapezoid">
                  <a:avLst>
                    <a:gd name="adj" fmla="val 11567"/>
                  </a:avLst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/>
                  <a:endParaRPr lang="ko-KR" altLang="en-US" sz="1200"/>
                </a:p>
              </p:txBody>
            </p:sp>
          </p:grpSp>
          <p:cxnSp>
            <p:nvCxnSpPr>
              <p:cNvPr id="280" name="직선 연결선 279">
                <a:extLst>
                  <a:ext uri="{FF2B5EF4-FFF2-40B4-BE49-F238E27FC236}">
                    <a16:creationId xmlns:a16="http://schemas.microsoft.com/office/drawing/2014/main" id="{5210485A-3AF4-E1E6-E7AD-68703C1CFAD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201302" y="4803352"/>
                <a:ext cx="0" cy="193482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81" name="그룹 280">
                <a:extLst>
                  <a:ext uri="{FF2B5EF4-FFF2-40B4-BE49-F238E27FC236}">
                    <a16:creationId xmlns:a16="http://schemas.microsoft.com/office/drawing/2014/main" id="{6CB329F9-A0BB-53E8-9189-E2D0BAA080F7}"/>
                  </a:ext>
                </a:extLst>
              </p:cNvPr>
              <p:cNvGrpSpPr/>
              <p:nvPr/>
            </p:nvGrpSpPr>
            <p:grpSpPr>
              <a:xfrm>
                <a:off x="7164099" y="4880219"/>
                <a:ext cx="74407" cy="84985"/>
                <a:chOff x="3633112" y="4485218"/>
                <a:chExt cx="193201" cy="237048"/>
              </a:xfrm>
            </p:grpSpPr>
            <p:sp>
              <p:nvSpPr>
                <p:cNvPr id="353" name="이등변 삼각형 352">
                  <a:extLst>
                    <a:ext uri="{FF2B5EF4-FFF2-40B4-BE49-F238E27FC236}">
                      <a16:creationId xmlns:a16="http://schemas.microsoft.com/office/drawing/2014/main" id="{2C3FEE19-F1EA-3C70-6EA9-79B6CC7F1852}"/>
                    </a:ext>
                  </a:extLst>
                </p:cNvPr>
                <p:cNvSpPr/>
                <p:nvPr/>
              </p:nvSpPr>
              <p:spPr>
                <a:xfrm>
                  <a:off x="3633112" y="4551533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54" name="이등변 삼각형 353">
                  <a:extLst>
                    <a:ext uri="{FF2B5EF4-FFF2-40B4-BE49-F238E27FC236}">
                      <a16:creationId xmlns:a16="http://schemas.microsoft.com/office/drawing/2014/main" id="{F013C88F-34D7-A0D8-36D4-2F44820130B7}"/>
                    </a:ext>
                  </a:extLst>
                </p:cNvPr>
                <p:cNvSpPr/>
                <p:nvPr/>
              </p:nvSpPr>
              <p:spPr>
                <a:xfrm rot="10800000">
                  <a:off x="3633113" y="4485218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55" name="타원 354">
                  <a:extLst>
                    <a:ext uri="{FF2B5EF4-FFF2-40B4-BE49-F238E27FC236}">
                      <a16:creationId xmlns:a16="http://schemas.microsoft.com/office/drawing/2014/main" id="{5B4BDAD0-4CA8-0AB2-AE13-134CDDE1F8FB}"/>
                    </a:ext>
                  </a:extLst>
                </p:cNvPr>
                <p:cNvSpPr/>
                <p:nvPr/>
              </p:nvSpPr>
              <p:spPr>
                <a:xfrm>
                  <a:off x="3669747" y="4545247"/>
                  <a:ext cx="119931" cy="12022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  <p:grpSp>
            <p:nvGrpSpPr>
              <p:cNvPr id="282" name="그룹 281">
                <a:extLst>
                  <a:ext uri="{FF2B5EF4-FFF2-40B4-BE49-F238E27FC236}">
                    <a16:creationId xmlns:a16="http://schemas.microsoft.com/office/drawing/2014/main" id="{F6EEEDEA-02D3-03B8-A21C-AF5C7787336A}"/>
                  </a:ext>
                </a:extLst>
              </p:cNvPr>
              <p:cNvGrpSpPr/>
              <p:nvPr/>
            </p:nvGrpSpPr>
            <p:grpSpPr>
              <a:xfrm>
                <a:off x="7334470" y="4665705"/>
                <a:ext cx="175447" cy="138046"/>
                <a:chOff x="725501" y="2259662"/>
                <a:chExt cx="257149" cy="239084"/>
              </a:xfrm>
              <a:solidFill>
                <a:schemeClr val="bg1"/>
              </a:solidFill>
            </p:grpSpPr>
            <p:sp>
              <p:nvSpPr>
                <p:cNvPr id="351" name="직사각형 350">
                  <a:extLst>
                    <a:ext uri="{FF2B5EF4-FFF2-40B4-BE49-F238E27FC236}">
                      <a16:creationId xmlns:a16="http://schemas.microsoft.com/office/drawing/2014/main" id="{51307CF6-3B65-40E8-BBAB-DE3411870278}"/>
                    </a:ext>
                  </a:extLst>
                </p:cNvPr>
                <p:cNvSpPr/>
                <p:nvPr/>
              </p:nvSpPr>
              <p:spPr>
                <a:xfrm>
                  <a:off x="725501" y="2305381"/>
                  <a:ext cx="257149" cy="193365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/>
                  <a:endParaRPr lang="ko-KR" altLang="en-US" sz="1200"/>
                </a:p>
              </p:txBody>
            </p:sp>
            <p:sp>
              <p:nvSpPr>
                <p:cNvPr id="352" name="사다리꼴 351">
                  <a:extLst>
                    <a:ext uri="{FF2B5EF4-FFF2-40B4-BE49-F238E27FC236}">
                      <a16:creationId xmlns:a16="http://schemas.microsoft.com/office/drawing/2014/main" id="{90126D1D-D684-6F53-73B6-E6EF8442040C}"/>
                    </a:ext>
                  </a:extLst>
                </p:cNvPr>
                <p:cNvSpPr/>
                <p:nvPr/>
              </p:nvSpPr>
              <p:spPr>
                <a:xfrm>
                  <a:off x="747712" y="2259662"/>
                  <a:ext cx="212725" cy="45719"/>
                </a:xfrm>
                <a:prstGeom prst="trapezoid">
                  <a:avLst>
                    <a:gd name="adj" fmla="val 11567"/>
                  </a:avLst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/>
                  <a:endParaRPr lang="ko-KR" altLang="en-US" sz="1200"/>
                </a:p>
              </p:txBody>
            </p:sp>
          </p:grpSp>
          <p:cxnSp>
            <p:nvCxnSpPr>
              <p:cNvPr id="283" name="직선 연결선 282">
                <a:extLst>
                  <a:ext uri="{FF2B5EF4-FFF2-40B4-BE49-F238E27FC236}">
                    <a16:creationId xmlns:a16="http://schemas.microsoft.com/office/drawing/2014/main" id="{176387C1-9C08-2144-5DA6-6B96A21B01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422193" y="4803352"/>
                <a:ext cx="0" cy="193482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84" name="그룹 283">
                <a:extLst>
                  <a:ext uri="{FF2B5EF4-FFF2-40B4-BE49-F238E27FC236}">
                    <a16:creationId xmlns:a16="http://schemas.microsoft.com/office/drawing/2014/main" id="{E75AAED3-367B-70C8-BDCB-CDCE728D9B47}"/>
                  </a:ext>
                </a:extLst>
              </p:cNvPr>
              <p:cNvGrpSpPr/>
              <p:nvPr/>
            </p:nvGrpSpPr>
            <p:grpSpPr>
              <a:xfrm>
                <a:off x="7384990" y="4880219"/>
                <a:ext cx="74407" cy="84985"/>
                <a:chOff x="3633112" y="4485218"/>
                <a:chExt cx="193201" cy="237048"/>
              </a:xfrm>
            </p:grpSpPr>
            <p:sp>
              <p:nvSpPr>
                <p:cNvPr id="348" name="이등변 삼각형 347">
                  <a:extLst>
                    <a:ext uri="{FF2B5EF4-FFF2-40B4-BE49-F238E27FC236}">
                      <a16:creationId xmlns:a16="http://schemas.microsoft.com/office/drawing/2014/main" id="{D52FBAE3-919D-DAEE-54F3-9985B974FFCC}"/>
                    </a:ext>
                  </a:extLst>
                </p:cNvPr>
                <p:cNvSpPr/>
                <p:nvPr/>
              </p:nvSpPr>
              <p:spPr>
                <a:xfrm>
                  <a:off x="3633112" y="4551533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49" name="이등변 삼각형 348">
                  <a:extLst>
                    <a:ext uri="{FF2B5EF4-FFF2-40B4-BE49-F238E27FC236}">
                      <a16:creationId xmlns:a16="http://schemas.microsoft.com/office/drawing/2014/main" id="{0815C0FE-40BC-C680-E65F-FA7F1C7D8DAF}"/>
                    </a:ext>
                  </a:extLst>
                </p:cNvPr>
                <p:cNvSpPr/>
                <p:nvPr/>
              </p:nvSpPr>
              <p:spPr>
                <a:xfrm rot="10800000">
                  <a:off x="3633113" y="4485218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50" name="타원 349">
                  <a:extLst>
                    <a:ext uri="{FF2B5EF4-FFF2-40B4-BE49-F238E27FC236}">
                      <a16:creationId xmlns:a16="http://schemas.microsoft.com/office/drawing/2014/main" id="{BD67D862-2FDA-0E4E-DF2C-1540AD8FCA7E}"/>
                    </a:ext>
                  </a:extLst>
                </p:cNvPr>
                <p:cNvSpPr/>
                <p:nvPr/>
              </p:nvSpPr>
              <p:spPr>
                <a:xfrm>
                  <a:off x="3669747" y="4545247"/>
                  <a:ext cx="119932" cy="12022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  <p:grpSp>
            <p:nvGrpSpPr>
              <p:cNvPr id="285" name="그룹 284">
                <a:extLst>
                  <a:ext uri="{FF2B5EF4-FFF2-40B4-BE49-F238E27FC236}">
                    <a16:creationId xmlns:a16="http://schemas.microsoft.com/office/drawing/2014/main" id="{DDB80326-2BCC-40BE-3B1E-39424D1F7F02}"/>
                  </a:ext>
                </a:extLst>
              </p:cNvPr>
              <p:cNvGrpSpPr/>
              <p:nvPr/>
            </p:nvGrpSpPr>
            <p:grpSpPr>
              <a:xfrm>
                <a:off x="7555361" y="4665705"/>
                <a:ext cx="175447" cy="138046"/>
                <a:chOff x="725501" y="2259662"/>
                <a:chExt cx="257149" cy="239084"/>
              </a:xfrm>
              <a:solidFill>
                <a:schemeClr val="bg1"/>
              </a:solidFill>
            </p:grpSpPr>
            <p:sp>
              <p:nvSpPr>
                <p:cNvPr id="346" name="직사각형 345">
                  <a:extLst>
                    <a:ext uri="{FF2B5EF4-FFF2-40B4-BE49-F238E27FC236}">
                      <a16:creationId xmlns:a16="http://schemas.microsoft.com/office/drawing/2014/main" id="{DB4655EB-6B3A-BF8D-9AD5-983CB15756DD}"/>
                    </a:ext>
                  </a:extLst>
                </p:cNvPr>
                <p:cNvSpPr/>
                <p:nvPr/>
              </p:nvSpPr>
              <p:spPr>
                <a:xfrm>
                  <a:off x="725501" y="2305381"/>
                  <a:ext cx="257149" cy="193365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/>
                  <a:endParaRPr lang="ko-KR" altLang="en-US" sz="1200"/>
                </a:p>
              </p:txBody>
            </p:sp>
            <p:sp>
              <p:nvSpPr>
                <p:cNvPr id="347" name="사다리꼴 346">
                  <a:extLst>
                    <a:ext uri="{FF2B5EF4-FFF2-40B4-BE49-F238E27FC236}">
                      <a16:creationId xmlns:a16="http://schemas.microsoft.com/office/drawing/2014/main" id="{2C01B4E0-681E-8DFD-3D29-38B12B77BBEB}"/>
                    </a:ext>
                  </a:extLst>
                </p:cNvPr>
                <p:cNvSpPr/>
                <p:nvPr/>
              </p:nvSpPr>
              <p:spPr>
                <a:xfrm>
                  <a:off x="747712" y="2259662"/>
                  <a:ext cx="212725" cy="45719"/>
                </a:xfrm>
                <a:prstGeom prst="trapezoid">
                  <a:avLst>
                    <a:gd name="adj" fmla="val 11567"/>
                  </a:avLst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/>
                  <a:endParaRPr lang="ko-KR" altLang="en-US" sz="1200"/>
                </a:p>
              </p:txBody>
            </p:sp>
          </p:grpSp>
          <p:cxnSp>
            <p:nvCxnSpPr>
              <p:cNvPr id="286" name="직선 연결선 285">
                <a:extLst>
                  <a:ext uri="{FF2B5EF4-FFF2-40B4-BE49-F238E27FC236}">
                    <a16:creationId xmlns:a16="http://schemas.microsoft.com/office/drawing/2014/main" id="{3904584D-30FF-DD85-7DFF-84CEE6ABFF0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643084" y="4803352"/>
                <a:ext cx="0" cy="193482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87" name="그룹 286">
                <a:extLst>
                  <a:ext uri="{FF2B5EF4-FFF2-40B4-BE49-F238E27FC236}">
                    <a16:creationId xmlns:a16="http://schemas.microsoft.com/office/drawing/2014/main" id="{49B131A1-C93E-6A7D-3730-31E0C5EA0E24}"/>
                  </a:ext>
                </a:extLst>
              </p:cNvPr>
              <p:cNvGrpSpPr/>
              <p:nvPr/>
            </p:nvGrpSpPr>
            <p:grpSpPr>
              <a:xfrm>
                <a:off x="7605880" y="4880219"/>
                <a:ext cx="74409" cy="84985"/>
                <a:chOff x="3633106" y="4485218"/>
                <a:chExt cx="193206" cy="237048"/>
              </a:xfrm>
            </p:grpSpPr>
            <p:sp>
              <p:nvSpPr>
                <p:cNvPr id="343" name="이등변 삼각형 342">
                  <a:extLst>
                    <a:ext uri="{FF2B5EF4-FFF2-40B4-BE49-F238E27FC236}">
                      <a16:creationId xmlns:a16="http://schemas.microsoft.com/office/drawing/2014/main" id="{CF705D20-C879-48DB-40A0-B42882B425EE}"/>
                    </a:ext>
                  </a:extLst>
                </p:cNvPr>
                <p:cNvSpPr/>
                <p:nvPr/>
              </p:nvSpPr>
              <p:spPr>
                <a:xfrm>
                  <a:off x="3633112" y="4551533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44" name="이등변 삼각형 343">
                  <a:extLst>
                    <a:ext uri="{FF2B5EF4-FFF2-40B4-BE49-F238E27FC236}">
                      <a16:creationId xmlns:a16="http://schemas.microsoft.com/office/drawing/2014/main" id="{980DBEE5-EB3A-6330-8BA7-6ADF532F73DB}"/>
                    </a:ext>
                  </a:extLst>
                </p:cNvPr>
                <p:cNvSpPr/>
                <p:nvPr/>
              </p:nvSpPr>
              <p:spPr>
                <a:xfrm rot="10800000">
                  <a:off x="3633106" y="4485218"/>
                  <a:ext cx="193198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45" name="타원 344">
                  <a:extLst>
                    <a:ext uri="{FF2B5EF4-FFF2-40B4-BE49-F238E27FC236}">
                      <a16:creationId xmlns:a16="http://schemas.microsoft.com/office/drawing/2014/main" id="{C957E2E0-52E9-4FD9-46F8-93DFDFD78CB1}"/>
                    </a:ext>
                  </a:extLst>
                </p:cNvPr>
                <p:cNvSpPr/>
                <p:nvPr/>
              </p:nvSpPr>
              <p:spPr>
                <a:xfrm>
                  <a:off x="3669747" y="4545247"/>
                  <a:ext cx="119932" cy="12022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  <p:grpSp>
            <p:nvGrpSpPr>
              <p:cNvPr id="288" name="그룹 287">
                <a:extLst>
                  <a:ext uri="{FF2B5EF4-FFF2-40B4-BE49-F238E27FC236}">
                    <a16:creationId xmlns:a16="http://schemas.microsoft.com/office/drawing/2014/main" id="{9995B789-26ED-B009-4F8B-29CA6C96C740}"/>
                  </a:ext>
                </a:extLst>
              </p:cNvPr>
              <p:cNvGrpSpPr/>
              <p:nvPr/>
            </p:nvGrpSpPr>
            <p:grpSpPr>
              <a:xfrm>
                <a:off x="7776252" y="4665705"/>
                <a:ext cx="175447" cy="138046"/>
                <a:chOff x="725501" y="2259662"/>
                <a:chExt cx="257149" cy="239084"/>
              </a:xfrm>
              <a:solidFill>
                <a:schemeClr val="bg1"/>
              </a:solidFill>
            </p:grpSpPr>
            <p:sp>
              <p:nvSpPr>
                <p:cNvPr id="341" name="직사각형 340">
                  <a:extLst>
                    <a:ext uri="{FF2B5EF4-FFF2-40B4-BE49-F238E27FC236}">
                      <a16:creationId xmlns:a16="http://schemas.microsoft.com/office/drawing/2014/main" id="{63137B8B-08F0-CEBA-2108-F81A6FAB4B8E}"/>
                    </a:ext>
                  </a:extLst>
                </p:cNvPr>
                <p:cNvSpPr/>
                <p:nvPr/>
              </p:nvSpPr>
              <p:spPr>
                <a:xfrm>
                  <a:off x="725501" y="2305381"/>
                  <a:ext cx="257149" cy="193365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/>
                  <a:endParaRPr lang="ko-KR" altLang="en-US" sz="1200"/>
                </a:p>
              </p:txBody>
            </p:sp>
            <p:sp>
              <p:nvSpPr>
                <p:cNvPr id="342" name="사다리꼴 341">
                  <a:extLst>
                    <a:ext uri="{FF2B5EF4-FFF2-40B4-BE49-F238E27FC236}">
                      <a16:creationId xmlns:a16="http://schemas.microsoft.com/office/drawing/2014/main" id="{4EE06945-184D-BE2B-3532-B0A31D4F15CA}"/>
                    </a:ext>
                  </a:extLst>
                </p:cNvPr>
                <p:cNvSpPr/>
                <p:nvPr/>
              </p:nvSpPr>
              <p:spPr>
                <a:xfrm>
                  <a:off x="747712" y="2259662"/>
                  <a:ext cx="212725" cy="45719"/>
                </a:xfrm>
                <a:prstGeom prst="trapezoid">
                  <a:avLst>
                    <a:gd name="adj" fmla="val 11567"/>
                  </a:avLst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/>
                  <a:endParaRPr lang="ko-KR" altLang="en-US" sz="1200"/>
                </a:p>
              </p:txBody>
            </p:sp>
          </p:grpSp>
          <p:cxnSp>
            <p:nvCxnSpPr>
              <p:cNvPr id="289" name="직선 연결선 288">
                <a:extLst>
                  <a:ext uri="{FF2B5EF4-FFF2-40B4-BE49-F238E27FC236}">
                    <a16:creationId xmlns:a16="http://schemas.microsoft.com/office/drawing/2014/main" id="{B94A2FCE-CF58-AFDA-D51E-59B4428B057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863975" y="4803352"/>
                <a:ext cx="0" cy="193482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0" name="그룹 289">
                <a:extLst>
                  <a:ext uri="{FF2B5EF4-FFF2-40B4-BE49-F238E27FC236}">
                    <a16:creationId xmlns:a16="http://schemas.microsoft.com/office/drawing/2014/main" id="{CC83D166-EA67-3A07-CB30-081C7A5DF4AD}"/>
                  </a:ext>
                </a:extLst>
              </p:cNvPr>
              <p:cNvGrpSpPr/>
              <p:nvPr/>
            </p:nvGrpSpPr>
            <p:grpSpPr>
              <a:xfrm>
                <a:off x="7826772" y="4880219"/>
                <a:ext cx="74407" cy="84985"/>
                <a:chOff x="3633112" y="4485218"/>
                <a:chExt cx="193201" cy="237048"/>
              </a:xfrm>
            </p:grpSpPr>
            <p:sp>
              <p:nvSpPr>
                <p:cNvPr id="338" name="이등변 삼각형 337">
                  <a:extLst>
                    <a:ext uri="{FF2B5EF4-FFF2-40B4-BE49-F238E27FC236}">
                      <a16:creationId xmlns:a16="http://schemas.microsoft.com/office/drawing/2014/main" id="{6F89AB80-B48B-B326-B7C5-806DDCD8A9E4}"/>
                    </a:ext>
                  </a:extLst>
                </p:cNvPr>
                <p:cNvSpPr/>
                <p:nvPr/>
              </p:nvSpPr>
              <p:spPr>
                <a:xfrm>
                  <a:off x="3633112" y="4551533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39" name="이등변 삼각형 338">
                  <a:extLst>
                    <a:ext uri="{FF2B5EF4-FFF2-40B4-BE49-F238E27FC236}">
                      <a16:creationId xmlns:a16="http://schemas.microsoft.com/office/drawing/2014/main" id="{1E760B3B-3A3A-5563-CC98-78E7FB56CA6C}"/>
                    </a:ext>
                  </a:extLst>
                </p:cNvPr>
                <p:cNvSpPr/>
                <p:nvPr/>
              </p:nvSpPr>
              <p:spPr>
                <a:xfrm rot="10800000">
                  <a:off x="3633113" y="4485218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40" name="타원 339">
                  <a:extLst>
                    <a:ext uri="{FF2B5EF4-FFF2-40B4-BE49-F238E27FC236}">
                      <a16:creationId xmlns:a16="http://schemas.microsoft.com/office/drawing/2014/main" id="{B85320C1-0782-F4C0-BF9A-4A8EA8F77878}"/>
                    </a:ext>
                  </a:extLst>
                </p:cNvPr>
                <p:cNvSpPr/>
                <p:nvPr/>
              </p:nvSpPr>
              <p:spPr>
                <a:xfrm>
                  <a:off x="3669747" y="4545247"/>
                  <a:ext cx="119932" cy="12022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  <p:sp>
            <p:nvSpPr>
              <p:cNvPr id="291" name="직사각형 290">
                <a:extLst>
                  <a:ext uri="{FF2B5EF4-FFF2-40B4-BE49-F238E27FC236}">
                    <a16:creationId xmlns:a16="http://schemas.microsoft.com/office/drawing/2014/main" id="{252E5992-2D3B-FB3B-CDDE-7EDF918741FA}"/>
                  </a:ext>
                </a:extLst>
              </p:cNvPr>
              <p:cNvSpPr/>
              <p:nvPr/>
            </p:nvSpPr>
            <p:spPr>
              <a:xfrm>
                <a:off x="6450905" y="4692103"/>
                <a:ext cx="175447" cy="11164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292" name="사다리꼴 291">
                <a:extLst>
                  <a:ext uri="{FF2B5EF4-FFF2-40B4-BE49-F238E27FC236}">
                    <a16:creationId xmlns:a16="http://schemas.microsoft.com/office/drawing/2014/main" id="{6A696EE7-4D03-69D9-6E6E-22AAA657B99E}"/>
                  </a:ext>
                </a:extLst>
              </p:cNvPr>
              <p:cNvSpPr/>
              <p:nvPr/>
            </p:nvSpPr>
            <p:spPr>
              <a:xfrm>
                <a:off x="6466059" y="4665705"/>
                <a:ext cx="145138" cy="26398"/>
              </a:xfrm>
              <a:prstGeom prst="trapezoid">
                <a:avLst>
                  <a:gd name="adj" fmla="val 11567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293" name="이등변 삼각형 292">
                <a:extLst>
                  <a:ext uri="{FF2B5EF4-FFF2-40B4-BE49-F238E27FC236}">
                    <a16:creationId xmlns:a16="http://schemas.microsoft.com/office/drawing/2014/main" id="{C7C7E395-8B4D-BDC3-7CC3-D7658576F899}"/>
                  </a:ext>
                </a:extLst>
              </p:cNvPr>
              <p:cNvSpPr/>
              <p:nvPr/>
            </p:nvSpPr>
            <p:spPr>
              <a:xfrm>
                <a:off x="6508739" y="4903995"/>
                <a:ext cx="74406" cy="61210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5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94" name="이등변 삼각형 293">
                <a:extLst>
                  <a:ext uri="{FF2B5EF4-FFF2-40B4-BE49-F238E27FC236}">
                    <a16:creationId xmlns:a16="http://schemas.microsoft.com/office/drawing/2014/main" id="{1077994F-5125-E600-3A6E-0947825E9CA0}"/>
                  </a:ext>
                </a:extLst>
              </p:cNvPr>
              <p:cNvSpPr/>
              <p:nvPr/>
            </p:nvSpPr>
            <p:spPr>
              <a:xfrm rot="10800000">
                <a:off x="6508739" y="4880219"/>
                <a:ext cx="74406" cy="61210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5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95" name="타원 294">
                <a:extLst>
                  <a:ext uri="{FF2B5EF4-FFF2-40B4-BE49-F238E27FC236}">
                    <a16:creationId xmlns:a16="http://schemas.microsoft.com/office/drawing/2014/main" id="{CC5C83DE-8ACA-0B1D-D796-7C5B9CC53083}"/>
                  </a:ext>
                </a:extLst>
              </p:cNvPr>
              <p:cNvSpPr/>
              <p:nvPr/>
            </p:nvSpPr>
            <p:spPr>
              <a:xfrm>
                <a:off x="6522847" y="4901740"/>
                <a:ext cx="46189" cy="43103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5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96" name="직사각형 295">
                <a:extLst>
                  <a:ext uri="{FF2B5EF4-FFF2-40B4-BE49-F238E27FC236}">
                    <a16:creationId xmlns:a16="http://schemas.microsoft.com/office/drawing/2014/main" id="{320B5014-4390-8A97-D346-0A34C6E5D606}"/>
                  </a:ext>
                </a:extLst>
              </p:cNvPr>
              <p:cNvSpPr/>
              <p:nvPr/>
            </p:nvSpPr>
            <p:spPr>
              <a:xfrm>
                <a:off x="7997143" y="4692103"/>
                <a:ext cx="175447" cy="11164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297" name="사다리꼴 296">
                <a:extLst>
                  <a:ext uri="{FF2B5EF4-FFF2-40B4-BE49-F238E27FC236}">
                    <a16:creationId xmlns:a16="http://schemas.microsoft.com/office/drawing/2014/main" id="{A1BE3D35-DC70-8A23-6C6D-2747791B4895}"/>
                  </a:ext>
                </a:extLst>
              </p:cNvPr>
              <p:cNvSpPr/>
              <p:nvPr/>
            </p:nvSpPr>
            <p:spPr>
              <a:xfrm>
                <a:off x="8012297" y="4665705"/>
                <a:ext cx="145138" cy="26398"/>
              </a:xfrm>
              <a:prstGeom prst="trapezoid">
                <a:avLst>
                  <a:gd name="adj" fmla="val 11567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298" name="이등변 삼각형 297">
                <a:extLst>
                  <a:ext uri="{FF2B5EF4-FFF2-40B4-BE49-F238E27FC236}">
                    <a16:creationId xmlns:a16="http://schemas.microsoft.com/office/drawing/2014/main" id="{135BD8D1-A3E6-CCDA-A050-2E0344CEE781}"/>
                  </a:ext>
                </a:extLst>
              </p:cNvPr>
              <p:cNvSpPr/>
              <p:nvPr/>
            </p:nvSpPr>
            <p:spPr>
              <a:xfrm>
                <a:off x="8060460" y="4903995"/>
                <a:ext cx="74406" cy="61210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5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99" name="이등변 삼각형 298">
                <a:extLst>
                  <a:ext uri="{FF2B5EF4-FFF2-40B4-BE49-F238E27FC236}">
                    <a16:creationId xmlns:a16="http://schemas.microsoft.com/office/drawing/2014/main" id="{D7925969-4D05-CCCA-BF68-BFB562ADAF11}"/>
                  </a:ext>
                </a:extLst>
              </p:cNvPr>
              <p:cNvSpPr/>
              <p:nvPr/>
            </p:nvSpPr>
            <p:spPr>
              <a:xfrm rot="10800000">
                <a:off x="8060461" y="4880219"/>
                <a:ext cx="74406" cy="61210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5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300" name="타원 299">
                <a:extLst>
                  <a:ext uri="{FF2B5EF4-FFF2-40B4-BE49-F238E27FC236}">
                    <a16:creationId xmlns:a16="http://schemas.microsoft.com/office/drawing/2014/main" id="{4C709877-B109-0388-4B39-3B16B0135B01}"/>
                  </a:ext>
                </a:extLst>
              </p:cNvPr>
              <p:cNvSpPr/>
              <p:nvPr/>
            </p:nvSpPr>
            <p:spPr>
              <a:xfrm>
                <a:off x="8074569" y="4901740"/>
                <a:ext cx="46189" cy="43103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5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301" name="직사각형 300">
                <a:extLst>
                  <a:ext uri="{FF2B5EF4-FFF2-40B4-BE49-F238E27FC236}">
                    <a16:creationId xmlns:a16="http://schemas.microsoft.com/office/drawing/2014/main" id="{2E2CC850-73E8-61FB-80C3-A55238D3AD2C}"/>
                  </a:ext>
                </a:extLst>
              </p:cNvPr>
              <p:cNvSpPr/>
              <p:nvPr/>
            </p:nvSpPr>
            <p:spPr>
              <a:xfrm>
                <a:off x="8172590" y="4863239"/>
                <a:ext cx="183954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밸브</a:t>
                </a:r>
              </a:p>
            </p:txBody>
          </p:sp>
          <p:sp>
            <p:nvSpPr>
              <p:cNvPr id="302" name="직사각형 301">
                <a:extLst>
                  <a:ext uri="{FF2B5EF4-FFF2-40B4-BE49-F238E27FC236}">
                    <a16:creationId xmlns:a16="http://schemas.microsoft.com/office/drawing/2014/main" id="{2B5D0FE3-005B-D007-D08E-CF917217C633}"/>
                  </a:ext>
                </a:extLst>
              </p:cNvPr>
              <p:cNvSpPr/>
              <p:nvPr/>
            </p:nvSpPr>
            <p:spPr>
              <a:xfrm>
                <a:off x="8172590" y="4715697"/>
                <a:ext cx="183954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다이</a:t>
                </a:r>
              </a:p>
            </p:txBody>
          </p:sp>
          <p:sp>
            <p:nvSpPr>
              <p:cNvPr id="303" name="직사각형 302">
                <a:extLst>
                  <a:ext uri="{FF2B5EF4-FFF2-40B4-BE49-F238E27FC236}">
                    <a16:creationId xmlns:a16="http://schemas.microsoft.com/office/drawing/2014/main" id="{44202AEA-2AB8-D6AE-1E90-BFFD99FAAF29}"/>
                  </a:ext>
                </a:extLst>
              </p:cNvPr>
              <p:cNvSpPr/>
              <p:nvPr/>
            </p:nvSpPr>
            <p:spPr>
              <a:xfrm>
                <a:off x="8038355" y="4701807"/>
                <a:ext cx="95582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⑧</a:t>
                </a:r>
              </a:p>
            </p:txBody>
          </p:sp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7EDA10CA-5F33-041C-5934-4A3E9834BEA3}"/>
                  </a:ext>
                </a:extLst>
              </p:cNvPr>
              <p:cNvSpPr/>
              <p:nvPr/>
            </p:nvSpPr>
            <p:spPr>
              <a:xfrm>
                <a:off x="6483162" y="4701807"/>
                <a:ext cx="95582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①</a:t>
                </a:r>
              </a:p>
            </p:txBody>
          </p:sp>
          <p:sp>
            <p:nvSpPr>
              <p:cNvPr id="305" name="직사각형 304">
                <a:extLst>
                  <a:ext uri="{FF2B5EF4-FFF2-40B4-BE49-F238E27FC236}">
                    <a16:creationId xmlns:a16="http://schemas.microsoft.com/office/drawing/2014/main" id="{24432925-F707-8644-DB89-E50C31798876}"/>
                  </a:ext>
                </a:extLst>
              </p:cNvPr>
              <p:cNvSpPr/>
              <p:nvPr/>
            </p:nvSpPr>
            <p:spPr>
              <a:xfrm>
                <a:off x="6705332" y="4701807"/>
                <a:ext cx="95582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②</a:t>
                </a:r>
              </a:p>
            </p:txBody>
          </p:sp>
          <p:sp>
            <p:nvSpPr>
              <p:cNvPr id="306" name="직사각형 305">
                <a:extLst>
                  <a:ext uri="{FF2B5EF4-FFF2-40B4-BE49-F238E27FC236}">
                    <a16:creationId xmlns:a16="http://schemas.microsoft.com/office/drawing/2014/main" id="{9242951B-BF47-A5A7-59B4-E35945099138}"/>
                  </a:ext>
                </a:extLst>
              </p:cNvPr>
              <p:cNvSpPr/>
              <p:nvPr/>
            </p:nvSpPr>
            <p:spPr>
              <a:xfrm>
                <a:off x="6927504" y="4701807"/>
                <a:ext cx="95582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③</a:t>
                </a:r>
              </a:p>
            </p:txBody>
          </p:sp>
          <p:sp>
            <p:nvSpPr>
              <p:cNvPr id="307" name="직사각형 306">
                <a:extLst>
                  <a:ext uri="{FF2B5EF4-FFF2-40B4-BE49-F238E27FC236}">
                    <a16:creationId xmlns:a16="http://schemas.microsoft.com/office/drawing/2014/main" id="{497F8D4D-F8E5-E2CF-6955-B5379B2F06E3}"/>
                  </a:ext>
                </a:extLst>
              </p:cNvPr>
              <p:cNvSpPr/>
              <p:nvPr/>
            </p:nvSpPr>
            <p:spPr>
              <a:xfrm>
                <a:off x="7149674" y="4701807"/>
                <a:ext cx="95582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④</a:t>
                </a:r>
              </a:p>
            </p:txBody>
          </p:sp>
          <p:sp>
            <p:nvSpPr>
              <p:cNvPr id="308" name="직사각형 307">
                <a:extLst>
                  <a:ext uri="{FF2B5EF4-FFF2-40B4-BE49-F238E27FC236}">
                    <a16:creationId xmlns:a16="http://schemas.microsoft.com/office/drawing/2014/main" id="{45BF8A81-AD28-EB1D-9848-17BD6DA52F62}"/>
                  </a:ext>
                </a:extLst>
              </p:cNvPr>
              <p:cNvSpPr/>
              <p:nvPr/>
            </p:nvSpPr>
            <p:spPr>
              <a:xfrm>
                <a:off x="7371844" y="4701807"/>
                <a:ext cx="95582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⑤</a:t>
                </a:r>
              </a:p>
            </p:txBody>
          </p:sp>
          <p:sp>
            <p:nvSpPr>
              <p:cNvPr id="309" name="직사각형 308">
                <a:extLst>
                  <a:ext uri="{FF2B5EF4-FFF2-40B4-BE49-F238E27FC236}">
                    <a16:creationId xmlns:a16="http://schemas.microsoft.com/office/drawing/2014/main" id="{E87A2E19-FBF7-D320-C6B8-E588939815B3}"/>
                  </a:ext>
                </a:extLst>
              </p:cNvPr>
              <p:cNvSpPr/>
              <p:nvPr/>
            </p:nvSpPr>
            <p:spPr>
              <a:xfrm>
                <a:off x="7594014" y="4701807"/>
                <a:ext cx="95582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⑥</a:t>
                </a:r>
              </a:p>
            </p:txBody>
          </p:sp>
          <p:sp>
            <p:nvSpPr>
              <p:cNvPr id="310" name="직사각형 309">
                <a:extLst>
                  <a:ext uri="{FF2B5EF4-FFF2-40B4-BE49-F238E27FC236}">
                    <a16:creationId xmlns:a16="http://schemas.microsoft.com/office/drawing/2014/main" id="{623105B0-E207-DC8D-D43D-02DE34CE851D}"/>
                  </a:ext>
                </a:extLst>
              </p:cNvPr>
              <p:cNvSpPr/>
              <p:nvPr/>
            </p:nvSpPr>
            <p:spPr>
              <a:xfrm>
                <a:off x="7816185" y="4701807"/>
                <a:ext cx="95582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⑦</a:t>
                </a:r>
              </a:p>
            </p:txBody>
          </p:sp>
          <p:sp>
            <p:nvSpPr>
              <p:cNvPr id="311" name="직사각형 310">
                <a:extLst>
                  <a:ext uri="{FF2B5EF4-FFF2-40B4-BE49-F238E27FC236}">
                    <a16:creationId xmlns:a16="http://schemas.microsoft.com/office/drawing/2014/main" id="{19CE1A4F-C8ED-0BA0-C6E0-7887139E6BBF}"/>
                  </a:ext>
                </a:extLst>
              </p:cNvPr>
              <p:cNvSpPr/>
              <p:nvPr/>
            </p:nvSpPr>
            <p:spPr>
              <a:xfrm>
                <a:off x="7960164" y="4797520"/>
                <a:ext cx="119618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⑧</a:t>
                </a:r>
              </a:p>
            </p:txBody>
          </p:sp>
          <p:sp>
            <p:nvSpPr>
              <p:cNvPr id="312" name="직사각형 311">
                <a:extLst>
                  <a:ext uri="{FF2B5EF4-FFF2-40B4-BE49-F238E27FC236}">
                    <a16:creationId xmlns:a16="http://schemas.microsoft.com/office/drawing/2014/main" id="{B2AC3F85-E0B7-6B8F-2DFC-EA0C7997356A}"/>
                  </a:ext>
                </a:extLst>
              </p:cNvPr>
              <p:cNvSpPr/>
              <p:nvPr/>
            </p:nvSpPr>
            <p:spPr>
              <a:xfrm>
                <a:off x="6404971" y="4797520"/>
                <a:ext cx="119618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①</a:t>
                </a:r>
              </a:p>
            </p:txBody>
          </p:sp>
          <p:sp>
            <p:nvSpPr>
              <p:cNvPr id="313" name="직사각형 312">
                <a:extLst>
                  <a:ext uri="{FF2B5EF4-FFF2-40B4-BE49-F238E27FC236}">
                    <a16:creationId xmlns:a16="http://schemas.microsoft.com/office/drawing/2014/main" id="{877EA044-B234-7A4E-7B4F-A1E3D1D2663A}"/>
                  </a:ext>
                </a:extLst>
              </p:cNvPr>
              <p:cNvSpPr/>
              <p:nvPr/>
            </p:nvSpPr>
            <p:spPr>
              <a:xfrm>
                <a:off x="6627141" y="4797520"/>
                <a:ext cx="119618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②</a:t>
                </a:r>
              </a:p>
            </p:txBody>
          </p:sp>
          <p:sp>
            <p:nvSpPr>
              <p:cNvPr id="314" name="직사각형 313">
                <a:extLst>
                  <a:ext uri="{FF2B5EF4-FFF2-40B4-BE49-F238E27FC236}">
                    <a16:creationId xmlns:a16="http://schemas.microsoft.com/office/drawing/2014/main" id="{FAC47849-E84F-EDBF-3411-73740A1FE020}"/>
                  </a:ext>
                </a:extLst>
              </p:cNvPr>
              <p:cNvSpPr/>
              <p:nvPr/>
            </p:nvSpPr>
            <p:spPr>
              <a:xfrm>
                <a:off x="6849311" y="4797520"/>
                <a:ext cx="119618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③</a:t>
                </a:r>
              </a:p>
            </p:txBody>
          </p:sp>
          <p:sp>
            <p:nvSpPr>
              <p:cNvPr id="315" name="직사각형 314">
                <a:extLst>
                  <a:ext uri="{FF2B5EF4-FFF2-40B4-BE49-F238E27FC236}">
                    <a16:creationId xmlns:a16="http://schemas.microsoft.com/office/drawing/2014/main" id="{25B7E290-2507-0F39-CCFB-DF2ABFD1D208}"/>
                  </a:ext>
                </a:extLst>
              </p:cNvPr>
              <p:cNvSpPr/>
              <p:nvPr/>
            </p:nvSpPr>
            <p:spPr>
              <a:xfrm>
                <a:off x="7071482" y="4797520"/>
                <a:ext cx="119618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④</a:t>
                </a:r>
              </a:p>
            </p:txBody>
          </p:sp>
          <p:sp>
            <p:nvSpPr>
              <p:cNvPr id="316" name="직사각형 315">
                <a:extLst>
                  <a:ext uri="{FF2B5EF4-FFF2-40B4-BE49-F238E27FC236}">
                    <a16:creationId xmlns:a16="http://schemas.microsoft.com/office/drawing/2014/main" id="{4710D8E6-8072-FC3E-9F3B-44F496FC5430}"/>
                  </a:ext>
                </a:extLst>
              </p:cNvPr>
              <p:cNvSpPr/>
              <p:nvPr/>
            </p:nvSpPr>
            <p:spPr>
              <a:xfrm>
                <a:off x="7293653" y="4797520"/>
                <a:ext cx="119618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⑤</a:t>
                </a:r>
              </a:p>
            </p:txBody>
          </p:sp>
          <p:sp>
            <p:nvSpPr>
              <p:cNvPr id="317" name="직사각형 316">
                <a:extLst>
                  <a:ext uri="{FF2B5EF4-FFF2-40B4-BE49-F238E27FC236}">
                    <a16:creationId xmlns:a16="http://schemas.microsoft.com/office/drawing/2014/main" id="{CB5FAC10-41FA-3E6B-E478-16AFF12271F8}"/>
                  </a:ext>
                </a:extLst>
              </p:cNvPr>
              <p:cNvSpPr/>
              <p:nvPr/>
            </p:nvSpPr>
            <p:spPr>
              <a:xfrm>
                <a:off x="7515823" y="4797520"/>
                <a:ext cx="119618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⑥</a:t>
                </a:r>
              </a:p>
            </p:txBody>
          </p: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DD71A56B-0486-6544-E5EC-3DB31209A2CD}"/>
                  </a:ext>
                </a:extLst>
              </p:cNvPr>
              <p:cNvSpPr/>
              <p:nvPr/>
            </p:nvSpPr>
            <p:spPr>
              <a:xfrm>
                <a:off x="7737993" y="4797520"/>
                <a:ext cx="119618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⑦</a:t>
                </a:r>
              </a:p>
            </p:txBody>
          </p:sp>
          <p:cxnSp>
            <p:nvCxnSpPr>
              <p:cNvPr id="319" name="직선 연결선 318">
                <a:extLst>
                  <a:ext uri="{FF2B5EF4-FFF2-40B4-BE49-F238E27FC236}">
                    <a16:creationId xmlns:a16="http://schemas.microsoft.com/office/drawing/2014/main" id="{1D1F6280-FFA6-6F22-1043-5CE725ADA3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9508" y="4997614"/>
                <a:ext cx="0" cy="136072"/>
              </a:xfrm>
              <a:prstGeom prst="line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20" name="직사각형 319">
                <a:extLst>
                  <a:ext uri="{FF2B5EF4-FFF2-40B4-BE49-F238E27FC236}">
                    <a16:creationId xmlns:a16="http://schemas.microsoft.com/office/drawing/2014/main" id="{35C48D6F-97D5-DFAE-D7E5-14F9B90E5E3F}"/>
                  </a:ext>
                </a:extLst>
              </p:cNvPr>
              <p:cNvSpPr/>
              <p:nvPr/>
            </p:nvSpPr>
            <p:spPr>
              <a:xfrm>
                <a:off x="6524737" y="4405954"/>
                <a:ext cx="1589542" cy="215444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 b="1" err="1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분할다이</a:t>
                </a:r>
                <a:b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</a:br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※ AZ </a:t>
                </a:r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적용 예정</a:t>
                </a:r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(8</a:t>
                </a:r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분할</a:t>
                </a:r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, </a:t>
                </a:r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수직</a:t>
                </a:r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/</a:t>
                </a:r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수평</a:t>
                </a:r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)</a:t>
                </a:r>
                <a:endPara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322" name="직사각형 321">
                <a:extLst>
                  <a:ext uri="{FF2B5EF4-FFF2-40B4-BE49-F238E27FC236}">
                    <a16:creationId xmlns:a16="http://schemas.microsoft.com/office/drawing/2014/main" id="{7F6EFAAB-E378-C319-95DE-D5427C8A7ADC}"/>
                  </a:ext>
                </a:extLst>
              </p:cNvPr>
              <p:cNvSpPr/>
              <p:nvPr/>
            </p:nvSpPr>
            <p:spPr>
              <a:xfrm>
                <a:off x="7201393" y="5158304"/>
                <a:ext cx="1149718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r"/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(</a:t>
                </a:r>
                <a:r>
                  <a:rPr lang="ko-KR" altLang="en-US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세대 구분 없음</a:t>
                </a:r>
                <a:r>
                  <a:rPr lang="en-US" altLang="ko-KR" sz="7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)</a:t>
                </a:r>
                <a:endPara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</p:grpSp>
        <p:sp>
          <p:nvSpPr>
            <p:cNvPr id="323" name="화살표: 굽음 322">
              <a:extLst>
                <a:ext uri="{FF2B5EF4-FFF2-40B4-BE49-F238E27FC236}">
                  <a16:creationId xmlns:a16="http://schemas.microsoft.com/office/drawing/2014/main" id="{5D0A9477-FC87-A5C4-507A-5FF47E697B31}"/>
                </a:ext>
              </a:extLst>
            </p:cNvPr>
            <p:cNvSpPr/>
            <p:nvPr/>
          </p:nvSpPr>
          <p:spPr>
            <a:xfrm flipH="1" flipV="1">
              <a:off x="3819023" y="5255629"/>
              <a:ext cx="2718962" cy="492035"/>
            </a:xfrm>
            <a:prstGeom prst="bentArrow">
              <a:avLst>
                <a:gd name="adj1" fmla="val 22027"/>
                <a:gd name="adj2" fmla="val 19732"/>
                <a:gd name="adj3" fmla="val 22767"/>
                <a:gd name="adj4" fmla="val 43750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74000">
                  <a:schemeClr val="accent1">
                    <a:lumMod val="45000"/>
                    <a:lumOff val="55000"/>
                  </a:schemeClr>
                </a:gs>
                <a:gs pos="8300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/>
            </a:p>
          </p:txBody>
        </p: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BD2BC107-D25B-8077-9580-5EFF6078631D}"/>
                </a:ext>
              </a:extLst>
            </p:cNvPr>
            <p:cNvSpPr/>
            <p:nvPr/>
          </p:nvSpPr>
          <p:spPr>
            <a:xfrm>
              <a:off x="4291474" y="5922094"/>
              <a:ext cx="183954" cy="107722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ko-KR" altLang="en-US" sz="7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다이</a:t>
              </a:r>
            </a:p>
          </p:txBody>
        </p:sp>
        <p:sp>
          <p:nvSpPr>
            <p:cNvPr id="326" name="직사각형 325">
              <a:extLst>
                <a:ext uri="{FF2B5EF4-FFF2-40B4-BE49-F238E27FC236}">
                  <a16:creationId xmlns:a16="http://schemas.microsoft.com/office/drawing/2014/main" id="{C415B3DF-B492-FE17-C714-2C3542131FC3}"/>
                </a:ext>
              </a:extLst>
            </p:cNvPr>
            <p:cNvSpPr/>
            <p:nvPr/>
          </p:nvSpPr>
          <p:spPr>
            <a:xfrm>
              <a:off x="4279353" y="4070719"/>
              <a:ext cx="183954" cy="107722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ko-KR" altLang="en-US" sz="7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다이</a:t>
              </a:r>
            </a:p>
          </p:txBody>
        </p:sp>
        <p:grpSp>
          <p:nvGrpSpPr>
            <p:cNvPr id="327" name="그룹 326">
              <a:extLst>
                <a:ext uri="{FF2B5EF4-FFF2-40B4-BE49-F238E27FC236}">
                  <a16:creationId xmlns:a16="http://schemas.microsoft.com/office/drawing/2014/main" id="{3345999B-A0E3-195B-C0FD-4412039179FD}"/>
                </a:ext>
              </a:extLst>
            </p:cNvPr>
            <p:cNvGrpSpPr/>
            <p:nvPr/>
          </p:nvGrpSpPr>
          <p:grpSpPr>
            <a:xfrm flipH="1">
              <a:off x="4017059" y="4993444"/>
              <a:ext cx="455004" cy="418045"/>
              <a:chOff x="4466926" y="1634847"/>
              <a:chExt cx="1430933" cy="1630827"/>
            </a:xfrm>
          </p:grpSpPr>
          <p:pic>
            <p:nvPicPr>
              <p:cNvPr id="336" name="그림 335">
                <a:extLst>
                  <a:ext uri="{FF2B5EF4-FFF2-40B4-BE49-F238E27FC236}">
                    <a16:creationId xmlns:a16="http://schemas.microsoft.com/office/drawing/2014/main" id="{A96A363C-DF08-2A10-4CEA-DE5DBF2AD7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4498027" y="1634847"/>
                <a:ext cx="1399832" cy="1630827"/>
              </a:xfrm>
              <a:prstGeom prst="rect">
                <a:avLst/>
              </a:prstGeom>
            </p:spPr>
          </p:pic>
          <p:sp>
            <p:nvSpPr>
              <p:cNvPr id="337" name="타원 336">
                <a:extLst>
                  <a:ext uri="{FF2B5EF4-FFF2-40B4-BE49-F238E27FC236}">
                    <a16:creationId xmlns:a16="http://schemas.microsoft.com/office/drawing/2014/main" id="{578A06FF-C8C0-C479-3F55-37940BC63E36}"/>
                  </a:ext>
                </a:extLst>
              </p:cNvPr>
              <p:cNvSpPr/>
              <p:nvPr/>
            </p:nvSpPr>
            <p:spPr>
              <a:xfrm>
                <a:off x="4466926" y="1791472"/>
                <a:ext cx="872492" cy="456880"/>
              </a:xfrm>
              <a:prstGeom prst="ellipse">
                <a:avLst/>
              </a:prstGeom>
              <a:noFill/>
              <a:ln w="12700" cap="flat" cmpd="sng" algn="ctr">
                <a:solidFill>
                  <a:srgbClr val="FF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cs typeface="+mn-cs"/>
                </a:endParaRPr>
              </a:p>
            </p:txBody>
          </p:sp>
        </p:grpSp>
        <p:grpSp>
          <p:nvGrpSpPr>
            <p:cNvPr id="328" name="그룹 327">
              <a:extLst>
                <a:ext uri="{FF2B5EF4-FFF2-40B4-BE49-F238E27FC236}">
                  <a16:creationId xmlns:a16="http://schemas.microsoft.com/office/drawing/2014/main" id="{E20D0479-A700-DB8C-F541-072A657E00AD}"/>
                </a:ext>
              </a:extLst>
            </p:cNvPr>
            <p:cNvGrpSpPr/>
            <p:nvPr/>
          </p:nvGrpSpPr>
          <p:grpSpPr>
            <a:xfrm>
              <a:off x="4020345" y="4219889"/>
              <a:ext cx="453820" cy="416957"/>
              <a:chOff x="4611009" y="2970014"/>
              <a:chExt cx="1026588" cy="943200"/>
            </a:xfrm>
          </p:grpSpPr>
          <p:pic>
            <p:nvPicPr>
              <p:cNvPr id="334" name="그림 333">
                <a:extLst>
                  <a:ext uri="{FF2B5EF4-FFF2-40B4-BE49-F238E27FC236}">
                    <a16:creationId xmlns:a16="http://schemas.microsoft.com/office/drawing/2014/main" id="{A5B36005-A8E5-79E4-A548-61C89DA08C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4611009" y="2970014"/>
                <a:ext cx="1026588" cy="943200"/>
              </a:xfrm>
              <a:prstGeom prst="rect">
                <a:avLst/>
              </a:prstGeom>
            </p:spPr>
          </p:pic>
          <p:sp>
            <p:nvSpPr>
              <p:cNvPr id="335" name="타원 334">
                <a:extLst>
                  <a:ext uri="{FF2B5EF4-FFF2-40B4-BE49-F238E27FC236}">
                    <a16:creationId xmlns:a16="http://schemas.microsoft.com/office/drawing/2014/main" id="{321B1F19-F3BD-2A1A-D6A4-DD8A6CEFAAA4}"/>
                  </a:ext>
                </a:extLst>
              </p:cNvPr>
              <p:cNvSpPr/>
              <p:nvPr/>
            </p:nvSpPr>
            <p:spPr>
              <a:xfrm rot="360000" flipH="1">
                <a:off x="4873876" y="2977704"/>
                <a:ext cx="545482" cy="212904"/>
              </a:xfrm>
              <a:prstGeom prst="ellipse">
                <a:avLst/>
              </a:prstGeom>
              <a:noFill/>
              <a:ln w="12700" cap="flat" cmpd="sng" algn="ctr">
                <a:solidFill>
                  <a:srgbClr val="FF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cs typeface="+mn-cs"/>
                </a:endParaRPr>
              </a:p>
            </p:txBody>
          </p:sp>
        </p:grpSp>
        <p:sp>
          <p:nvSpPr>
            <p:cNvPr id="329" name="직사각형 328">
              <a:extLst>
                <a:ext uri="{FF2B5EF4-FFF2-40B4-BE49-F238E27FC236}">
                  <a16:creationId xmlns:a16="http://schemas.microsoft.com/office/drawing/2014/main" id="{B0A0DFB0-BF3E-4DB0-3EC4-0DAAFC5446F8}"/>
                </a:ext>
              </a:extLst>
            </p:cNvPr>
            <p:cNvSpPr/>
            <p:nvPr/>
          </p:nvSpPr>
          <p:spPr>
            <a:xfrm>
              <a:off x="4070658" y="4636382"/>
              <a:ext cx="415178" cy="92333"/>
            </a:xfrm>
            <a:prstGeom prst="rect">
              <a:avLst/>
            </a:prstGeom>
          </p:spPr>
          <p:txBody>
            <a:bodyPr wrap="none" lIns="0" tIns="0" rIns="0" bIns="0">
              <a:spAutoFit/>
            </a:bodyPr>
            <a:lstStyle/>
            <a:p>
              <a:pPr defTabSz="844083" latinLnBrk="0"/>
              <a:r>
                <a:rPr lang="en-US" altLang="ko-KR" sz="6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Lip</a:t>
              </a:r>
              <a:r>
                <a:rPr lang="ko-KR" altLang="en-US" sz="6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 가변 볼트</a:t>
              </a:r>
              <a:endParaRPr lang="en-US" altLang="ko-KR" sz="6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06AEF6D-E154-7A94-EF13-A15EFEEEDBFB}"/>
                </a:ext>
              </a:extLst>
            </p:cNvPr>
            <p:cNvSpPr/>
            <p:nvPr/>
          </p:nvSpPr>
          <p:spPr>
            <a:xfrm>
              <a:off x="4021840" y="5393276"/>
              <a:ext cx="546625" cy="92333"/>
            </a:xfrm>
            <a:prstGeom prst="rect">
              <a:avLst/>
            </a:prstGeom>
          </p:spPr>
          <p:txBody>
            <a:bodyPr wrap="none" lIns="0" tIns="0" rIns="0" bIns="0">
              <a:spAutoFit/>
            </a:bodyPr>
            <a:lstStyle/>
            <a:p>
              <a:pPr lvl="0" defTabSz="844083" latinLnBrk="0">
                <a:defRPr/>
              </a:pPr>
              <a:r>
                <a:rPr kumimoji="0" lang="ko-KR" altLang="en-US" sz="600" i="0" u="none" strike="noStrike" kern="1200" cap="none" spc="0" normalizeH="0" baseline="0" noProof="0" err="1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쵸크바</a:t>
              </a:r>
              <a:r>
                <a:rPr kumimoji="0" lang="ko-KR" altLang="en-US" sz="600" i="0" u="none" strike="noStrike" kern="1200" cap="none" spc="0" normalizeH="0" baseline="0" noProof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 </a:t>
              </a:r>
              <a:r>
                <a:rPr kumimoji="0" lang="en-US" altLang="ko-KR" sz="600" i="0" u="none" strike="noStrike" kern="1200" cap="none" spc="0" normalizeH="0" baseline="0" noProof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Land </a:t>
              </a:r>
              <a:r>
                <a:rPr kumimoji="0" lang="ko-KR" altLang="en-US" sz="600" i="0" u="none" strike="noStrike" kern="1200" cap="none" spc="0" normalizeH="0" baseline="0" noProof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가변</a:t>
              </a:r>
              <a:endParaRPr kumimoji="0" lang="en-US" altLang="ko-KR" sz="60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331" name="직사각형 330">
              <a:extLst>
                <a:ext uri="{FF2B5EF4-FFF2-40B4-BE49-F238E27FC236}">
                  <a16:creationId xmlns:a16="http://schemas.microsoft.com/office/drawing/2014/main" id="{DA8932DF-3B28-5196-2F13-E84EB0ADA788}"/>
                </a:ext>
              </a:extLst>
            </p:cNvPr>
            <p:cNvSpPr/>
            <p:nvPr/>
          </p:nvSpPr>
          <p:spPr>
            <a:xfrm>
              <a:off x="2599354" y="4807484"/>
              <a:ext cx="1614384" cy="53178"/>
            </a:xfrm>
            <a:prstGeom prst="rect">
              <a:avLst/>
            </a:prstGeom>
            <a:pattFill prst="dkVert">
              <a:fgClr>
                <a:schemeClr val="accent1">
                  <a:lumMod val="40000"/>
                  <a:lumOff val="60000"/>
                </a:schemeClr>
              </a:fgClr>
              <a:bgClr>
                <a:schemeClr val="bg1"/>
              </a:bgClr>
            </a:pattFill>
            <a:ln w="9525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D91CDAD5-3A43-2683-7896-5072311E36D3}"/>
                </a:ext>
              </a:extLst>
            </p:cNvPr>
            <p:cNvGrpSpPr/>
            <p:nvPr/>
          </p:nvGrpSpPr>
          <p:grpSpPr>
            <a:xfrm>
              <a:off x="2547500" y="5869057"/>
              <a:ext cx="1728253" cy="479564"/>
              <a:chOff x="2547500" y="5765705"/>
              <a:chExt cx="1728253" cy="479564"/>
            </a:xfrm>
          </p:grpSpPr>
          <p:sp>
            <p:nvSpPr>
              <p:cNvPr id="247" name="사다리꼴 246">
                <a:extLst>
                  <a:ext uri="{FF2B5EF4-FFF2-40B4-BE49-F238E27FC236}">
                    <a16:creationId xmlns:a16="http://schemas.microsoft.com/office/drawing/2014/main" id="{8B99B0A1-2510-426A-7F69-DA6DE21190A5}"/>
                  </a:ext>
                </a:extLst>
              </p:cNvPr>
              <p:cNvSpPr/>
              <p:nvPr/>
            </p:nvSpPr>
            <p:spPr>
              <a:xfrm>
                <a:off x="2558926" y="5765705"/>
                <a:ext cx="816199" cy="27640"/>
              </a:xfrm>
              <a:prstGeom prst="trapezoid">
                <a:avLst>
                  <a:gd name="adj" fmla="val 11567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200"/>
                  <a:t>`</a:t>
                </a:r>
                <a:endParaRPr lang="ko-KR" altLang="en-US" sz="1200"/>
              </a:p>
            </p:txBody>
          </p:sp>
          <p:sp>
            <p:nvSpPr>
              <p:cNvPr id="248" name="직사각형 247">
                <a:extLst>
                  <a:ext uri="{FF2B5EF4-FFF2-40B4-BE49-F238E27FC236}">
                    <a16:creationId xmlns:a16="http://schemas.microsoft.com/office/drawing/2014/main" id="{E15238E5-6A55-E99B-6805-C55B36BF069B}"/>
                  </a:ext>
                </a:extLst>
              </p:cNvPr>
              <p:cNvSpPr/>
              <p:nvPr/>
            </p:nvSpPr>
            <p:spPr>
              <a:xfrm>
                <a:off x="2547500" y="5793300"/>
                <a:ext cx="839052" cy="11164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249" name="사다리꼴 248">
                <a:extLst>
                  <a:ext uri="{FF2B5EF4-FFF2-40B4-BE49-F238E27FC236}">
                    <a16:creationId xmlns:a16="http://schemas.microsoft.com/office/drawing/2014/main" id="{33FB9BA3-1F52-70C6-68F8-613C0BDFC6B0}"/>
                  </a:ext>
                </a:extLst>
              </p:cNvPr>
              <p:cNvSpPr/>
              <p:nvPr/>
            </p:nvSpPr>
            <p:spPr>
              <a:xfrm>
                <a:off x="3448127" y="5765705"/>
                <a:ext cx="816199" cy="27640"/>
              </a:xfrm>
              <a:prstGeom prst="trapezoid">
                <a:avLst>
                  <a:gd name="adj" fmla="val 11567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200"/>
                  <a:t>`</a:t>
                </a:r>
                <a:endParaRPr lang="ko-KR" altLang="en-US" sz="1200"/>
              </a:p>
            </p:txBody>
          </p:sp>
          <p:sp>
            <p:nvSpPr>
              <p:cNvPr id="250" name="직사각형 249">
                <a:extLst>
                  <a:ext uri="{FF2B5EF4-FFF2-40B4-BE49-F238E27FC236}">
                    <a16:creationId xmlns:a16="http://schemas.microsoft.com/office/drawing/2014/main" id="{2CAC2D5F-D75D-0EC0-ADE2-4163CD4229EF}"/>
                  </a:ext>
                </a:extLst>
              </p:cNvPr>
              <p:cNvSpPr/>
              <p:nvPr/>
            </p:nvSpPr>
            <p:spPr>
              <a:xfrm>
                <a:off x="3436701" y="5793300"/>
                <a:ext cx="839052" cy="11164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251" name="자유형: 도형 250">
                <a:extLst>
                  <a:ext uri="{FF2B5EF4-FFF2-40B4-BE49-F238E27FC236}">
                    <a16:creationId xmlns:a16="http://schemas.microsoft.com/office/drawing/2014/main" id="{6DAC48B5-5B1D-044B-6616-D6F4DBAD2A14}"/>
                  </a:ext>
                </a:extLst>
              </p:cNvPr>
              <p:cNvSpPr/>
              <p:nvPr/>
            </p:nvSpPr>
            <p:spPr>
              <a:xfrm>
                <a:off x="2963081" y="5912296"/>
                <a:ext cx="893798" cy="193482"/>
              </a:xfrm>
              <a:custGeom>
                <a:avLst/>
                <a:gdLst>
                  <a:gd name="connsiteX0" fmla="*/ 0 w 2279650"/>
                  <a:gd name="connsiteY0" fmla="*/ 6350 h 1047750"/>
                  <a:gd name="connsiteX1" fmla="*/ 0 w 2279650"/>
                  <a:gd name="connsiteY1" fmla="*/ 1047750 h 1047750"/>
                  <a:gd name="connsiteX2" fmla="*/ 2279650 w 2279650"/>
                  <a:gd name="connsiteY2" fmla="*/ 1047750 h 1047750"/>
                  <a:gd name="connsiteX3" fmla="*/ 2279650 w 2279650"/>
                  <a:gd name="connsiteY3" fmla="*/ 0 h 1047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9650" h="1047750">
                    <a:moveTo>
                      <a:pt x="0" y="6350"/>
                    </a:moveTo>
                    <a:lnTo>
                      <a:pt x="0" y="1047750"/>
                    </a:lnTo>
                    <a:lnTo>
                      <a:pt x="2279650" y="1047750"/>
                    </a:lnTo>
                    <a:lnTo>
                      <a:pt x="2279650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grpSp>
            <p:nvGrpSpPr>
              <p:cNvPr id="252" name="그룹 251">
                <a:extLst>
                  <a:ext uri="{FF2B5EF4-FFF2-40B4-BE49-F238E27FC236}">
                    <a16:creationId xmlns:a16="http://schemas.microsoft.com/office/drawing/2014/main" id="{B1F1E843-0639-EED5-71E3-6E6B0BC19FE3}"/>
                  </a:ext>
                </a:extLst>
              </p:cNvPr>
              <p:cNvGrpSpPr/>
              <p:nvPr/>
            </p:nvGrpSpPr>
            <p:grpSpPr>
              <a:xfrm>
                <a:off x="2929822" y="5992186"/>
                <a:ext cx="74407" cy="84985"/>
                <a:chOff x="3633112" y="4485218"/>
                <a:chExt cx="193201" cy="237048"/>
              </a:xfrm>
            </p:grpSpPr>
            <p:sp>
              <p:nvSpPr>
                <p:cNvPr id="383" name="이등변 삼각형 382">
                  <a:extLst>
                    <a:ext uri="{FF2B5EF4-FFF2-40B4-BE49-F238E27FC236}">
                      <a16:creationId xmlns:a16="http://schemas.microsoft.com/office/drawing/2014/main" id="{D6BFD51E-6E6D-804F-C3DB-16F7E3B9DD32}"/>
                    </a:ext>
                  </a:extLst>
                </p:cNvPr>
                <p:cNvSpPr/>
                <p:nvPr/>
              </p:nvSpPr>
              <p:spPr>
                <a:xfrm>
                  <a:off x="3633112" y="4551533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84" name="이등변 삼각형 383">
                  <a:extLst>
                    <a:ext uri="{FF2B5EF4-FFF2-40B4-BE49-F238E27FC236}">
                      <a16:creationId xmlns:a16="http://schemas.microsoft.com/office/drawing/2014/main" id="{E6B47A6B-2BF5-75B1-497D-6CD9E11BE026}"/>
                    </a:ext>
                  </a:extLst>
                </p:cNvPr>
                <p:cNvSpPr/>
                <p:nvPr/>
              </p:nvSpPr>
              <p:spPr>
                <a:xfrm rot="10800000">
                  <a:off x="3633113" y="4485218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85" name="타원 384">
                  <a:extLst>
                    <a:ext uri="{FF2B5EF4-FFF2-40B4-BE49-F238E27FC236}">
                      <a16:creationId xmlns:a16="http://schemas.microsoft.com/office/drawing/2014/main" id="{58DAF318-6E34-16AF-B626-4176B0401107}"/>
                    </a:ext>
                  </a:extLst>
                </p:cNvPr>
                <p:cNvSpPr/>
                <p:nvPr/>
              </p:nvSpPr>
              <p:spPr>
                <a:xfrm>
                  <a:off x="3669747" y="4545247"/>
                  <a:ext cx="119932" cy="12022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  <p:grpSp>
            <p:nvGrpSpPr>
              <p:cNvPr id="253" name="그룹 252">
                <a:extLst>
                  <a:ext uri="{FF2B5EF4-FFF2-40B4-BE49-F238E27FC236}">
                    <a16:creationId xmlns:a16="http://schemas.microsoft.com/office/drawing/2014/main" id="{776F35D2-A808-A469-C6BB-0F814E77818A}"/>
                  </a:ext>
                </a:extLst>
              </p:cNvPr>
              <p:cNvGrpSpPr/>
              <p:nvPr/>
            </p:nvGrpSpPr>
            <p:grpSpPr>
              <a:xfrm>
                <a:off x="3819023" y="5992186"/>
                <a:ext cx="74407" cy="84985"/>
                <a:chOff x="3633112" y="4485218"/>
                <a:chExt cx="193201" cy="237048"/>
              </a:xfrm>
            </p:grpSpPr>
            <p:sp>
              <p:nvSpPr>
                <p:cNvPr id="380" name="이등변 삼각형 379">
                  <a:extLst>
                    <a:ext uri="{FF2B5EF4-FFF2-40B4-BE49-F238E27FC236}">
                      <a16:creationId xmlns:a16="http://schemas.microsoft.com/office/drawing/2014/main" id="{B0DCD223-FB10-9424-0861-566E2AAF74CC}"/>
                    </a:ext>
                  </a:extLst>
                </p:cNvPr>
                <p:cNvSpPr/>
                <p:nvPr/>
              </p:nvSpPr>
              <p:spPr>
                <a:xfrm>
                  <a:off x="3633112" y="4551533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81" name="이등변 삼각형 380">
                  <a:extLst>
                    <a:ext uri="{FF2B5EF4-FFF2-40B4-BE49-F238E27FC236}">
                      <a16:creationId xmlns:a16="http://schemas.microsoft.com/office/drawing/2014/main" id="{0578FD45-E516-C7E6-9899-61D2727A45D7}"/>
                    </a:ext>
                  </a:extLst>
                </p:cNvPr>
                <p:cNvSpPr/>
                <p:nvPr/>
              </p:nvSpPr>
              <p:spPr>
                <a:xfrm rot="10800000">
                  <a:off x="3633113" y="4485218"/>
                  <a:ext cx="193200" cy="170733"/>
                </a:xfrm>
                <a:prstGeom prst="triangle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382" name="타원 381">
                  <a:extLst>
                    <a:ext uri="{FF2B5EF4-FFF2-40B4-BE49-F238E27FC236}">
                      <a16:creationId xmlns:a16="http://schemas.microsoft.com/office/drawing/2014/main" id="{4C2F2C29-CB48-A849-1F4A-02CBF1FB9999}"/>
                    </a:ext>
                  </a:extLst>
                </p:cNvPr>
                <p:cNvSpPr/>
                <p:nvPr/>
              </p:nvSpPr>
              <p:spPr>
                <a:xfrm>
                  <a:off x="3669747" y="4545247"/>
                  <a:ext cx="119932" cy="12022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5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15169A62-0056-1FAB-B73C-86C072177190}"/>
                  </a:ext>
                </a:extLst>
              </p:cNvPr>
              <p:cNvSpPr/>
              <p:nvPr/>
            </p:nvSpPr>
            <p:spPr>
              <a:xfrm>
                <a:off x="2838427" y="5924388"/>
                <a:ext cx="86817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①</a:t>
                </a: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2BBD4D4F-C2E2-C2DC-EF93-C7EB0EB2490E}"/>
                  </a:ext>
                </a:extLst>
              </p:cNvPr>
              <p:cNvSpPr/>
              <p:nvPr/>
            </p:nvSpPr>
            <p:spPr>
              <a:xfrm>
                <a:off x="3728035" y="5924388"/>
                <a:ext cx="86817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②</a:t>
                </a:r>
              </a:p>
            </p:txBody>
          </p:sp>
          <p:cxnSp>
            <p:nvCxnSpPr>
              <p:cNvPr id="257" name="직선 연결선 256">
                <a:extLst>
                  <a:ext uri="{FF2B5EF4-FFF2-40B4-BE49-F238E27FC236}">
                    <a16:creationId xmlns:a16="http://schemas.microsoft.com/office/drawing/2014/main" id="{7BFB470F-07AE-1D6A-D38C-98FE037312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09980" y="6109197"/>
                <a:ext cx="0" cy="136072"/>
              </a:xfrm>
              <a:prstGeom prst="line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25" name="직사각형 324">
                <a:extLst>
                  <a:ext uri="{FF2B5EF4-FFF2-40B4-BE49-F238E27FC236}">
                    <a16:creationId xmlns:a16="http://schemas.microsoft.com/office/drawing/2014/main" id="{ACFE638B-6FF5-E67F-8824-6122BBB274FC}"/>
                  </a:ext>
                </a:extLst>
              </p:cNvPr>
              <p:cNvSpPr/>
              <p:nvPr/>
            </p:nvSpPr>
            <p:spPr>
              <a:xfrm>
                <a:off x="3886664" y="5978249"/>
                <a:ext cx="183954" cy="10772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00">
                    <a:solidFill>
                      <a:schemeClr val="bg1">
                        <a:lumMod val="50000"/>
                      </a:schemeClr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밸브</a:t>
                </a:r>
              </a:p>
            </p:txBody>
          </p:sp>
          <p:sp>
            <p:nvSpPr>
              <p:cNvPr id="332" name="직사각형 331">
                <a:extLst>
                  <a:ext uri="{FF2B5EF4-FFF2-40B4-BE49-F238E27FC236}">
                    <a16:creationId xmlns:a16="http://schemas.microsoft.com/office/drawing/2014/main" id="{C4396042-49CF-907F-BAA8-513E98B5439A}"/>
                  </a:ext>
                </a:extLst>
              </p:cNvPr>
              <p:cNvSpPr/>
              <p:nvPr/>
            </p:nvSpPr>
            <p:spPr>
              <a:xfrm>
                <a:off x="2576274" y="5805488"/>
                <a:ext cx="781503" cy="53178"/>
              </a:xfrm>
              <a:prstGeom prst="rect">
                <a:avLst/>
              </a:prstGeom>
              <a:pattFill prst="dkVert">
                <a:fgClr>
                  <a:schemeClr val="accent1">
                    <a:lumMod val="40000"/>
                    <a:lumOff val="60000"/>
                  </a:schemeClr>
                </a:fgClr>
                <a:bgClr>
                  <a:schemeClr val="bg1"/>
                </a:bgClr>
              </a:pattFill>
              <a:ln w="9525">
                <a:solidFill>
                  <a:schemeClr val="accent1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333" name="직사각형 332">
                <a:extLst>
                  <a:ext uri="{FF2B5EF4-FFF2-40B4-BE49-F238E27FC236}">
                    <a16:creationId xmlns:a16="http://schemas.microsoft.com/office/drawing/2014/main" id="{74FA0D81-7823-FCAB-EFE6-B94F5EAE82D2}"/>
                  </a:ext>
                </a:extLst>
              </p:cNvPr>
              <p:cNvSpPr/>
              <p:nvPr/>
            </p:nvSpPr>
            <p:spPr>
              <a:xfrm>
                <a:off x="3465475" y="5805488"/>
                <a:ext cx="781503" cy="53178"/>
              </a:xfrm>
              <a:prstGeom prst="rect">
                <a:avLst/>
              </a:prstGeom>
              <a:pattFill prst="dkVert">
                <a:fgClr>
                  <a:schemeClr val="accent1">
                    <a:lumMod val="40000"/>
                    <a:lumOff val="60000"/>
                  </a:schemeClr>
                </a:fgClr>
                <a:bgClr>
                  <a:schemeClr val="bg1"/>
                </a:bgClr>
              </a:pattFill>
              <a:ln w="9525">
                <a:solidFill>
                  <a:schemeClr val="accent1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</p:grp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9047BFEE-72FC-53D5-9BC1-501AEFE9CF67}"/>
                </a:ext>
              </a:extLst>
            </p:cNvPr>
            <p:cNvSpPr/>
            <p:nvPr/>
          </p:nvSpPr>
          <p:spPr>
            <a:xfrm>
              <a:off x="2453640" y="3912798"/>
              <a:ext cx="6312989" cy="2518482"/>
            </a:xfrm>
            <a:prstGeom prst="rect">
              <a:avLst/>
            </a:prstGeom>
            <a:noFill/>
            <a:ln w="31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500">
                <a:solidFill>
                  <a:schemeClr val="tx1"/>
                </a:solidFill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77C8E986-B2EC-C3FC-159A-DD4FB44B198E}"/>
                </a:ext>
              </a:extLst>
            </p:cNvPr>
            <p:cNvSpPr/>
            <p:nvPr/>
          </p:nvSpPr>
          <p:spPr>
            <a:xfrm>
              <a:off x="5161741" y="3843549"/>
              <a:ext cx="896786" cy="138499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en-US" altLang="ko-KR" sz="9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&lt;</a:t>
              </a:r>
              <a:r>
                <a:rPr lang="ko-KR" altLang="en-US" sz="9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다이 세대 구분</a:t>
              </a:r>
              <a:r>
                <a:rPr lang="en-US" altLang="ko-KR" sz="9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&gt;</a:t>
              </a:r>
              <a:endPara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A20AC6A9-C08E-E736-57F7-1D24A1D3EB60}"/>
                </a:ext>
              </a:extLst>
            </p:cNvPr>
            <p:cNvSpPr/>
            <p:nvPr/>
          </p:nvSpPr>
          <p:spPr>
            <a:xfrm>
              <a:off x="6938405" y="5641575"/>
              <a:ext cx="1722902" cy="107722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algn="r"/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가변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/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분할 다이 지표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/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세부과제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</a:t>
              </a:r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코팅 선행 기술팀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</a:t>
              </a:r>
              <a:endParaRPr lang="ko-KR" altLang="en-US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2D088EAA-3718-862B-1538-BD4F903A7334}"/>
              </a:ext>
            </a:extLst>
          </p:cNvPr>
          <p:cNvSpPr txBox="1"/>
          <p:nvPr/>
        </p:nvSpPr>
        <p:spPr>
          <a:xfrm>
            <a:off x="8162352" y="332405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lvl="0">
              <a:defRPr/>
            </a:pP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12/16(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화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18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1796342565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0C0A994-B637-D4A1-9A38-CC2E941FF75C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cs typeface="Malgun Gothic Semilight" panose="020B0502040204020203" pitchFamily="50" charset="-127"/>
              </a:rPr>
              <a:t>MC</a:t>
            </a:r>
            <a:r>
              <a:rPr lang="ko-KR" altLang="en-US" sz="1800">
                <a:cs typeface="Malgun Gothic Semilight" panose="020B0502040204020203" pitchFamily="50" charset="-127"/>
              </a:rPr>
              <a:t>자동보정팀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8EC3C7D7-AD0B-9B57-5F2B-5EAC8A565DFA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518318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■ </a:t>
            </a:r>
            <a:r>
              <a:rPr lang="ko-KR" altLang="en-US" sz="14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분할다이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자동보정 기술개발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(2/2)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</a:p>
        </p:txBody>
      </p:sp>
      <p:graphicFrame>
        <p:nvGraphicFramePr>
          <p:cNvPr id="4" name="표 1">
            <a:extLst>
              <a:ext uri="{FF2B5EF4-FFF2-40B4-BE49-F238E27FC236}">
                <a16:creationId xmlns:a16="http://schemas.microsoft.com/office/drawing/2014/main" id="{EB5481E2-6FB4-4FB7-EF5D-7D9B040C6E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4397885"/>
              </p:ext>
            </p:extLst>
          </p:nvPr>
        </p:nvGraphicFramePr>
        <p:xfrm>
          <a:off x="125047" y="866775"/>
          <a:ext cx="9657208" cy="5747089"/>
        </p:xfrm>
        <a:graphic>
          <a:graphicData uri="http://schemas.openxmlformats.org/drawingml/2006/table">
            <a:tbl>
              <a:tblPr/>
              <a:tblGrid>
                <a:gridCol w="7607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8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  <a:endParaRPr lang="ko-KR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분할다이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기술개발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EP1 Pilot#3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AZ #2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’26.09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윤숙영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2369CE85-B89B-6E4A-6281-356F875EAE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1639753"/>
              </p:ext>
            </p:extLst>
          </p:nvPr>
        </p:nvGraphicFramePr>
        <p:xfrm>
          <a:off x="1443611" y="1089758"/>
          <a:ext cx="7323018" cy="56237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5623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357395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22701">
                <a:tc gridSpan="2">
                  <a:txBody>
                    <a:bodyPr/>
                    <a:lstStyle/>
                    <a:p>
                      <a:pPr marL="449263" marR="0" lvl="0" indent="-449263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LG Smart_H Regular"/>
                        </a:rPr>
                        <a:t>금주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(W51)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추가 진행사항 없습니다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. </a:t>
                      </a:r>
                      <a:endParaRPr lang="en-US" altLang="ko-KR" sz="90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007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74453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로직개발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100"/>
                        </a:lnSpc>
                      </a:pPr>
                      <a:r>
                        <a:rPr lang="en-US" altLang="ko-KR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진행사항</a:t>
                      </a:r>
                      <a:r>
                        <a:rPr lang="en-US" altLang="ko-KR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>
                        <a:lnSpc>
                          <a:spcPts val="1100"/>
                        </a:lnSpc>
                      </a:pP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  DOE Data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분석 </a:t>
                      </a: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92075" indent="-92075">
                        <a:lnSpc>
                          <a:spcPts val="1100"/>
                        </a:lnSpc>
                        <a:buFontTx/>
                        <a:buChar char="-"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EP2 NFF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양극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호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Back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을 대상으로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약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2.5hr)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43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Case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에 대해서 조정 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후 다이 위치별 변화량에 대해 정량화 하여 분석을 진행하였고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내용을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차 정리하여 코팅공정기술팀에 공유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(11/13)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분석결과에서 동일하게 조정 되었으나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latin typeface="+mn-lt"/>
                        </a:rPr>
                        <a:t>재현성이 부족한 </a:t>
                      </a:r>
                      <a:r>
                        <a:rPr lang="en-US" altLang="ko-KR" sz="900" b="0" i="0" u="none" strike="noStrike" baseline="0" noProof="0">
                          <a:latin typeface="+mn-lt"/>
                        </a:rPr>
                        <a:t>Case</a:t>
                      </a:r>
                      <a:r>
                        <a:rPr lang="ko-KR" altLang="en-US" sz="900" b="0" i="0" u="none" strike="noStrike" baseline="0" noProof="0">
                          <a:latin typeface="+mn-lt"/>
                        </a:rPr>
                        <a:t>에 대해</a:t>
                      </a:r>
                      <a:r>
                        <a:rPr lang="en-US" altLang="ko-KR" sz="900" b="0" i="0" u="none" strike="noStrike" baseline="0" noProof="0">
                          <a:latin typeface="+mn-lt"/>
                        </a:rPr>
                        <a:t>,</a:t>
                      </a:r>
                      <a:r>
                        <a:rPr lang="ko-KR" altLang="en-US" sz="900" b="0" i="0" u="none" strike="noStrike" baseline="0" noProof="0">
                          <a:latin typeface="+mn-lt"/>
                        </a:rPr>
                        <a:t> 코팅공정기술팀에서 </a:t>
                      </a:r>
                      <a:r>
                        <a:rPr lang="ko-KR" altLang="en-US" sz="900"/>
                        <a:t>원인 분석한 결과 </a:t>
                      </a:r>
                      <a:r>
                        <a:rPr lang="en-US" altLang="ko-KR" sz="900"/>
                        <a:t>Die#5 </a:t>
                      </a:r>
                      <a:r>
                        <a:rPr lang="ko-KR" altLang="en-US" sz="900"/>
                        <a:t>번의 체결상태 이상 및 개도율에 적용된 밸브이상으로 확인 되었습니다</a:t>
                      </a:r>
                      <a:r>
                        <a:rPr lang="en-US" altLang="ko-KR" sz="900"/>
                        <a:t>.</a:t>
                      </a:r>
                      <a:r>
                        <a:rPr lang="en-US" altLang="ko-KR" sz="900" b="0" i="0" u="none" strike="noStrike" baseline="0" noProof="0">
                          <a:latin typeface="+mn-lt"/>
                        </a:rPr>
                        <a:t>(12/3) </a:t>
                      </a:r>
                      <a:endParaRPr lang="en-US" altLang="ko-KR" sz="90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92075" indent="-92075">
                        <a:lnSpc>
                          <a:spcPts val="1100"/>
                        </a:lnSpc>
                        <a:buFontTx/>
                        <a:buChar char="-"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분석 결과 요약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1)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로딩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폭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CTP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조정 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후 변화 방향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※ CTP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를 증가하는 방향으로 조정 했을 때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로딩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다이갭과 개도율 증가 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조정대상 다이 구간은 증가하고 이외 구간은 감소 하는 경향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코팅 폭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다이갭 증가 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조정대상 다이 구간은 감소하고 이외 구간은 감소하는 경향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       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개도율 증가 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조정대상 다이 구간은 증가하고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이외 구간은 감소하는 경향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2)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공통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CTP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조정 시 로딩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폭 재현성이 부족함을 확인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정확한 판단을 위한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Case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부족으로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원인 분석 필요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      CTP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인접 로딩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폭에 대한 정량적 변화량 산출이 어려움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92075" indent="-92075">
                        <a:lnSpc>
                          <a:spcPts val="1100"/>
                        </a:lnSpc>
                        <a:buFontTx/>
                        <a:buChar char="-"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92075" indent="-92075">
                        <a:lnSpc>
                          <a:spcPts val="1100"/>
                        </a:lnSpc>
                        <a:buFontTx/>
                        <a:buChar char="-"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indent="0">
                        <a:lnSpc>
                          <a:spcPts val="1100"/>
                        </a:lnSpc>
                        <a:buFontTx/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indent="0">
                        <a:lnSpc>
                          <a:spcPts val="1100"/>
                        </a:lnSpc>
                        <a:buFontTx/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indent="0">
                        <a:lnSpc>
                          <a:spcPts val="1100"/>
                        </a:lnSpc>
                        <a:buFontTx/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indent="0">
                        <a:lnSpc>
                          <a:spcPts val="1100"/>
                        </a:lnSpc>
                        <a:buFontTx/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indent="0">
                        <a:lnSpc>
                          <a:spcPts val="1100"/>
                        </a:lnSpc>
                        <a:buFontTx/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indent="0">
                        <a:lnSpc>
                          <a:spcPts val="1100"/>
                        </a:lnSpc>
                        <a:buFontTx/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indent="0">
                        <a:lnSpc>
                          <a:spcPts val="1100"/>
                        </a:lnSpc>
                        <a:buFontTx/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indent="0">
                        <a:lnSpc>
                          <a:spcPts val="1100"/>
                        </a:lnSpc>
                        <a:buFontTx/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indent="0">
                        <a:lnSpc>
                          <a:spcPts val="1100"/>
                        </a:lnSpc>
                        <a:buFontTx/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indent="0">
                        <a:lnSpc>
                          <a:spcPts val="1100"/>
                        </a:lnSpc>
                        <a:buFontTx/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2. Data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확보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시뮬레이션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해석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92075" indent="-92075">
                        <a:lnSpc>
                          <a:spcPts val="1100"/>
                        </a:lnSpc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분할다이가 개발중임에 따라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모델개발을 위한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Data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부족이 예상되어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시뮬레이션 데이터를 확보하여 모델링에 활용 예정입니다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CTP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조정 범위를 선정하여 시뮬레이션 구간을 확정하였고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(10/31, w.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코팅공정기술팀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),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시뮬레이션에 필요한 제약 조건을 정의하여 해석요청을 진행하고 있습니다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 (11/4~, to.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선행공정해석팀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92075" indent="-92075">
                        <a:lnSpc>
                          <a:spcPts val="1100"/>
                        </a:lnSpc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kern="120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시뮬레이션 </a:t>
                      </a:r>
                      <a:r>
                        <a:rPr lang="en-US" altLang="ko-KR" sz="900" kern="120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900" kern="120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차 해석결과</a:t>
                      </a:r>
                      <a:r>
                        <a:rPr lang="en-US" altLang="ko-KR" sz="900" kern="120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(~12/23)</a:t>
                      </a:r>
                      <a:r>
                        <a:rPr lang="ko-KR" altLang="en-US" sz="900" kern="120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를 공유받을 예정입니다</a:t>
                      </a:r>
                      <a:r>
                        <a:rPr lang="en-US" altLang="ko-KR" sz="900" kern="120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ko-KR" altLang="en-US" sz="900" kern="120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 추가 해석이 필요한지 검토해 보도록 하겠습니다</a:t>
                      </a:r>
                      <a:r>
                        <a:rPr lang="en-US" altLang="ko-KR" sz="900" kern="120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endParaRPr lang="en-US" altLang="ko-KR" sz="900" b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R="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7A09189-3112-656C-AD07-D2D881F7CDA1}"/>
              </a:ext>
            </a:extLst>
          </p:cNvPr>
          <p:cNvSpPr txBox="1"/>
          <p:nvPr/>
        </p:nvSpPr>
        <p:spPr>
          <a:xfrm>
            <a:off x="8162352" y="332405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lvl="0">
              <a:defRPr/>
            </a:pP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12/16(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화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18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9" name="내용 개체 틀 20">
            <a:hlinkClick r:id="rId3" action="ppaction://hlinksldjump"/>
            <a:extLst>
              <a:ext uri="{FF2B5EF4-FFF2-40B4-BE49-F238E27FC236}">
                <a16:creationId xmlns:a16="http://schemas.microsoft.com/office/drawing/2014/main" id="{CC04C160-6A3A-C4A5-A914-966474D791DC}"/>
              </a:ext>
            </a:extLst>
          </p:cNvPr>
          <p:cNvSpPr txBox="1">
            <a:spLocks/>
          </p:cNvSpPr>
          <p:nvPr/>
        </p:nvSpPr>
        <p:spPr>
          <a:xfrm>
            <a:off x="8174157" y="163128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0"/>
              </a:spcBef>
              <a:defRPr/>
            </a:pP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윤숙영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P</a:t>
            </a:r>
            <a:endParaRPr lang="ko-KR" altLang="en-US" sz="11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15" name="Rectangle 1">
            <a:extLst>
              <a:ext uri="{FF2B5EF4-FFF2-40B4-BE49-F238E27FC236}">
                <a16:creationId xmlns:a16="http://schemas.microsoft.com/office/drawing/2014/main" id="{121DBE2C-010C-4130-8C26-39DFBE60CB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92941" y="1687195"/>
            <a:ext cx="9906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ko-KR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LG Smart_H"/>
              </a:rPr>
              <a:t> </a:t>
            </a: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1F50447C-33B6-D477-69B0-FF84A3679CBC}"/>
              </a:ext>
            </a:extLst>
          </p:cNvPr>
          <p:cNvGrpSpPr/>
          <p:nvPr/>
        </p:nvGrpSpPr>
        <p:grpSpPr>
          <a:xfrm>
            <a:off x="2842881" y="3733840"/>
            <a:ext cx="5741078" cy="1112052"/>
            <a:chOff x="50724" y="1801371"/>
            <a:chExt cx="7846523" cy="1519878"/>
          </a:xfrm>
        </p:grpSpPr>
        <p:sp>
          <p:nvSpPr>
            <p:cNvPr id="14" name="타원 13">
              <a:extLst>
                <a:ext uri="{FF2B5EF4-FFF2-40B4-BE49-F238E27FC236}">
                  <a16:creationId xmlns:a16="http://schemas.microsoft.com/office/drawing/2014/main" id="{F662C01B-63AC-493B-9792-98664C15C223}"/>
                </a:ext>
              </a:extLst>
            </p:cNvPr>
            <p:cNvSpPr/>
            <p:nvPr/>
          </p:nvSpPr>
          <p:spPr>
            <a:xfrm>
              <a:off x="2527021" y="2709249"/>
              <a:ext cx="612000" cy="612000"/>
            </a:xfrm>
            <a:prstGeom prst="ellipse">
              <a:avLst/>
            </a:prstGeom>
            <a:solidFill>
              <a:schemeClr val="accent1">
                <a:alpha val="29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465F75C9-9910-BFD9-4F90-A0BD440CCA84}"/>
                </a:ext>
              </a:extLst>
            </p:cNvPr>
            <p:cNvGrpSpPr/>
            <p:nvPr/>
          </p:nvGrpSpPr>
          <p:grpSpPr>
            <a:xfrm>
              <a:off x="3667734" y="1905027"/>
              <a:ext cx="896646" cy="948090"/>
              <a:chOff x="1140794" y="719300"/>
              <a:chExt cx="1222513" cy="1399455"/>
            </a:xfrm>
          </p:grpSpPr>
          <p:sp>
            <p:nvSpPr>
              <p:cNvPr id="107" name="자유형 275">
                <a:extLst>
                  <a:ext uri="{FF2B5EF4-FFF2-40B4-BE49-F238E27FC236}">
                    <a16:creationId xmlns:a16="http://schemas.microsoft.com/office/drawing/2014/main" id="{F25B14FE-D07E-D0B8-E20B-C808AC250E94}"/>
                  </a:ext>
                </a:extLst>
              </p:cNvPr>
              <p:cNvSpPr/>
              <p:nvPr/>
            </p:nvSpPr>
            <p:spPr>
              <a:xfrm>
                <a:off x="1938260" y="1494247"/>
                <a:ext cx="371770" cy="619065"/>
              </a:xfrm>
              <a:custGeom>
                <a:avLst/>
                <a:gdLst>
                  <a:gd name="connsiteX0" fmla="*/ 234042 w 332014"/>
                  <a:gd name="connsiteY0" fmla="*/ 0 h 713014"/>
                  <a:gd name="connsiteX1" fmla="*/ 332014 w 332014"/>
                  <a:gd name="connsiteY1" fmla="*/ 0 h 713014"/>
                  <a:gd name="connsiteX2" fmla="*/ 332014 w 332014"/>
                  <a:gd name="connsiteY2" fmla="*/ 451757 h 713014"/>
                  <a:gd name="connsiteX3" fmla="*/ 87085 w 332014"/>
                  <a:gd name="connsiteY3" fmla="*/ 713014 h 713014"/>
                  <a:gd name="connsiteX4" fmla="*/ 0 w 332014"/>
                  <a:gd name="connsiteY4" fmla="*/ 625929 h 713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014" h="713014">
                    <a:moveTo>
                      <a:pt x="234042" y="0"/>
                    </a:moveTo>
                    <a:lnTo>
                      <a:pt x="332014" y="0"/>
                    </a:lnTo>
                    <a:lnTo>
                      <a:pt x="332014" y="451757"/>
                    </a:lnTo>
                    <a:lnTo>
                      <a:pt x="87085" y="713014"/>
                    </a:lnTo>
                    <a:lnTo>
                      <a:pt x="0" y="625929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08" name="자유형 276">
                <a:extLst>
                  <a:ext uri="{FF2B5EF4-FFF2-40B4-BE49-F238E27FC236}">
                    <a16:creationId xmlns:a16="http://schemas.microsoft.com/office/drawing/2014/main" id="{DE9FD633-284B-5970-31E0-E7F0BF247488}"/>
                  </a:ext>
                </a:extLst>
              </p:cNvPr>
              <p:cNvSpPr/>
              <p:nvPr/>
            </p:nvSpPr>
            <p:spPr>
              <a:xfrm flipH="1">
                <a:off x="1180043" y="1494248"/>
                <a:ext cx="398987" cy="624507"/>
              </a:xfrm>
              <a:custGeom>
                <a:avLst/>
                <a:gdLst>
                  <a:gd name="connsiteX0" fmla="*/ 234042 w 332014"/>
                  <a:gd name="connsiteY0" fmla="*/ 0 h 713014"/>
                  <a:gd name="connsiteX1" fmla="*/ 332014 w 332014"/>
                  <a:gd name="connsiteY1" fmla="*/ 0 h 713014"/>
                  <a:gd name="connsiteX2" fmla="*/ 332014 w 332014"/>
                  <a:gd name="connsiteY2" fmla="*/ 451757 h 713014"/>
                  <a:gd name="connsiteX3" fmla="*/ 87085 w 332014"/>
                  <a:gd name="connsiteY3" fmla="*/ 713014 h 713014"/>
                  <a:gd name="connsiteX4" fmla="*/ 0 w 332014"/>
                  <a:gd name="connsiteY4" fmla="*/ 625929 h 713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014" h="713014">
                    <a:moveTo>
                      <a:pt x="234042" y="0"/>
                    </a:moveTo>
                    <a:lnTo>
                      <a:pt x="332014" y="0"/>
                    </a:lnTo>
                    <a:lnTo>
                      <a:pt x="332014" y="451757"/>
                    </a:lnTo>
                    <a:lnTo>
                      <a:pt x="87085" y="713014"/>
                    </a:lnTo>
                    <a:lnTo>
                      <a:pt x="0" y="625929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09" name="순서도: 지연 108">
                <a:extLst>
                  <a:ext uri="{FF2B5EF4-FFF2-40B4-BE49-F238E27FC236}">
                    <a16:creationId xmlns:a16="http://schemas.microsoft.com/office/drawing/2014/main" id="{B3BBB1E4-DA44-451A-B808-09B81340E353}"/>
                  </a:ext>
                </a:extLst>
              </p:cNvPr>
              <p:cNvSpPr/>
              <p:nvPr/>
            </p:nvSpPr>
            <p:spPr>
              <a:xfrm rot="5400000">
                <a:off x="1382859" y="1234414"/>
                <a:ext cx="733481" cy="918813"/>
              </a:xfrm>
              <a:prstGeom prst="flowChartDelay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cxnSp>
            <p:nvCxnSpPr>
              <p:cNvPr id="110" name="직선 연결선 109">
                <a:extLst>
                  <a:ext uri="{FF2B5EF4-FFF2-40B4-BE49-F238E27FC236}">
                    <a16:creationId xmlns:a16="http://schemas.microsoft.com/office/drawing/2014/main" id="{1EDEC32E-ADA7-DF41-36EA-206F4EE1C366}"/>
                  </a:ext>
                </a:extLst>
              </p:cNvPr>
              <p:cNvCxnSpPr/>
              <p:nvPr/>
            </p:nvCxnSpPr>
            <p:spPr>
              <a:xfrm>
                <a:off x="1140794" y="1326846"/>
                <a:ext cx="1222513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현 110">
                <a:extLst>
                  <a:ext uri="{FF2B5EF4-FFF2-40B4-BE49-F238E27FC236}">
                    <a16:creationId xmlns:a16="http://schemas.microsoft.com/office/drawing/2014/main" id="{FBF5FC5A-7706-B65E-11E3-99FEB263940B}"/>
                  </a:ext>
                </a:extLst>
              </p:cNvPr>
              <p:cNvSpPr/>
              <p:nvPr/>
            </p:nvSpPr>
            <p:spPr>
              <a:xfrm rot="5400000">
                <a:off x="1473933" y="853898"/>
                <a:ext cx="551988" cy="918161"/>
              </a:xfrm>
              <a:prstGeom prst="chord">
                <a:avLst>
                  <a:gd name="adj1" fmla="val 5296729"/>
                  <a:gd name="adj2" fmla="val 16312004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grpSp>
            <p:nvGrpSpPr>
              <p:cNvPr id="112" name="그룹 111">
                <a:extLst>
                  <a:ext uri="{FF2B5EF4-FFF2-40B4-BE49-F238E27FC236}">
                    <a16:creationId xmlns:a16="http://schemas.microsoft.com/office/drawing/2014/main" id="{E1E52D57-A13C-75FB-8DB7-20C622F4577C}"/>
                  </a:ext>
                </a:extLst>
              </p:cNvPr>
              <p:cNvGrpSpPr/>
              <p:nvPr/>
            </p:nvGrpSpPr>
            <p:grpSpPr>
              <a:xfrm>
                <a:off x="1504105" y="917583"/>
                <a:ext cx="489437" cy="991892"/>
                <a:chOff x="1505600" y="917583"/>
                <a:chExt cx="489437" cy="565090"/>
              </a:xfrm>
            </p:grpSpPr>
            <p:cxnSp>
              <p:nvCxnSpPr>
                <p:cNvPr id="116" name="직선 연결선 115">
                  <a:extLst>
                    <a:ext uri="{FF2B5EF4-FFF2-40B4-BE49-F238E27FC236}">
                      <a16:creationId xmlns:a16="http://schemas.microsoft.com/office/drawing/2014/main" id="{35C82EF2-097E-0CB3-C444-ED48BBE4C20E}"/>
                    </a:ext>
                  </a:extLst>
                </p:cNvPr>
                <p:cNvCxnSpPr/>
                <p:nvPr/>
              </p:nvCxnSpPr>
              <p:spPr>
                <a:xfrm>
                  <a:off x="1750704" y="917583"/>
                  <a:ext cx="0" cy="56509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7" name="원호 116">
                  <a:extLst>
                    <a:ext uri="{FF2B5EF4-FFF2-40B4-BE49-F238E27FC236}">
                      <a16:creationId xmlns:a16="http://schemas.microsoft.com/office/drawing/2014/main" id="{04E8DE10-3E17-E968-DC7F-53B04F730AED}"/>
                    </a:ext>
                  </a:extLst>
                </p:cNvPr>
                <p:cNvSpPr/>
                <p:nvPr/>
              </p:nvSpPr>
              <p:spPr>
                <a:xfrm rot="5400000">
                  <a:off x="1665216" y="1151096"/>
                  <a:ext cx="170205" cy="489437"/>
                </a:xfrm>
                <a:prstGeom prst="arc">
                  <a:avLst>
                    <a:gd name="adj1" fmla="val 16200000"/>
                    <a:gd name="adj2" fmla="val 5500143"/>
                  </a:avLst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t"/>
                <a:lstStyle>
                  <a:lvl1pPr marL="0" indent="0">
                    <a:defRPr sz="11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indent="0">
                    <a:defRPr sz="11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indent="0">
                    <a:defRPr sz="11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indent="0">
                    <a:defRPr sz="11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indent="0">
                    <a:defRPr sz="11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indent="0">
                    <a:defRPr sz="11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indent="0">
                    <a:defRPr sz="11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indent="0">
                    <a:defRPr sz="11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indent="0">
                    <a:defRPr sz="11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ko-KR" altLang="en-US" sz="6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  <p:sp>
            <p:nvSpPr>
              <p:cNvPr id="113" name="TextBox 204">
                <a:extLst>
                  <a:ext uri="{FF2B5EF4-FFF2-40B4-BE49-F238E27FC236}">
                    <a16:creationId xmlns:a16="http://schemas.microsoft.com/office/drawing/2014/main" id="{7E3DE72E-0887-D375-F388-E6D2CB0894F4}"/>
                  </a:ext>
                </a:extLst>
              </p:cNvPr>
              <p:cNvSpPr txBox="1"/>
              <p:nvPr/>
            </p:nvSpPr>
            <p:spPr>
              <a:xfrm>
                <a:off x="1595394" y="719300"/>
                <a:ext cx="312310" cy="195606"/>
              </a:xfrm>
              <a:prstGeom prst="rect">
                <a:avLst/>
              </a:prstGeom>
              <a:solidFill>
                <a:schemeClr val="bg1"/>
              </a:solidFill>
              <a:ln w="9525" cmpd="sng">
                <a:solidFill>
                  <a:schemeClr val="tx1"/>
                </a:solidFill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dk1"/>
              </a:fontRef>
            </p:style>
            <p:txBody>
              <a:bodyPr wrap="square" rtlCol="0" anchor="ctr"/>
              <a:lstStyle>
                <a:lvl1pPr marL="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altLang="ko-KR" sz="600" b="0"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M</a:t>
                </a:r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</p:grpSp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12DD43A9-68B9-A635-49D6-7EEDE6419604}"/>
                </a:ext>
              </a:extLst>
            </p:cNvPr>
            <p:cNvGrpSpPr/>
            <p:nvPr/>
          </p:nvGrpSpPr>
          <p:grpSpPr>
            <a:xfrm>
              <a:off x="219977" y="1801371"/>
              <a:ext cx="312312" cy="245735"/>
              <a:chOff x="725501" y="2259662"/>
              <a:chExt cx="257149" cy="239084"/>
            </a:xfrm>
          </p:grpSpPr>
          <p:sp>
            <p:nvSpPr>
              <p:cNvPr id="105" name="직사각형 104">
                <a:extLst>
                  <a:ext uri="{FF2B5EF4-FFF2-40B4-BE49-F238E27FC236}">
                    <a16:creationId xmlns:a16="http://schemas.microsoft.com/office/drawing/2014/main" id="{8D40573D-0DFF-3241-C97C-A92938A11AD4}"/>
                  </a:ext>
                </a:extLst>
              </p:cNvPr>
              <p:cNvSpPr/>
              <p:nvPr/>
            </p:nvSpPr>
            <p:spPr>
              <a:xfrm>
                <a:off x="725501" y="2305381"/>
                <a:ext cx="257149" cy="193365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106" name="사다리꼴 105">
                <a:extLst>
                  <a:ext uri="{FF2B5EF4-FFF2-40B4-BE49-F238E27FC236}">
                    <a16:creationId xmlns:a16="http://schemas.microsoft.com/office/drawing/2014/main" id="{89825AAF-ADE3-F374-FD46-4098F960B125}"/>
                  </a:ext>
                </a:extLst>
              </p:cNvPr>
              <p:cNvSpPr/>
              <p:nvPr/>
            </p:nvSpPr>
            <p:spPr>
              <a:xfrm>
                <a:off x="747712" y="2259662"/>
                <a:ext cx="212725" cy="45719"/>
              </a:xfrm>
              <a:prstGeom prst="trapezoid">
                <a:avLst>
                  <a:gd name="adj" fmla="val 11567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</p:grp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AC55CBD8-B87B-B81F-1E88-CDD0A274F6A3}"/>
                </a:ext>
              </a:extLst>
            </p:cNvPr>
            <p:cNvGrpSpPr/>
            <p:nvPr/>
          </p:nvGrpSpPr>
          <p:grpSpPr>
            <a:xfrm>
              <a:off x="1006393" y="1801371"/>
              <a:ext cx="312312" cy="245735"/>
              <a:chOff x="725501" y="2259662"/>
              <a:chExt cx="257149" cy="239084"/>
            </a:xfrm>
          </p:grpSpPr>
          <p:sp>
            <p:nvSpPr>
              <p:cNvPr id="103" name="직사각형 102">
                <a:extLst>
                  <a:ext uri="{FF2B5EF4-FFF2-40B4-BE49-F238E27FC236}">
                    <a16:creationId xmlns:a16="http://schemas.microsoft.com/office/drawing/2014/main" id="{1A61253A-0A98-99E5-C9BE-25B588D9732F}"/>
                  </a:ext>
                </a:extLst>
              </p:cNvPr>
              <p:cNvSpPr/>
              <p:nvPr/>
            </p:nvSpPr>
            <p:spPr>
              <a:xfrm>
                <a:off x="725501" y="2305381"/>
                <a:ext cx="257149" cy="193365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104" name="사다리꼴 103">
                <a:extLst>
                  <a:ext uri="{FF2B5EF4-FFF2-40B4-BE49-F238E27FC236}">
                    <a16:creationId xmlns:a16="http://schemas.microsoft.com/office/drawing/2014/main" id="{BAB22F3C-B380-0A18-9B9D-534A664DB33F}"/>
                  </a:ext>
                </a:extLst>
              </p:cNvPr>
              <p:cNvSpPr/>
              <p:nvPr/>
            </p:nvSpPr>
            <p:spPr>
              <a:xfrm>
                <a:off x="747712" y="2259662"/>
                <a:ext cx="212725" cy="45719"/>
              </a:xfrm>
              <a:prstGeom prst="trapezoid">
                <a:avLst>
                  <a:gd name="adj" fmla="val 11567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</p:grpSp>
        <p:grpSp>
          <p:nvGrpSpPr>
            <p:cNvPr id="21" name="그룹 20">
              <a:extLst>
                <a:ext uri="{FF2B5EF4-FFF2-40B4-BE49-F238E27FC236}">
                  <a16:creationId xmlns:a16="http://schemas.microsoft.com/office/drawing/2014/main" id="{0EF1B45D-AAB0-8798-2F4D-763DF67B2814}"/>
                </a:ext>
              </a:extLst>
            </p:cNvPr>
            <p:cNvGrpSpPr/>
            <p:nvPr/>
          </p:nvGrpSpPr>
          <p:grpSpPr>
            <a:xfrm>
              <a:off x="1792811" y="1801371"/>
              <a:ext cx="312312" cy="245735"/>
              <a:chOff x="725501" y="2259662"/>
              <a:chExt cx="257149" cy="239084"/>
            </a:xfrm>
          </p:grpSpPr>
          <p:sp>
            <p:nvSpPr>
              <p:cNvPr id="101" name="직사각형 100">
                <a:extLst>
                  <a:ext uri="{FF2B5EF4-FFF2-40B4-BE49-F238E27FC236}">
                    <a16:creationId xmlns:a16="http://schemas.microsoft.com/office/drawing/2014/main" id="{C7968F96-8581-6076-C3B3-347DEA7138D5}"/>
                  </a:ext>
                </a:extLst>
              </p:cNvPr>
              <p:cNvSpPr/>
              <p:nvPr/>
            </p:nvSpPr>
            <p:spPr>
              <a:xfrm>
                <a:off x="725501" y="2305381"/>
                <a:ext cx="257149" cy="193365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102" name="사다리꼴 101">
                <a:extLst>
                  <a:ext uri="{FF2B5EF4-FFF2-40B4-BE49-F238E27FC236}">
                    <a16:creationId xmlns:a16="http://schemas.microsoft.com/office/drawing/2014/main" id="{D6618DC2-AE55-C6CC-96B7-4456CD54CE37}"/>
                  </a:ext>
                </a:extLst>
              </p:cNvPr>
              <p:cNvSpPr/>
              <p:nvPr/>
            </p:nvSpPr>
            <p:spPr>
              <a:xfrm>
                <a:off x="747712" y="2259662"/>
                <a:ext cx="212725" cy="45719"/>
              </a:xfrm>
              <a:prstGeom prst="trapezoid">
                <a:avLst>
                  <a:gd name="adj" fmla="val 11567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</p:grp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8CCDC3B0-0B65-ECEC-A61E-7F91B7EF41FF}"/>
                </a:ext>
              </a:extLst>
            </p:cNvPr>
            <p:cNvGrpSpPr/>
            <p:nvPr/>
          </p:nvGrpSpPr>
          <p:grpSpPr>
            <a:xfrm>
              <a:off x="2972432" y="1801371"/>
              <a:ext cx="312312" cy="245735"/>
              <a:chOff x="725501" y="2259662"/>
              <a:chExt cx="257149" cy="239084"/>
            </a:xfrm>
          </p:grpSpPr>
          <p:sp>
            <p:nvSpPr>
              <p:cNvPr id="99" name="직사각형 98">
                <a:extLst>
                  <a:ext uri="{FF2B5EF4-FFF2-40B4-BE49-F238E27FC236}">
                    <a16:creationId xmlns:a16="http://schemas.microsoft.com/office/drawing/2014/main" id="{CE853003-5039-509C-58EE-15024B7F4297}"/>
                  </a:ext>
                </a:extLst>
              </p:cNvPr>
              <p:cNvSpPr/>
              <p:nvPr/>
            </p:nvSpPr>
            <p:spPr>
              <a:xfrm>
                <a:off x="725501" y="2305381"/>
                <a:ext cx="257149" cy="193365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100" name="사다리꼴 99">
                <a:extLst>
                  <a:ext uri="{FF2B5EF4-FFF2-40B4-BE49-F238E27FC236}">
                    <a16:creationId xmlns:a16="http://schemas.microsoft.com/office/drawing/2014/main" id="{6C32FF5A-90E6-95FB-FE80-47B08D38B774}"/>
                  </a:ext>
                </a:extLst>
              </p:cNvPr>
              <p:cNvSpPr/>
              <p:nvPr/>
            </p:nvSpPr>
            <p:spPr>
              <a:xfrm>
                <a:off x="747712" y="2259662"/>
                <a:ext cx="212725" cy="45719"/>
              </a:xfrm>
              <a:prstGeom prst="trapezoid">
                <a:avLst>
                  <a:gd name="adj" fmla="val 11567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</p:grp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1673B726-8511-0E66-2A2C-CF8B3CA3ACEB}"/>
                </a:ext>
              </a:extLst>
            </p:cNvPr>
            <p:cNvGrpSpPr/>
            <p:nvPr/>
          </p:nvGrpSpPr>
          <p:grpSpPr>
            <a:xfrm>
              <a:off x="613186" y="1801371"/>
              <a:ext cx="312312" cy="245735"/>
              <a:chOff x="725501" y="2259662"/>
              <a:chExt cx="257149" cy="239084"/>
            </a:xfrm>
          </p:grpSpPr>
          <p:sp>
            <p:nvSpPr>
              <p:cNvPr id="97" name="직사각형 96">
                <a:extLst>
                  <a:ext uri="{FF2B5EF4-FFF2-40B4-BE49-F238E27FC236}">
                    <a16:creationId xmlns:a16="http://schemas.microsoft.com/office/drawing/2014/main" id="{345E47C0-5F2F-908C-DE31-3342D7579626}"/>
                  </a:ext>
                </a:extLst>
              </p:cNvPr>
              <p:cNvSpPr/>
              <p:nvPr/>
            </p:nvSpPr>
            <p:spPr>
              <a:xfrm>
                <a:off x="725501" y="2305381"/>
                <a:ext cx="257149" cy="193365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98" name="사다리꼴 97">
                <a:extLst>
                  <a:ext uri="{FF2B5EF4-FFF2-40B4-BE49-F238E27FC236}">
                    <a16:creationId xmlns:a16="http://schemas.microsoft.com/office/drawing/2014/main" id="{29098C6C-A5F8-E2B6-115F-8C39785B8007}"/>
                  </a:ext>
                </a:extLst>
              </p:cNvPr>
              <p:cNvSpPr/>
              <p:nvPr/>
            </p:nvSpPr>
            <p:spPr>
              <a:xfrm>
                <a:off x="747712" y="2259662"/>
                <a:ext cx="212725" cy="45719"/>
              </a:xfrm>
              <a:prstGeom prst="trapezoid">
                <a:avLst>
                  <a:gd name="adj" fmla="val 11567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</p:grpSp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134A2E96-F8C5-FBA8-A4B2-E95CB2BEB1A0}"/>
                </a:ext>
              </a:extLst>
            </p:cNvPr>
            <p:cNvGrpSpPr/>
            <p:nvPr/>
          </p:nvGrpSpPr>
          <p:grpSpPr>
            <a:xfrm>
              <a:off x="1399602" y="1801371"/>
              <a:ext cx="312312" cy="245735"/>
              <a:chOff x="725501" y="2259662"/>
              <a:chExt cx="257149" cy="239084"/>
            </a:xfrm>
          </p:grpSpPr>
          <p:sp>
            <p:nvSpPr>
              <p:cNvPr id="95" name="직사각형 94">
                <a:extLst>
                  <a:ext uri="{FF2B5EF4-FFF2-40B4-BE49-F238E27FC236}">
                    <a16:creationId xmlns:a16="http://schemas.microsoft.com/office/drawing/2014/main" id="{1BDC3E5D-8673-36D8-72D6-F0E2BA8BF49A}"/>
                  </a:ext>
                </a:extLst>
              </p:cNvPr>
              <p:cNvSpPr/>
              <p:nvPr/>
            </p:nvSpPr>
            <p:spPr>
              <a:xfrm>
                <a:off x="725501" y="2305381"/>
                <a:ext cx="257149" cy="193365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96" name="사다리꼴 95">
                <a:extLst>
                  <a:ext uri="{FF2B5EF4-FFF2-40B4-BE49-F238E27FC236}">
                    <a16:creationId xmlns:a16="http://schemas.microsoft.com/office/drawing/2014/main" id="{048751DB-0676-1C15-C4E7-644F13B635D5}"/>
                  </a:ext>
                </a:extLst>
              </p:cNvPr>
              <p:cNvSpPr/>
              <p:nvPr/>
            </p:nvSpPr>
            <p:spPr>
              <a:xfrm>
                <a:off x="747712" y="2259662"/>
                <a:ext cx="212725" cy="45719"/>
              </a:xfrm>
              <a:prstGeom prst="trapezoid">
                <a:avLst>
                  <a:gd name="adj" fmla="val 11567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</p:grpSp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6DC9620E-6AAE-AA2A-4A14-03120F6BEDB2}"/>
                </a:ext>
              </a:extLst>
            </p:cNvPr>
            <p:cNvGrpSpPr/>
            <p:nvPr/>
          </p:nvGrpSpPr>
          <p:grpSpPr>
            <a:xfrm>
              <a:off x="2186019" y="1801371"/>
              <a:ext cx="312312" cy="245735"/>
              <a:chOff x="725501" y="2259662"/>
              <a:chExt cx="257149" cy="239084"/>
            </a:xfrm>
          </p:grpSpPr>
          <p:sp>
            <p:nvSpPr>
              <p:cNvPr id="93" name="직사각형 92">
                <a:extLst>
                  <a:ext uri="{FF2B5EF4-FFF2-40B4-BE49-F238E27FC236}">
                    <a16:creationId xmlns:a16="http://schemas.microsoft.com/office/drawing/2014/main" id="{DCBB5789-3B8A-DF9F-459A-F1BBE379B387}"/>
                  </a:ext>
                </a:extLst>
              </p:cNvPr>
              <p:cNvSpPr/>
              <p:nvPr/>
            </p:nvSpPr>
            <p:spPr>
              <a:xfrm>
                <a:off x="725501" y="2305381"/>
                <a:ext cx="257149" cy="193365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94" name="사다리꼴 93">
                <a:extLst>
                  <a:ext uri="{FF2B5EF4-FFF2-40B4-BE49-F238E27FC236}">
                    <a16:creationId xmlns:a16="http://schemas.microsoft.com/office/drawing/2014/main" id="{3549F4DC-1B13-E271-6B71-54FF7BFA1594}"/>
                  </a:ext>
                </a:extLst>
              </p:cNvPr>
              <p:cNvSpPr/>
              <p:nvPr/>
            </p:nvSpPr>
            <p:spPr>
              <a:xfrm>
                <a:off x="747712" y="2259662"/>
                <a:ext cx="212725" cy="45719"/>
              </a:xfrm>
              <a:prstGeom prst="trapezoid">
                <a:avLst>
                  <a:gd name="adj" fmla="val 11567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</p:grpSp>
        <p:grpSp>
          <p:nvGrpSpPr>
            <p:cNvPr id="26" name="그룹 25">
              <a:extLst>
                <a:ext uri="{FF2B5EF4-FFF2-40B4-BE49-F238E27FC236}">
                  <a16:creationId xmlns:a16="http://schemas.microsoft.com/office/drawing/2014/main" id="{5BC9530D-62EF-0550-9F8E-F50E3A5F4F37}"/>
                </a:ext>
              </a:extLst>
            </p:cNvPr>
            <p:cNvGrpSpPr/>
            <p:nvPr/>
          </p:nvGrpSpPr>
          <p:grpSpPr>
            <a:xfrm>
              <a:off x="2579227" y="1801371"/>
              <a:ext cx="312312" cy="245735"/>
              <a:chOff x="725501" y="2259662"/>
              <a:chExt cx="257149" cy="239084"/>
            </a:xfrm>
          </p:grpSpPr>
          <p:sp>
            <p:nvSpPr>
              <p:cNvPr id="91" name="직사각형 90">
                <a:extLst>
                  <a:ext uri="{FF2B5EF4-FFF2-40B4-BE49-F238E27FC236}">
                    <a16:creationId xmlns:a16="http://schemas.microsoft.com/office/drawing/2014/main" id="{EF507FD1-95B5-1100-0CD3-1188010650A1}"/>
                  </a:ext>
                </a:extLst>
              </p:cNvPr>
              <p:cNvSpPr/>
              <p:nvPr/>
            </p:nvSpPr>
            <p:spPr>
              <a:xfrm>
                <a:off x="725501" y="2305381"/>
                <a:ext cx="257149" cy="193365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92" name="사다리꼴 91">
                <a:extLst>
                  <a:ext uri="{FF2B5EF4-FFF2-40B4-BE49-F238E27FC236}">
                    <a16:creationId xmlns:a16="http://schemas.microsoft.com/office/drawing/2014/main" id="{B7299D4C-6E5B-D20F-D433-623322A56794}"/>
                  </a:ext>
                </a:extLst>
              </p:cNvPr>
              <p:cNvSpPr/>
              <p:nvPr/>
            </p:nvSpPr>
            <p:spPr>
              <a:xfrm>
                <a:off x="747712" y="2259662"/>
                <a:ext cx="212725" cy="45719"/>
              </a:xfrm>
              <a:prstGeom prst="trapezoid">
                <a:avLst>
                  <a:gd name="adj" fmla="val 11567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</p:grp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ADEB845A-9A12-C71D-20E1-38071D6E2E16}"/>
                </a:ext>
              </a:extLst>
            </p:cNvPr>
            <p:cNvSpPr/>
            <p:nvPr/>
          </p:nvSpPr>
          <p:spPr>
            <a:xfrm>
              <a:off x="1752757" y="2631689"/>
              <a:ext cx="2363300" cy="316755"/>
            </a:xfrm>
            <a:custGeom>
              <a:avLst/>
              <a:gdLst>
                <a:gd name="connsiteX0" fmla="*/ 2482850 w 2482850"/>
                <a:gd name="connsiteY0" fmla="*/ 254000 h 444500"/>
                <a:gd name="connsiteX1" fmla="*/ 2482850 w 2482850"/>
                <a:gd name="connsiteY1" fmla="*/ 444500 h 444500"/>
                <a:gd name="connsiteX2" fmla="*/ 0 w 2482850"/>
                <a:gd name="connsiteY2" fmla="*/ 444500 h 444500"/>
                <a:gd name="connsiteX3" fmla="*/ 0 w 2482850"/>
                <a:gd name="connsiteY3" fmla="*/ 0 h 44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82850" h="444500">
                  <a:moveTo>
                    <a:pt x="2482850" y="254000"/>
                  </a:moveTo>
                  <a:lnTo>
                    <a:pt x="2482850" y="444500"/>
                  </a:lnTo>
                  <a:lnTo>
                    <a:pt x="0" y="444500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grpSp>
          <p:nvGrpSpPr>
            <p:cNvPr id="28" name="그룹 27">
              <a:extLst>
                <a:ext uri="{FF2B5EF4-FFF2-40B4-BE49-F238E27FC236}">
                  <a16:creationId xmlns:a16="http://schemas.microsoft.com/office/drawing/2014/main" id="{CA5AEE9B-124C-10F1-C042-41E77606456A}"/>
                </a:ext>
              </a:extLst>
            </p:cNvPr>
            <p:cNvGrpSpPr/>
            <p:nvPr/>
          </p:nvGrpSpPr>
          <p:grpSpPr>
            <a:xfrm>
              <a:off x="2715699" y="2836584"/>
              <a:ext cx="234645" cy="239991"/>
              <a:chOff x="1972081" y="2087645"/>
              <a:chExt cx="266700" cy="318924"/>
            </a:xfrm>
            <a:solidFill>
              <a:schemeClr val="bg1"/>
            </a:solidFill>
          </p:grpSpPr>
          <p:sp>
            <p:nvSpPr>
              <p:cNvPr id="89" name="이등변 삼각형 88">
                <a:extLst>
                  <a:ext uri="{FF2B5EF4-FFF2-40B4-BE49-F238E27FC236}">
                    <a16:creationId xmlns:a16="http://schemas.microsoft.com/office/drawing/2014/main" id="{0089FEDD-F530-AC55-A472-93F5B4CC9B38}"/>
                  </a:ext>
                </a:extLst>
              </p:cNvPr>
              <p:cNvSpPr/>
              <p:nvPr/>
            </p:nvSpPr>
            <p:spPr>
              <a:xfrm>
                <a:off x="1972081" y="2173370"/>
                <a:ext cx="266700" cy="233199"/>
              </a:xfrm>
              <a:prstGeom prst="triangle">
                <a:avLst/>
              </a:prstGeom>
              <a:grp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90" name="타원 89">
                <a:extLst>
                  <a:ext uri="{FF2B5EF4-FFF2-40B4-BE49-F238E27FC236}">
                    <a16:creationId xmlns:a16="http://schemas.microsoft.com/office/drawing/2014/main" id="{808518A0-EAC3-83B6-3418-FCB0AF01C5BC}"/>
                  </a:ext>
                </a:extLst>
              </p:cNvPr>
              <p:cNvSpPr/>
              <p:nvPr/>
            </p:nvSpPr>
            <p:spPr>
              <a:xfrm>
                <a:off x="1984234" y="2087645"/>
                <a:ext cx="242394" cy="240424"/>
              </a:xfrm>
              <a:prstGeom prst="ellipse">
                <a:avLst/>
              </a:prstGeom>
              <a:grp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</p:grp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1BAC1786-A3AC-20FC-61E1-6F3AB4BEAA19}"/>
                </a:ext>
              </a:extLst>
            </p:cNvPr>
            <p:cNvSpPr/>
            <p:nvPr/>
          </p:nvSpPr>
          <p:spPr>
            <a:xfrm>
              <a:off x="372277" y="2044290"/>
              <a:ext cx="2768674" cy="580871"/>
            </a:xfrm>
            <a:custGeom>
              <a:avLst/>
              <a:gdLst>
                <a:gd name="connsiteX0" fmla="*/ 0 w 2279650"/>
                <a:gd name="connsiteY0" fmla="*/ 6350 h 1047750"/>
                <a:gd name="connsiteX1" fmla="*/ 0 w 2279650"/>
                <a:gd name="connsiteY1" fmla="*/ 1047750 h 1047750"/>
                <a:gd name="connsiteX2" fmla="*/ 2279650 w 2279650"/>
                <a:gd name="connsiteY2" fmla="*/ 1047750 h 1047750"/>
                <a:gd name="connsiteX3" fmla="*/ 2279650 w 2279650"/>
                <a:gd name="connsiteY3" fmla="*/ 0 h 104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9650" h="1047750">
                  <a:moveTo>
                    <a:pt x="0" y="6350"/>
                  </a:moveTo>
                  <a:lnTo>
                    <a:pt x="0" y="1047750"/>
                  </a:lnTo>
                  <a:lnTo>
                    <a:pt x="2279650" y="1047750"/>
                  </a:lnTo>
                  <a:lnTo>
                    <a:pt x="227965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1D8B17A-B458-D4C4-0B9E-DD494FC14248}"/>
                </a:ext>
              </a:extLst>
            </p:cNvPr>
            <p:cNvCxnSpPr/>
            <p:nvPr/>
          </p:nvCxnSpPr>
          <p:spPr>
            <a:xfrm flipH="1">
              <a:off x="765597" y="2047106"/>
              <a:ext cx="3744" cy="5780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2F19B00F-3241-7A5C-EB3C-DFD11A43F3F5}"/>
                </a:ext>
              </a:extLst>
            </p:cNvPr>
            <p:cNvCxnSpPr/>
            <p:nvPr/>
          </p:nvCxnSpPr>
          <p:spPr>
            <a:xfrm flipH="1">
              <a:off x="1156109" y="2047106"/>
              <a:ext cx="3744" cy="5780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EC8FA60-C5E1-9DEC-7B42-1C1126E2F109}"/>
                </a:ext>
              </a:extLst>
            </p:cNvPr>
            <p:cNvCxnSpPr/>
            <p:nvPr/>
          </p:nvCxnSpPr>
          <p:spPr>
            <a:xfrm flipH="1">
              <a:off x="2718151" y="2047106"/>
              <a:ext cx="3744" cy="5780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BDC47112-B4B8-365B-1CA5-3CE58E8E1753}"/>
                </a:ext>
              </a:extLst>
            </p:cNvPr>
            <p:cNvCxnSpPr/>
            <p:nvPr/>
          </p:nvCxnSpPr>
          <p:spPr>
            <a:xfrm flipH="1">
              <a:off x="2327641" y="2047106"/>
              <a:ext cx="3744" cy="5780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4BCDCCB0-A12A-7711-B790-260C3A892895}"/>
                </a:ext>
              </a:extLst>
            </p:cNvPr>
            <p:cNvCxnSpPr/>
            <p:nvPr/>
          </p:nvCxnSpPr>
          <p:spPr>
            <a:xfrm flipH="1">
              <a:off x="1937130" y="2047106"/>
              <a:ext cx="3744" cy="5780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01EF62C6-BFB5-F5B2-5467-11B3A165431F}"/>
                </a:ext>
              </a:extLst>
            </p:cNvPr>
            <p:cNvCxnSpPr/>
            <p:nvPr/>
          </p:nvCxnSpPr>
          <p:spPr>
            <a:xfrm flipH="1">
              <a:off x="1546620" y="2047106"/>
              <a:ext cx="3744" cy="5780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077B7255-FF8E-288D-7077-236E404F16F7}"/>
                </a:ext>
              </a:extLst>
            </p:cNvPr>
            <p:cNvGrpSpPr/>
            <p:nvPr/>
          </p:nvGrpSpPr>
          <p:grpSpPr>
            <a:xfrm>
              <a:off x="313092" y="2413657"/>
              <a:ext cx="132452" cy="151282"/>
              <a:chOff x="3633112" y="4485218"/>
              <a:chExt cx="193201" cy="237048"/>
            </a:xfrm>
          </p:grpSpPr>
          <p:sp>
            <p:nvSpPr>
              <p:cNvPr id="86" name="이등변 삼각형 85">
                <a:extLst>
                  <a:ext uri="{FF2B5EF4-FFF2-40B4-BE49-F238E27FC236}">
                    <a16:creationId xmlns:a16="http://schemas.microsoft.com/office/drawing/2014/main" id="{91799056-1F4E-6F61-6E98-69BE1B4060F2}"/>
                  </a:ext>
                </a:extLst>
              </p:cNvPr>
              <p:cNvSpPr/>
              <p:nvPr/>
            </p:nvSpPr>
            <p:spPr>
              <a:xfrm>
                <a:off x="3633112" y="4551533"/>
                <a:ext cx="193200" cy="170733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87" name="이등변 삼각형 86">
                <a:extLst>
                  <a:ext uri="{FF2B5EF4-FFF2-40B4-BE49-F238E27FC236}">
                    <a16:creationId xmlns:a16="http://schemas.microsoft.com/office/drawing/2014/main" id="{8B5BF2B4-5B6E-BE99-E1D4-3A189FBCEBE1}"/>
                  </a:ext>
                </a:extLst>
              </p:cNvPr>
              <p:cNvSpPr/>
              <p:nvPr/>
            </p:nvSpPr>
            <p:spPr>
              <a:xfrm rot="10800000">
                <a:off x="3633113" y="4485218"/>
                <a:ext cx="193200" cy="170733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88" name="타원 87">
                <a:extLst>
                  <a:ext uri="{FF2B5EF4-FFF2-40B4-BE49-F238E27FC236}">
                    <a16:creationId xmlns:a16="http://schemas.microsoft.com/office/drawing/2014/main" id="{DB4C4977-9B35-7C2E-5F5F-0918F7C8B627}"/>
                  </a:ext>
                </a:extLst>
              </p:cNvPr>
              <p:cNvSpPr/>
              <p:nvPr/>
            </p:nvSpPr>
            <p:spPr>
              <a:xfrm>
                <a:off x="3669747" y="4545247"/>
                <a:ext cx="119932" cy="12022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</p:grpSp>
        <p:grpSp>
          <p:nvGrpSpPr>
            <p:cNvPr id="37" name="그룹 36">
              <a:extLst>
                <a:ext uri="{FF2B5EF4-FFF2-40B4-BE49-F238E27FC236}">
                  <a16:creationId xmlns:a16="http://schemas.microsoft.com/office/drawing/2014/main" id="{BD699F9B-7507-15C1-08E0-AC12CF338304}"/>
                </a:ext>
              </a:extLst>
            </p:cNvPr>
            <p:cNvGrpSpPr/>
            <p:nvPr/>
          </p:nvGrpSpPr>
          <p:grpSpPr>
            <a:xfrm>
              <a:off x="708910" y="2413657"/>
              <a:ext cx="132452" cy="151282"/>
              <a:chOff x="3633112" y="4485218"/>
              <a:chExt cx="193201" cy="237048"/>
            </a:xfrm>
          </p:grpSpPr>
          <p:sp>
            <p:nvSpPr>
              <p:cNvPr id="83" name="이등변 삼각형 82">
                <a:extLst>
                  <a:ext uri="{FF2B5EF4-FFF2-40B4-BE49-F238E27FC236}">
                    <a16:creationId xmlns:a16="http://schemas.microsoft.com/office/drawing/2014/main" id="{B94F927E-8C1D-A244-FBBF-98DD1266AFE3}"/>
                  </a:ext>
                </a:extLst>
              </p:cNvPr>
              <p:cNvSpPr/>
              <p:nvPr/>
            </p:nvSpPr>
            <p:spPr>
              <a:xfrm>
                <a:off x="3633112" y="4551533"/>
                <a:ext cx="193200" cy="170733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84" name="이등변 삼각형 83">
                <a:extLst>
                  <a:ext uri="{FF2B5EF4-FFF2-40B4-BE49-F238E27FC236}">
                    <a16:creationId xmlns:a16="http://schemas.microsoft.com/office/drawing/2014/main" id="{AAE0211A-D4EF-16C7-9967-B90470E15475}"/>
                  </a:ext>
                </a:extLst>
              </p:cNvPr>
              <p:cNvSpPr/>
              <p:nvPr/>
            </p:nvSpPr>
            <p:spPr>
              <a:xfrm rot="10800000">
                <a:off x="3633113" y="4485218"/>
                <a:ext cx="193200" cy="170733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85" name="타원 84">
                <a:extLst>
                  <a:ext uri="{FF2B5EF4-FFF2-40B4-BE49-F238E27FC236}">
                    <a16:creationId xmlns:a16="http://schemas.microsoft.com/office/drawing/2014/main" id="{2538A05F-161F-C2B7-63FB-19BDAD454E3B}"/>
                  </a:ext>
                </a:extLst>
              </p:cNvPr>
              <p:cNvSpPr/>
              <p:nvPr/>
            </p:nvSpPr>
            <p:spPr>
              <a:xfrm>
                <a:off x="3669747" y="4545247"/>
                <a:ext cx="119932" cy="12022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</p:grpSp>
        <p:grpSp>
          <p:nvGrpSpPr>
            <p:cNvPr id="38" name="그룹 37">
              <a:extLst>
                <a:ext uri="{FF2B5EF4-FFF2-40B4-BE49-F238E27FC236}">
                  <a16:creationId xmlns:a16="http://schemas.microsoft.com/office/drawing/2014/main" id="{78C2032D-DB48-A225-68F2-25D3FBD71ED8}"/>
                </a:ext>
              </a:extLst>
            </p:cNvPr>
            <p:cNvGrpSpPr/>
            <p:nvPr/>
          </p:nvGrpSpPr>
          <p:grpSpPr>
            <a:xfrm>
              <a:off x="1104728" y="2413657"/>
              <a:ext cx="132452" cy="151282"/>
              <a:chOff x="3633112" y="4485218"/>
              <a:chExt cx="193201" cy="237048"/>
            </a:xfrm>
          </p:grpSpPr>
          <p:sp>
            <p:nvSpPr>
              <p:cNvPr id="80" name="이등변 삼각형 79">
                <a:extLst>
                  <a:ext uri="{FF2B5EF4-FFF2-40B4-BE49-F238E27FC236}">
                    <a16:creationId xmlns:a16="http://schemas.microsoft.com/office/drawing/2014/main" id="{FC5CFE1E-319A-4215-4FC7-B7BC316D1FC9}"/>
                  </a:ext>
                </a:extLst>
              </p:cNvPr>
              <p:cNvSpPr/>
              <p:nvPr/>
            </p:nvSpPr>
            <p:spPr>
              <a:xfrm>
                <a:off x="3633112" y="4551533"/>
                <a:ext cx="193200" cy="170733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81" name="이등변 삼각형 80">
                <a:extLst>
                  <a:ext uri="{FF2B5EF4-FFF2-40B4-BE49-F238E27FC236}">
                    <a16:creationId xmlns:a16="http://schemas.microsoft.com/office/drawing/2014/main" id="{CBF22A94-9759-6181-B4EE-EFC4C0FDFE85}"/>
                  </a:ext>
                </a:extLst>
              </p:cNvPr>
              <p:cNvSpPr/>
              <p:nvPr/>
            </p:nvSpPr>
            <p:spPr>
              <a:xfrm rot="10800000">
                <a:off x="3633113" y="4485218"/>
                <a:ext cx="193200" cy="170733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82" name="타원 81">
                <a:extLst>
                  <a:ext uri="{FF2B5EF4-FFF2-40B4-BE49-F238E27FC236}">
                    <a16:creationId xmlns:a16="http://schemas.microsoft.com/office/drawing/2014/main" id="{366CF46B-B7D5-E384-324F-9EA66CBFC77C}"/>
                  </a:ext>
                </a:extLst>
              </p:cNvPr>
              <p:cNvSpPr/>
              <p:nvPr/>
            </p:nvSpPr>
            <p:spPr>
              <a:xfrm>
                <a:off x="3669747" y="4545247"/>
                <a:ext cx="119932" cy="12022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</p:grpSp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1DDA83DB-70E2-DB5D-6FF3-D0C15E87AFA3}"/>
                </a:ext>
              </a:extLst>
            </p:cNvPr>
            <p:cNvGrpSpPr/>
            <p:nvPr/>
          </p:nvGrpSpPr>
          <p:grpSpPr>
            <a:xfrm>
              <a:off x="1483193" y="2413657"/>
              <a:ext cx="132452" cy="151282"/>
              <a:chOff x="3633112" y="4485218"/>
              <a:chExt cx="193201" cy="237048"/>
            </a:xfrm>
          </p:grpSpPr>
          <p:sp>
            <p:nvSpPr>
              <p:cNvPr id="77" name="이등변 삼각형 76">
                <a:extLst>
                  <a:ext uri="{FF2B5EF4-FFF2-40B4-BE49-F238E27FC236}">
                    <a16:creationId xmlns:a16="http://schemas.microsoft.com/office/drawing/2014/main" id="{BDCDB358-26FB-36B1-8828-9596CAAB9FB7}"/>
                  </a:ext>
                </a:extLst>
              </p:cNvPr>
              <p:cNvSpPr/>
              <p:nvPr/>
            </p:nvSpPr>
            <p:spPr>
              <a:xfrm>
                <a:off x="3633112" y="4551533"/>
                <a:ext cx="193200" cy="170733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78" name="이등변 삼각형 77">
                <a:extLst>
                  <a:ext uri="{FF2B5EF4-FFF2-40B4-BE49-F238E27FC236}">
                    <a16:creationId xmlns:a16="http://schemas.microsoft.com/office/drawing/2014/main" id="{5A5776F8-30AB-281F-E5D8-95515B25FF9A}"/>
                  </a:ext>
                </a:extLst>
              </p:cNvPr>
              <p:cNvSpPr/>
              <p:nvPr/>
            </p:nvSpPr>
            <p:spPr>
              <a:xfrm rot="10800000">
                <a:off x="3633113" y="4485218"/>
                <a:ext cx="193200" cy="170733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79" name="타원 78">
                <a:extLst>
                  <a:ext uri="{FF2B5EF4-FFF2-40B4-BE49-F238E27FC236}">
                    <a16:creationId xmlns:a16="http://schemas.microsoft.com/office/drawing/2014/main" id="{A9A43259-F641-3998-2EC9-1EA43D40D8A6}"/>
                  </a:ext>
                </a:extLst>
              </p:cNvPr>
              <p:cNvSpPr/>
              <p:nvPr/>
            </p:nvSpPr>
            <p:spPr>
              <a:xfrm>
                <a:off x="3669747" y="4545247"/>
                <a:ext cx="119931" cy="12022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</p:grpSp>
        <p:grpSp>
          <p:nvGrpSpPr>
            <p:cNvPr id="40" name="그룹 39">
              <a:extLst>
                <a:ext uri="{FF2B5EF4-FFF2-40B4-BE49-F238E27FC236}">
                  <a16:creationId xmlns:a16="http://schemas.microsoft.com/office/drawing/2014/main" id="{791BEE77-A40B-F6D9-8A03-547FAB3DA49C}"/>
                </a:ext>
              </a:extLst>
            </p:cNvPr>
            <p:cNvGrpSpPr/>
            <p:nvPr/>
          </p:nvGrpSpPr>
          <p:grpSpPr>
            <a:xfrm>
              <a:off x="1876180" y="2413657"/>
              <a:ext cx="132452" cy="151282"/>
              <a:chOff x="3633112" y="4485218"/>
              <a:chExt cx="193201" cy="237048"/>
            </a:xfrm>
          </p:grpSpPr>
          <p:sp>
            <p:nvSpPr>
              <p:cNvPr id="74" name="이등변 삼각형 73">
                <a:extLst>
                  <a:ext uri="{FF2B5EF4-FFF2-40B4-BE49-F238E27FC236}">
                    <a16:creationId xmlns:a16="http://schemas.microsoft.com/office/drawing/2014/main" id="{101D3425-A2E9-E4AB-97C0-281777DDF5CF}"/>
                  </a:ext>
                </a:extLst>
              </p:cNvPr>
              <p:cNvSpPr/>
              <p:nvPr/>
            </p:nvSpPr>
            <p:spPr>
              <a:xfrm>
                <a:off x="3633112" y="4551533"/>
                <a:ext cx="193200" cy="170733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75" name="이등변 삼각형 74">
                <a:extLst>
                  <a:ext uri="{FF2B5EF4-FFF2-40B4-BE49-F238E27FC236}">
                    <a16:creationId xmlns:a16="http://schemas.microsoft.com/office/drawing/2014/main" id="{C8393B69-52C6-894D-8AEB-B9F297C9727E}"/>
                  </a:ext>
                </a:extLst>
              </p:cNvPr>
              <p:cNvSpPr/>
              <p:nvPr/>
            </p:nvSpPr>
            <p:spPr>
              <a:xfrm rot="10800000">
                <a:off x="3633113" y="4485218"/>
                <a:ext cx="193200" cy="170733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76" name="타원 75">
                <a:extLst>
                  <a:ext uri="{FF2B5EF4-FFF2-40B4-BE49-F238E27FC236}">
                    <a16:creationId xmlns:a16="http://schemas.microsoft.com/office/drawing/2014/main" id="{65B54FBD-A57F-22C6-2BB5-8C26ED1CC54B}"/>
                  </a:ext>
                </a:extLst>
              </p:cNvPr>
              <p:cNvSpPr/>
              <p:nvPr/>
            </p:nvSpPr>
            <p:spPr>
              <a:xfrm>
                <a:off x="3669747" y="4545247"/>
                <a:ext cx="119932" cy="12022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</p:grpSp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DF47B7FC-4623-369D-EC84-A1BBB7B40F07}"/>
                </a:ext>
              </a:extLst>
            </p:cNvPr>
            <p:cNvGrpSpPr/>
            <p:nvPr/>
          </p:nvGrpSpPr>
          <p:grpSpPr>
            <a:xfrm>
              <a:off x="2264737" y="2413657"/>
              <a:ext cx="132455" cy="151282"/>
              <a:chOff x="3633106" y="4485218"/>
              <a:chExt cx="193206" cy="237048"/>
            </a:xfrm>
          </p:grpSpPr>
          <p:sp>
            <p:nvSpPr>
              <p:cNvPr id="71" name="이등변 삼각형 70">
                <a:extLst>
                  <a:ext uri="{FF2B5EF4-FFF2-40B4-BE49-F238E27FC236}">
                    <a16:creationId xmlns:a16="http://schemas.microsoft.com/office/drawing/2014/main" id="{0AF813F3-1BCC-AF95-5799-8E9FB91931D5}"/>
                  </a:ext>
                </a:extLst>
              </p:cNvPr>
              <p:cNvSpPr/>
              <p:nvPr/>
            </p:nvSpPr>
            <p:spPr>
              <a:xfrm>
                <a:off x="3633112" y="4551533"/>
                <a:ext cx="193200" cy="170733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72" name="이등변 삼각형 71">
                <a:extLst>
                  <a:ext uri="{FF2B5EF4-FFF2-40B4-BE49-F238E27FC236}">
                    <a16:creationId xmlns:a16="http://schemas.microsoft.com/office/drawing/2014/main" id="{B1CFDFA9-1E28-97BC-457E-AB542F959CD2}"/>
                  </a:ext>
                </a:extLst>
              </p:cNvPr>
              <p:cNvSpPr/>
              <p:nvPr/>
            </p:nvSpPr>
            <p:spPr>
              <a:xfrm rot="10800000">
                <a:off x="3633106" y="4485218"/>
                <a:ext cx="193198" cy="170733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73" name="타원 72">
                <a:extLst>
                  <a:ext uri="{FF2B5EF4-FFF2-40B4-BE49-F238E27FC236}">
                    <a16:creationId xmlns:a16="http://schemas.microsoft.com/office/drawing/2014/main" id="{B8177846-F0DD-8D8A-7497-3AA1164D4C2F}"/>
                  </a:ext>
                </a:extLst>
              </p:cNvPr>
              <p:cNvSpPr/>
              <p:nvPr/>
            </p:nvSpPr>
            <p:spPr>
              <a:xfrm>
                <a:off x="3669747" y="4545247"/>
                <a:ext cx="119932" cy="12022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</p:grpSp>
        <p:grpSp>
          <p:nvGrpSpPr>
            <p:cNvPr id="42" name="그룹 41">
              <a:extLst>
                <a:ext uri="{FF2B5EF4-FFF2-40B4-BE49-F238E27FC236}">
                  <a16:creationId xmlns:a16="http://schemas.microsoft.com/office/drawing/2014/main" id="{7B6B7421-0F6E-AAD7-53EE-4BD605419B9F}"/>
                </a:ext>
              </a:extLst>
            </p:cNvPr>
            <p:cNvGrpSpPr/>
            <p:nvPr/>
          </p:nvGrpSpPr>
          <p:grpSpPr>
            <a:xfrm>
              <a:off x="2657724" y="2413657"/>
              <a:ext cx="132452" cy="151282"/>
              <a:chOff x="3633112" y="4485218"/>
              <a:chExt cx="193201" cy="237048"/>
            </a:xfrm>
          </p:grpSpPr>
          <p:sp>
            <p:nvSpPr>
              <p:cNvPr id="68" name="이등변 삼각형 67">
                <a:extLst>
                  <a:ext uri="{FF2B5EF4-FFF2-40B4-BE49-F238E27FC236}">
                    <a16:creationId xmlns:a16="http://schemas.microsoft.com/office/drawing/2014/main" id="{E1B0241A-0EC3-01D3-A47E-84D60267E1EA}"/>
                  </a:ext>
                </a:extLst>
              </p:cNvPr>
              <p:cNvSpPr/>
              <p:nvPr/>
            </p:nvSpPr>
            <p:spPr>
              <a:xfrm>
                <a:off x="3633112" y="4551533"/>
                <a:ext cx="193200" cy="170733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69" name="이등변 삼각형 68">
                <a:extLst>
                  <a:ext uri="{FF2B5EF4-FFF2-40B4-BE49-F238E27FC236}">
                    <a16:creationId xmlns:a16="http://schemas.microsoft.com/office/drawing/2014/main" id="{99084331-842A-4AE2-1396-679C441530E6}"/>
                  </a:ext>
                </a:extLst>
              </p:cNvPr>
              <p:cNvSpPr/>
              <p:nvPr/>
            </p:nvSpPr>
            <p:spPr>
              <a:xfrm rot="10800000">
                <a:off x="3633113" y="4485218"/>
                <a:ext cx="193200" cy="170733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70" name="타원 69">
                <a:extLst>
                  <a:ext uri="{FF2B5EF4-FFF2-40B4-BE49-F238E27FC236}">
                    <a16:creationId xmlns:a16="http://schemas.microsoft.com/office/drawing/2014/main" id="{128D6E95-89E0-DBB7-171B-EE7E5162774A}"/>
                  </a:ext>
                </a:extLst>
              </p:cNvPr>
              <p:cNvSpPr/>
              <p:nvPr/>
            </p:nvSpPr>
            <p:spPr>
              <a:xfrm>
                <a:off x="3669747" y="4545247"/>
                <a:ext cx="119932" cy="12022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</p:grp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9246FC05-C7E3-DC88-7A30-341FA8285EED}"/>
                </a:ext>
              </a:extLst>
            </p:cNvPr>
            <p:cNvGrpSpPr/>
            <p:nvPr/>
          </p:nvGrpSpPr>
          <p:grpSpPr>
            <a:xfrm>
              <a:off x="3079517" y="2413657"/>
              <a:ext cx="132452" cy="151282"/>
              <a:chOff x="3633112" y="4485218"/>
              <a:chExt cx="193201" cy="237048"/>
            </a:xfrm>
          </p:grpSpPr>
          <p:sp>
            <p:nvSpPr>
              <p:cNvPr id="65" name="이등변 삼각형 64">
                <a:extLst>
                  <a:ext uri="{FF2B5EF4-FFF2-40B4-BE49-F238E27FC236}">
                    <a16:creationId xmlns:a16="http://schemas.microsoft.com/office/drawing/2014/main" id="{399A5D67-1788-5702-7BB4-DA436D499AFD}"/>
                  </a:ext>
                </a:extLst>
              </p:cNvPr>
              <p:cNvSpPr/>
              <p:nvPr/>
            </p:nvSpPr>
            <p:spPr>
              <a:xfrm>
                <a:off x="3633112" y="4551533"/>
                <a:ext cx="193200" cy="170733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66" name="이등변 삼각형 65">
                <a:extLst>
                  <a:ext uri="{FF2B5EF4-FFF2-40B4-BE49-F238E27FC236}">
                    <a16:creationId xmlns:a16="http://schemas.microsoft.com/office/drawing/2014/main" id="{CF13FE17-7007-EDF2-EF18-E81CED0AEFB7}"/>
                  </a:ext>
                </a:extLst>
              </p:cNvPr>
              <p:cNvSpPr/>
              <p:nvPr/>
            </p:nvSpPr>
            <p:spPr>
              <a:xfrm rot="10800000">
                <a:off x="3633113" y="4485218"/>
                <a:ext cx="193200" cy="170733"/>
              </a:xfrm>
              <a:prstGeom prst="triangl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67" name="타원 66">
                <a:extLst>
                  <a:ext uri="{FF2B5EF4-FFF2-40B4-BE49-F238E27FC236}">
                    <a16:creationId xmlns:a16="http://schemas.microsoft.com/office/drawing/2014/main" id="{C3DD3F23-24A2-4D5B-FB92-208B5FF3ECD6}"/>
                  </a:ext>
                </a:extLst>
              </p:cNvPr>
              <p:cNvSpPr/>
              <p:nvPr/>
            </p:nvSpPr>
            <p:spPr>
              <a:xfrm>
                <a:off x="3669747" y="4545247"/>
                <a:ext cx="119932" cy="12022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ko-KR" altLang="en-US" sz="600" b="0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</p:grp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80112987-A260-D65E-E944-9D16E7B161DC}"/>
                </a:ext>
              </a:extLst>
            </p:cNvPr>
            <p:cNvSpPr/>
            <p:nvPr/>
          </p:nvSpPr>
          <p:spPr>
            <a:xfrm>
              <a:off x="3792396" y="2984090"/>
              <a:ext cx="693701" cy="168260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공급탱크</a:t>
              </a: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D365CB60-CEA9-552D-449A-84EAD053B007}"/>
                </a:ext>
              </a:extLst>
            </p:cNvPr>
            <p:cNvSpPr/>
            <p:nvPr/>
          </p:nvSpPr>
          <p:spPr>
            <a:xfrm>
              <a:off x="2617656" y="3102233"/>
              <a:ext cx="430731" cy="168260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펌프</a:t>
              </a:r>
            </a:p>
          </p:txBody>
        </p:sp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A40E1C86-2911-E599-C521-AD6FE0E6CC37}"/>
                </a:ext>
              </a:extLst>
            </p:cNvPr>
            <p:cNvSpPr/>
            <p:nvPr/>
          </p:nvSpPr>
          <p:spPr>
            <a:xfrm>
              <a:off x="3202883" y="2380446"/>
              <a:ext cx="430731" cy="168260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밸브</a:t>
              </a: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54C7C3B0-D43D-D988-CA4E-8D417726682F}"/>
                </a:ext>
              </a:extLst>
            </p:cNvPr>
            <p:cNvSpPr/>
            <p:nvPr/>
          </p:nvSpPr>
          <p:spPr>
            <a:xfrm>
              <a:off x="3222944" y="1848174"/>
              <a:ext cx="430731" cy="168260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다이</a:t>
              </a: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0A627477-80E1-26CB-6377-F81E409B7837}"/>
                </a:ext>
              </a:extLst>
            </p:cNvPr>
            <p:cNvSpPr/>
            <p:nvPr/>
          </p:nvSpPr>
          <p:spPr>
            <a:xfrm>
              <a:off x="2922505" y="1823447"/>
              <a:ext cx="430731" cy="2944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⑧</a:t>
              </a: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9422FAA9-B9D5-0258-9325-3B67754DC26F}"/>
                </a:ext>
              </a:extLst>
            </p:cNvPr>
            <p:cNvSpPr/>
            <p:nvPr/>
          </p:nvSpPr>
          <p:spPr>
            <a:xfrm>
              <a:off x="154111" y="1823447"/>
              <a:ext cx="430731" cy="2944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①</a:t>
              </a:r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FBC624F3-4DB2-D5E4-D65C-ECCC2AD17C80}"/>
                </a:ext>
              </a:extLst>
            </p:cNvPr>
            <p:cNvSpPr/>
            <p:nvPr/>
          </p:nvSpPr>
          <p:spPr>
            <a:xfrm>
              <a:off x="549595" y="1823447"/>
              <a:ext cx="430731" cy="2944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②</a:t>
              </a: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8259A94C-4D42-442C-755B-A62D41DFA64E}"/>
                </a:ext>
              </a:extLst>
            </p:cNvPr>
            <p:cNvSpPr/>
            <p:nvPr/>
          </p:nvSpPr>
          <p:spPr>
            <a:xfrm>
              <a:off x="945081" y="1823447"/>
              <a:ext cx="430731" cy="2944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③</a:t>
              </a:r>
            </a:p>
          </p:txBody>
        </p:sp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C6A8644B-412D-20AF-A2E8-6BFFECF37F99}"/>
                </a:ext>
              </a:extLst>
            </p:cNvPr>
            <p:cNvSpPr/>
            <p:nvPr/>
          </p:nvSpPr>
          <p:spPr>
            <a:xfrm>
              <a:off x="1340566" y="1823447"/>
              <a:ext cx="430731" cy="2944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④</a:t>
              </a: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97BBAB7A-9C45-FD3D-2E19-2951BDA1BD52}"/>
                </a:ext>
              </a:extLst>
            </p:cNvPr>
            <p:cNvSpPr/>
            <p:nvPr/>
          </p:nvSpPr>
          <p:spPr>
            <a:xfrm>
              <a:off x="1736051" y="1823447"/>
              <a:ext cx="430731" cy="2944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⑤</a:t>
              </a: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FFE0BB7B-E98F-CBD1-22FB-0D1EA2FFE6CA}"/>
                </a:ext>
              </a:extLst>
            </p:cNvPr>
            <p:cNvSpPr/>
            <p:nvPr/>
          </p:nvSpPr>
          <p:spPr>
            <a:xfrm>
              <a:off x="2131536" y="1823447"/>
              <a:ext cx="430731" cy="2944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⑥</a:t>
              </a: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C0AD2DF-F64C-0E7A-E2B9-69D2728A3A11}"/>
                </a:ext>
              </a:extLst>
            </p:cNvPr>
            <p:cNvSpPr/>
            <p:nvPr/>
          </p:nvSpPr>
          <p:spPr>
            <a:xfrm>
              <a:off x="2527021" y="1823447"/>
              <a:ext cx="430731" cy="2944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⑦</a:t>
              </a: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6081566E-CD9B-BC05-678C-E092D6D5EDCF}"/>
                </a:ext>
              </a:extLst>
            </p:cNvPr>
            <p:cNvSpPr/>
            <p:nvPr/>
          </p:nvSpPr>
          <p:spPr>
            <a:xfrm>
              <a:off x="2819119" y="2211388"/>
              <a:ext cx="430731" cy="2944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⑧</a:t>
              </a: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0D7F633F-AF7C-D797-318B-ED7DC7C5BF84}"/>
                </a:ext>
              </a:extLst>
            </p:cNvPr>
            <p:cNvSpPr/>
            <p:nvPr/>
          </p:nvSpPr>
          <p:spPr>
            <a:xfrm>
              <a:off x="50724" y="2211388"/>
              <a:ext cx="430731" cy="2944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①</a:t>
              </a: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C7BFA39D-E063-2B5E-DD31-86FA3D3C3A6C}"/>
                </a:ext>
              </a:extLst>
            </p:cNvPr>
            <p:cNvSpPr/>
            <p:nvPr/>
          </p:nvSpPr>
          <p:spPr>
            <a:xfrm>
              <a:off x="446209" y="2211388"/>
              <a:ext cx="430731" cy="2944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②</a:t>
              </a: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63394E6D-E05D-F4A7-2507-82D7B8BBA1CB}"/>
                </a:ext>
              </a:extLst>
            </p:cNvPr>
            <p:cNvSpPr/>
            <p:nvPr/>
          </p:nvSpPr>
          <p:spPr>
            <a:xfrm>
              <a:off x="841694" y="2211388"/>
              <a:ext cx="430731" cy="2944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③</a:t>
              </a: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50A4162F-96AE-F7D2-8A7E-B52E7B8CFD9F}"/>
                </a:ext>
              </a:extLst>
            </p:cNvPr>
            <p:cNvSpPr/>
            <p:nvPr/>
          </p:nvSpPr>
          <p:spPr>
            <a:xfrm>
              <a:off x="1237178" y="2211388"/>
              <a:ext cx="430731" cy="2944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④</a:t>
              </a: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EEA66768-21EA-39A7-6D2D-7703755348EE}"/>
                </a:ext>
              </a:extLst>
            </p:cNvPr>
            <p:cNvSpPr/>
            <p:nvPr/>
          </p:nvSpPr>
          <p:spPr>
            <a:xfrm>
              <a:off x="1632665" y="2211388"/>
              <a:ext cx="430731" cy="2944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⑤</a:t>
              </a: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0AE5FA58-4D0C-F69C-DB2C-9510DB6D193D}"/>
                </a:ext>
              </a:extLst>
            </p:cNvPr>
            <p:cNvSpPr/>
            <p:nvPr/>
          </p:nvSpPr>
          <p:spPr>
            <a:xfrm>
              <a:off x="2028149" y="2211388"/>
              <a:ext cx="430731" cy="2944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⑥</a:t>
              </a: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E6B584FD-A86D-F000-4A0C-58BBE6197F60}"/>
                </a:ext>
              </a:extLst>
            </p:cNvPr>
            <p:cNvSpPr/>
            <p:nvPr/>
          </p:nvSpPr>
          <p:spPr>
            <a:xfrm>
              <a:off x="2423634" y="2211388"/>
              <a:ext cx="430731" cy="2944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⑦</a:t>
              </a:r>
            </a:p>
          </p:txBody>
        </p:sp>
        <p:sp>
          <p:nvSpPr>
            <p:cNvPr id="64" name="TextBox 36">
              <a:extLst>
                <a:ext uri="{FF2B5EF4-FFF2-40B4-BE49-F238E27FC236}">
                  <a16:creationId xmlns:a16="http://schemas.microsoft.com/office/drawing/2014/main" id="{2128CD1F-0590-4C85-6977-0999AFD077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491" y="1836501"/>
              <a:ext cx="3240756" cy="142440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36000" tIns="36000" rIns="36000" bIns="36000" anchor="ctr">
              <a:spAutoFit/>
            </a:bodyPr>
            <a:lstStyle>
              <a:defPPr>
                <a:defRPr lang="ko-KR"/>
              </a:defPPr>
              <a:lvl1pPr>
                <a:spcBef>
                  <a:spcPct val="50000"/>
                </a:spcBef>
                <a:buFont typeface="Wingdings" pitchFamily="2" charset="2"/>
                <a:buChar char="q"/>
                <a:defRPr sz="1100" b="1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defRPr>
              </a:lvl1pPr>
            </a:lstStyle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None/>
                <a:tabLst/>
                <a:defRPr/>
              </a:pPr>
              <a:r>
                <a:rPr lang="en-US" altLang="ko-KR" sz="900" b="0">
                  <a:solidFill>
                    <a:schemeClr val="tx1"/>
                  </a:solidFill>
                </a:rPr>
                <a:t>※</a:t>
              </a:r>
              <a:r>
                <a:rPr lang="ko-KR" altLang="en-US" sz="900" b="0">
                  <a:solidFill>
                    <a:schemeClr val="tx1"/>
                  </a:solidFill>
                </a:rPr>
                <a:t> </a:t>
              </a:r>
              <a:r>
                <a:rPr kumimoji="0" lang="ko-KR" altLang="en-US" sz="900" b="0" i="0" u="none" strike="noStrike" kern="1200" cap="none" spc="0" normalizeH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</a:rPr>
                <a:t>슬러리</a:t>
              </a:r>
              <a:r>
                <a:rPr kumimoji="0" lang="ko-KR" altLang="en-US" sz="900" b="0" i="0" u="none" strike="noStrike" kern="1200" cap="none" spc="0" normalizeH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</a:rPr>
                <a:t> 공급 </a:t>
              </a:r>
              <a:r>
                <a:rPr lang="ko-KR" altLang="en-US" sz="900" b="0">
                  <a:solidFill>
                    <a:schemeClr val="tx1"/>
                  </a:solidFill>
                </a:rPr>
                <a:t>배관 및 다이 구성 </a:t>
              </a:r>
              <a:r>
                <a:rPr lang="ko-KR" altLang="en-US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기존 광폭 </a:t>
              </a:r>
              <a:r>
                <a:rPr lang="ko-KR" altLang="en-US" sz="900" b="0" err="1">
                  <a:solidFill>
                    <a:prstClr val="black"/>
                  </a:solidFill>
                  <a:latin typeface="Arial Narrow"/>
                  <a:ea typeface="LG스마트체 Regular"/>
                </a:rPr>
                <a:t>다이를</a:t>
              </a:r>
              <a:r>
                <a:rPr lang="ko-KR" altLang="en-US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 </a:t>
              </a:r>
              <a:r>
                <a:rPr lang="en-US" altLang="ko-KR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8</a:t>
              </a:r>
              <a:r>
                <a:rPr lang="ko-KR" altLang="en-US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분할 하고 각각 </a:t>
              </a:r>
              <a:r>
                <a:rPr lang="en-US" altLang="ko-KR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TD</a:t>
              </a:r>
              <a:r>
                <a:rPr lang="ko-KR" altLang="en-US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위치</a:t>
              </a:r>
              <a:r>
                <a:rPr lang="en-US" altLang="ko-KR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, MD </a:t>
              </a:r>
              <a:r>
                <a:rPr lang="ko-KR" altLang="en-US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좌우 </a:t>
              </a:r>
              <a:r>
                <a:rPr lang="en-US" altLang="ko-KR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Gap</a:t>
              </a:r>
              <a:r>
                <a:rPr lang="ko-KR" altLang="en-US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조정 가능하도록 구성</a:t>
              </a:r>
              <a:r>
                <a:rPr lang="en-US" altLang="ko-KR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(Multi-Lane</a:t>
              </a:r>
              <a:r>
                <a:rPr lang="ko-KR" altLang="en-US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 모델의 미스매치</a:t>
              </a:r>
              <a:r>
                <a:rPr lang="en-US" altLang="ko-KR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/</a:t>
              </a:r>
              <a:r>
                <a:rPr lang="ko-KR" altLang="en-US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폭 공차 강화 목적</a:t>
              </a:r>
              <a:r>
                <a:rPr lang="en-US" altLang="ko-KR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)</a:t>
              </a:r>
              <a:r>
                <a:rPr lang="ko-KR" altLang="en-US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되었습니다</a:t>
              </a:r>
              <a:r>
                <a:rPr lang="en-US" altLang="ko-KR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. </a:t>
              </a:r>
              <a:r>
                <a:rPr lang="ko-KR" altLang="en-US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하지만</a:t>
              </a:r>
              <a:r>
                <a:rPr lang="en-US" altLang="ko-KR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, </a:t>
              </a:r>
              <a:r>
                <a:rPr lang="ko-KR" altLang="en-US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공간적 제약</a:t>
              </a:r>
              <a:r>
                <a:rPr lang="en-US" altLang="ko-KR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/</a:t>
              </a:r>
              <a:r>
                <a:rPr lang="ko-KR" altLang="en-US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유지보수</a:t>
              </a:r>
              <a:r>
                <a:rPr lang="en-US" altLang="ko-KR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 </a:t>
              </a:r>
              <a:r>
                <a:rPr lang="ko-KR" altLang="en-US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및 비용문제로 개별 </a:t>
              </a:r>
              <a:r>
                <a:rPr lang="en-US" altLang="ko-KR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Pump</a:t>
              </a:r>
              <a:r>
                <a:rPr lang="ko-KR" altLang="en-US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를 반영하지 못하였고</a:t>
              </a:r>
              <a:r>
                <a:rPr lang="en-US" altLang="ko-KR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, </a:t>
              </a:r>
              <a:r>
                <a:rPr lang="ko-KR" altLang="en-US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이로 인해 </a:t>
              </a:r>
              <a:r>
                <a:rPr lang="en-US" altLang="ko-KR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CTP</a:t>
              </a:r>
              <a:r>
                <a:rPr lang="ko-KR" altLang="en-US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 조정 시 인접 로딩</a:t>
              </a:r>
              <a:r>
                <a:rPr lang="en-US" altLang="ko-KR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/</a:t>
              </a:r>
              <a:r>
                <a:rPr lang="ko-KR" altLang="en-US" sz="900" b="0">
                  <a:solidFill>
                    <a:prstClr val="black"/>
                  </a:solidFill>
                  <a:latin typeface="Arial Narrow"/>
                  <a:ea typeface="LG스마트체 Regular"/>
                </a:rPr>
                <a:t>폭에 영향을 줄 수 있는 구조입니다</a:t>
              </a:r>
              <a:endParaRPr kumimoji="0" lang="ko-KR" altLang="en-US" sz="900" b="0" i="0" u="none" strike="noStrike" kern="1200" cap="none" spc="0" normalizeH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8180319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3" name="표 1">
            <a:extLst>
              <a:ext uri="{FF2B5EF4-FFF2-40B4-BE49-F238E27FC236}">
                <a16:creationId xmlns:a16="http://schemas.microsoft.com/office/drawing/2014/main" id="{70AA915B-889A-4A75-A7AD-D2F8B7F2A3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1502269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7632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12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67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동시절연다이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로직개발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EP2 NFF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HD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ST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NB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WA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MI2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[SOP </a:t>
                      </a: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]</a:t>
                      </a:r>
                    </a:p>
                    <a:p>
                      <a:pPr lvl="0" algn="ctr"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‘25.06</a:t>
                      </a:r>
                      <a:b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(ESMI2)</a:t>
                      </a:r>
                    </a:p>
                    <a:p>
                      <a:pPr lvl="0" algn="ctr">
                        <a:buNone/>
                      </a:pPr>
                      <a:endParaRPr 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‘25.07</a:t>
                      </a:r>
                      <a:b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(ESOC2)</a:t>
                      </a:r>
                    </a:p>
                    <a:p>
                      <a:pPr lvl="0" algn="ctr">
                        <a:buNone/>
                      </a:pPr>
                      <a:endParaRPr 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‘25.06</a:t>
                      </a:r>
                      <a:b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(ESNB)</a:t>
                      </a: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‘25.09</a:t>
                      </a:r>
                      <a:b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(ESHD)</a:t>
                      </a: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‘25.05</a:t>
                      </a:r>
                    </a:p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25.07</a:t>
                      </a:r>
                    </a:p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25.11</a:t>
                      </a:r>
                      <a:b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(ESWA)</a:t>
                      </a:r>
                    </a:p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endParaRPr 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‘25.11</a:t>
                      </a:r>
                      <a:b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(ESST)</a:t>
                      </a:r>
                      <a:b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‘26.04</a:t>
                      </a:r>
                      <a:b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(MI_LS)</a:t>
                      </a: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‘26.02</a:t>
                      </a:r>
                      <a:b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(ESHD)</a:t>
                      </a: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‘26.04</a:t>
                      </a:r>
                      <a:b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(ESHG)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김형준P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나영준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임성현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64" name="내용 개체 틀 20">
            <a:extLst>
              <a:ext uri="{FF2B5EF4-FFF2-40B4-BE49-F238E27FC236}">
                <a16:creationId xmlns:a16="http://schemas.microsoft.com/office/drawing/2014/main" id="{2326B8F9-73E8-455C-9AE8-1E3F5BD40A42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47664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동시절연다이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자동보정 개발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(1/2)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65" name="표 64">
            <a:extLst>
              <a:ext uri="{FF2B5EF4-FFF2-40B4-BE49-F238E27FC236}">
                <a16:creationId xmlns:a16="http://schemas.microsoft.com/office/drawing/2014/main" id="{91A76A10-8A60-4643-B690-6F503385D0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3283912"/>
              </p:ext>
            </p:extLst>
          </p:nvPr>
        </p:nvGraphicFramePr>
        <p:xfrm>
          <a:off x="1422764" y="1092844"/>
          <a:ext cx="7264977" cy="55682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9694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285283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481986">
                <a:tc gridSpan="2"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ko-KR" sz="10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금주</a:t>
                      </a:r>
                      <a:r>
                        <a:rPr lang="en-US" sz="10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(W51) 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NB 4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호기 데이터 추가 분석 하였고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, MI2 3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호기와 유사한 경향이 확인되었으나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, Gap </a:t>
                      </a:r>
                      <a:r>
                        <a:rPr lang="ko-KR" altLang="en-US" sz="1000" b="0" err="1">
                          <a:solidFill>
                            <a:srgbClr val="0000FF"/>
                          </a:solidFill>
                        </a:rPr>
                        <a:t>제어시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 코팅폭이 변화하지 않는 경우 오버레이가 반대방향으로 변화하는 경우를 추가 확인했습니다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. (12/16) 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절연 비전 데이터 수집 문제와 두께 검사기 부재 문제를 해결하여 </a:t>
                      </a:r>
                      <a:r>
                        <a:rPr lang="ko-KR" altLang="en-US" sz="1000" b="0" err="1">
                          <a:solidFill>
                            <a:srgbClr val="0000FF"/>
                          </a:solidFill>
                        </a:rPr>
                        <a:t>절연폭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/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오버레이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/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두께 데이터를 종합적으로 분석하겠습니다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. (~’26.01)</a:t>
                      </a:r>
                      <a:endParaRPr lang="en-US" altLang="ko-KR" sz="1000" b="0" i="0" u="none" strike="noStrike" baseline="0" noProof="0">
                        <a:solidFill>
                          <a:srgbClr val="1414FE"/>
                        </a:solidFill>
                        <a:latin typeface="Arial Narrow"/>
                      </a:endParaRPr>
                    </a:p>
                  </a:txBody>
                  <a:tcPr marL="72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989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82913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로직개발</a:t>
                      </a:r>
                      <a:endParaRPr lang="en-US" altLang="ko-KR" sz="900" b="0" baseline="0" err="1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배경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기존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순차절연코팅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방식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(Slurry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코팅 후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절연액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코팅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에서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Coater Slot Die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에 유로를 만들어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Slurry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와 절연을 동시에 코팅하는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동시절연코팅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방식으로 변경됨에 따라 신규자동보정 기능 개발이 필요합니다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 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endParaRPr lang="en-US" altLang="ko-KR" sz="900" b="0" baseline="0">
                        <a:solidFill>
                          <a:srgbClr val="000000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00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*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양극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동시절연코팅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기술목적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하나의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Slot Die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에서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Slurry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와 절연액을 동시에 코팅하는 기술로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기존의 순차절연 코팅에서 제어 할 수 없는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Sliding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및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Fat-edge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제어를 통해 양극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Edge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부 두께 꺼짐에 의한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Li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석출 개선이 가능합니다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 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특이 사항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②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JF2(LFP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계열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 Model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대상 동시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절연코팅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적용 중입니다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.(ESNB,ESMI2,ESWA)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-. LFP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특성상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순차절연코팅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개별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Mini Die)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코팅 적용이 어려워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동시절연코팅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적용이 필수적입니다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1) NCM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대비 고형분은 낮으나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점도가 높음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고형분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비율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NCM 73%, LFP 63%)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       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-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높은 점도로 인해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고형분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추가가 불가능하며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Dry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후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슬러리의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변형이 심함</a:t>
                      </a:r>
                    </a:p>
                    <a:p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       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- Dry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후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슬러리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수축으로 인해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절연두께가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꺼지며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Line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불량 및 절연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탈리가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발생함</a:t>
                      </a:r>
                    </a:p>
                    <a:p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     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2)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순차절연코팅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적용 시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절연토출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압력으로인한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슬러리의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변형 및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인터믹싱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* 현상이 발생하고 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endParaRPr lang="en-US" altLang="ko-KR" sz="900" b="0" baseline="0">
                        <a:solidFill>
                          <a:srgbClr val="000000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lvl="0"/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[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진행 사항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] </a:t>
                      </a:r>
                    </a:p>
                    <a:p>
                      <a:pPr lvl="0"/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※NCM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모델</a:t>
                      </a:r>
                      <a:endParaRPr lang="en-US" altLang="ko-KR" sz="90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1. EP2 NFF Line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샘플 생산 자동보정 지원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모니터링 및 이슈 대응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중 입니다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 (~08/08)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2. NFF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동시절연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최신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버전의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자동보정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로직을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적용하기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위해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APC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전환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작업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중에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 (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관련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내용은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차주부터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수평전개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page로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옮기도록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하겠습니다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  :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현재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PLC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업체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용역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계약서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작성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완료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하였고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APC PLC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로직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작업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예정입니다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  :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음극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APC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전환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로직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PLC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작업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완료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/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양극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절연PLC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통신카드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추가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슬롯을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다른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업체에서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사용하여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설비팀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및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작업한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업체에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연락하여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조치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중에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.(~10/2),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대안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마련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후,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설비팀에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작업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일정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받아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진행할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예정입니다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</a:t>
                      </a:r>
                      <a:endParaRPr lang="en-US" altLang="ko-KR" sz="900">
                        <a:solidFill>
                          <a:srgbClr val="1414FE"/>
                        </a:solidFill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pic>
        <p:nvPicPr>
          <p:cNvPr id="66" name="그림 65">
            <a:extLst>
              <a:ext uri="{FF2B5EF4-FFF2-40B4-BE49-F238E27FC236}">
                <a16:creationId xmlns:a16="http://schemas.microsoft.com/office/drawing/2014/main" id="{4B39D6B6-9245-45AB-83B1-036FEE7E8AB0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39283" y="2692279"/>
            <a:ext cx="1033200" cy="663844"/>
          </a:xfrm>
          <a:prstGeom prst="rect">
            <a:avLst/>
          </a:prstGeom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D16F03B6-6600-43BA-95EE-8C44ED2FEC90}"/>
              </a:ext>
            </a:extLst>
          </p:cNvPr>
          <p:cNvGrpSpPr/>
          <p:nvPr/>
        </p:nvGrpSpPr>
        <p:grpSpPr>
          <a:xfrm>
            <a:off x="5549707" y="2677501"/>
            <a:ext cx="1500377" cy="774000"/>
            <a:chOff x="2796324" y="3112960"/>
            <a:chExt cx="1734464" cy="934382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DEC64345-D3DA-4463-BE77-CE06542580F3}"/>
                </a:ext>
              </a:extLst>
            </p:cNvPr>
            <p:cNvSpPr/>
            <p:nvPr/>
          </p:nvSpPr>
          <p:spPr bwMode="auto">
            <a:xfrm>
              <a:off x="2796324" y="3112960"/>
              <a:ext cx="1734464" cy="934382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l" defTabSz="958850" rtl="0" eaLnBrk="1" fontAlgn="auto" latinLnBrk="1" hangingPunct="1">
                <a:lnSpc>
                  <a:spcPct val="11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5BA7B5C4-0F31-44AC-9DDE-F077762DDF9F}"/>
                </a:ext>
              </a:extLst>
            </p:cNvPr>
            <p:cNvSpPr txBox="1"/>
            <p:nvPr/>
          </p:nvSpPr>
          <p:spPr>
            <a:xfrm>
              <a:off x="3833378" y="3143523"/>
              <a:ext cx="578154" cy="928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CTQ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A679992F-8CFC-4301-8104-51ED34A695A2}"/>
                </a:ext>
              </a:extLst>
            </p:cNvPr>
            <p:cNvSpPr txBox="1"/>
            <p:nvPr/>
          </p:nvSpPr>
          <p:spPr>
            <a:xfrm>
              <a:off x="2937549" y="3143523"/>
              <a:ext cx="578154" cy="928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CTP</a:t>
              </a:r>
            </a:p>
          </p:txBody>
        </p:sp>
        <p:grpSp>
          <p:nvGrpSpPr>
            <p:cNvPr id="71" name="그룹 70">
              <a:extLst>
                <a:ext uri="{FF2B5EF4-FFF2-40B4-BE49-F238E27FC236}">
                  <a16:creationId xmlns:a16="http://schemas.microsoft.com/office/drawing/2014/main" id="{05F4FF0C-D8D0-48D8-ADE5-B769D3643742}"/>
                </a:ext>
              </a:extLst>
            </p:cNvPr>
            <p:cNvGrpSpPr/>
            <p:nvPr/>
          </p:nvGrpSpPr>
          <p:grpSpPr>
            <a:xfrm>
              <a:off x="3804469" y="3282135"/>
              <a:ext cx="635972" cy="707675"/>
              <a:chOff x="8506032" y="5579422"/>
              <a:chExt cx="792002" cy="823352"/>
            </a:xfrm>
          </p:grpSpPr>
          <p:sp>
            <p:nvSpPr>
              <p:cNvPr id="78" name="직사각형 77">
                <a:extLst>
                  <a:ext uri="{FF2B5EF4-FFF2-40B4-BE49-F238E27FC236}">
                    <a16:creationId xmlns:a16="http://schemas.microsoft.com/office/drawing/2014/main" id="{A0D815B2-CD4C-4556-A78A-2D69C82F135E}"/>
                  </a:ext>
                </a:extLst>
              </p:cNvPr>
              <p:cNvSpPr/>
              <p:nvPr/>
            </p:nvSpPr>
            <p:spPr>
              <a:xfrm>
                <a:off x="8506033" y="5579422"/>
                <a:ext cx="792001" cy="216000"/>
              </a:xfrm>
              <a:prstGeom prst="rect">
                <a:avLst/>
              </a:prstGeom>
              <a:solidFill>
                <a:srgbClr val="A6A6A6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절연 두께</a:t>
                </a:r>
              </a:p>
            </p:txBody>
          </p:sp>
          <p:sp>
            <p:nvSpPr>
              <p:cNvPr id="79" name="직사각형 78">
                <a:extLst>
                  <a:ext uri="{FF2B5EF4-FFF2-40B4-BE49-F238E27FC236}">
                    <a16:creationId xmlns:a16="http://schemas.microsoft.com/office/drawing/2014/main" id="{156428D1-FC3C-450B-A000-1F98FC90C83F}"/>
                  </a:ext>
                </a:extLst>
              </p:cNvPr>
              <p:cNvSpPr/>
              <p:nvPr/>
            </p:nvSpPr>
            <p:spPr>
              <a:xfrm>
                <a:off x="8506032" y="6186774"/>
                <a:ext cx="792001" cy="216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Overlay</a:t>
                </a:r>
              </a:p>
            </p:txBody>
          </p:sp>
        </p:grpSp>
        <p:cxnSp>
          <p:nvCxnSpPr>
            <p:cNvPr id="72" name="직선 화살표 연결선 71">
              <a:extLst>
                <a:ext uri="{FF2B5EF4-FFF2-40B4-BE49-F238E27FC236}">
                  <a16:creationId xmlns:a16="http://schemas.microsoft.com/office/drawing/2014/main" id="{6982BDAE-CB4D-4A9F-AF24-45653BF7026D}"/>
                </a:ext>
              </a:extLst>
            </p:cNvPr>
            <p:cNvCxnSpPr>
              <a:cxnSpLocks/>
              <a:stCxn id="75" idx="3"/>
              <a:endCxn id="78" idx="1"/>
            </p:cNvCxnSpPr>
            <p:nvPr/>
          </p:nvCxnSpPr>
          <p:spPr>
            <a:xfrm>
              <a:off x="3562108" y="3374970"/>
              <a:ext cx="242363" cy="0"/>
            </a:xfrm>
            <a:prstGeom prst="straightConnector1">
              <a:avLst/>
            </a:prstGeom>
            <a:ln w="9525" cap="rnd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3" name="그룹 72">
              <a:extLst>
                <a:ext uri="{FF2B5EF4-FFF2-40B4-BE49-F238E27FC236}">
                  <a16:creationId xmlns:a16="http://schemas.microsoft.com/office/drawing/2014/main" id="{207081D5-674E-42D3-BC2A-613687A84739}"/>
                </a:ext>
              </a:extLst>
            </p:cNvPr>
            <p:cNvGrpSpPr/>
            <p:nvPr/>
          </p:nvGrpSpPr>
          <p:grpSpPr>
            <a:xfrm>
              <a:off x="2894000" y="3282136"/>
              <a:ext cx="668109" cy="707675"/>
              <a:chOff x="7366620" y="5447271"/>
              <a:chExt cx="832024" cy="823352"/>
            </a:xfrm>
          </p:grpSpPr>
          <p:sp>
            <p:nvSpPr>
              <p:cNvPr id="75" name="직사각형 74">
                <a:extLst>
                  <a:ext uri="{FF2B5EF4-FFF2-40B4-BE49-F238E27FC236}">
                    <a16:creationId xmlns:a16="http://schemas.microsoft.com/office/drawing/2014/main" id="{2CEF666F-1A50-4AB2-A8D0-63F2E7797C34}"/>
                  </a:ext>
                </a:extLst>
              </p:cNvPr>
              <p:cNvSpPr/>
              <p:nvPr/>
            </p:nvSpPr>
            <p:spPr>
              <a:xfrm>
                <a:off x="7366620" y="5447271"/>
                <a:ext cx="832023" cy="216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0" bIns="0" rtlCol="0" anchor="ctr">
                <a:noAutofit/>
              </a:bodyPr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Pump RPM</a:t>
                </a:r>
                <a:endParaRPr kumimoji="0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76" name="직사각형 75">
                <a:extLst>
                  <a:ext uri="{FF2B5EF4-FFF2-40B4-BE49-F238E27FC236}">
                    <a16:creationId xmlns:a16="http://schemas.microsoft.com/office/drawing/2014/main" id="{0DF8A88F-4297-4117-BACB-ACDBFC9849BD}"/>
                  </a:ext>
                </a:extLst>
              </p:cNvPr>
              <p:cNvSpPr/>
              <p:nvPr/>
            </p:nvSpPr>
            <p:spPr>
              <a:xfrm>
                <a:off x="7366621" y="5750947"/>
                <a:ext cx="832023" cy="216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0" bIns="0" rtlCol="0" anchor="ctr">
                <a:noAutofit/>
              </a:bodyPr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>
                        <a:lumMod val="65000"/>
                      </a:prstClr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Mini</a:t>
                </a:r>
                <a:r>
                  <a:rPr kumimoji="0" lang="ko-KR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>
                        <a:lumMod val="65000"/>
                      </a:prstClr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 </a:t>
                </a:r>
                <a:r>
                  <a:rPr kumimoji="0" lang="en-US" altLang="ko-KR" sz="7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>
                        <a:lumMod val="65000"/>
                      </a:prstClr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Die</a:t>
                </a:r>
                <a:r>
                  <a:rPr kumimoji="0" lang="ko-KR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>
                        <a:lumMod val="65000"/>
                      </a:prstClr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 </a:t>
                </a:r>
                <a:r>
                  <a:rPr kumimoji="0" lang="en-US" altLang="ko-KR" sz="7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>
                        <a:lumMod val="65000"/>
                      </a:prstClr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Gap</a:t>
                </a:r>
                <a:endPara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65000"/>
                    </a:prstClr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77" name="직사각형 76">
                <a:extLst>
                  <a:ext uri="{FF2B5EF4-FFF2-40B4-BE49-F238E27FC236}">
                    <a16:creationId xmlns:a16="http://schemas.microsoft.com/office/drawing/2014/main" id="{AF007214-36CE-4EE5-869F-5FEF01840E16}"/>
                  </a:ext>
                </a:extLst>
              </p:cNvPr>
              <p:cNvSpPr/>
              <p:nvPr/>
            </p:nvSpPr>
            <p:spPr>
              <a:xfrm>
                <a:off x="7366620" y="6054623"/>
                <a:ext cx="832023" cy="216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0" bIns="0" rtlCol="0" anchor="ctr">
                <a:noAutofit/>
              </a:bodyPr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>
                        <a:lumMod val="65000"/>
                      </a:prstClr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Mini Die X</a:t>
                </a:r>
                <a:endPara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65000"/>
                    </a:prstClr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</p:grpSp>
        <p:cxnSp>
          <p:nvCxnSpPr>
            <p:cNvPr id="74" name="직선 화살표 연결선 73">
              <a:extLst>
                <a:ext uri="{FF2B5EF4-FFF2-40B4-BE49-F238E27FC236}">
                  <a16:creationId xmlns:a16="http://schemas.microsoft.com/office/drawing/2014/main" id="{3239DEDE-702A-40EB-848D-D5C34C07EF5A}"/>
                </a:ext>
              </a:extLst>
            </p:cNvPr>
            <p:cNvCxnSpPr>
              <a:cxnSpLocks/>
              <a:stCxn id="75" idx="3"/>
              <a:endCxn id="79" idx="1"/>
            </p:cNvCxnSpPr>
            <p:nvPr/>
          </p:nvCxnSpPr>
          <p:spPr>
            <a:xfrm>
              <a:off x="3562108" y="3374970"/>
              <a:ext cx="242362" cy="522023"/>
            </a:xfrm>
            <a:prstGeom prst="straightConnector1">
              <a:avLst/>
            </a:prstGeom>
            <a:ln w="9525" cap="rnd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34B5F6B3-A0DD-450A-9132-E7668BADEA03}"/>
              </a:ext>
            </a:extLst>
          </p:cNvPr>
          <p:cNvSpPr/>
          <p:nvPr/>
        </p:nvSpPr>
        <p:spPr>
          <a:xfrm>
            <a:off x="4132961" y="3317204"/>
            <a:ext cx="680583" cy="123111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동시절연 다이</a:t>
            </a:r>
            <a:endParaRPr kumimoji="0" lang="en-US" altLang="ko-KR" sz="8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1" name="화살표: 오른쪽 80">
            <a:extLst>
              <a:ext uri="{FF2B5EF4-FFF2-40B4-BE49-F238E27FC236}">
                <a16:creationId xmlns:a16="http://schemas.microsoft.com/office/drawing/2014/main" id="{27FC8939-6DCA-4162-B6BC-F7F74DFE097D}"/>
              </a:ext>
            </a:extLst>
          </p:cNvPr>
          <p:cNvSpPr/>
          <p:nvPr/>
        </p:nvSpPr>
        <p:spPr>
          <a:xfrm>
            <a:off x="4085367" y="3172795"/>
            <a:ext cx="111368" cy="75343"/>
          </a:xfrm>
          <a:prstGeom prst="rightArrow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24F35FB-8F0D-493D-910B-C13AE3A3EE36}"/>
              </a:ext>
            </a:extLst>
          </p:cNvPr>
          <p:cNvSpPr/>
          <p:nvPr/>
        </p:nvSpPr>
        <p:spPr>
          <a:xfrm>
            <a:off x="4011312" y="2225329"/>
            <a:ext cx="1259611" cy="178131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ctr">
            <a:no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동시절연 코팅</a:t>
            </a:r>
            <a:endParaRPr kumimoji="0" lang="en-US" altLang="ko-KR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BDF202B-81FB-4A23-8EF3-EB13532B1642}"/>
              </a:ext>
            </a:extLst>
          </p:cNvPr>
          <p:cNvSpPr/>
          <p:nvPr/>
        </p:nvSpPr>
        <p:spPr>
          <a:xfrm>
            <a:off x="4756219" y="2263360"/>
            <a:ext cx="631183" cy="246221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Overlay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폭 제어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절연폭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RPM</a:t>
            </a: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28C172EA-9190-4D98-BD12-95E723F81DFB}"/>
              </a:ext>
            </a:extLst>
          </p:cNvPr>
          <p:cNvCxnSpPr>
            <a:cxnSpLocks/>
          </p:cNvCxnSpPr>
          <p:nvPr/>
        </p:nvCxnSpPr>
        <p:spPr>
          <a:xfrm flipV="1">
            <a:off x="4707236" y="2516858"/>
            <a:ext cx="0" cy="201084"/>
          </a:xfrm>
          <a:prstGeom prst="line">
            <a:avLst/>
          </a:prstGeom>
          <a:ln w="12700" cap="rnd">
            <a:solidFill>
              <a:srgbClr val="00B0F0"/>
            </a:solidFill>
            <a:round/>
          </a:ln>
          <a:effectLst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2FBB00D3-6DE3-42B7-9963-762E10010121}"/>
              </a:ext>
            </a:extLst>
          </p:cNvPr>
          <p:cNvCxnSpPr>
            <a:cxnSpLocks/>
          </p:cNvCxnSpPr>
          <p:nvPr/>
        </p:nvCxnSpPr>
        <p:spPr>
          <a:xfrm flipV="1">
            <a:off x="4672928" y="2519022"/>
            <a:ext cx="0" cy="201084"/>
          </a:xfrm>
          <a:prstGeom prst="line">
            <a:avLst/>
          </a:prstGeom>
          <a:ln w="12700" cap="rnd">
            <a:solidFill>
              <a:srgbClr val="00B0F0"/>
            </a:solidFill>
            <a:round/>
          </a:ln>
          <a:effectLst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86" name="직선 화살표 연결선 85">
            <a:extLst>
              <a:ext uri="{FF2B5EF4-FFF2-40B4-BE49-F238E27FC236}">
                <a16:creationId xmlns:a16="http://schemas.microsoft.com/office/drawing/2014/main" id="{972CCEEA-31C0-4FE6-9947-64E4625E2AA6}"/>
              </a:ext>
            </a:extLst>
          </p:cNvPr>
          <p:cNvCxnSpPr>
            <a:cxnSpLocks/>
          </p:cNvCxnSpPr>
          <p:nvPr/>
        </p:nvCxnSpPr>
        <p:spPr>
          <a:xfrm>
            <a:off x="4413284" y="2491261"/>
            <a:ext cx="275287" cy="20835"/>
          </a:xfrm>
          <a:prstGeom prst="straightConnector1">
            <a:avLst/>
          </a:prstGeom>
          <a:ln w="12700" cap="rnd">
            <a:solidFill>
              <a:srgbClr val="00B0F0"/>
            </a:solidFill>
            <a:round/>
            <a:tailEnd type="triangle"/>
          </a:ln>
          <a:effectLst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00D24AC3-F845-42FB-902E-F78BF3023855}"/>
              </a:ext>
            </a:extLst>
          </p:cNvPr>
          <p:cNvCxnSpPr>
            <a:cxnSpLocks/>
          </p:cNvCxnSpPr>
          <p:nvPr/>
        </p:nvCxnSpPr>
        <p:spPr>
          <a:xfrm flipH="1" flipV="1">
            <a:off x="4693974" y="2517121"/>
            <a:ext cx="242388" cy="11678"/>
          </a:xfrm>
          <a:prstGeom prst="straightConnector1">
            <a:avLst/>
          </a:prstGeom>
          <a:ln w="12700" cap="rnd">
            <a:solidFill>
              <a:srgbClr val="00B0F0"/>
            </a:solidFill>
            <a:round/>
            <a:tailEnd type="triangle"/>
          </a:ln>
          <a:effectLst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E9F8FEE4-6986-4089-AC3B-A60A95D65990}"/>
              </a:ext>
            </a:extLst>
          </p:cNvPr>
          <p:cNvSpPr txBox="1"/>
          <p:nvPr/>
        </p:nvSpPr>
        <p:spPr>
          <a:xfrm>
            <a:off x="6446798" y="4572632"/>
            <a:ext cx="1729641" cy="123111"/>
          </a:xfrm>
          <a:prstGeom prst="rect">
            <a:avLst/>
          </a:prstGeom>
          <a:noFill/>
        </p:spPr>
        <p:txBody>
          <a:bodyPr wrap="non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*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인터믹싱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슬러리와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절연액이 섞이는 현상</a:t>
            </a: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9" name="제목 1">
            <a:extLst>
              <a:ext uri="{FF2B5EF4-FFF2-40B4-BE49-F238E27FC236}">
                <a16:creationId xmlns:a16="http://schemas.microsoft.com/office/drawing/2014/main" id="{6F44C807-E6D7-463C-8BCA-261356AE0981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_MC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90" name="직사각형 28">
            <a:extLst>
              <a:ext uri="{FF2B5EF4-FFF2-40B4-BE49-F238E27FC236}">
                <a16:creationId xmlns:a16="http://schemas.microsoft.com/office/drawing/2014/main" id="{334027D7-943B-440A-99A0-8589AB59B88F}"/>
              </a:ext>
            </a:extLst>
          </p:cNvPr>
          <p:cNvSpPr/>
          <p:nvPr/>
        </p:nvSpPr>
        <p:spPr>
          <a:xfrm>
            <a:off x="5888260" y="266542"/>
            <a:ext cx="256993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[ 과제번호 :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MC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-#2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, 진행 상태 : </a:t>
            </a:r>
            <a:r>
              <a:rPr lang="ko-KR" altLang="en-US" sz="1000">
                <a:solidFill>
                  <a:srgbClr val="00B05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●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]</a:t>
            </a:r>
          </a:p>
        </p:txBody>
      </p:sp>
      <p:sp>
        <p:nvSpPr>
          <p:cNvPr id="91" name="내용 개체 틀 20">
            <a:extLst>
              <a:ext uri="{FF2B5EF4-FFF2-40B4-BE49-F238E27FC236}">
                <a16:creationId xmlns:a16="http://schemas.microsoft.com/office/drawing/2014/main" id="{C1BD60DD-A6E2-46FE-878D-5028959B0A91}"/>
              </a:ext>
            </a:extLst>
          </p:cNvPr>
          <p:cNvSpPr txBox="1">
            <a:spLocks/>
          </p:cNvSpPr>
          <p:nvPr/>
        </p:nvSpPr>
        <p:spPr>
          <a:xfrm>
            <a:off x="8260537" y="181600"/>
            <a:ext cx="1439497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김형준P,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임성현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S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 panose="020B0502040204020203" pitchFamily="50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13CDFC16-554A-49B6-A4D8-2A9DFE65EFC7}"/>
              </a:ext>
            </a:extLst>
          </p:cNvPr>
          <p:cNvSpPr txBox="1"/>
          <p:nvPr/>
        </p:nvSpPr>
        <p:spPr>
          <a:xfrm>
            <a:off x="8260537" y="350877"/>
            <a:ext cx="165429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12/16(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6B861B1-D85C-492A-B8EA-3A59D19F8BFA}"/>
              </a:ext>
            </a:extLst>
          </p:cNvPr>
          <p:cNvSpPr txBox="1"/>
          <p:nvPr/>
        </p:nvSpPr>
        <p:spPr>
          <a:xfrm>
            <a:off x="7763355" y="6744666"/>
            <a:ext cx="826168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다음장에 계속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…)</a:t>
            </a:r>
            <a:endParaRPr lang="ko-KR" altLang="en-US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98954843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1">
            <a:extLst>
              <a:ext uri="{FF2B5EF4-FFF2-40B4-BE49-F238E27FC236}">
                <a16:creationId xmlns:a16="http://schemas.microsoft.com/office/drawing/2014/main" id="{46C0305A-7583-4C36-B6FB-7599E8598D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0286478"/>
              </p:ext>
            </p:extLst>
          </p:nvPr>
        </p:nvGraphicFramePr>
        <p:xfrm>
          <a:off x="125047" y="827248"/>
          <a:ext cx="9644176" cy="5747089"/>
        </p:xfrm>
        <a:graphic>
          <a:graphicData uri="http://schemas.openxmlformats.org/drawingml/2006/table">
            <a:tbl>
              <a:tblPr/>
              <a:tblGrid>
                <a:gridCol w="7648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08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760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동시절연다이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로직개발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EP2 NFF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HD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ST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NB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WA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MI2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[SOP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]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‘25.06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(ESMI2)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‘25.07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(ESOC2)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‘25.06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(ESNB)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‘25.09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(ESHD)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‘25.05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25.07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25.11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(ESWA)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‘25.11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(ESST)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‘26.04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(MI_LS)</a:t>
                      </a: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‘26.02</a:t>
                      </a:r>
                      <a:b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(ESHD)</a:t>
                      </a: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‘26.04</a:t>
                      </a:r>
                      <a:b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(ESHG)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김형준P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나영준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임성현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CD89D7D4-CAC1-4C4E-8BD8-D381E7E8DCE2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47664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동시절연다이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자동보정 개발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(2/2)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464CFD32-F0C1-4BC8-83E7-D88F486D8D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8491826"/>
              </p:ext>
            </p:extLst>
          </p:nvPr>
        </p:nvGraphicFramePr>
        <p:xfrm>
          <a:off x="1412321" y="1057357"/>
          <a:ext cx="7266166" cy="5643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68220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697946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411806">
                <a:tc gridSpan="2"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ko-KR" altLang="ko-KR" sz="10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rgbClr val="1414FE"/>
                          </a:solidFill>
                          <a:latin typeface="+mn-lt"/>
                        </a:rPr>
                        <a:t>(W51) 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NB 4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호기 데이터 추가 분석 하였고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, MI2 3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호기와 유사한 경향이 확인되었으나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, Gap </a:t>
                      </a:r>
                      <a:r>
                        <a:rPr lang="ko-KR" altLang="en-US" sz="1000" b="0" err="1">
                          <a:solidFill>
                            <a:srgbClr val="0000FF"/>
                          </a:solidFill>
                        </a:rPr>
                        <a:t>제어시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 코팅폭이 변화하지 않는 경우 오버레이가 반대방향으로 변화하는 경우를 추가 확인했습니다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. (12/16) 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절연 비전 데이터 수집 문제와 두께 검사기 부재 문제를 해결하여 </a:t>
                      </a:r>
                      <a:r>
                        <a:rPr lang="ko-KR" altLang="en-US" sz="1000" b="0" err="1">
                          <a:solidFill>
                            <a:srgbClr val="0000FF"/>
                          </a:solidFill>
                        </a:rPr>
                        <a:t>절연폭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/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오버레이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/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두께 데이터를 종합적으로 분석하겠습니다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. (~’26.01)</a:t>
                      </a:r>
                      <a:endParaRPr lang="en-US" altLang="ko-KR" sz="1000" b="0" i="0" u="none" strike="noStrike" baseline="0" noProof="0">
                        <a:solidFill>
                          <a:srgbClr val="1414FE"/>
                        </a:solidFill>
                        <a:latin typeface="+mn-lt"/>
                      </a:endParaRPr>
                    </a:p>
                  </a:txBody>
                  <a:tcPr marL="72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1069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0337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로직개발</a:t>
                      </a:r>
                      <a:endParaRPr lang="en-US" altLang="ko-KR" sz="900" b="0" baseline="0" err="1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[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진행 사항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]</a:t>
                      </a:r>
                    </a:p>
                    <a:p>
                      <a:pPr lvl="0"/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※LFP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모델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1. MI2, LFP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모델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</a:rPr>
                        <a:t>동시절연코팅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자동보정 대응</a:t>
                      </a:r>
                      <a:endParaRPr lang="en-US" altLang="ko-KR" sz="900">
                        <a:solidFill>
                          <a:schemeClr val="tx1"/>
                        </a:solidFill>
                      </a:endParaRPr>
                    </a:p>
                    <a:p>
                      <a:pPr lvl="0"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 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- RPM/Gap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자동보정 운영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: 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양극 전극폭을 일정 수치로 유지하면서 생산하면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</a:rPr>
                        <a:t>Intermixing과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</a:rPr>
                        <a:t>핀홀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불량이 나오지 않는다고 하여, 해당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</a:rPr>
                        <a:t>Spec을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입력하여 RPM/GAP 자동보정을 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사용하며 해당방식 대로 자동보정을 사용해도 되는지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</a:rPr>
                        <a:t>확인중입니다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. (9/12~14 활용률) : 96%, 88.8%, 96.6%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절연 데이터 분석 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① </a:t>
                      </a:r>
                      <a:r>
                        <a:rPr lang="ko-KR" altLang="en-US" sz="900" b="0" u="non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절연 </a:t>
                      </a:r>
                      <a:r>
                        <a:rPr lang="en-US" altLang="ko-KR" sz="900" b="0" u="non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RPM</a:t>
                      </a:r>
                      <a:r>
                        <a:rPr lang="ko-KR" altLang="en-US" sz="900" b="0" u="non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은 </a:t>
                      </a:r>
                      <a:r>
                        <a:rPr lang="ko-KR" altLang="en-US" sz="900" b="0" u="none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절연두께와</a:t>
                      </a:r>
                      <a:r>
                        <a:rPr lang="ko-KR" altLang="en-US" sz="900" b="0" u="non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가장 높은 상관관계를 가지며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절연폭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오버레이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절연두께와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양의 상관 관계를 갖는 것을 확인하였습니다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② </a:t>
                      </a:r>
                      <a:r>
                        <a:rPr lang="ko-KR" altLang="en-US" sz="900" b="0" u="non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 폭은 오버레이와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가장 높은 상관관계를 가지며 전극 폭은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절연폭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오버레이와 양의 상관관계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절연두께와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음의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상관관계를 갖는 것을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확인하였습니다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전극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-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절연 데이터 분석 결과를 코팅 공정 기술팀에게 공유하였고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(11/17)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코팅고정기술팀과 리뷰 하겠습니다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.(11/20)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- </a:t>
                      </a:r>
                      <a:r>
                        <a:rPr lang="ko-KR" altLang="en-US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로직 리뷰</a:t>
                      </a:r>
                      <a: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(w/</a:t>
                      </a:r>
                      <a:r>
                        <a:rPr lang="ko-KR" altLang="en-US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코팅공정기술팀</a:t>
                      </a:r>
                      <a: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ko-KR" altLang="en-US" sz="900"/>
                        <a:t>동시절연 상호 보정에 대한 로직 외 </a:t>
                      </a:r>
                      <a:r>
                        <a:rPr lang="ko-KR" altLang="en-US" sz="900" err="1"/>
                        <a:t>코터</a:t>
                      </a:r>
                      <a:r>
                        <a:rPr lang="ko-KR" altLang="en-US" sz="900"/>
                        <a:t> 자동보정 </a:t>
                      </a:r>
                      <a:r>
                        <a:rPr lang="en-US" altLang="ko-KR" sz="900"/>
                        <a:t>Flow</a:t>
                      </a:r>
                      <a:r>
                        <a:rPr lang="ko-KR" altLang="en-US" sz="900"/>
                        <a:t>에 대한 논의가 필요하여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</a:rPr>
                        <a:t>코터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쪽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Flow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정리하였고 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해당 내용에 코팅 공정 기술팀과 재 논의 하겠습니다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.(11/20)</a:t>
                      </a:r>
                      <a:br>
                        <a:rPr lang="en-US" altLang="ko-KR" sz="900">
                          <a:solidFill>
                            <a:srgbClr val="0000FF"/>
                          </a:solidFill>
                        </a:rPr>
                      </a:b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      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  <a:p>
                      <a:pPr lvl="0"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2. MI2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인원과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협의를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통해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동시절연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자동보정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추가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기능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요건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협의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및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개발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중에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.</a:t>
                      </a:r>
                      <a:endParaRPr lang="en-US" sz="900" b="0" i="0" u="none" strike="noStrike" baseline="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lvl="0"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※ MI2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에서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양산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중에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있기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때문에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작업자의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작업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절차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보정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방법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등을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현장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작업자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표준에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맞게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자동보정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기능을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추가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및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수정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예정입니다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.(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절연폭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유지모드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개발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)</a:t>
                      </a:r>
                      <a:endParaRPr lang="en-US" sz="900" b="0" i="0" u="none" strike="noStrike" baseline="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lt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baseline="0" noProof="0">
                        <a:solidFill>
                          <a:srgbClr val="1414FE"/>
                        </a:solidFill>
                        <a:latin typeface="+mn-lt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16" name="내용 개체 틀 20">
            <a:extLst>
              <a:ext uri="{FF2B5EF4-FFF2-40B4-BE49-F238E27FC236}">
                <a16:creationId xmlns:a16="http://schemas.microsoft.com/office/drawing/2014/main" id="{8FB04BE0-0316-4F8D-9D82-DCF29D1D82C8}"/>
              </a:ext>
            </a:extLst>
          </p:cNvPr>
          <p:cNvSpPr txBox="1">
            <a:spLocks/>
          </p:cNvSpPr>
          <p:nvPr/>
        </p:nvSpPr>
        <p:spPr>
          <a:xfrm>
            <a:off x="8280290" y="181600"/>
            <a:ext cx="1439497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 sz="1100" err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김형준P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임성현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S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 panose="020B0502040204020203" pitchFamily="50" charset="-127"/>
            </a:endParaRPr>
          </a:p>
        </p:txBody>
      </p:sp>
      <p:sp>
        <p:nvSpPr>
          <p:cNvPr id="17" name="제목 1">
            <a:extLst>
              <a:ext uri="{FF2B5EF4-FFF2-40B4-BE49-F238E27FC236}">
                <a16:creationId xmlns:a16="http://schemas.microsoft.com/office/drawing/2014/main" id="{4755F6ED-2241-43BD-A16F-3B20129C5F6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_MC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18" name="직사각형 28">
            <a:extLst>
              <a:ext uri="{FF2B5EF4-FFF2-40B4-BE49-F238E27FC236}">
                <a16:creationId xmlns:a16="http://schemas.microsoft.com/office/drawing/2014/main" id="{101F0E0A-1D60-4346-AEF9-4E95AD398738}"/>
              </a:ext>
            </a:extLst>
          </p:cNvPr>
          <p:cNvSpPr/>
          <p:nvPr/>
        </p:nvSpPr>
        <p:spPr>
          <a:xfrm>
            <a:off x="5889625" y="255132"/>
            <a:ext cx="256993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[ 과제번호 :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MC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-#2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, 진행 상태 : </a:t>
            </a:r>
            <a:r>
              <a:rPr lang="ko-KR" altLang="en-US" sz="1000">
                <a:solidFill>
                  <a:srgbClr val="00B05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●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]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1BE8DD3-E58F-491D-859F-D6362136CD78}"/>
              </a:ext>
            </a:extLst>
          </p:cNvPr>
          <p:cNvSpPr txBox="1"/>
          <p:nvPr/>
        </p:nvSpPr>
        <p:spPr>
          <a:xfrm>
            <a:off x="8265038" y="350877"/>
            <a:ext cx="165429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12/16(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93C2FD80-05CB-3CA0-EE2F-5B3BAFEDDD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4956730"/>
              </p:ext>
            </p:extLst>
          </p:nvPr>
        </p:nvGraphicFramePr>
        <p:xfrm>
          <a:off x="2471788" y="4950336"/>
          <a:ext cx="5861640" cy="178308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20847">
                  <a:extLst>
                    <a:ext uri="{9D8B030D-6E8A-4147-A177-3AD203B41FA5}">
                      <a16:colId xmlns:a16="http://schemas.microsoft.com/office/drawing/2014/main" val="2355024310"/>
                    </a:ext>
                  </a:extLst>
                </a:gridCol>
                <a:gridCol w="1420938">
                  <a:extLst>
                    <a:ext uri="{9D8B030D-6E8A-4147-A177-3AD203B41FA5}">
                      <a16:colId xmlns:a16="http://schemas.microsoft.com/office/drawing/2014/main" val="1548302913"/>
                    </a:ext>
                  </a:extLst>
                </a:gridCol>
                <a:gridCol w="269690">
                  <a:extLst>
                    <a:ext uri="{9D8B030D-6E8A-4147-A177-3AD203B41FA5}">
                      <a16:colId xmlns:a16="http://schemas.microsoft.com/office/drawing/2014/main" val="1195841689"/>
                    </a:ext>
                  </a:extLst>
                </a:gridCol>
                <a:gridCol w="320847">
                  <a:extLst>
                    <a:ext uri="{9D8B030D-6E8A-4147-A177-3AD203B41FA5}">
                      <a16:colId xmlns:a16="http://schemas.microsoft.com/office/drawing/2014/main" val="3322978295"/>
                    </a:ext>
                  </a:extLst>
                </a:gridCol>
                <a:gridCol w="320847">
                  <a:extLst>
                    <a:ext uri="{9D8B030D-6E8A-4147-A177-3AD203B41FA5}">
                      <a16:colId xmlns:a16="http://schemas.microsoft.com/office/drawing/2014/main" val="4242632878"/>
                    </a:ext>
                  </a:extLst>
                </a:gridCol>
                <a:gridCol w="320848">
                  <a:extLst>
                    <a:ext uri="{9D8B030D-6E8A-4147-A177-3AD203B41FA5}">
                      <a16:colId xmlns:a16="http://schemas.microsoft.com/office/drawing/2014/main" val="2980251763"/>
                    </a:ext>
                  </a:extLst>
                </a:gridCol>
                <a:gridCol w="320847">
                  <a:extLst>
                    <a:ext uri="{9D8B030D-6E8A-4147-A177-3AD203B41FA5}">
                      <a16:colId xmlns:a16="http://schemas.microsoft.com/office/drawing/2014/main" val="779353646"/>
                    </a:ext>
                  </a:extLst>
                </a:gridCol>
                <a:gridCol w="320847">
                  <a:extLst>
                    <a:ext uri="{9D8B030D-6E8A-4147-A177-3AD203B41FA5}">
                      <a16:colId xmlns:a16="http://schemas.microsoft.com/office/drawing/2014/main" val="196413474"/>
                    </a:ext>
                  </a:extLst>
                </a:gridCol>
                <a:gridCol w="320847">
                  <a:extLst>
                    <a:ext uri="{9D8B030D-6E8A-4147-A177-3AD203B41FA5}">
                      <a16:colId xmlns:a16="http://schemas.microsoft.com/office/drawing/2014/main" val="75099290"/>
                    </a:ext>
                  </a:extLst>
                </a:gridCol>
                <a:gridCol w="320847">
                  <a:extLst>
                    <a:ext uri="{9D8B030D-6E8A-4147-A177-3AD203B41FA5}">
                      <a16:colId xmlns:a16="http://schemas.microsoft.com/office/drawing/2014/main" val="970277360"/>
                    </a:ext>
                  </a:extLst>
                </a:gridCol>
                <a:gridCol w="320847">
                  <a:extLst>
                    <a:ext uri="{9D8B030D-6E8A-4147-A177-3AD203B41FA5}">
                      <a16:colId xmlns:a16="http://schemas.microsoft.com/office/drawing/2014/main" val="179114630"/>
                    </a:ext>
                  </a:extLst>
                </a:gridCol>
                <a:gridCol w="320847">
                  <a:extLst>
                    <a:ext uri="{9D8B030D-6E8A-4147-A177-3AD203B41FA5}">
                      <a16:colId xmlns:a16="http://schemas.microsoft.com/office/drawing/2014/main" val="4241171464"/>
                    </a:ext>
                  </a:extLst>
                </a:gridCol>
                <a:gridCol w="320847">
                  <a:extLst>
                    <a:ext uri="{9D8B030D-6E8A-4147-A177-3AD203B41FA5}">
                      <a16:colId xmlns:a16="http://schemas.microsoft.com/office/drawing/2014/main" val="3291242061"/>
                    </a:ext>
                  </a:extLst>
                </a:gridCol>
                <a:gridCol w="320847">
                  <a:extLst>
                    <a:ext uri="{9D8B030D-6E8A-4147-A177-3AD203B41FA5}">
                      <a16:colId xmlns:a16="http://schemas.microsoft.com/office/drawing/2014/main" val="2274746435"/>
                    </a:ext>
                  </a:extLst>
                </a:gridCol>
                <a:gridCol w="320847">
                  <a:extLst>
                    <a:ext uri="{9D8B030D-6E8A-4147-A177-3AD203B41FA5}">
                      <a16:colId xmlns:a16="http://schemas.microsoft.com/office/drawing/2014/main" val="24535527"/>
                    </a:ext>
                  </a:extLst>
                </a:gridCol>
              </a:tblGrid>
              <a:tr h="115803">
                <a:tc rowSpan="2"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No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Task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altLang="ko-KR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9</a:t>
                      </a:r>
                      <a:r>
                        <a:rPr lang="ko-KR" alt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월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altLang="ko-KR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10</a:t>
                      </a:r>
                      <a:r>
                        <a:rPr lang="ko-KR" alt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월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altLang="ko-KR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11</a:t>
                      </a:r>
                      <a:r>
                        <a:rPr lang="ko-KR" alt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월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591837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W36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W37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W38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W39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W40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W41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W42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W43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W44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W45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W46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W47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W48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>
                      <a:noFill/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41592947"/>
                  </a:ext>
                </a:extLst>
              </a:tr>
              <a:tr h="231605"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1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상호작용 예측보정 성능 최적화</a:t>
                      </a:r>
                      <a:b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</a:br>
                      <a:r>
                        <a:rPr lang="en-US" altLang="ko-KR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(</a:t>
                      </a: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양산 데이터 </a:t>
                      </a:r>
                      <a:r>
                        <a:rPr 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MI2, NB)</a:t>
                      </a: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en-US" sz="900">
                        <a:effectLst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4886252"/>
                  </a:ext>
                </a:extLst>
              </a:tr>
              <a:tr h="231605"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2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자동보정 로직</a:t>
                      </a:r>
                      <a:b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</a:b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운영 검증 및 고도화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9673667"/>
                  </a:ext>
                </a:extLst>
              </a:tr>
              <a:tr h="231605"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3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로직 통합 검증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  <a:p>
                      <a:pPr marL="0" algn="l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로직 운영 검증</a:t>
                      </a:r>
                      <a:r>
                        <a:rPr lang="en-US" altLang="ko-KR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(</a:t>
                      </a:r>
                      <a:r>
                        <a:rPr 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MI2)</a:t>
                      </a: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0721586"/>
                  </a:ext>
                </a:extLst>
              </a:tr>
              <a:tr h="347408"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en-US" sz="900" b="1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4</a:t>
                      </a:r>
                      <a:endParaRPr lang="en-US" altLang="ko-KR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  <a:cs typeface="Microsoft GothicNeo"/>
                        </a:rPr>
                        <a:t>불량 항목에 대한 </a:t>
                      </a:r>
                      <a:r>
                        <a:rPr lang="en-US" sz="900" kern="120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  <a:cs typeface="Microsoft GothicNeo"/>
                        </a:rPr>
                        <a:t>CTP/CTQ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  <a:cs typeface="Microsoft GothicNeo"/>
                        </a:rPr>
                        <a:t>인자 영향도 분석을 통한 자동보정 방안 추가 검토</a:t>
                      </a:r>
                      <a:endParaRPr lang="ko-KR" altLang="en-US" sz="900">
                        <a:effectLst/>
                        <a:latin typeface="Arial Narrow"/>
                        <a:cs typeface="Microsoft GothicNeo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0" hangingPunct="1">
                        <a:buNone/>
                      </a:pPr>
                      <a:r>
                        <a:rPr lang="ko-KR" altLang="en-US" sz="9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　</a:t>
                      </a:r>
                      <a:endParaRPr lang="ko-KR" altLang="en-US" sz="90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20494891"/>
                  </a:ext>
                </a:extLst>
              </a:tr>
            </a:tbl>
          </a:graphicData>
        </a:graphic>
      </p:graphicFrame>
      <p:sp>
        <p:nvSpPr>
          <p:cNvPr id="7" name="Arrow: Pentagon 6" descr="분석">
            <a:extLst>
              <a:ext uri="{FF2B5EF4-FFF2-40B4-BE49-F238E27FC236}">
                <a16:creationId xmlns:a16="http://schemas.microsoft.com/office/drawing/2014/main" id="{E3BFD168-6B53-989F-69A0-229E6E326011}"/>
              </a:ext>
            </a:extLst>
          </p:cNvPr>
          <p:cNvSpPr/>
          <p:nvPr/>
        </p:nvSpPr>
        <p:spPr>
          <a:xfrm>
            <a:off x="4304945" y="5245833"/>
            <a:ext cx="1077173" cy="188177"/>
          </a:xfrm>
          <a:prstGeom prst="homePlate">
            <a:avLst/>
          </a:prstGeom>
          <a:solidFill>
            <a:srgbClr val="CCC1D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solidFill>
                  <a:schemeClr val="tx1"/>
                </a:solidFill>
              </a:rPr>
              <a:t>분석/튜닝/검증</a:t>
            </a:r>
            <a:endParaRPr lang="en-US" sz="900">
              <a:solidFill>
                <a:schemeClr val="tx1"/>
              </a:solidFill>
            </a:endParaRPr>
          </a:p>
        </p:txBody>
      </p:sp>
      <p:sp>
        <p:nvSpPr>
          <p:cNvPr id="11" name="Arrow: Pentagon 10" descr="분석">
            <a:extLst>
              <a:ext uri="{FF2B5EF4-FFF2-40B4-BE49-F238E27FC236}">
                <a16:creationId xmlns:a16="http://schemas.microsoft.com/office/drawing/2014/main" id="{65FC4031-C9E7-4AF5-9125-81748953D6A4}"/>
              </a:ext>
            </a:extLst>
          </p:cNvPr>
          <p:cNvSpPr/>
          <p:nvPr/>
        </p:nvSpPr>
        <p:spPr>
          <a:xfrm>
            <a:off x="4860479" y="5522525"/>
            <a:ext cx="751253" cy="237586"/>
          </a:xfrm>
          <a:prstGeom prst="homePlate">
            <a:avLst/>
          </a:prstGeom>
          <a:solidFill>
            <a:srgbClr val="CCC1D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solidFill>
                  <a:schemeClr val="tx1"/>
                </a:solidFill>
              </a:rPr>
              <a:t>검증/고도화</a:t>
            </a:r>
            <a:endParaRPr lang="en-US" sz="900">
              <a:solidFill>
                <a:schemeClr val="tx1"/>
              </a:solidFill>
            </a:endParaRPr>
          </a:p>
        </p:txBody>
      </p:sp>
      <p:sp>
        <p:nvSpPr>
          <p:cNvPr id="14" name="Arrow: Pentagon 13" descr="분석">
            <a:extLst>
              <a:ext uri="{FF2B5EF4-FFF2-40B4-BE49-F238E27FC236}">
                <a16:creationId xmlns:a16="http://schemas.microsoft.com/office/drawing/2014/main" id="{221163FD-8223-27BE-B5BD-AE2EFF573045}"/>
              </a:ext>
            </a:extLst>
          </p:cNvPr>
          <p:cNvSpPr/>
          <p:nvPr/>
        </p:nvSpPr>
        <p:spPr>
          <a:xfrm>
            <a:off x="5495332" y="5809098"/>
            <a:ext cx="751253" cy="207941"/>
          </a:xfrm>
          <a:prstGeom prst="homePlat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solidFill>
                  <a:schemeClr val="tx1"/>
                </a:solidFill>
              </a:rPr>
              <a:t>통합 검증</a:t>
            </a:r>
          </a:p>
        </p:txBody>
      </p:sp>
      <p:sp>
        <p:nvSpPr>
          <p:cNvPr id="15" name="Arrow: Pentagon 14" descr="분석">
            <a:extLst>
              <a:ext uri="{FF2B5EF4-FFF2-40B4-BE49-F238E27FC236}">
                <a16:creationId xmlns:a16="http://schemas.microsoft.com/office/drawing/2014/main" id="{34EB3A96-34FA-A897-FEF1-14EE2D1F1872}"/>
              </a:ext>
            </a:extLst>
          </p:cNvPr>
          <p:cNvSpPr/>
          <p:nvPr/>
        </p:nvSpPr>
        <p:spPr>
          <a:xfrm>
            <a:off x="6354576" y="5809098"/>
            <a:ext cx="820387" cy="207941"/>
          </a:xfrm>
          <a:prstGeom prst="homePlat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solidFill>
                  <a:schemeClr val="tx1"/>
                </a:solidFill>
              </a:rPr>
              <a:t>적용/운영 검증</a:t>
            </a:r>
          </a:p>
        </p:txBody>
      </p:sp>
      <p:sp>
        <p:nvSpPr>
          <p:cNvPr id="21" name="Arrow: Pentagon 20" descr="분석">
            <a:extLst>
              <a:ext uri="{FF2B5EF4-FFF2-40B4-BE49-F238E27FC236}">
                <a16:creationId xmlns:a16="http://schemas.microsoft.com/office/drawing/2014/main" id="{0498356B-8F5C-9261-4362-AA002622FE72}"/>
              </a:ext>
            </a:extLst>
          </p:cNvPr>
          <p:cNvSpPr/>
          <p:nvPr/>
        </p:nvSpPr>
        <p:spPr>
          <a:xfrm>
            <a:off x="7361966" y="6125317"/>
            <a:ext cx="968531" cy="267231"/>
          </a:xfrm>
          <a:prstGeom prst="homePlat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solidFill>
                  <a:schemeClr val="tx1"/>
                </a:solidFill>
              </a:rPr>
              <a:t>추가 개발 및 적용</a:t>
            </a:r>
          </a:p>
        </p:txBody>
      </p:sp>
    </p:spTree>
    <p:extLst>
      <p:ext uri="{BB962C8B-B14F-4D97-AF65-F5344CB8AC3E}">
        <p14:creationId xmlns:p14="http://schemas.microsoft.com/office/powerpoint/2010/main" val="2889583951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0C0A994-B637-D4A1-9A38-CC2E941FF75C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cs typeface="Malgun Gothic Semilight" panose="020B0502040204020203" pitchFamily="50" charset="-127"/>
              </a:rPr>
              <a:t>MC</a:t>
            </a:r>
            <a:r>
              <a:rPr lang="ko-KR" altLang="en-US" sz="1800">
                <a:cs typeface="Malgun Gothic Semilight" panose="020B0502040204020203" pitchFamily="50" charset="-127"/>
              </a:rPr>
              <a:t>자동보정팀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8EC3C7D7-AD0B-9B57-5F2B-5EAC8A565DFA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771161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Tab Torn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이슈 개선을 위한 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Plus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미스매치 기능 개발</a:t>
            </a:r>
          </a:p>
        </p:txBody>
      </p:sp>
      <p:graphicFrame>
        <p:nvGraphicFramePr>
          <p:cNvPr id="4" name="표 1">
            <a:extLst>
              <a:ext uri="{FF2B5EF4-FFF2-40B4-BE49-F238E27FC236}">
                <a16:creationId xmlns:a16="http://schemas.microsoft.com/office/drawing/2014/main" id="{EB5481E2-6FB4-4FB7-EF5D-7D9B040C6E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9790290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7607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771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  <a:endParaRPr lang="ko-KR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Plus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미스매치 개발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WA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전 모델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&amp; GM1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최창락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2369CE85-B89B-6E4A-6281-356F875EAE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3308972"/>
              </p:ext>
            </p:extLst>
          </p:nvPr>
        </p:nvGraphicFramePr>
        <p:xfrm>
          <a:off x="1411288" y="1085530"/>
          <a:ext cx="7257223" cy="60689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8647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278576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18292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LG Smart_H Regular"/>
                        </a:rPr>
                        <a:t>금주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(W51) 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양극 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3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호기 테스트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(12/12)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 결과 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Plus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 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MM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 관리 되었으며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,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 해당 호기 대상 지속 사용 예정으로 법인에게 전달받았습니다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(12/12)</a:t>
                      </a:r>
                      <a:endParaRPr lang="en-US" altLang="ko-KR" sz="900" b="0">
                        <a:solidFill>
                          <a:srgbClr val="2828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11856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3202201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계획</a:t>
                      </a:r>
                      <a:r>
                        <a:rPr lang="en-US" altLang="ko-KR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r>
                        <a:rPr lang="en-US" altLang="ko-KR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배경</a:t>
                      </a:r>
                      <a:r>
                        <a:rPr lang="en-US" altLang="ko-KR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>
                        <a:lnSpc>
                          <a:spcPts val="1100"/>
                        </a:lnSpc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- (WA) Tab Torn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이슈로 인해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코터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자동보정 활용률이 저하되었으며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이에 해당 이슈를 개선하고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코터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자동보정 활용률을 높이기 위해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Plus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미스매치 기능 개발을 진행하겠습니다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* Plus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미스매치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Top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의 유지부폭보다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Back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유지부폭을 작게 생산하여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미스매치가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‘+’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 양산되는 형태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*</a:t>
                      </a:r>
                      <a: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Tab Torn : </a:t>
                      </a:r>
                      <a:r>
                        <a:rPr lang="ko-KR" altLang="en-US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얇은 금속 </a:t>
                      </a:r>
                      <a: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Foil</a:t>
                      </a:r>
                      <a:r>
                        <a:rPr lang="ko-KR" altLang="en-US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 찢어지거나 손상되어 전기 저항이 비정상적으로 증가하는 현상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상세</a:t>
                      </a:r>
                      <a:r>
                        <a:rPr lang="en-US" altLang="ko-KR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  <a:br>
                        <a:rPr lang="en-US" altLang="ko-KR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①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CPC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단독 제어를 위한 미스매치 케이스 검토 → 결과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기존 로직은 적용할 수 없어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+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미스매치용 전용 로직 개발 필요합니다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그림과 같이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슬러리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코팅부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양 끝단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4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부분의 미스매치가 있고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각 미스매치의 크기 종류가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4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(0.1~0.4)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 발생 가능한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미스매치 케이스는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4×4×4×4 = 256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개이고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 케이스에 대해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CPC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로직이 정상적으로 사용 가능한지 검증하였습니다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결과로 적용불가 케이스가 도출되었고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이에 대응하기 위해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+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미스매치 타겟 기반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CPC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제어 컨셉을 도출하여 검증 중입니다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(~10/30)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e.g.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미스매치가 관리 범위 내이나 특정 미스매치가 타이트한 상태이고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(0.1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정도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다른 미스매치가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0.3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인경우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0.3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의 품질 개선을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위해 제어가 들어가면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0.1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은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-0.1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 되는 경우 발생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기존에는 정상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. </a:t>
                      </a:r>
                      <a:endParaRPr lang="en-US" altLang="ko-KR" sz="900" b="1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7A09189-3112-656C-AD07-D2D881F7CDA1}"/>
              </a:ext>
            </a:extLst>
          </p:cNvPr>
          <p:cNvSpPr txBox="1"/>
          <p:nvPr/>
        </p:nvSpPr>
        <p:spPr>
          <a:xfrm>
            <a:off x="8162352" y="332405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lvl="0">
              <a:defRPr/>
            </a:pP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12/17(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17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9" name="내용 개체 틀 20">
            <a:hlinkClick r:id="rId3" action="ppaction://hlinksldjump"/>
            <a:extLst>
              <a:ext uri="{FF2B5EF4-FFF2-40B4-BE49-F238E27FC236}">
                <a16:creationId xmlns:a16="http://schemas.microsoft.com/office/drawing/2014/main" id="{CC04C160-6A3A-C4A5-A914-966474D791DC}"/>
              </a:ext>
            </a:extLst>
          </p:cNvPr>
          <p:cNvSpPr txBox="1">
            <a:spLocks/>
          </p:cNvSpPr>
          <p:nvPr/>
        </p:nvSpPr>
        <p:spPr>
          <a:xfrm>
            <a:off x="8174157" y="163128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0"/>
              </a:spcBef>
              <a:defRPr/>
            </a:pP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최창락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S</a:t>
            </a:r>
            <a:endParaRPr lang="ko-KR" altLang="en-US" sz="11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1765855-F18F-CC58-3F49-0936A3AF8F30}"/>
              </a:ext>
            </a:extLst>
          </p:cNvPr>
          <p:cNvSpPr txBox="1"/>
          <p:nvPr/>
        </p:nvSpPr>
        <p:spPr>
          <a:xfrm>
            <a:off x="1389381" y="1652007"/>
            <a:ext cx="1006178" cy="253916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algn="ctr"/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계획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1543734-AC85-5E9B-BA67-60A7008E2A63}"/>
              </a:ext>
            </a:extLst>
          </p:cNvPr>
          <p:cNvSpPr txBox="1"/>
          <p:nvPr/>
        </p:nvSpPr>
        <p:spPr>
          <a:xfrm>
            <a:off x="1471371" y="4493018"/>
            <a:ext cx="842198" cy="253916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algn="ctr"/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 상세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2DC14B50-4CC0-4C72-8028-04C936DF639C}"/>
              </a:ext>
            </a:extLst>
          </p:cNvPr>
          <p:cNvSpPr txBox="1"/>
          <p:nvPr/>
        </p:nvSpPr>
        <p:spPr>
          <a:xfrm>
            <a:off x="3560698" y="3128241"/>
            <a:ext cx="144270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0.0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473DA0E-15FB-4888-BE41-996DDC2780E1}"/>
              </a:ext>
            </a:extLst>
          </p:cNvPr>
          <p:cNvSpPr txBox="1"/>
          <p:nvPr/>
        </p:nvSpPr>
        <p:spPr>
          <a:xfrm>
            <a:off x="5480723" y="3128241"/>
            <a:ext cx="144270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0.0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E40C5142-5C33-467F-A14C-3EEE51DBECB9}"/>
              </a:ext>
            </a:extLst>
          </p:cNvPr>
          <p:cNvSpPr txBox="1"/>
          <p:nvPr/>
        </p:nvSpPr>
        <p:spPr>
          <a:xfrm>
            <a:off x="7964794" y="3128241"/>
            <a:ext cx="144270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0.0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87006557-1561-4B06-93E2-6841C3F97876}"/>
              </a:ext>
            </a:extLst>
          </p:cNvPr>
          <p:cNvGrpSpPr/>
          <p:nvPr/>
        </p:nvGrpSpPr>
        <p:grpSpPr>
          <a:xfrm>
            <a:off x="3263077" y="3296673"/>
            <a:ext cx="5197678" cy="196721"/>
            <a:chOff x="2139291" y="1155194"/>
            <a:chExt cx="5197678" cy="196721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CB227FAA-E1D2-494B-A834-1359C8B537EF}"/>
                </a:ext>
              </a:extLst>
            </p:cNvPr>
            <p:cNvSpPr/>
            <p:nvPr/>
          </p:nvSpPr>
          <p:spPr>
            <a:xfrm>
              <a:off x="4968189" y="1155802"/>
              <a:ext cx="1920026" cy="7588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>
                <a:ea typeface="LG스마트체 Regular" panose="020B0600000101010101" pitchFamily="50" charset="-127"/>
              </a:endParaRP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15F87841-5610-404F-BA55-03FBB7391BF9}"/>
                </a:ext>
              </a:extLst>
            </p:cNvPr>
            <p:cNvSpPr/>
            <p:nvPr/>
          </p:nvSpPr>
          <p:spPr>
            <a:xfrm>
              <a:off x="4968189" y="1280629"/>
              <a:ext cx="1920026" cy="7128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>
                <a:ea typeface="LG스마트체 Regular" panose="020B0600000101010101" pitchFamily="50" charset="-127"/>
              </a:endParaRPr>
            </a:p>
          </p:txBody>
        </p:sp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4277E96A-15C8-4486-9894-2DC8178C12D4}"/>
                </a:ext>
              </a:extLst>
            </p:cNvPr>
            <p:cNvGrpSpPr/>
            <p:nvPr/>
          </p:nvGrpSpPr>
          <p:grpSpPr>
            <a:xfrm>
              <a:off x="2139291" y="1155194"/>
              <a:ext cx="5197678" cy="179089"/>
              <a:chOff x="2306824" y="3769043"/>
              <a:chExt cx="5197678" cy="179089"/>
            </a:xfrm>
          </p:grpSpPr>
          <p:sp>
            <p:nvSpPr>
              <p:cNvPr id="42" name="직사각형 41">
                <a:extLst>
                  <a:ext uri="{FF2B5EF4-FFF2-40B4-BE49-F238E27FC236}">
                    <a16:creationId xmlns:a16="http://schemas.microsoft.com/office/drawing/2014/main" id="{24CC0E9F-6E12-4E0A-A608-548C2062E665}"/>
                  </a:ext>
                </a:extLst>
              </p:cNvPr>
              <p:cNvSpPr/>
              <p:nvPr/>
            </p:nvSpPr>
            <p:spPr>
              <a:xfrm>
                <a:off x="2676580" y="3769043"/>
                <a:ext cx="1920025" cy="71287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100">
                  <a:ea typeface="LG스마트체 Regular" panose="020B0600000101010101" pitchFamily="50" charset="-127"/>
                </a:endParaRPr>
              </a:p>
            </p:txBody>
          </p:sp>
          <p:grpSp>
            <p:nvGrpSpPr>
              <p:cNvPr id="43" name="그룹 42">
                <a:extLst>
                  <a:ext uri="{FF2B5EF4-FFF2-40B4-BE49-F238E27FC236}">
                    <a16:creationId xmlns:a16="http://schemas.microsoft.com/office/drawing/2014/main" id="{2A8FC408-49C7-4C7F-A147-1FA9B1517F8B}"/>
                  </a:ext>
                </a:extLst>
              </p:cNvPr>
              <p:cNvGrpSpPr/>
              <p:nvPr/>
            </p:nvGrpSpPr>
            <p:grpSpPr>
              <a:xfrm>
                <a:off x="2306824" y="3839039"/>
                <a:ext cx="5197678" cy="109093"/>
                <a:chOff x="1006634" y="5858274"/>
                <a:chExt cx="6918108" cy="145197"/>
              </a:xfrm>
            </p:grpSpPr>
            <p:sp>
              <p:nvSpPr>
                <p:cNvPr id="44" name="직사각형 43">
                  <a:extLst>
                    <a:ext uri="{FF2B5EF4-FFF2-40B4-BE49-F238E27FC236}">
                      <a16:creationId xmlns:a16="http://schemas.microsoft.com/office/drawing/2014/main" id="{249FB327-4D85-404F-9050-CB18EA3B1A4F}"/>
                    </a:ext>
                  </a:extLst>
                </p:cNvPr>
                <p:cNvSpPr/>
                <p:nvPr/>
              </p:nvSpPr>
              <p:spPr>
                <a:xfrm>
                  <a:off x="1006634" y="5858274"/>
                  <a:ext cx="6918108" cy="60851"/>
                </a:xfrm>
                <a:prstGeom prst="rect">
                  <a:avLst/>
                </a:prstGeom>
                <a:solidFill>
                  <a:srgbClr val="FFC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100"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45" name="직사각형 44">
                  <a:extLst>
                    <a:ext uri="{FF2B5EF4-FFF2-40B4-BE49-F238E27FC236}">
                      <a16:creationId xmlns:a16="http://schemas.microsoft.com/office/drawing/2014/main" id="{0FEB2A85-9AB9-4CE8-97DE-0A5E886D089C}"/>
                    </a:ext>
                  </a:extLst>
                </p:cNvPr>
                <p:cNvSpPr/>
                <p:nvPr/>
              </p:nvSpPr>
              <p:spPr>
                <a:xfrm>
                  <a:off x="1498779" y="5926126"/>
                  <a:ext cx="2555553" cy="77345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100">
                    <a:ea typeface="LG스마트체 Regular" panose="020B0600000101010101" pitchFamily="50" charset="-127"/>
                  </a:endParaRPr>
                </a:p>
              </p:txBody>
            </p:sp>
          </p:grpSp>
        </p:grp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F1584B5C-7ED6-4890-8C02-B3D9F282DED2}"/>
              </a:ext>
            </a:extLst>
          </p:cNvPr>
          <p:cNvSpPr txBox="1"/>
          <p:nvPr/>
        </p:nvSpPr>
        <p:spPr>
          <a:xfrm>
            <a:off x="6019840" y="3128241"/>
            <a:ext cx="144270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0.0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E3243044-0413-4FEF-9E20-56421BC9B79A}"/>
              </a:ext>
            </a:extLst>
          </p:cNvPr>
          <p:cNvSpPr txBox="1"/>
          <p:nvPr/>
        </p:nvSpPr>
        <p:spPr>
          <a:xfrm>
            <a:off x="3277684" y="3177763"/>
            <a:ext cx="179536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Top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C32DDC3A-0E09-47E6-85D7-401951A71662}"/>
              </a:ext>
            </a:extLst>
          </p:cNvPr>
          <p:cNvSpPr txBox="1"/>
          <p:nvPr/>
        </p:nvSpPr>
        <p:spPr>
          <a:xfrm>
            <a:off x="3273014" y="3416450"/>
            <a:ext cx="23403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Back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BC6CE38A-6CD1-41B7-BE3B-AF9D6B891732}"/>
              </a:ext>
            </a:extLst>
          </p:cNvPr>
          <p:cNvSpPr txBox="1"/>
          <p:nvPr/>
        </p:nvSpPr>
        <p:spPr>
          <a:xfrm>
            <a:off x="6091975" y="3508506"/>
            <a:ext cx="184665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관리 범위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: Control Range: ± 0.4 mm 	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97F48B-D295-4168-82FE-C1E2510C713A}"/>
              </a:ext>
            </a:extLst>
          </p:cNvPr>
          <p:cNvSpPr txBox="1"/>
          <p:nvPr/>
        </p:nvSpPr>
        <p:spPr>
          <a:xfrm>
            <a:off x="3628514" y="3508506"/>
            <a:ext cx="184665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스펙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: Mismatch Spec: ± 0.8 mm 	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6151C0E9-8273-4CCF-8549-868E9E3E56F4}"/>
              </a:ext>
            </a:extLst>
          </p:cNvPr>
          <p:cNvGrpSpPr/>
          <p:nvPr/>
        </p:nvGrpSpPr>
        <p:grpSpPr>
          <a:xfrm>
            <a:off x="3263077" y="3945127"/>
            <a:ext cx="5197678" cy="179656"/>
            <a:chOff x="2139291" y="1155194"/>
            <a:chExt cx="5197678" cy="179656"/>
          </a:xfrm>
        </p:grpSpPr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A53BC30E-A896-4773-9357-DCD32557992A}"/>
                </a:ext>
              </a:extLst>
            </p:cNvPr>
            <p:cNvSpPr/>
            <p:nvPr/>
          </p:nvSpPr>
          <p:spPr>
            <a:xfrm>
              <a:off x="4968189" y="1155802"/>
              <a:ext cx="1920026" cy="7588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>
                <a:ea typeface="LG스마트체 Regular" panose="020B0600000101010101" pitchFamily="50" charset="-127"/>
              </a:endParaRP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5A62D73F-02B1-4F71-A49E-473E4A4F7429}"/>
                </a:ext>
              </a:extLst>
            </p:cNvPr>
            <p:cNvSpPr/>
            <p:nvPr/>
          </p:nvSpPr>
          <p:spPr>
            <a:xfrm>
              <a:off x="5199631" y="1268141"/>
              <a:ext cx="1470138" cy="6670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>
                <a:ea typeface="LG스마트체 Regular" panose="020B0600000101010101" pitchFamily="50" charset="-127"/>
              </a:endParaRPr>
            </a:p>
          </p:txBody>
        </p:sp>
        <p:grpSp>
          <p:nvGrpSpPr>
            <p:cNvPr id="54" name="그룹 53">
              <a:extLst>
                <a:ext uri="{FF2B5EF4-FFF2-40B4-BE49-F238E27FC236}">
                  <a16:creationId xmlns:a16="http://schemas.microsoft.com/office/drawing/2014/main" id="{D6839BB6-2175-4114-938D-C28DB10A639B}"/>
                </a:ext>
              </a:extLst>
            </p:cNvPr>
            <p:cNvGrpSpPr/>
            <p:nvPr/>
          </p:nvGrpSpPr>
          <p:grpSpPr>
            <a:xfrm>
              <a:off x="2139291" y="1155194"/>
              <a:ext cx="5197678" cy="179656"/>
              <a:chOff x="2306824" y="3769043"/>
              <a:chExt cx="5197678" cy="179656"/>
            </a:xfrm>
          </p:grpSpPr>
          <p:sp>
            <p:nvSpPr>
              <p:cNvPr id="55" name="직사각형 54">
                <a:extLst>
                  <a:ext uri="{FF2B5EF4-FFF2-40B4-BE49-F238E27FC236}">
                    <a16:creationId xmlns:a16="http://schemas.microsoft.com/office/drawing/2014/main" id="{89E4D3B3-9D46-46E7-87D5-7EBA206B65D2}"/>
                  </a:ext>
                </a:extLst>
              </p:cNvPr>
              <p:cNvSpPr/>
              <p:nvPr/>
            </p:nvSpPr>
            <p:spPr>
              <a:xfrm>
                <a:off x="2676580" y="3769043"/>
                <a:ext cx="1920025" cy="71287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100">
                  <a:ea typeface="LG스마트체 Regular" panose="020B0600000101010101" pitchFamily="50" charset="-127"/>
                </a:endParaRPr>
              </a:p>
            </p:txBody>
          </p:sp>
          <p:grpSp>
            <p:nvGrpSpPr>
              <p:cNvPr id="56" name="그룹 55">
                <a:extLst>
                  <a:ext uri="{FF2B5EF4-FFF2-40B4-BE49-F238E27FC236}">
                    <a16:creationId xmlns:a16="http://schemas.microsoft.com/office/drawing/2014/main" id="{535CA58E-1E2E-4874-9D4B-EADDD7F21CEC}"/>
                  </a:ext>
                </a:extLst>
              </p:cNvPr>
              <p:cNvGrpSpPr/>
              <p:nvPr/>
            </p:nvGrpSpPr>
            <p:grpSpPr>
              <a:xfrm>
                <a:off x="2306824" y="3838942"/>
                <a:ext cx="5197678" cy="109757"/>
                <a:chOff x="1006634" y="5858274"/>
                <a:chExt cx="6918108" cy="146084"/>
              </a:xfrm>
            </p:grpSpPr>
            <p:sp>
              <p:nvSpPr>
                <p:cNvPr id="57" name="직사각형 56">
                  <a:extLst>
                    <a:ext uri="{FF2B5EF4-FFF2-40B4-BE49-F238E27FC236}">
                      <a16:creationId xmlns:a16="http://schemas.microsoft.com/office/drawing/2014/main" id="{B037E3A8-47E2-42AC-A406-29703DB527CB}"/>
                    </a:ext>
                  </a:extLst>
                </p:cNvPr>
                <p:cNvSpPr/>
                <p:nvPr/>
              </p:nvSpPr>
              <p:spPr>
                <a:xfrm>
                  <a:off x="1006634" y="5858274"/>
                  <a:ext cx="6918108" cy="60851"/>
                </a:xfrm>
                <a:prstGeom prst="rect">
                  <a:avLst/>
                </a:prstGeom>
                <a:solidFill>
                  <a:srgbClr val="FFC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100"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58" name="직사각형 57">
                  <a:extLst>
                    <a:ext uri="{FF2B5EF4-FFF2-40B4-BE49-F238E27FC236}">
                      <a16:creationId xmlns:a16="http://schemas.microsoft.com/office/drawing/2014/main" id="{FCA4B9FE-51A8-4165-B7D2-CFE23C628283}"/>
                    </a:ext>
                  </a:extLst>
                </p:cNvPr>
                <p:cNvSpPr/>
                <p:nvPr/>
              </p:nvSpPr>
              <p:spPr>
                <a:xfrm>
                  <a:off x="1805358" y="5909478"/>
                  <a:ext cx="1956753" cy="94880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100">
                    <a:ea typeface="LG스마트체 Regular" panose="020B0600000101010101" pitchFamily="50" charset="-127"/>
                  </a:endParaRPr>
                </a:p>
              </p:txBody>
            </p:sp>
          </p:grpSp>
        </p:grp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AFC1DB5F-F29F-4FAA-B48F-02D7A8B7A6B5}"/>
              </a:ext>
            </a:extLst>
          </p:cNvPr>
          <p:cNvSpPr txBox="1"/>
          <p:nvPr/>
        </p:nvSpPr>
        <p:spPr>
          <a:xfrm>
            <a:off x="3587518" y="3761588"/>
            <a:ext cx="20518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+0.2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925D6A7-78FC-4205-B808-212AC8B07179}"/>
              </a:ext>
            </a:extLst>
          </p:cNvPr>
          <p:cNvSpPr txBox="1"/>
          <p:nvPr/>
        </p:nvSpPr>
        <p:spPr>
          <a:xfrm>
            <a:off x="5408740" y="3761588"/>
            <a:ext cx="20518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+0.2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D8950D44-870F-4183-A76D-3E56ACC31DCC}"/>
              </a:ext>
            </a:extLst>
          </p:cNvPr>
          <p:cNvSpPr txBox="1"/>
          <p:nvPr/>
        </p:nvSpPr>
        <p:spPr>
          <a:xfrm>
            <a:off x="7879644" y="3761588"/>
            <a:ext cx="20518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+0.2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507EB5A1-E75F-48E2-A420-1FB33B676D5B}"/>
              </a:ext>
            </a:extLst>
          </p:cNvPr>
          <p:cNvSpPr txBox="1"/>
          <p:nvPr/>
        </p:nvSpPr>
        <p:spPr>
          <a:xfrm>
            <a:off x="6046660" y="3761588"/>
            <a:ext cx="20518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+0.2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8CD3C312-E9E1-44D8-9A78-CACE4BB6CC2D}"/>
              </a:ext>
            </a:extLst>
          </p:cNvPr>
          <p:cNvSpPr txBox="1"/>
          <p:nvPr/>
        </p:nvSpPr>
        <p:spPr>
          <a:xfrm>
            <a:off x="6091975" y="4139081"/>
            <a:ext cx="184665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관리 범위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Control Range: + 0.0 ~ 0.4 mm 	</a:t>
            </a:r>
            <a:endParaRPr lang="ko-KR" altLang="en-US" sz="9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CC6B4D3C-9912-479E-BF33-D7A44BFABE59}"/>
              </a:ext>
            </a:extLst>
          </p:cNvPr>
          <p:cNvSpPr txBox="1"/>
          <p:nvPr/>
        </p:nvSpPr>
        <p:spPr>
          <a:xfrm>
            <a:off x="3628514" y="4139081"/>
            <a:ext cx="184665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스펙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: Mismatch Spec: ± 0.8 mm 	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DB4917B6-B879-4936-A4AD-84D96512950B}"/>
              </a:ext>
            </a:extLst>
          </p:cNvPr>
          <p:cNvSpPr txBox="1"/>
          <p:nvPr/>
        </p:nvSpPr>
        <p:spPr>
          <a:xfrm>
            <a:off x="3277684" y="3839466"/>
            <a:ext cx="179536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Top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7C78234-98F5-472C-832A-3EA6422F5F26}"/>
              </a:ext>
            </a:extLst>
          </p:cNvPr>
          <p:cNvSpPr txBox="1"/>
          <p:nvPr/>
        </p:nvSpPr>
        <p:spPr>
          <a:xfrm>
            <a:off x="3273014" y="4078153"/>
            <a:ext cx="23403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Back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85348640-EB22-47AA-A6A7-EE08ECED6E79}"/>
              </a:ext>
            </a:extLst>
          </p:cNvPr>
          <p:cNvSpPr txBox="1"/>
          <p:nvPr/>
        </p:nvSpPr>
        <p:spPr>
          <a:xfrm>
            <a:off x="2663498" y="3256726"/>
            <a:ext cx="778205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As was: </a:t>
            </a:r>
            <a:endParaRPr lang="ko-KR" altLang="en-US" sz="12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111C9B39-6AB9-41CB-9594-C9679D1772DD}"/>
              </a:ext>
            </a:extLst>
          </p:cNvPr>
          <p:cNvSpPr txBox="1"/>
          <p:nvPr/>
        </p:nvSpPr>
        <p:spPr>
          <a:xfrm>
            <a:off x="2663498" y="3935226"/>
            <a:ext cx="655103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To</a:t>
            </a:r>
            <a:r>
              <a:rPr lang="ko-KR" altLang="en-US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</a:rPr>
              <a:t>be: </a:t>
            </a:r>
            <a:endParaRPr lang="ko-KR" altLang="en-US" sz="12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9" name="화살표: 아래쪽 68">
            <a:extLst>
              <a:ext uri="{FF2B5EF4-FFF2-40B4-BE49-F238E27FC236}">
                <a16:creationId xmlns:a16="http://schemas.microsoft.com/office/drawing/2014/main" id="{0826B3E0-5D14-4373-8A50-C02C0BAC1722}"/>
              </a:ext>
            </a:extLst>
          </p:cNvPr>
          <p:cNvSpPr/>
          <p:nvPr/>
        </p:nvSpPr>
        <p:spPr>
          <a:xfrm>
            <a:off x="2663498" y="3510191"/>
            <a:ext cx="141580" cy="357133"/>
          </a:xfrm>
          <a:prstGeom prst="downArrow">
            <a:avLst/>
          </a:prstGeom>
          <a:solidFill>
            <a:schemeClr val="tx1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/>
            <a:endParaRPr lang="ko-KR" altLang="en-US" sz="7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3A320BC-880A-2B41-F48D-23860D4334FC}"/>
              </a:ext>
            </a:extLst>
          </p:cNvPr>
          <p:cNvSpPr txBox="1"/>
          <p:nvPr/>
        </p:nvSpPr>
        <p:spPr>
          <a:xfrm>
            <a:off x="3764415" y="3128241"/>
            <a:ext cx="657231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미스매치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#01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C561A83-E562-E556-E404-9CBF6A7A37F1}"/>
              </a:ext>
            </a:extLst>
          </p:cNvPr>
          <p:cNvSpPr txBox="1"/>
          <p:nvPr/>
        </p:nvSpPr>
        <p:spPr>
          <a:xfrm>
            <a:off x="5038540" y="3128241"/>
            <a:ext cx="378309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mm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#02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B6600AD-953D-5302-A31E-1797282968D9}"/>
              </a:ext>
            </a:extLst>
          </p:cNvPr>
          <p:cNvSpPr txBox="1"/>
          <p:nvPr/>
        </p:nvSpPr>
        <p:spPr>
          <a:xfrm>
            <a:off x="6216451" y="3128241"/>
            <a:ext cx="378309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mm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#03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3843E63-7253-0D6C-64C2-5E811AA08374}"/>
              </a:ext>
            </a:extLst>
          </p:cNvPr>
          <p:cNvSpPr txBox="1"/>
          <p:nvPr/>
        </p:nvSpPr>
        <p:spPr>
          <a:xfrm>
            <a:off x="7502214" y="3128241"/>
            <a:ext cx="378309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mm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#04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1A3C1495-B443-4507-9798-9DA13CAE16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9095506"/>
              </p:ext>
            </p:extLst>
          </p:nvPr>
        </p:nvGraphicFramePr>
        <p:xfrm>
          <a:off x="2890583" y="1707780"/>
          <a:ext cx="4553777" cy="50053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77160">
                  <a:extLst>
                    <a:ext uri="{9D8B030D-6E8A-4147-A177-3AD203B41FA5}">
                      <a16:colId xmlns:a16="http://schemas.microsoft.com/office/drawing/2014/main" val="3302840277"/>
                    </a:ext>
                  </a:extLst>
                </a:gridCol>
                <a:gridCol w="767290">
                  <a:extLst>
                    <a:ext uri="{9D8B030D-6E8A-4147-A177-3AD203B41FA5}">
                      <a16:colId xmlns:a16="http://schemas.microsoft.com/office/drawing/2014/main" val="4047015817"/>
                    </a:ext>
                  </a:extLst>
                </a:gridCol>
                <a:gridCol w="610001">
                  <a:extLst>
                    <a:ext uri="{9D8B030D-6E8A-4147-A177-3AD203B41FA5}">
                      <a16:colId xmlns:a16="http://schemas.microsoft.com/office/drawing/2014/main" val="4082100124"/>
                    </a:ext>
                  </a:extLst>
                </a:gridCol>
                <a:gridCol w="859658">
                  <a:extLst>
                    <a:ext uri="{9D8B030D-6E8A-4147-A177-3AD203B41FA5}">
                      <a16:colId xmlns:a16="http://schemas.microsoft.com/office/drawing/2014/main" val="2194900971"/>
                    </a:ext>
                  </a:extLst>
                </a:gridCol>
                <a:gridCol w="590004">
                  <a:extLst>
                    <a:ext uri="{9D8B030D-6E8A-4147-A177-3AD203B41FA5}">
                      <a16:colId xmlns:a16="http://schemas.microsoft.com/office/drawing/2014/main" val="1753914770"/>
                    </a:ext>
                  </a:extLst>
                </a:gridCol>
                <a:gridCol w="724832">
                  <a:extLst>
                    <a:ext uri="{9D8B030D-6E8A-4147-A177-3AD203B41FA5}">
                      <a16:colId xmlns:a16="http://schemas.microsoft.com/office/drawing/2014/main" val="2016125406"/>
                    </a:ext>
                  </a:extLst>
                </a:gridCol>
                <a:gridCol w="724832">
                  <a:extLst>
                    <a:ext uri="{9D8B030D-6E8A-4147-A177-3AD203B41FA5}">
                      <a16:colId xmlns:a16="http://schemas.microsoft.com/office/drawing/2014/main" val="1594852812"/>
                    </a:ext>
                  </a:extLst>
                </a:gridCol>
              </a:tblGrid>
              <a:tr h="128345">
                <a:tc rowSpan="2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구분</a:t>
                      </a:r>
                      <a:endParaRPr lang="ko-KR" altLang="en-US" baseline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b="0" i="0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  <a:cs typeface="+mn-cs"/>
                        </a:rPr>
                        <a:t>개발 단계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rtl="0" eaLnBrk="1" fontAlgn="ctr" latinLnBrk="1" hangingPunct="1"/>
                      <a:endParaRPr lang="ko-KR" altLang="en-US" sz="800" b="0" i="0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rtl="0" eaLnBrk="1" fontAlgn="ctr" latinLnBrk="1" hangingPunct="1"/>
                      <a:endParaRPr lang="ko-KR" altLang="en-US" sz="800" b="0" i="0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rtl="0" eaLnBrk="1" fontAlgn="ctr" latinLnBrk="1" hangingPunct="1"/>
                      <a:endParaRPr lang="ko-KR" altLang="en-US" sz="800" b="0" i="0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rtl="0" eaLnBrk="1" fontAlgn="ctr" latinLnBrk="1" hangingPunct="1"/>
                      <a:endParaRPr lang="ko-KR" altLang="en-US" sz="800" b="0" i="0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b="0" i="0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  <a:cs typeface="+mn-cs"/>
                        </a:rPr>
                        <a:t>적용 검증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943302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내용 및 컨셉 검토</a:t>
                      </a:r>
                      <a:endParaRPr lang="ko-KR" altLang="en-US" baseline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b="0" i="0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케이스 검토</a:t>
                      </a:r>
                      <a:endParaRPr lang="ko-KR" altLang="en-US" baseline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b="0" i="0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로직 및 코드 개발</a:t>
                      </a:r>
                      <a:endParaRPr lang="ko-KR" altLang="en-US" baseline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b="0" i="0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시뮬레이션</a:t>
                      </a:r>
                      <a:endParaRPr lang="ko-KR" altLang="en-US" baseline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b="0" i="0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프로그램 완료</a:t>
                      </a:r>
                      <a:endParaRPr lang="ko-KR" altLang="en-US" baseline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0" eaLnBrk="1" fontAlgn="ctr" latinLnBrk="1" hangingPunct="1"/>
                      <a:endParaRPr lang="ko-KR" altLang="en-US" sz="800" baseline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3042111"/>
                  </a:ext>
                </a:extLst>
              </a:tr>
              <a:tr h="128345"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일정</a:t>
                      </a:r>
                      <a:endParaRPr lang="ko-KR" altLang="en-US" baseline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800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~10/29</a:t>
                      </a:r>
                      <a:endParaRPr lang="en-US" altLang="ko-KR" baseline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800" b="0" i="0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~10/30</a:t>
                      </a:r>
                      <a:endParaRPr lang="en-US" altLang="ko-KR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800" b="0" i="0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~11/04</a:t>
                      </a:r>
                      <a:endParaRPr lang="en-US" altLang="ko-KR" baseline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800" b="0" i="0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~11/05</a:t>
                      </a:r>
                      <a:endParaRPr lang="en-US" altLang="ko-KR" baseline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>
                          <a:effectLst/>
                          <a:latin typeface="Arial Narrow" panose="020B0606020202030204" pitchFamily="34" charset="0"/>
                        </a:rPr>
                        <a:t>11/07 </a:t>
                      </a:r>
                      <a:r>
                        <a:rPr lang="ko-KR" altLang="en-US" sz="800" baseline="0">
                          <a:effectLst/>
                          <a:latin typeface="Arial Narrow" panose="020B0606020202030204" pitchFamily="34" charset="0"/>
                        </a:rPr>
                        <a:t>→ </a:t>
                      </a:r>
                      <a:r>
                        <a:rPr lang="en-US" altLang="ko-KR" sz="800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</a:rPr>
                        <a:t>11/17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>
                          <a:effectLst/>
                          <a:latin typeface="Arial Narrow" panose="020B0606020202030204" pitchFamily="34" charset="0"/>
                        </a:rPr>
                        <a:t>‘</a:t>
                      </a:r>
                      <a:r>
                        <a:rPr lang="ko-KR" altLang="en-US" sz="800" baseline="0">
                          <a:effectLst/>
                          <a:latin typeface="Arial Narrow" panose="020B0606020202030204" pitchFamily="34" charset="0"/>
                        </a:rPr>
                        <a:t>법인 논의 후</a:t>
                      </a:r>
                      <a:endParaRPr lang="en-US" altLang="ko-KR" sz="800" baseline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6725785"/>
                  </a:ext>
                </a:extLst>
              </a:tr>
            </a:tbl>
          </a:graphicData>
        </a:graphic>
      </p:graphicFrame>
      <p:sp>
        <p:nvSpPr>
          <p:cNvPr id="71" name="직사각형 70">
            <a:extLst>
              <a:ext uri="{FF2B5EF4-FFF2-40B4-BE49-F238E27FC236}">
                <a16:creationId xmlns:a16="http://schemas.microsoft.com/office/drawing/2014/main" id="{D4F93792-365D-435A-A36E-233F9A380254}"/>
              </a:ext>
            </a:extLst>
          </p:cNvPr>
          <p:cNvSpPr/>
          <p:nvPr/>
        </p:nvSpPr>
        <p:spPr bwMode="auto">
          <a:xfrm>
            <a:off x="2520610" y="3088709"/>
            <a:ext cx="6071616" cy="1217283"/>
          </a:xfrm>
          <a:prstGeom prst="rect">
            <a:avLst/>
          </a:prstGeom>
          <a:noFill/>
          <a:ln w="3175" algn="ctr">
            <a:solidFill>
              <a:schemeClr val="bg1">
                <a:lumMod val="75000"/>
              </a:schemeClr>
            </a:solidFill>
            <a:miter lim="800000"/>
            <a:headEnd/>
            <a:tailEnd/>
          </a:ln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EE306EC5-8BDE-40EF-8CE9-183ED8C8A450}"/>
              </a:ext>
            </a:extLst>
          </p:cNvPr>
          <p:cNvSpPr txBox="1"/>
          <p:nvPr/>
        </p:nvSpPr>
        <p:spPr>
          <a:xfrm>
            <a:off x="1389381" y="2086390"/>
            <a:ext cx="1006178" cy="253916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algn="ctr"/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배경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C690034-1A83-A003-2F4D-EBC0EE1511D2}"/>
              </a:ext>
            </a:extLst>
          </p:cNvPr>
          <p:cNvSpPr/>
          <p:nvPr/>
        </p:nvSpPr>
        <p:spPr>
          <a:xfrm>
            <a:off x="3560697" y="3269303"/>
            <a:ext cx="341201" cy="226377"/>
          </a:xfrm>
          <a:prstGeom prst="rect">
            <a:avLst/>
          </a:prstGeom>
          <a:solidFill>
            <a:srgbClr val="FF0000">
              <a:alpha val="26000"/>
            </a:srgbClr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5617703-D046-BE21-C696-BC374B84313D}"/>
              </a:ext>
            </a:extLst>
          </p:cNvPr>
          <p:cNvSpPr/>
          <p:nvPr/>
        </p:nvSpPr>
        <p:spPr>
          <a:xfrm>
            <a:off x="5290579" y="3269303"/>
            <a:ext cx="341201" cy="226377"/>
          </a:xfrm>
          <a:prstGeom prst="rect">
            <a:avLst/>
          </a:prstGeom>
          <a:solidFill>
            <a:srgbClr val="FF0000">
              <a:alpha val="26000"/>
            </a:srgbClr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9E08380-4763-2164-ED8F-C62956D067F9}"/>
              </a:ext>
            </a:extLst>
          </p:cNvPr>
          <p:cNvSpPr/>
          <p:nvPr/>
        </p:nvSpPr>
        <p:spPr>
          <a:xfrm>
            <a:off x="6004748" y="3269303"/>
            <a:ext cx="341201" cy="226377"/>
          </a:xfrm>
          <a:prstGeom prst="rect">
            <a:avLst/>
          </a:prstGeom>
          <a:solidFill>
            <a:srgbClr val="FF0000">
              <a:alpha val="26000"/>
            </a:srgbClr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27B1FB8-A8B4-9CEA-4F8A-97F79AF16E49}"/>
              </a:ext>
            </a:extLst>
          </p:cNvPr>
          <p:cNvSpPr/>
          <p:nvPr/>
        </p:nvSpPr>
        <p:spPr>
          <a:xfrm>
            <a:off x="7768033" y="3269303"/>
            <a:ext cx="341201" cy="226377"/>
          </a:xfrm>
          <a:prstGeom prst="rect">
            <a:avLst/>
          </a:prstGeom>
          <a:solidFill>
            <a:srgbClr val="FF0000">
              <a:alpha val="26000"/>
            </a:srgbClr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1A9E754-D1AD-D9B8-AC06-8FF6CFBCEDB2}"/>
              </a:ext>
            </a:extLst>
          </p:cNvPr>
          <p:cNvSpPr/>
          <p:nvPr/>
        </p:nvSpPr>
        <p:spPr>
          <a:xfrm>
            <a:off x="3560697" y="3912913"/>
            <a:ext cx="341201" cy="226377"/>
          </a:xfrm>
          <a:prstGeom prst="rect">
            <a:avLst/>
          </a:prstGeom>
          <a:solidFill>
            <a:srgbClr val="FF0000">
              <a:alpha val="26000"/>
            </a:srgbClr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226A415D-534B-3ED8-3FF9-05F68D1FE388}"/>
              </a:ext>
            </a:extLst>
          </p:cNvPr>
          <p:cNvSpPr/>
          <p:nvPr/>
        </p:nvSpPr>
        <p:spPr>
          <a:xfrm>
            <a:off x="5290579" y="3912913"/>
            <a:ext cx="341201" cy="226377"/>
          </a:xfrm>
          <a:prstGeom prst="rect">
            <a:avLst/>
          </a:prstGeom>
          <a:solidFill>
            <a:srgbClr val="FF0000">
              <a:alpha val="26000"/>
            </a:srgbClr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75E4154-1A3E-F80C-F378-D14EA3E3F096}"/>
              </a:ext>
            </a:extLst>
          </p:cNvPr>
          <p:cNvSpPr/>
          <p:nvPr/>
        </p:nvSpPr>
        <p:spPr>
          <a:xfrm>
            <a:off x="6004748" y="3912913"/>
            <a:ext cx="341201" cy="226377"/>
          </a:xfrm>
          <a:prstGeom prst="rect">
            <a:avLst/>
          </a:prstGeom>
          <a:solidFill>
            <a:srgbClr val="FF0000">
              <a:alpha val="26000"/>
            </a:srgbClr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D4905E6-2F51-9DFF-E9A5-07CA2A4A1AA2}"/>
              </a:ext>
            </a:extLst>
          </p:cNvPr>
          <p:cNvSpPr/>
          <p:nvPr/>
        </p:nvSpPr>
        <p:spPr>
          <a:xfrm>
            <a:off x="7768033" y="3926071"/>
            <a:ext cx="341201" cy="226377"/>
          </a:xfrm>
          <a:prstGeom prst="rect">
            <a:avLst/>
          </a:prstGeom>
          <a:solidFill>
            <a:srgbClr val="FF0000">
              <a:alpha val="26000"/>
            </a:srgbClr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40A33AA-DC34-DA15-B2AA-686CE66E13BE}"/>
              </a:ext>
            </a:extLst>
          </p:cNvPr>
          <p:cNvSpPr/>
          <p:nvPr/>
        </p:nvSpPr>
        <p:spPr>
          <a:xfrm>
            <a:off x="6091975" y="5525536"/>
            <a:ext cx="1920026" cy="7588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02BC3F8-9A57-D09B-1AE2-783D3C0BE39F}"/>
              </a:ext>
            </a:extLst>
          </p:cNvPr>
          <p:cNvSpPr/>
          <p:nvPr/>
        </p:nvSpPr>
        <p:spPr>
          <a:xfrm>
            <a:off x="3632833" y="5524928"/>
            <a:ext cx="1920025" cy="7128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C9BC9827-5C06-6799-E8B9-4039C79AC251}"/>
              </a:ext>
            </a:extLst>
          </p:cNvPr>
          <p:cNvSpPr/>
          <p:nvPr/>
        </p:nvSpPr>
        <p:spPr>
          <a:xfrm>
            <a:off x="3263077" y="5594827"/>
            <a:ext cx="5197678" cy="45719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264DE824-D140-F383-D06F-F0F36C66BEAB}"/>
              </a:ext>
            </a:extLst>
          </p:cNvPr>
          <p:cNvSpPr/>
          <p:nvPr/>
        </p:nvSpPr>
        <p:spPr>
          <a:xfrm>
            <a:off x="3704968" y="5633298"/>
            <a:ext cx="1732842" cy="6246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2646B95-3B3E-14F3-B82B-58C9E153AE50}"/>
              </a:ext>
            </a:extLst>
          </p:cNvPr>
          <p:cNvSpPr txBox="1"/>
          <p:nvPr/>
        </p:nvSpPr>
        <p:spPr>
          <a:xfrm>
            <a:off x="3587518" y="5341389"/>
            <a:ext cx="20518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+0.1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6EDBDA5D-F12B-01A7-A77F-CFFEA346F466}"/>
              </a:ext>
            </a:extLst>
          </p:cNvPr>
          <p:cNvSpPr txBox="1"/>
          <p:nvPr/>
        </p:nvSpPr>
        <p:spPr>
          <a:xfrm>
            <a:off x="5408740" y="5341389"/>
            <a:ext cx="20518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+0.1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0A45B7F-27E3-E1CE-A1A8-C6194467A071}"/>
              </a:ext>
            </a:extLst>
          </p:cNvPr>
          <p:cNvSpPr txBox="1"/>
          <p:nvPr/>
        </p:nvSpPr>
        <p:spPr>
          <a:xfrm>
            <a:off x="7879644" y="5341389"/>
            <a:ext cx="262892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+0.35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D02C4DB-F189-655D-D725-3AD080D0DB6C}"/>
              </a:ext>
            </a:extLst>
          </p:cNvPr>
          <p:cNvSpPr txBox="1"/>
          <p:nvPr/>
        </p:nvSpPr>
        <p:spPr>
          <a:xfrm>
            <a:off x="6046660" y="5341389"/>
            <a:ext cx="20518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+0.1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0B66ADB-E32E-6CEF-25C3-A17617B3F950}"/>
              </a:ext>
            </a:extLst>
          </p:cNvPr>
          <p:cNvSpPr txBox="1"/>
          <p:nvPr/>
        </p:nvSpPr>
        <p:spPr>
          <a:xfrm>
            <a:off x="3277684" y="5419267"/>
            <a:ext cx="179536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Top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E8AFCDF9-A3C9-6996-9019-3E69FC5AB66E}"/>
              </a:ext>
            </a:extLst>
          </p:cNvPr>
          <p:cNvSpPr txBox="1"/>
          <p:nvPr/>
        </p:nvSpPr>
        <p:spPr>
          <a:xfrm>
            <a:off x="3273014" y="5657954"/>
            <a:ext cx="23403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Back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EBC0924-0F54-4FDD-8350-14225E3E9F01}"/>
              </a:ext>
            </a:extLst>
          </p:cNvPr>
          <p:cNvSpPr txBox="1"/>
          <p:nvPr/>
        </p:nvSpPr>
        <p:spPr>
          <a:xfrm>
            <a:off x="3273013" y="6343735"/>
            <a:ext cx="5187742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기존 로직의 경우 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0.125mm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만큼 오른쪽으로 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CPC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제어를 하게 되어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붉은색 박스의 두번째 미스매치가 마이너스 미스매치가 됩니다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A0B757F6-85F4-4167-A505-6DE9712F85E0}"/>
              </a:ext>
            </a:extLst>
          </p:cNvPr>
          <p:cNvSpPr/>
          <p:nvPr/>
        </p:nvSpPr>
        <p:spPr>
          <a:xfrm>
            <a:off x="6193664" y="5633298"/>
            <a:ext cx="1575311" cy="6246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6F1A2B03-0182-4CED-95C9-E29211079757}"/>
              </a:ext>
            </a:extLst>
          </p:cNvPr>
          <p:cNvSpPr/>
          <p:nvPr/>
        </p:nvSpPr>
        <p:spPr>
          <a:xfrm>
            <a:off x="6091975" y="5981943"/>
            <a:ext cx="1920026" cy="7588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F64DC9A8-9451-4409-8095-D67AD1D07508}"/>
              </a:ext>
            </a:extLst>
          </p:cNvPr>
          <p:cNvSpPr/>
          <p:nvPr/>
        </p:nvSpPr>
        <p:spPr>
          <a:xfrm>
            <a:off x="3632833" y="5981335"/>
            <a:ext cx="1920025" cy="7128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23D5A089-3107-4339-B19B-8705C43F84B2}"/>
              </a:ext>
            </a:extLst>
          </p:cNvPr>
          <p:cNvSpPr/>
          <p:nvPr/>
        </p:nvSpPr>
        <p:spPr>
          <a:xfrm>
            <a:off x="3263077" y="6051234"/>
            <a:ext cx="5197678" cy="45719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44499AD-4D42-47FE-9DB1-F6E377D30021}"/>
              </a:ext>
            </a:extLst>
          </p:cNvPr>
          <p:cNvSpPr/>
          <p:nvPr/>
        </p:nvSpPr>
        <p:spPr>
          <a:xfrm>
            <a:off x="3834227" y="6089705"/>
            <a:ext cx="1732842" cy="6246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44704D10-69EB-4FFE-83D0-879200248C06}"/>
              </a:ext>
            </a:extLst>
          </p:cNvPr>
          <p:cNvSpPr txBox="1"/>
          <p:nvPr/>
        </p:nvSpPr>
        <p:spPr>
          <a:xfrm>
            <a:off x="3587518" y="5797796"/>
            <a:ext cx="320601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+0.225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A0222421-C0D1-4ED6-9D4C-76E47353E390}"/>
              </a:ext>
            </a:extLst>
          </p:cNvPr>
          <p:cNvSpPr txBox="1"/>
          <p:nvPr/>
        </p:nvSpPr>
        <p:spPr>
          <a:xfrm>
            <a:off x="5408740" y="5797796"/>
            <a:ext cx="23724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solidFill>
                  <a:srgbClr val="C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-0.25</a:t>
            </a:r>
            <a:endParaRPr lang="ko-KR" altLang="en-US" sz="1000">
              <a:solidFill>
                <a:srgbClr val="C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52D17B5D-0023-467B-A533-D073CE53EFDB}"/>
              </a:ext>
            </a:extLst>
          </p:cNvPr>
          <p:cNvSpPr txBox="1"/>
          <p:nvPr/>
        </p:nvSpPr>
        <p:spPr>
          <a:xfrm>
            <a:off x="7881808" y="5797796"/>
            <a:ext cx="349455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+ 0.225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B8212143-5034-452F-9C8E-5EBF8038E971}"/>
              </a:ext>
            </a:extLst>
          </p:cNvPr>
          <p:cNvSpPr txBox="1"/>
          <p:nvPr/>
        </p:nvSpPr>
        <p:spPr>
          <a:xfrm>
            <a:off x="6046660" y="5797796"/>
            <a:ext cx="320601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+0.225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B8FFDA76-2EC1-417F-9AFE-6987C7E05B09}"/>
              </a:ext>
            </a:extLst>
          </p:cNvPr>
          <p:cNvSpPr txBox="1"/>
          <p:nvPr/>
        </p:nvSpPr>
        <p:spPr>
          <a:xfrm>
            <a:off x="3277684" y="5875674"/>
            <a:ext cx="179536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Top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A30AEF5E-DF0B-4F4B-BFA4-D197A676AAB5}"/>
              </a:ext>
            </a:extLst>
          </p:cNvPr>
          <p:cNvSpPr txBox="1"/>
          <p:nvPr/>
        </p:nvSpPr>
        <p:spPr>
          <a:xfrm>
            <a:off x="3273014" y="6114361"/>
            <a:ext cx="23403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Back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56A892F2-FB4E-4F74-B882-D8D36E0C9DE1}"/>
              </a:ext>
            </a:extLst>
          </p:cNvPr>
          <p:cNvSpPr/>
          <p:nvPr/>
        </p:nvSpPr>
        <p:spPr>
          <a:xfrm>
            <a:off x="6290268" y="6089705"/>
            <a:ext cx="1575311" cy="6246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B637BE37-879C-4952-9271-C21C54C2705A}"/>
              </a:ext>
            </a:extLst>
          </p:cNvPr>
          <p:cNvSpPr/>
          <p:nvPr/>
        </p:nvSpPr>
        <p:spPr bwMode="auto">
          <a:xfrm>
            <a:off x="2520610" y="5308312"/>
            <a:ext cx="6071616" cy="1217283"/>
          </a:xfrm>
          <a:prstGeom prst="rect">
            <a:avLst/>
          </a:prstGeom>
          <a:noFill/>
          <a:ln w="3175" algn="ctr">
            <a:solidFill>
              <a:schemeClr val="bg1">
                <a:lumMod val="75000"/>
              </a:schemeClr>
            </a:solidFill>
            <a:miter lim="800000"/>
            <a:headEnd/>
            <a:tailEnd/>
          </a:ln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cxnSp>
        <p:nvCxnSpPr>
          <p:cNvPr id="107" name="직선 화살표 연결선 106">
            <a:extLst>
              <a:ext uri="{FF2B5EF4-FFF2-40B4-BE49-F238E27FC236}">
                <a16:creationId xmlns:a16="http://schemas.microsoft.com/office/drawing/2014/main" id="{D1DCA916-D32F-44C6-A65B-5120E514CCF5}"/>
              </a:ext>
            </a:extLst>
          </p:cNvPr>
          <p:cNvCxnSpPr>
            <a:cxnSpLocks/>
          </p:cNvCxnSpPr>
          <p:nvPr/>
        </p:nvCxnSpPr>
        <p:spPr>
          <a:xfrm flipV="1">
            <a:off x="7751920" y="5734101"/>
            <a:ext cx="140993" cy="265"/>
          </a:xfrm>
          <a:prstGeom prst="straightConnector1">
            <a:avLst/>
          </a:prstGeom>
          <a:ln>
            <a:solidFill>
              <a:srgbClr val="C00000"/>
            </a:solidFill>
            <a:prstDash val="dash"/>
            <a:headEnd type="none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직선 화살표 연결선 109">
            <a:extLst>
              <a:ext uri="{FF2B5EF4-FFF2-40B4-BE49-F238E27FC236}">
                <a16:creationId xmlns:a16="http://schemas.microsoft.com/office/drawing/2014/main" id="{0B1D5074-8854-4583-87DB-8711BF3A9F07}"/>
              </a:ext>
            </a:extLst>
          </p:cNvPr>
          <p:cNvCxnSpPr>
            <a:cxnSpLocks/>
          </p:cNvCxnSpPr>
          <p:nvPr/>
        </p:nvCxnSpPr>
        <p:spPr>
          <a:xfrm flipV="1">
            <a:off x="6182424" y="5734101"/>
            <a:ext cx="140993" cy="265"/>
          </a:xfrm>
          <a:prstGeom prst="straightConnector1">
            <a:avLst/>
          </a:prstGeom>
          <a:ln>
            <a:solidFill>
              <a:srgbClr val="C00000"/>
            </a:solidFill>
            <a:prstDash val="dash"/>
            <a:headEnd type="none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E4ED8E92-46A4-4C87-A0F3-B19F521EC0DA}"/>
              </a:ext>
            </a:extLst>
          </p:cNvPr>
          <p:cNvCxnSpPr>
            <a:cxnSpLocks/>
          </p:cNvCxnSpPr>
          <p:nvPr/>
        </p:nvCxnSpPr>
        <p:spPr>
          <a:xfrm flipV="1">
            <a:off x="5426076" y="5734101"/>
            <a:ext cx="140993" cy="265"/>
          </a:xfrm>
          <a:prstGeom prst="straightConnector1">
            <a:avLst/>
          </a:prstGeom>
          <a:ln>
            <a:solidFill>
              <a:srgbClr val="C00000"/>
            </a:solidFill>
            <a:prstDash val="dash"/>
            <a:headEnd type="none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직선 화살표 연결선 111">
            <a:extLst>
              <a:ext uri="{FF2B5EF4-FFF2-40B4-BE49-F238E27FC236}">
                <a16:creationId xmlns:a16="http://schemas.microsoft.com/office/drawing/2014/main" id="{34FCA376-7148-4F79-A83E-2D72B4BBF394}"/>
              </a:ext>
            </a:extLst>
          </p:cNvPr>
          <p:cNvCxnSpPr>
            <a:cxnSpLocks/>
          </p:cNvCxnSpPr>
          <p:nvPr/>
        </p:nvCxnSpPr>
        <p:spPr>
          <a:xfrm flipV="1">
            <a:off x="3693918" y="5734101"/>
            <a:ext cx="140993" cy="265"/>
          </a:xfrm>
          <a:prstGeom prst="straightConnector1">
            <a:avLst/>
          </a:prstGeom>
          <a:ln>
            <a:solidFill>
              <a:srgbClr val="C00000"/>
            </a:solidFill>
            <a:prstDash val="dash"/>
            <a:headEnd type="none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F4F2D894-FF76-D2B6-21AC-65C134E0589A}"/>
              </a:ext>
            </a:extLst>
          </p:cNvPr>
          <p:cNvSpPr/>
          <p:nvPr/>
        </p:nvSpPr>
        <p:spPr>
          <a:xfrm>
            <a:off x="5338901" y="5942547"/>
            <a:ext cx="341201" cy="226377"/>
          </a:xfrm>
          <a:prstGeom prst="rect">
            <a:avLst/>
          </a:prstGeom>
          <a:solidFill>
            <a:srgbClr val="FF0000">
              <a:alpha val="26000"/>
            </a:srgbClr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770CAD6C-1E85-41CC-8624-4BD691AF7246}"/>
              </a:ext>
            </a:extLst>
          </p:cNvPr>
          <p:cNvSpPr txBox="1"/>
          <p:nvPr/>
        </p:nvSpPr>
        <p:spPr>
          <a:xfrm>
            <a:off x="5955844" y="2118639"/>
            <a:ext cx="3092740" cy="33239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예외 케이스 검토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APC 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패치 대응을 위한 개별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그룹 라이팅 코드 반영 등으로 개발 일정 논의하였으며 프로그램 완료 일정을 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11/17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일로 변경하였습니다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endParaRPr lang="ko-KR" altLang="en-US" sz="80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1521753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0C0A994-B637-D4A1-9A38-CC2E941FF75C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cs typeface="Malgun Gothic Semilight" panose="020B0502040204020203" pitchFamily="50" charset="-127"/>
              </a:rPr>
              <a:t>MC</a:t>
            </a:r>
            <a:r>
              <a:rPr lang="ko-KR" altLang="en-US" sz="1800">
                <a:cs typeface="Malgun Gothic Semilight" panose="020B0502040204020203" pitchFamily="50" charset="-127"/>
              </a:rPr>
              <a:t>자동보정팀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8EC3C7D7-AD0B-9B57-5F2B-5EAC8A565DFA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771161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Tab Torn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이슈 개선을 위한 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Plus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미스매치 기능 개발</a:t>
            </a:r>
          </a:p>
        </p:txBody>
      </p:sp>
      <p:graphicFrame>
        <p:nvGraphicFramePr>
          <p:cNvPr id="4" name="표 1">
            <a:extLst>
              <a:ext uri="{FF2B5EF4-FFF2-40B4-BE49-F238E27FC236}">
                <a16:creationId xmlns:a16="http://schemas.microsoft.com/office/drawing/2014/main" id="{EB5481E2-6FB4-4FB7-EF5D-7D9B040C6E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6511247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7607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771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  <a:endParaRPr lang="ko-KR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Plus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미스매치 개발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WA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전 모델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&amp; GM1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최창락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2369CE85-B89B-6E4A-6281-356F875EAE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3415057"/>
              </p:ext>
            </p:extLst>
          </p:nvPr>
        </p:nvGraphicFramePr>
        <p:xfrm>
          <a:off x="1411288" y="1085530"/>
          <a:ext cx="7257223" cy="63422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8647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278576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39061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LG Smart_H Regular"/>
                        </a:rPr>
                        <a:t>금주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(W51) 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양극 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3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호기 테스트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(12/12)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 결과 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Plus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 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MM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 관리 되었으며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,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 해당 호기 대상 지속 사용 예정으로 법인에게 전달받았습니다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(12/12)</a:t>
                      </a:r>
                      <a:endParaRPr lang="en-US" altLang="ko-KR" sz="900" b="0">
                        <a:solidFill>
                          <a:srgbClr val="2828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1287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76400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상세</a:t>
                      </a:r>
                      <a:r>
                        <a:rPr lang="en-US" altLang="ko-KR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  <a:br>
                        <a:rPr lang="en-US" altLang="ko-KR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②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Tab torn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과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Plus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미스매치 관계 확인하였습니다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-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전극을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Plus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미스매치로 생산하는 경우에 불량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Lot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 대량으로 발생하지 않는 것으로 분석되어 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이에 대한 원리는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노칭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공정에서 전극을 커팅할 때 포일 하부 전극이 상부 전극 보다 큰 경우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커팅 시 하부 전극이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포일을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지지하여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연신이나 찢어짐 측면에서 유리한 것으로 추정하고 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바닥면의 지지범위가 큰 경우 안정적일 것으로 추정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③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WA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법인에서는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노칭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공정에 전극 투입 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Plus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미스매치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전극면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코터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Top)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Bottom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위치 하도록 최대한 관리 예정입니다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④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검토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GAP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제어가 불가능한 경우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“–MM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유지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“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혹은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“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조건 조정을 통해 관리 범위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(0~0.3)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이상으로 품질 조정하여 양산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”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등의 컨셉 관련 논의 필요합니다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(11/06, APC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관련 미팅에서 문의 예정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⑤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Plus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미스매치 코드 개발 진행하고 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. Plus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미스매치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(CPC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제어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개발 완료 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(11/08)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. Plus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미스매치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(GAP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제어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개발 진행하고 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(~11/17)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. Plus MM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개발 완료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(11/18)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하였으며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APC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검증 서버를 통해 점검 예정입니다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(11/20)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⑥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논의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모든 폭이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Plus MM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관리 범위내로 설정되는 것이 불가능한 경우에 대한 대응 방안 검토 및 법인과 논의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(~11/12)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중입니다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. [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논의사항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하기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가지 사항을 반영하기로 논의하였습니다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(w/ WA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코팅공정기술팀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11/12)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1) Tab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부분을 설정할 수 있는 기능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,11/18) 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2)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해당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Tab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부분을 우선순위로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Plus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미스매치 관리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,11/18)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⑦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검증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시뮬레이션 검증 진행하였으며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(11/21), Plus MM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관리 로직 정상 동작 확인하였습니다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(11/21)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. Plus MM(CPC/GAP) :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기존 로직의 경우 제어 불필요로 판단 하였지만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신규 로직에서는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Plus MM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개선을 위해 제어가 필요한 케이스로 인지하는 것을 확인하였습니다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.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법인 물동 조정으로 인해 적용 검증 예정일이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11/25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일에서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12/12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일로 변경되었습니다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⑧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검증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</a:rPr>
                        <a:t>ESWA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양극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6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호기 대상으로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Plus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미스매치 기능 검증 예정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(~12/05)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입니다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⑨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검증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</a:rPr>
                        <a:t>WA Plus MM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Gap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제어 기능검증 완료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음극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1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호기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, 12/5),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CPC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제어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기능검증 완료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양극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1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호기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, 12/8)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하였으며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, Gap, CPC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전체 기능 검증 하겠습니다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. (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양극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3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호기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,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12/12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예정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)</a:t>
                      </a:r>
                      <a:br>
                        <a:rPr lang="en-US" altLang="ko-KR" sz="900" b="0">
                          <a:solidFill>
                            <a:srgbClr val="0000FF"/>
                          </a:solidFill>
                        </a:rPr>
                      </a:b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      . [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모니터링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] 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적용 이후 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Plus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 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MM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 지속 관리 되었으며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,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 양극 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3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호기 대상 자동보정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(Plus MM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기반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)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 지속 사용 예정으로 법인에게 전달받았습니다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(12/12)</a:t>
                      </a:r>
                      <a:endParaRPr lang="en-US" altLang="ko-KR" sz="90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7A09189-3112-656C-AD07-D2D881F7CDA1}"/>
              </a:ext>
            </a:extLst>
          </p:cNvPr>
          <p:cNvSpPr txBox="1"/>
          <p:nvPr/>
        </p:nvSpPr>
        <p:spPr>
          <a:xfrm>
            <a:off x="8162352" y="332405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lvl="0">
              <a:defRPr/>
            </a:pP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12/17(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17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9" name="내용 개체 틀 20">
            <a:hlinkClick r:id="rId3" action="ppaction://hlinksldjump"/>
            <a:extLst>
              <a:ext uri="{FF2B5EF4-FFF2-40B4-BE49-F238E27FC236}">
                <a16:creationId xmlns:a16="http://schemas.microsoft.com/office/drawing/2014/main" id="{CC04C160-6A3A-C4A5-A914-966474D791DC}"/>
              </a:ext>
            </a:extLst>
          </p:cNvPr>
          <p:cNvSpPr txBox="1">
            <a:spLocks/>
          </p:cNvSpPr>
          <p:nvPr/>
        </p:nvSpPr>
        <p:spPr>
          <a:xfrm>
            <a:off x="8174157" y="163128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0"/>
              </a:spcBef>
              <a:defRPr/>
            </a:pP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최창락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S</a:t>
            </a:r>
            <a:endParaRPr lang="ko-KR" altLang="en-US" sz="11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8D27B1C6-8214-4FFD-AEC4-3C392A9B70CC}"/>
              </a:ext>
            </a:extLst>
          </p:cNvPr>
          <p:cNvSpPr/>
          <p:nvPr/>
        </p:nvSpPr>
        <p:spPr>
          <a:xfrm>
            <a:off x="2864303" y="3215336"/>
            <a:ext cx="1920025" cy="7128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E627EAC9-5128-4F1F-8EEA-ADA8718CAD0F}"/>
              </a:ext>
            </a:extLst>
          </p:cNvPr>
          <p:cNvSpPr/>
          <p:nvPr/>
        </p:nvSpPr>
        <p:spPr>
          <a:xfrm>
            <a:off x="2680063" y="3285235"/>
            <a:ext cx="2272937" cy="45719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00D03894-0F56-48C2-85A1-3D9CD3303374}"/>
              </a:ext>
            </a:extLst>
          </p:cNvPr>
          <p:cNvSpPr/>
          <p:nvPr/>
        </p:nvSpPr>
        <p:spPr>
          <a:xfrm>
            <a:off x="2751913" y="3323706"/>
            <a:ext cx="1920025" cy="7128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504AEBB9-0316-4211-89ED-CBB70BC9A8D1}"/>
              </a:ext>
            </a:extLst>
          </p:cNvPr>
          <p:cNvSpPr/>
          <p:nvPr/>
        </p:nvSpPr>
        <p:spPr>
          <a:xfrm>
            <a:off x="5080958" y="3215336"/>
            <a:ext cx="1920025" cy="7128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E140A789-54F1-4107-B0F5-0D6B0DD620B6}"/>
              </a:ext>
            </a:extLst>
          </p:cNvPr>
          <p:cNvSpPr/>
          <p:nvPr/>
        </p:nvSpPr>
        <p:spPr>
          <a:xfrm>
            <a:off x="4896718" y="3285235"/>
            <a:ext cx="2272937" cy="45719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661CCB81-B71A-4499-8455-537E76BD6E6F}"/>
              </a:ext>
            </a:extLst>
          </p:cNvPr>
          <p:cNvSpPr/>
          <p:nvPr/>
        </p:nvSpPr>
        <p:spPr>
          <a:xfrm>
            <a:off x="5212819" y="3323705"/>
            <a:ext cx="1863474" cy="80035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7FF139EF-8002-44DD-BBD7-671569953F06}"/>
              </a:ext>
            </a:extLst>
          </p:cNvPr>
          <p:cNvCxnSpPr/>
          <p:nvPr/>
        </p:nvCxnSpPr>
        <p:spPr>
          <a:xfrm>
            <a:off x="2866480" y="3230253"/>
            <a:ext cx="0" cy="237968"/>
          </a:xfrm>
          <a:prstGeom prst="line">
            <a:avLst/>
          </a:prstGeom>
          <a:ln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050F8CD8-BE42-48C2-8137-4DA1A3AEFAD3}"/>
              </a:ext>
            </a:extLst>
          </p:cNvPr>
          <p:cNvCxnSpPr/>
          <p:nvPr/>
        </p:nvCxnSpPr>
        <p:spPr>
          <a:xfrm>
            <a:off x="3029765" y="3230253"/>
            <a:ext cx="0" cy="237968"/>
          </a:xfrm>
          <a:prstGeom prst="line">
            <a:avLst/>
          </a:prstGeom>
          <a:ln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D14B76E7-1207-4166-8D6D-606222A1EFE7}"/>
              </a:ext>
            </a:extLst>
          </p:cNvPr>
          <p:cNvCxnSpPr/>
          <p:nvPr/>
        </p:nvCxnSpPr>
        <p:spPr>
          <a:xfrm>
            <a:off x="4621043" y="3230253"/>
            <a:ext cx="0" cy="237968"/>
          </a:xfrm>
          <a:prstGeom prst="line">
            <a:avLst/>
          </a:prstGeom>
          <a:ln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7C69CC07-B356-463D-8BFB-9F8EA405F925}"/>
              </a:ext>
            </a:extLst>
          </p:cNvPr>
          <p:cNvCxnSpPr/>
          <p:nvPr/>
        </p:nvCxnSpPr>
        <p:spPr>
          <a:xfrm>
            <a:off x="4784328" y="3230253"/>
            <a:ext cx="0" cy="237968"/>
          </a:xfrm>
          <a:prstGeom prst="line">
            <a:avLst/>
          </a:prstGeom>
          <a:ln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A2044250-3FF1-405D-BC92-CC172BD9DBC8}"/>
              </a:ext>
            </a:extLst>
          </p:cNvPr>
          <p:cNvCxnSpPr/>
          <p:nvPr/>
        </p:nvCxnSpPr>
        <p:spPr>
          <a:xfrm>
            <a:off x="5078242" y="3230253"/>
            <a:ext cx="0" cy="237968"/>
          </a:xfrm>
          <a:prstGeom prst="line">
            <a:avLst/>
          </a:prstGeom>
          <a:ln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C9B46E37-A94E-44D6-8186-6502DEE2FE6E}"/>
              </a:ext>
            </a:extLst>
          </p:cNvPr>
          <p:cNvCxnSpPr/>
          <p:nvPr/>
        </p:nvCxnSpPr>
        <p:spPr>
          <a:xfrm>
            <a:off x="5241527" y="3230253"/>
            <a:ext cx="0" cy="237968"/>
          </a:xfrm>
          <a:prstGeom prst="line">
            <a:avLst/>
          </a:prstGeom>
          <a:ln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C88424B6-F7F1-47D4-836C-2A52D15F5214}"/>
              </a:ext>
            </a:extLst>
          </p:cNvPr>
          <p:cNvCxnSpPr/>
          <p:nvPr/>
        </p:nvCxnSpPr>
        <p:spPr>
          <a:xfrm>
            <a:off x="6827956" y="3230253"/>
            <a:ext cx="0" cy="237968"/>
          </a:xfrm>
          <a:prstGeom prst="line">
            <a:avLst/>
          </a:prstGeom>
          <a:ln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80878DE2-C7B7-4304-AC94-F4D6A336AAD2}"/>
              </a:ext>
            </a:extLst>
          </p:cNvPr>
          <p:cNvCxnSpPr/>
          <p:nvPr/>
        </p:nvCxnSpPr>
        <p:spPr>
          <a:xfrm>
            <a:off x="6991241" y="3230253"/>
            <a:ext cx="0" cy="237968"/>
          </a:xfrm>
          <a:prstGeom prst="line">
            <a:avLst/>
          </a:prstGeom>
          <a:ln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874C1245-EFD5-447F-B0D2-99D7130098D4}"/>
              </a:ext>
            </a:extLst>
          </p:cNvPr>
          <p:cNvCxnSpPr>
            <a:cxnSpLocks/>
          </p:cNvCxnSpPr>
          <p:nvPr/>
        </p:nvCxnSpPr>
        <p:spPr>
          <a:xfrm>
            <a:off x="2751913" y="3468221"/>
            <a:ext cx="112390" cy="0"/>
          </a:xfrm>
          <a:prstGeom prst="straightConnector1">
            <a:avLst/>
          </a:prstGeom>
          <a:ln>
            <a:solidFill>
              <a:srgbClr val="006600"/>
            </a:solidFill>
            <a:tailEnd type="triangle" w="sm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화살표 연결선 118">
            <a:extLst>
              <a:ext uri="{FF2B5EF4-FFF2-40B4-BE49-F238E27FC236}">
                <a16:creationId xmlns:a16="http://schemas.microsoft.com/office/drawing/2014/main" id="{8D344F61-D3BF-4AA6-8010-0D6EF2E418B2}"/>
              </a:ext>
            </a:extLst>
          </p:cNvPr>
          <p:cNvCxnSpPr>
            <a:cxnSpLocks/>
          </p:cNvCxnSpPr>
          <p:nvPr/>
        </p:nvCxnSpPr>
        <p:spPr>
          <a:xfrm flipH="1">
            <a:off x="4621043" y="3468221"/>
            <a:ext cx="50895" cy="0"/>
          </a:xfrm>
          <a:prstGeom prst="straightConnector1">
            <a:avLst/>
          </a:prstGeom>
          <a:ln>
            <a:solidFill>
              <a:srgbClr val="0000FF"/>
            </a:solidFill>
            <a:tailEnd type="triangle" w="sm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화살표 연결선 119">
            <a:extLst>
              <a:ext uri="{FF2B5EF4-FFF2-40B4-BE49-F238E27FC236}">
                <a16:creationId xmlns:a16="http://schemas.microsoft.com/office/drawing/2014/main" id="{8E607018-54BD-4076-9D4C-5C7273CEC3A3}"/>
              </a:ext>
            </a:extLst>
          </p:cNvPr>
          <p:cNvCxnSpPr>
            <a:cxnSpLocks/>
          </p:cNvCxnSpPr>
          <p:nvPr/>
        </p:nvCxnSpPr>
        <p:spPr>
          <a:xfrm>
            <a:off x="5203484" y="3468221"/>
            <a:ext cx="38043" cy="0"/>
          </a:xfrm>
          <a:prstGeom prst="straightConnector1">
            <a:avLst/>
          </a:prstGeom>
          <a:ln>
            <a:solidFill>
              <a:srgbClr val="0000FF"/>
            </a:solidFill>
            <a:tailEnd type="triangle" w="sm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화살표 연결선 120">
            <a:extLst>
              <a:ext uri="{FF2B5EF4-FFF2-40B4-BE49-F238E27FC236}">
                <a16:creationId xmlns:a16="http://schemas.microsoft.com/office/drawing/2014/main" id="{89303277-B60B-4277-B56F-39AE14116184}"/>
              </a:ext>
            </a:extLst>
          </p:cNvPr>
          <p:cNvCxnSpPr>
            <a:cxnSpLocks/>
          </p:cNvCxnSpPr>
          <p:nvPr/>
        </p:nvCxnSpPr>
        <p:spPr>
          <a:xfrm flipH="1">
            <a:off x="6982361" y="3468221"/>
            <a:ext cx="93932" cy="0"/>
          </a:xfrm>
          <a:prstGeom prst="straightConnector1">
            <a:avLst/>
          </a:prstGeom>
          <a:ln>
            <a:solidFill>
              <a:srgbClr val="006600"/>
            </a:solidFill>
            <a:tailEnd type="triangle" w="sm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TextBox 78">
            <a:extLst>
              <a:ext uri="{FF2B5EF4-FFF2-40B4-BE49-F238E27FC236}">
                <a16:creationId xmlns:a16="http://schemas.microsoft.com/office/drawing/2014/main" id="{E3794989-1E85-4BC7-B173-781B8E9576ED}"/>
              </a:ext>
            </a:extLst>
          </p:cNvPr>
          <p:cNvSpPr txBox="1"/>
          <p:nvPr/>
        </p:nvSpPr>
        <p:spPr>
          <a:xfrm>
            <a:off x="4232370" y="3511909"/>
            <a:ext cx="771662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폭 감소 가능량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…B)</a:t>
            </a:r>
            <a:endParaRPr lang="ko-KR" altLang="en-US" sz="80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6699A135-D28A-4955-9831-129D0F0233CB}"/>
              </a:ext>
            </a:extLst>
          </p:cNvPr>
          <p:cNvSpPr txBox="1"/>
          <p:nvPr/>
        </p:nvSpPr>
        <p:spPr>
          <a:xfrm>
            <a:off x="2615035" y="3511909"/>
            <a:ext cx="1512825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+MM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를 폭 감소 필요량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…A)</a:t>
            </a:r>
            <a:endParaRPr lang="ko-KR" altLang="en-US" sz="80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E7B310D5-23B7-4A7A-8D31-A4E61158A92F}"/>
              </a:ext>
            </a:extLst>
          </p:cNvPr>
          <p:cNvSpPr txBox="1"/>
          <p:nvPr/>
        </p:nvSpPr>
        <p:spPr>
          <a:xfrm>
            <a:off x="6572144" y="3511909"/>
            <a:ext cx="820437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폭 감소 필요량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…D)</a:t>
            </a:r>
            <a:endParaRPr lang="ko-KR" altLang="en-US" sz="80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B924D78-4E63-4F75-9D3D-E949666386F2}"/>
              </a:ext>
            </a:extLst>
          </p:cNvPr>
          <p:cNvSpPr txBox="1"/>
          <p:nvPr/>
        </p:nvSpPr>
        <p:spPr>
          <a:xfrm>
            <a:off x="5154984" y="3511909"/>
            <a:ext cx="820441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폭 감소 가능량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…C)</a:t>
            </a:r>
            <a:endParaRPr lang="ko-KR" altLang="en-US" sz="80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4DC2C447-D5D6-4EEF-8B4E-6F8C321B2B16}"/>
              </a:ext>
            </a:extLst>
          </p:cNvPr>
          <p:cNvSpPr txBox="1"/>
          <p:nvPr/>
        </p:nvSpPr>
        <p:spPr>
          <a:xfrm>
            <a:off x="2615035" y="2845410"/>
            <a:ext cx="6053466" cy="24929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e.g.) </a:t>
            </a:r>
            <a:r>
              <a:rPr lang="ko-KR" altLang="en-US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폭 감소 필요량인 </a:t>
            </a:r>
            <a:r>
              <a:rPr lang="en-US" altLang="ko-KR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max(A,D)</a:t>
            </a:r>
            <a:r>
              <a:rPr lang="ko-KR" altLang="en-US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가 폭 감소 가능량인 </a:t>
            </a:r>
            <a:r>
              <a:rPr lang="en-US" altLang="ko-KR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Min(B,C)</a:t>
            </a:r>
            <a:r>
              <a:rPr lang="ko-KR" altLang="en-US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보다 크기에 </a:t>
            </a:r>
            <a:r>
              <a:rPr lang="en-US" altLang="ko-KR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GAP</a:t>
            </a:r>
            <a:r>
              <a:rPr lang="ko-KR" altLang="en-US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으로 유지부폭을 낮추더라도 모든 미스매치가 </a:t>
            </a:r>
            <a:r>
              <a:rPr lang="en-US" altLang="ko-KR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+MM</a:t>
            </a:r>
            <a:r>
              <a:rPr lang="ko-KR" altLang="en-US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로</a:t>
            </a:r>
            <a:r>
              <a:rPr lang="en-US" altLang="ko-KR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관리</a:t>
            </a:r>
            <a:br>
              <a:rPr lang="en-US" altLang="ko-KR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</a:t>
            </a:r>
            <a:r>
              <a:rPr lang="ko-KR" altLang="en-US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되는 것은 어렵습니다</a:t>
            </a:r>
            <a:r>
              <a:rPr lang="en-US" altLang="ko-KR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endParaRPr lang="ko-KR" altLang="en-US" sz="90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E412C3A0-8C1C-4D54-AC05-C51F7FCE8958}"/>
              </a:ext>
            </a:extLst>
          </p:cNvPr>
          <p:cNvCxnSpPr>
            <a:cxnSpLocks/>
          </p:cNvCxnSpPr>
          <p:nvPr/>
        </p:nvCxnSpPr>
        <p:spPr>
          <a:xfrm>
            <a:off x="7305783" y="3330954"/>
            <a:ext cx="101890" cy="0"/>
          </a:xfrm>
          <a:prstGeom prst="line">
            <a:avLst/>
          </a:prstGeom>
          <a:ln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TextBox 126">
            <a:extLst>
              <a:ext uri="{FF2B5EF4-FFF2-40B4-BE49-F238E27FC236}">
                <a16:creationId xmlns:a16="http://schemas.microsoft.com/office/drawing/2014/main" id="{8CB13DB1-4D68-476D-B5DF-5E1FD53421F3}"/>
              </a:ext>
            </a:extLst>
          </p:cNvPr>
          <p:cNvSpPr txBox="1"/>
          <p:nvPr/>
        </p:nvSpPr>
        <p:spPr>
          <a:xfrm>
            <a:off x="7437856" y="3279060"/>
            <a:ext cx="820437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+MM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관리 범위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7E33960-BF57-4893-A6B1-41E74826788C}"/>
              </a:ext>
            </a:extLst>
          </p:cNvPr>
          <p:cNvSpPr txBox="1"/>
          <p:nvPr/>
        </p:nvSpPr>
        <p:spPr>
          <a:xfrm>
            <a:off x="3407355" y="3397127"/>
            <a:ext cx="771662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Back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코팅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번 폭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8B1C32A-3343-4E14-BDB2-A33F4348F06A}"/>
              </a:ext>
            </a:extLst>
          </p:cNvPr>
          <p:cNvSpPr txBox="1"/>
          <p:nvPr/>
        </p:nvSpPr>
        <p:spPr>
          <a:xfrm>
            <a:off x="5790741" y="3397127"/>
            <a:ext cx="771662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Back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코팅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번 폭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E0B8BC3D-9370-4B2E-9F17-2F93BEF76DC8}"/>
              </a:ext>
            </a:extLst>
          </p:cNvPr>
          <p:cNvSpPr txBox="1"/>
          <p:nvPr/>
        </p:nvSpPr>
        <p:spPr>
          <a:xfrm>
            <a:off x="2692365" y="3078232"/>
            <a:ext cx="378309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mm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#01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BD9612B-C8A2-4536-A2FD-6480F61D3E21}"/>
              </a:ext>
            </a:extLst>
          </p:cNvPr>
          <p:cNvSpPr txBox="1"/>
          <p:nvPr/>
        </p:nvSpPr>
        <p:spPr>
          <a:xfrm>
            <a:off x="4431710" y="3079379"/>
            <a:ext cx="378309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mm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#02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C9E9EAC3-A4F1-4C9B-814E-8F0B1870EA7A}"/>
              </a:ext>
            </a:extLst>
          </p:cNvPr>
          <p:cNvSpPr txBox="1"/>
          <p:nvPr/>
        </p:nvSpPr>
        <p:spPr>
          <a:xfrm>
            <a:off x="5042676" y="2968804"/>
            <a:ext cx="378309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mm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#03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A1B728B4-724C-414C-94FC-948F0DAA0857}"/>
              </a:ext>
            </a:extLst>
          </p:cNvPr>
          <p:cNvSpPr txBox="1"/>
          <p:nvPr/>
        </p:nvSpPr>
        <p:spPr>
          <a:xfrm>
            <a:off x="6793207" y="3090211"/>
            <a:ext cx="378309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mm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#04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147C26BB-449D-4C5D-B432-D5F12235447E}"/>
              </a:ext>
            </a:extLst>
          </p:cNvPr>
          <p:cNvSpPr/>
          <p:nvPr/>
        </p:nvSpPr>
        <p:spPr>
          <a:xfrm>
            <a:off x="2864303" y="4823294"/>
            <a:ext cx="1920025" cy="7128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A44DACB3-1C6C-4F02-908A-BC5C4745DF30}"/>
              </a:ext>
            </a:extLst>
          </p:cNvPr>
          <p:cNvSpPr/>
          <p:nvPr/>
        </p:nvSpPr>
        <p:spPr>
          <a:xfrm>
            <a:off x="2680063" y="4893193"/>
            <a:ext cx="2272937" cy="45719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13029875-4D5B-4B1F-8FC3-89DC88A6A9AE}"/>
              </a:ext>
            </a:extLst>
          </p:cNvPr>
          <p:cNvSpPr/>
          <p:nvPr/>
        </p:nvSpPr>
        <p:spPr>
          <a:xfrm>
            <a:off x="3105901" y="4931664"/>
            <a:ext cx="1749575" cy="70155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DDBBC9C6-4E19-4490-A89B-5CBD1C67C772}"/>
              </a:ext>
            </a:extLst>
          </p:cNvPr>
          <p:cNvSpPr/>
          <p:nvPr/>
        </p:nvSpPr>
        <p:spPr>
          <a:xfrm>
            <a:off x="5080958" y="4823294"/>
            <a:ext cx="1920025" cy="7128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11BFD62F-C216-44F4-B36C-01BAA698B2EB}"/>
              </a:ext>
            </a:extLst>
          </p:cNvPr>
          <p:cNvSpPr/>
          <p:nvPr/>
        </p:nvSpPr>
        <p:spPr>
          <a:xfrm>
            <a:off x="4896718" y="4893193"/>
            <a:ext cx="2272937" cy="45719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0D6D3D1-8B6C-4CC8-830E-403CA5F000B8}"/>
              </a:ext>
            </a:extLst>
          </p:cNvPr>
          <p:cNvSpPr/>
          <p:nvPr/>
        </p:nvSpPr>
        <p:spPr>
          <a:xfrm>
            <a:off x="5018760" y="4931665"/>
            <a:ext cx="1734084" cy="70153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ea typeface="LG스마트체 Regular" panose="020B0600000101010101" pitchFamily="50" charset="-127"/>
            </a:endParaRPr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62746DD8-DB2E-4C21-A7CA-DFCC1ED18677}"/>
              </a:ext>
            </a:extLst>
          </p:cNvPr>
          <p:cNvCxnSpPr/>
          <p:nvPr/>
        </p:nvCxnSpPr>
        <p:spPr>
          <a:xfrm>
            <a:off x="2866480" y="4838211"/>
            <a:ext cx="0" cy="237968"/>
          </a:xfrm>
          <a:prstGeom prst="line">
            <a:avLst/>
          </a:prstGeom>
          <a:ln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직선 연결선 91">
            <a:extLst>
              <a:ext uri="{FF2B5EF4-FFF2-40B4-BE49-F238E27FC236}">
                <a16:creationId xmlns:a16="http://schemas.microsoft.com/office/drawing/2014/main" id="{206FC9F5-D72D-422B-9D18-3FD2B8DE0718}"/>
              </a:ext>
            </a:extLst>
          </p:cNvPr>
          <p:cNvCxnSpPr/>
          <p:nvPr/>
        </p:nvCxnSpPr>
        <p:spPr>
          <a:xfrm>
            <a:off x="3029765" y="4838211"/>
            <a:ext cx="0" cy="237968"/>
          </a:xfrm>
          <a:prstGeom prst="line">
            <a:avLst/>
          </a:prstGeom>
          <a:ln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5A1C7A53-2249-4C15-9937-DAC71844BC39}"/>
              </a:ext>
            </a:extLst>
          </p:cNvPr>
          <p:cNvCxnSpPr/>
          <p:nvPr/>
        </p:nvCxnSpPr>
        <p:spPr>
          <a:xfrm>
            <a:off x="4621043" y="4838211"/>
            <a:ext cx="0" cy="237968"/>
          </a:xfrm>
          <a:prstGeom prst="line">
            <a:avLst/>
          </a:prstGeom>
          <a:ln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5F864CC8-AC5A-4BCB-9C4E-8BC7F4C70AA0}"/>
              </a:ext>
            </a:extLst>
          </p:cNvPr>
          <p:cNvCxnSpPr/>
          <p:nvPr/>
        </p:nvCxnSpPr>
        <p:spPr>
          <a:xfrm>
            <a:off x="4784328" y="4838211"/>
            <a:ext cx="0" cy="237968"/>
          </a:xfrm>
          <a:prstGeom prst="line">
            <a:avLst/>
          </a:prstGeom>
          <a:ln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D79F142B-5E40-442B-BE25-41A651E3FC3C}"/>
              </a:ext>
            </a:extLst>
          </p:cNvPr>
          <p:cNvCxnSpPr/>
          <p:nvPr/>
        </p:nvCxnSpPr>
        <p:spPr>
          <a:xfrm>
            <a:off x="5078242" y="4838211"/>
            <a:ext cx="0" cy="237968"/>
          </a:xfrm>
          <a:prstGeom prst="line">
            <a:avLst/>
          </a:prstGeom>
          <a:ln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D062254C-B04D-4911-A40E-F1AAE6D6D5F5}"/>
              </a:ext>
            </a:extLst>
          </p:cNvPr>
          <p:cNvCxnSpPr/>
          <p:nvPr/>
        </p:nvCxnSpPr>
        <p:spPr>
          <a:xfrm>
            <a:off x="5241527" y="4838211"/>
            <a:ext cx="0" cy="237968"/>
          </a:xfrm>
          <a:prstGeom prst="line">
            <a:avLst/>
          </a:prstGeom>
          <a:ln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D868BDDB-0D1D-4CF7-88B5-462969BE72A6}"/>
              </a:ext>
            </a:extLst>
          </p:cNvPr>
          <p:cNvCxnSpPr/>
          <p:nvPr/>
        </p:nvCxnSpPr>
        <p:spPr>
          <a:xfrm>
            <a:off x="6827956" y="4838211"/>
            <a:ext cx="0" cy="237968"/>
          </a:xfrm>
          <a:prstGeom prst="line">
            <a:avLst/>
          </a:prstGeom>
          <a:ln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64F704C0-D289-450C-B671-65F8CBCC2014}"/>
              </a:ext>
            </a:extLst>
          </p:cNvPr>
          <p:cNvCxnSpPr/>
          <p:nvPr/>
        </p:nvCxnSpPr>
        <p:spPr>
          <a:xfrm>
            <a:off x="6991241" y="4838211"/>
            <a:ext cx="0" cy="237968"/>
          </a:xfrm>
          <a:prstGeom prst="line">
            <a:avLst/>
          </a:prstGeom>
          <a:ln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TextBox 104">
            <a:extLst>
              <a:ext uri="{FF2B5EF4-FFF2-40B4-BE49-F238E27FC236}">
                <a16:creationId xmlns:a16="http://schemas.microsoft.com/office/drawing/2014/main" id="{2D10106D-6CF2-4525-86AD-E057F37994F6}"/>
              </a:ext>
            </a:extLst>
          </p:cNvPr>
          <p:cNvSpPr txBox="1"/>
          <p:nvPr/>
        </p:nvSpPr>
        <p:spPr>
          <a:xfrm>
            <a:off x="3407355" y="5025933"/>
            <a:ext cx="771662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Back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코팅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번 폭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08786F8B-E847-447E-A45B-9BB6D0B9CAD4}"/>
              </a:ext>
            </a:extLst>
          </p:cNvPr>
          <p:cNvSpPr txBox="1"/>
          <p:nvPr/>
        </p:nvSpPr>
        <p:spPr>
          <a:xfrm>
            <a:off x="5790741" y="5025933"/>
            <a:ext cx="771662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Back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코팅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번 폭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A171BE7C-09B6-494B-B014-EFD62215132C}"/>
              </a:ext>
            </a:extLst>
          </p:cNvPr>
          <p:cNvSpPr txBox="1"/>
          <p:nvPr/>
        </p:nvSpPr>
        <p:spPr>
          <a:xfrm>
            <a:off x="2692365" y="4637177"/>
            <a:ext cx="378309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mm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#01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51373F4-CE6F-44A4-BF53-AA9E101AE655}"/>
              </a:ext>
            </a:extLst>
          </p:cNvPr>
          <p:cNvSpPr txBox="1"/>
          <p:nvPr/>
        </p:nvSpPr>
        <p:spPr>
          <a:xfrm>
            <a:off x="4431710" y="4638324"/>
            <a:ext cx="378309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mm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#02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FBB0D41B-DBB2-42A5-BEA9-0BDD4ADF5935}"/>
              </a:ext>
            </a:extLst>
          </p:cNvPr>
          <p:cNvSpPr txBox="1"/>
          <p:nvPr/>
        </p:nvSpPr>
        <p:spPr>
          <a:xfrm>
            <a:off x="5042676" y="4631187"/>
            <a:ext cx="378309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mm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#03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0E733A43-5F91-457C-A83E-26A72876B556}"/>
              </a:ext>
            </a:extLst>
          </p:cNvPr>
          <p:cNvSpPr txBox="1"/>
          <p:nvPr/>
        </p:nvSpPr>
        <p:spPr>
          <a:xfrm>
            <a:off x="6793207" y="4649156"/>
            <a:ext cx="378309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mm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#04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EF68B9EE-A0BE-4FF7-93DB-428F8D9216E5}"/>
              </a:ext>
            </a:extLst>
          </p:cNvPr>
          <p:cNvSpPr txBox="1"/>
          <p:nvPr/>
        </p:nvSpPr>
        <p:spPr>
          <a:xfrm>
            <a:off x="2851525" y="5115317"/>
            <a:ext cx="756412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+MM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관리 범위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1E51BB94-E76F-4C5D-BD56-0398A0E140BA}"/>
              </a:ext>
            </a:extLst>
          </p:cNvPr>
          <p:cNvSpPr txBox="1"/>
          <p:nvPr/>
        </p:nvSpPr>
        <p:spPr>
          <a:xfrm>
            <a:off x="4357877" y="5115317"/>
            <a:ext cx="756412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+MM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관리 범위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981AADA4-715D-4411-858D-178699BAA2DF}"/>
              </a:ext>
            </a:extLst>
          </p:cNvPr>
          <p:cNvSpPr txBox="1"/>
          <p:nvPr/>
        </p:nvSpPr>
        <p:spPr>
          <a:xfrm>
            <a:off x="5001200" y="5115317"/>
            <a:ext cx="756412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+MM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관리 범위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BE4F8406-FD98-4A9C-B5C2-162C0CDC1E99}"/>
              </a:ext>
            </a:extLst>
          </p:cNvPr>
          <p:cNvSpPr txBox="1"/>
          <p:nvPr/>
        </p:nvSpPr>
        <p:spPr>
          <a:xfrm>
            <a:off x="6795811" y="5115317"/>
            <a:ext cx="756412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+MM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관리 범위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1709A93F-19EC-492B-BB1F-0A0B6E15D8F8}"/>
              </a:ext>
            </a:extLst>
          </p:cNvPr>
          <p:cNvSpPr txBox="1"/>
          <p:nvPr/>
        </p:nvSpPr>
        <p:spPr>
          <a:xfrm>
            <a:off x="2615035" y="4390884"/>
            <a:ext cx="6414665" cy="24929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ct val="90000"/>
              </a:lnSpc>
            </a:pPr>
            <a:r>
              <a:rPr lang="en-US" altLang="ko-KR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e.</a:t>
            </a:r>
            <a:r>
              <a:rPr lang="en-US" altLang="ko-KR" sz="900">
                <a:solidFill>
                  <a:srgbClr val="006600"/>
                </a:solidFill>
              </a:rPr>
              <a:t>g.)</a:t>
            </a:r>
            <a:r>
              <a:rPr lang="ko-KR" altLang="en-US" sz="900">
                <a:solidFill>
                  <a:srgbClr val="006600"/>
                </a:solidFill>
              </a:rPr>
              <a:t> </a:t>
            </a:r>
            <a:r>
              <a:rPr lang="en-US" altLang="ko-KR" sz="900">
                <a:solidFill>
                  <a:srgbClr val="006600"/>
                </a:solidFill>
              </a:rPr>
              <a:t>Plus</a:t>
            </a:r>
            <a:r>
              <a:rPr lang="ko-KR" altLang="en-US" sz="900">
                <a:solidFill>
                  <a:srgbClr val="006600"/>
                </a:solidFill>
              </a:rPr>
              <a:t> 미스매치 관리상</a:t>
            </a:r>
            <a:r>
              <a:rPr lang="en-US" altLang="ko-KR" sz="900">
                <a:solidFill>
                  <a:srgbClr val="006600"/>
                </a:solidFill>
              </a:rPr>
              <a:t>, </a:t>
            </a:r>
            <a:r>
              <a:rPr lang="ko-KR" altLang="en-US" sz="900">
                <a:solidFill>
                  <a:srgbClr val="006600"/>
                </a:solidFill>
              </a:rPr>
              <a:t>하기의</a:t>
            </a:r>
            <a:r>
              <a:rPr lang="en-US" altLang="ko-KR" sz="900">
                <a:solidFill>
                  <a:srgbClr val="006600"/>
                </a:solidFill>
              </a:rPr>
              <a:t> </a:t>
            </a:r>
            <a:r>
              <a:rPr lang="ko-KR" altLang="en-US" sz="900">
                <a:solidFill>
                  <a:srgbClr val="006600"/>
                </a:solidFill>
              </a:rPr>
              <a:t> </a:t>
            </a:r>
            <a:r>
              <a:rPr lang="en-US" altLang="ko-KR" sz="900">
                <a:solidFill>
                  <a:srgbClr val="006600"/>
                </a:solidFill>
              </a:rPr>
              <a:t>‘mm #01’</a:t>
            </a:r>
            <a:r>
              <a:rPr lang="ko-KR" altLang="en-US" sz="900">
                <a:solidFill>
                  <a:srgbClr val="006600"/>
                </a:solidFill>
              </a:rPr>
              <a:t>과 </a:t>
            </a:r>
            <a:r>
              <a:rPr lang="en-US" altLang="ko-KR" sz="900">
                <a:solidFill>
                  <a:srgbClr val="006600"/>
                </a:solidFill>
              </a:rPr>
              <a:t>‘mm#04’</a:t>
            </a:r>
            <a:r>
              <a:rPr lang="ko-KR" altLang="en-US" sz="900">
                <a:solidFill>
                  <a:srgbClr val="006600"/>
                </a:solidFill>
              </a:rPr>
              <a:t>을 </a:t>
            </a:r>
            <a:r>
              <a:rPr lang="ko-KR" altLang="en-US" sz="900" err="1">
                <a:solidFill>
                  <a:srgbClr val="006600"/>
                </a:solidFill>
              </a:rPr>
              <a:t>보게되면</a:t>
            </a:r>
            <a:r>
              <a:rPr lang="ko-KR" altLang="en-US" sz="900">
                <a:solidFill>
                  <a:srgbClr val="006600"/>
                </a:solidFill>
              </a:rPr>
              <a:t> 코팅폭의 증가가 필요하지만 </a:t>
            </a:r>
            <a:r>
              <a:rPr lang="en-US" altLang="ko-KR" sz="900">
                <a:solidFill>
                  <a:srgbClr val="006600"/>
                </a:solidFill>
              </a:rPr>
              <a:t>‘mm#02’</a:t>
            </a:r>
            <a:r>
              <a:rPr lang="ko-KR" altLang="en-US" sz="900">
                <a:solidFill>
                  <a:srgbClr val="006600"/>
                </a:solidFill>
              </a:rPr>
              <a:t>와 </a:t>
            </a:r>
            <a:r>
              <a:rPr lang="en-US" altLang="ko-KR" sz="900">
                <a:solidFill>
                  <a:srgbClr val="006600"/>
                </a:solidFill>
              </a:rPr>
              <a:t>‘mm#03’</a:t>
            </a:r>
            <a:r>
              <a:rPr lang="ko-KR" altLang="en-US" sz="900">
                <a:solidFill>
                  <a:srgbClr val="006600"/>
                </a:solidFill>
              </a:rPr>
              <a:t>를 위해서는 </a:t>
            </a:r>
            <a:br>
              <a:rPr lang="en-US" altLang="ko-KR" sz="900">
                <a:solidFill>
                  <a:srgbClr val="006600"/>
                </a:solidFill>
              </a:rPr>
            </a:br>
            <a:r>
              <a:rPr lang="en-US" altLang="ko-KR" sz="900">
                <a:solidFill>
                  <a:srgbClr val="006600"/>
                </a:solidFill>
              </a:rPr>
              <a:t>          </a:t>
            </a:r>
            <a:r>
              <a:rPr lang="ko-KR" altLang="en-US" sz="900">
                <a:solidFill>
                  <a:srgbClr val="006600"/>
                </a:solidFill>
              </a:rPr>
              <a:t>코팅폭의 감소가 필요한 경우</a:t>
            </a:r>
            <a:endParaRPr lang="ko-KR" altLang="en-US" sz="90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C4AD90E9-E9D0-4CC5-BAAC-62821E77491D}"/>
              </a:ext>
            </a:extLst>
          </p:cNvPr>
          <p:cNvCxnSpPr>
            <a:cxnSpLocks/>
          </p:cNvCxnSpPr>
          <p:nvPr/>
        </p:nvCxnSpPr>
        <p:spPr>
          <a:xfrm>
            <a:off x="7305783" y="4955675"/>
            <a:ext cx="101890" cy="0"/>
          </a:xfrm>
          <a:prstGeom prst="line">
            <a:avLst/>
          </a:prstGeom>
          <a:ln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TextBox 64">
            <a:extLst>
              <a:ext uri="{FF2B5EF4-FFF2-40B4-BE49-F238E27FC236}">
                <a16:creationId xmlns:a16="http://schemas.microsoft.com/office/drawing/2014/main" id="{BC246B95-2512-4D75-B370-C4D5E4C12B92}"/>
              </a:ext>
            </a:extLst>
          </p:cNvPr>
          <p:cNvSpPr txBox="1"/>
          <p:nvPr/>
        </p:nvSpPr>
        <p:spPr>
          <a:xfrm>
            <a:off x="7437856" y="4903781"/>
            <a:ext cx="820437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+MM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관리 범위</a:t>
            </a:r>
          </a:p>
        </p:txBody>
      </p:sp>
    </p:spTree>
    <p:extLst>
      <p:ext uri="{BB962C8B-B14F-4D97-AF65-F5344CB8AC3E}">
        <p14:creationId xmlns:p14="http://schemas.microsoft.com/office/powerpoint/2010/main" val="2352087536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1">
            <a:extLst>
              <a:ext uri="{FF2B5EF4-FFF2-40B4-BE49-F238E27FC236}">
                <a16:creationId xmlns:a16="http://schemas.microsoft.com/office/drawing/2014/main" id="{54EC1127-A89A-4C51-957D-94DC118FA1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6221313"/>
              </p:ext>
            </p:extLst>
          </p:nvPr>
        </p:nvGraphicFramePr>
        <p:xfrm>
          <a:off x="125047" y="866774"/>
          <a:ext cx="9657128" cy="5743576"/>
        </p:xfrm>
        <a:graphic>
          <a:graphicData uri="http://schemas.openxmlformats.org/drawingml/2006/table">
            <a:tbl>
              <a:tblPr/>
              <a:tblGrid>
                <a:gridCol w="7648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11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7527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29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29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(W49)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34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모델 고도화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NB 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COT 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양극3호기</a:t>
                      </a:r>
                      <a:endParaRPr lang="ko-KR" altLang="en-US" sz="900"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금주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(W10)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음극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(APC)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가상 제어 모니터링 및 검증을 완료 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,(2/24) Sample run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부터 실 제어 적용 및 모니터링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(3/1~)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(VM) 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 정합성 검증 진행중이며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wet run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전까지 검증완료 하겠습니다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.(~2/27)</a:t>
                      </a:r>
                      <a:endParaRPr lang="en-US" altLang="ko-KR" sz="90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sngStrike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‘25.05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→ 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’25.09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최창락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김형준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72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5555967"/>
                  </a:ext>
                </a:extLst>
              </a:tr>
              <a:tr h="49640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전체 계획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배경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음극은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APC,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양극은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VM(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임시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통해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wet-run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생산시점에 건조 자동보정을 빠르게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적용함으로서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북미신규법인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조기안정화에 기여하고자 합니다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 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음극</a:t>
                      </a:r>
                      <a:r>
                        <a:rPr lang="en-US" altLang="ko-KR" sz="9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(APC)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기준정보 등록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 수집 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(02/12),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3)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데이터 정합성 확인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(02/19), 4)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가상제어 적용 및 모니터링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(02/24)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5)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실제어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적용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(03/01)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양극</a:t>
                      </a:r>
                      <a:r>
                        <a:rPr lang="en-US" altLang="ko-KR" sz="9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(VM)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1) VM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테스트 서버 검증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2) VM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운영 서버 셋업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(2/14), 3)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알고리즘 관련 환경구축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(~2/20)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4) 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데이터 정합성 확인 진행중입니다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. (~2/27)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88958794"/>
                  </a:ext>
                </a:extLst>
              </a:tr>
            </a:tbl>
          </a:graphicData>
        </a:graphic>
      </p:graphicFrame>
      <p:sp>
        <p:nvSpPr>
          <p:cNvPr id="7" name="제목 1">
            <a:extLst>
              <a:ext uri="{FF2B5EF4-FFF2-40B4-BE49-F238E27FC236}">
                <a16:creationId xmlns:a16="http://schemas.microsoft.com/office/drawing/2014/main" id="{43F39EF4-745A-C710-8B65-5C6F830CF45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23518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ea typeface="LG스마트체 Regular"/>
                <a:cs typeface="Malgun Gothic Semilight" panose="020B0502040204020203" pitchFamily="50" charset="-127"/>
              </a:rPr>
              <a:t>MC</a:t>
            </a:r>
            <a:r>
              <a:rPr lang="ko-KR" altLang="en-US" sz="1800">
                <a:ea typeface="LG스마트체 Regular"/>
                <a:cs typeface="Malgun Gothic Semilight" panose="020B0502040204020203" pitchFamily="50" charset="-127"/>
              </a:rPr>
              <a:t>자동보정팀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/>
              <a:cs typeface="Malgun Gothic Semilight" panose="020B0502040204020203" pitchFamily="50" charset="-127"/>
            </a:endParaRP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AD4E9AA5-FC05-6A37-CD5A-803CA1F91969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29710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■ </a:t>
            </a:r>
            <a:r>
              <a:rPr lang="ko-KR" altLang="en-US" sz="1400" b="1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코터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 예측 모델 성능 저하 방지</a:t>
            </a:r>
            <a:endParaRPr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6C6C784-9623-D56F-0A63-21AD1243A0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8324442"/>
              </p:ext>
            </p:extLst>
          </p:nvPr>
        </p:nvGraphicFramePr>
        <p:xfrm>
          <a:off x="1417331" y="1079921"/>
          <a:ext cx="7280581" cy="5503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983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310750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73359">
                <a:tc grid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금주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(W49) : Plus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미스매치 우선적으로 수행하도록 하겠습니다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  <a:endParaRPr lang="en-US" altLang="ko-KR" sz="10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  <a:cs typeface="Malgun Gothic Semilight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27844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02557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로직 개발</a:t>
                      </a:r>
                      <a:endParaRPr lang="ko-KR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전체 계획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배경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]</a:t>
                      </a:r>
                      <a:endParaRPr lang="en-US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 .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검사기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데이터의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지연으로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인해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CTP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제어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변수와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CTQ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품질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결과간의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매칭이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어긋나면서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학습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모델의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성능에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부정적인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영향을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미쳤습니다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이로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인해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성능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저하를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야기시켜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과보정과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번복제어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현상이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발생하였기에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학습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데이터와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모델링의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검증과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최적화를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통해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해당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문제의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개선이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필요합니다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sz="900" b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sz="900" b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특이사항</a:t>
                      </a:r>
                      <a:r>
                        <a:rPr lang="en-US" sz="900" b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]</a:t>
                      </a:r>
                      <a:b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①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학습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데이터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확인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시,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단일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CTP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변화에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대해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CTQ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품질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변화량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분포가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다양하기에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최신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데이터에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대한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대표성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검증이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필요해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보입니다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해당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부분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분석을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통해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최적화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필요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및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가능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여부를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확인하려고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합니다</a:t>
                      </a:r>
                      <a:endParaRPr lang="en-US" sz="90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②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학습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데이터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검증을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위해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기존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데이터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처리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방안에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대한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이해가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필요하며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이를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위해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코드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분석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선행이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필요합니다</a:t>
                      </a:r>
                      <a:r>
                        <a:rPr 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endParaRPr lang="en-US" altLang="ko-KR" sz="900" b="0" i="0" u="none" strike="noStrike" noProof="0">
                        <a:solidFill>
                          <a:srgbClr val="1414FE"/>
                        </a:solidFill>
                        <a:latin typeface="+mn-lt"/>
                        <a:ea typeface="+mn-ea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98017027-3AFC-4189-7BEE-E2F1DE5DB429}"/>
              </a:ext>
            </a:extLst>
          </p:cNvPr>
          <p:cNvGraphicFramePr>
            <a:graphicFrameLocks noGrp="1"/>
          </p:cNvGraphicFramePr>
          <p:nvPr/>
        </p:nvGraphicFramePr>
        <p:xfrm>
          <a:off x="2504494" y="1841328"/>
          <a:ext cx="5892803" cy="424053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841829">
                  <a:extLst>
                    <a:ext uri="{9D8B030D-6E8A-4147-A177-3AD203B41FA5}">
                      <a16:colId xmlns:a16="http://schemas.microsoft.com/office/drawing/2014/main" val="3302840277"/>
                    </a:ext>
                  </a:extLst>
                </a:gridCol>
                <a:gridCol w="841829">
                  <a:extLst>
                    <a:ext uri="{9D8B030D-6E8A-4147-A177-3AD203B41FA5}">
                      <a16:colId xmlns:a16="http://schemas.microsoft.com/office/drawing/2014/main" val="4047015817"/>
                    </a:ext>
                  </a:extLst>
                </a:gridCol>
                <a:gridCol w="841829">
                  <a:extLst>
                    <a:ext uri="{9D8B030D-6E8A-4147-A177-3AD203B41FA5}">
                      <a16:colId xmlns:a16="http://schemas.microsoft.com/office/drawing/2014/main" val="1030411888"/>
                    </a:ext>
                  </a:extLst>
                </a:gridCol>
                <a:gridCol w="841829">
                  <a:extLst>
                    <a:ext uri="{9D8B030D-6E8A-4147-A177-3AD203B41FA5}">
                      <a16:colId xmlns:a16="http://schemas.microsoft.com/office/drawing/2014/main" val="4082100124"/>
                    </a:ext>
                  </a:extLst>
                </a:gridCol>
                <a:gridCol w="841829">
                  <a:extLst>
                    <a:ext uri="{9D8B030D-6E8A-4147-A177-3AD203B41FA5}">
                      <a16:colId xmlns:a16="http://schemas.microsoft.com/office/drawing/2014/main" val="321250466"/>
                    </a:ext>
                  </a:extLst>
                </a:gridCol>
                <a:gridCol w="841829">
                  <a:extLst>
                    <a:ext uri="{9D8B030D-6E8A-4147-A177-3AD203B41FA5}">
                      <a16:colId xmlns:a16="http://schemas.microsoft.com/office/drawing/2014/main" val="2194900971"/>
                    </a:ext>
                  </a:extLst>
                </a:gridCol>
                <a:gridCol w="841829">
                  <a:extLst>
                    <a:ext uri="{9D8B030D-6E8A-4147-A177-3AD203B41FA5}">
                      <a16:colId xmlns:a16="http://schemas.microsoft.com/office/drawing/2014/main" val="1753914770"/>
                    </a:ext>
                  </a:extLst>
                </a:gridCol>
              </a:tblGrid>
              <a:tr h="141351">
                <a:tc rowSpan="2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구분</a:t>
                      </a:r>
                      <a:endParaRPr lang="ko-KR" altLang="en-US" baseline="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진행 계획</a:t>
                      </a:r>
                      <a:endParaRPr lang="ko-KR" altLang="en-US" baseline="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9433027"/>
                  </a:ext>
                </a:extLst>
              </a:tr>
              <a:tr h="14135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원인 분석</a:t>
                      </a:r>
                      <a:endParaRPr lang="ko-KR" altLang="en-US" baseline="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코드 분석</a:t>
                      </a:r>
                      <a:endParaRPr lang="ko-KR" altLang="en-US" baseline="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데이터 분석</a:t>
                      </a:r>
                      <a:endParaRPr lang="ko-KR" altLang="en-US" baseline="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최적 피팅 모델</a:t>
                      </a:r>
                      <a:endParaRPr lang="ko-KR" altLang="en-US" baseline="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코드 적용</a:t>
                      </a:r>
                      <a:endParaRPr lang="ko-KR" altLang="en-US" baseline="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모니터링 및 검증</a:t>
                      </a:r>
                      <a:endParaRPr lang="ko-KR" altLang="en-US" baseline="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3042111"/>
                  </a:ext>
                </a:extLst>
              </a:tr>
              <a:tr h="141351"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일정</a:t>
                      </a:r>
                      <a:endParaRPr lang="ko-KR" altLang="en-US" baseline="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80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~2/11</a:t>
                      </a:r>
                      <a:endParaRPr lang="en-US" altLang="ko-KR" baseline="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80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~2/11</a:t>
                      </a:r>
                      <a:endParaRPr lang="en-US" altLang="ko-KR" baseline="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800" b="0" i="0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3/11</a:t>
                      </a:r>
                      <a:endParaRPr lang="en-US" altLang="ko-KR" baseline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800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3/14</a:t>
                      </a:r>
                      <a:endParaRPr lang="en-US" altLang="ko-KR" baseline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8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+mn-ea"/>
                        </a:rPr>
                        <a:t>4/30</a:t>
                      </a:r>
                      <a:endParaRPr lang="en-US" altLang="ko-KR" baseline="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800" b="0" i="0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5/23</a:t>
                      </a:r>
                      <a:endParaRPr lang="en-US" altLang="ko-KR" baseline="0">
                        <a:effectLst/>
                        <a:latin typeface="Arial Narrow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6725785"/>
                  </a:ext>
                </a:extLst>
              </a:tr>
            </a:tbl>
          </a:graphicData>
        </a:graphic>
      </p:graphicFrame>
      <p:pic>
        <p:nvPicPr>
          <p:cNvPr id="12" name="그림 11" descr="텍스트, 스크린샷, 도표, 소프트웨어이(가) 표시된 사진&#10;&#10;AI가 생성한 콘텐츠에는 오류가 있을 수 있습니다.">
            <a:extLst>
              <a:ext uri="{FF2B5EF4-FFF2-40B4-BE49-F238E27FC236}">
                <a16:creationId xmlns:a16="http://schemas.microsoft.com/office/drawing/2014/main" id="{18C07442-62BE-4594-972F-038ACEBBDAF3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111878" y="2738432"/>
            <a:ext cx="5748038" cy="2362510"/>
          </a:xfrm>
          <a:custGeom>
            <a:avLst/>
            <a:gdLst>
              <a:gd name="connsiteX0" fmla="*/ 0 w 5748038"/>
              <a:gd name="connsiteY0" fmla="*/ 0 h 2362510"/>
              <a:gd name="connsiteX1" fmla="*/ 5748038 w 5748038"/>
              <a:gd name="connsiteY1" fmla="*/ 0 h 2362510"/>
              <a:gd name="connsiteX2" fmla="*/ 5748038 w 5748038"/>
              <a:gd name="connsiteY2" fmla="*/ 203194 h 2362510"/>
              <a:gd name="connsiteX3" fmla="*/ 5316851 w 5748038"/>
              <a:gd name="connsiteY3" fmla="*/ 203194 h 2362510"/>
              <a:gd name="connsiteX4" fmla="*/ 5316851 w 5748038"/>
              <a:gd name="connsiteY4" fmla="*/ 586915 h 2362510"/>
              <a:gd name="connsiteX5" fmla="*/ 5748038 w 5748038"/>
              <a:gd name="connsiteY5" fmla="*/ 586915 h 2362510"/>
              <a:gd name="connsiteX6" fmla="*/ 5748038 w 5748038"/>
              <a:gd name="connsiteY6" fmla="*/ 2362510 h 2362510"/>
              <a:gd name="connsiteX7" fmla="*/ 0 w 5748038"/>
              <a:gd name="connsiteY7" fmla="*/ 2362510 h 2362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748038" h="2362510">
                <a:moveTo>
                  <a:pt x="0" y="0"/>
                </a:moveTo>
                <a:lnTo>
                  <a:pt x="5748038" y="0"/>
                </a:lnTo>
                <a:lnTo>
                  <a:pt x="5748038" y="203194"/>
                </a:lnTo>
                <a:lnTo>
                  <a:pt x="5316851" y="203194"/>
                </a:lnTo>
                <a:lnTo>
                  <a:pt x="5316851" y="586915"/>
                </a:lnTo>
                <a:lnTo>
                  <a:pt x="5748038" y="586915"/>
                </a:lnTo>
                <a:lnTo>
                  <a:pt x="5748038" y="2362510"/>
                </a:lnTo>
                <a:lnTo>
                  <a:pt x="0" y="2362510"/>
                </a:lnTo>
                <a:close/>
              </a:path>
            </a:pathLst>
          </a:cu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84D1CBFA-1804-85F0-4F53-ACA88DCE01D7}"/>
              </a:ext>
            </a:extLst>
          </p:cNvPr>
          <p:cNvSpPr txBox="1"/>
          <p:nvPr/>
        </p:nvSpPr>
        <p:spPr>
          <a:xfrm>
            <a:off x="8162352" y="332405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lvl="0">
              <a:defRPr/>
            </a:pP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12/03(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09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3" name="내용 개체 틀 20">
            <a:hlinkClick r:id="rId4" action="ppaction://hlinksldjump"/>
            <a:extLst>
              <a:ext uri="{FF2B5EF4-FFF2-40B4-BE49-F238E27FC236}">
                <a16:creationId xmlns:a16="http://schemas.microsoft.com/office/drawing/2014/main" id="{4F802E19-4435-2C21-4FB8-E3A5C3F1F155}"/>
              </a:ext>
            </a:extLst>
          </p:cNvPr>
          <p:cNvSpPr txBox="1">
            <a:spLocks/>
          </p:cNvSpPr>
          <p:nvPr/>
        </p:nvSpPr>
        <p:spPr>
          <a:xfrm>
            <a:off x="8174157" y="163128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0"/>
              </a:spcBef>
              <a:defRPr/>
            </a:pP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최창락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S</a:t>
            </a:r>
            <a:endParaRPr lang="ko-KR" altLang="en-US" sz="11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65961435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1">
            <a:extLst>
              <a:ext uri="{FF2B5EF4-FFF2-40B4-BE49-F238E27FC236}">
                <a16:creationId xmlns:a16="http://schemas.microsoft.com/office/drawing/2014/main" id="{54EC1127-A89A-4C51-957D-94DC118FA1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4739531"/>
              </p:ext>
            </p:extLst>
          </p:nvPr>
        </p:nvGraphicFramePr>
        <p:xfrm>
          <a:off x="125047" y="866774"/>
          <a:ext cx="9657128" cy="5743576"/>
        </p:xfrm>
        <a:graphic>
          <a:graphicData uri="http://schemas.openxmlformats.org/drawingml/2006/table">
            <a:tbl>
              <a:tblPr/>
              <a:tblGrid>
                <a:gridCol w="7648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11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7527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29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29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(W49)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34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모델 고도화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NB 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COT 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양극3호기</a:t>
                      </a:r>
                      <a:endParaRPr lang="ko-KR" altLang="en-US" sz="900"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금주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(W10)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음극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(APC)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가상 제어 모니터링 및 검증을 완료 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,(2/24) Sample run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부터 실 제어 적용 및 모니터링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(3/1~)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(VM) 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 정합성 검증 진행중이며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wet run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전까지 검증완료 하겠습니다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.(~2/27)</a:t>
                      </a:r>
                      <a:endParaRPr lang="en-US" altLang="ko-KR" sz="90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sngStrike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‘25.05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→ 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’25.11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최창락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김형준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72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5555967"/>
                  </a:ext>
                </a:extLst>
              </a:tr>
              <a:tr h="49640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전체 계획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배경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음극은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APC,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양극은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VM(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임시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통해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wet-run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생산시점에 건조 자동보정을 빠르게 적용함으로서 북미신규법인 조기안정화에 기여하고자 합니다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 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음극</a:t>
                      </a:r>
                      <a:r>
                        <a:rPr lang="en-US" altLang="ko-KR" sz="9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(APC)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기준정보 등록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 수집 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(02/12),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3)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데이터 정합성 확인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(02/19), 4)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가상제어 적용 및 모니터링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(02/24)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5)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실제어 적용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(03/01)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양극</a:t>
                      </a:r>
                      <a:r>
                        <a:rPr lang="en-US" altLang="ko-KR" sz="9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(VM)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1) VM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테스트 서버 검증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2) VM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운영 서버 셋업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(2/14), 3)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알고리즘 관련 환경구축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(~2/20)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4) 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데이터 정합성 확인 진행중입니다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. (~2/27)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88958794"/>
                  </a:ext>
                </a:extLst>
              </a:tr>
            </a:tbl>
          </a:graphicData>
        </a:graphic>
      </p:graphicFrame>
      <p:sp>
        <p:nvSpPr>
          <p:cNvPr id="7" name="제목 1">
            <a:extLst>
              <a:ext uri="{FF2B5EF4-FFF2-40B4-BE49-F238E27FC236}">
                <a16:creationId xmlns:a16="http://schemas.microsoft.com/office/drawing/2014/main" id="{43F39EF4-745A-C710-8B65-5C6F830CF45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23518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ea typeface="LG스마트체 Regular"/>
                <a:cs typeface="Malgun Gothic Semilight" panose="020B0502040204020203" pitchFamily="50" charset="-127"/>
              </a:rPr>
              <a:t>MC</a:t>
            </a:r>
            <a:r>
              <a:rPr lang="ko-KR" altLang="en-US" sz="1800">
                <a:ea typeface="LG스마트체 Regular"/>
                <a:cs typeface="Malgun Gothic Semilight" panose="020B0502040204020203" pitchFamily="50" charset="-127"/>
              </a:rPr>
              <a:t>자동보정팀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/>
              <a:cs typeface="Malgun Gothic Semilight" panose="020B0502040204020203" pitchFamily="50" charset="-127"/>
            </a:endParaRP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AD4E9AA5-FC05-6A37-CD5A-803CA1F91969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29710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■ </a:t>
            </a:r>
            <a:r>
              <a:rPr lang="ko-KR" altLang="en-US" sz="1400" b="1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코터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 예측 모델 성능 저하 방지</a:t>
            </a:r>
            <a:endParaRPr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6C6C784-9623-D56F-0A63-21AD1243A0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8106712"/>
              </p:ext>
            </p:extLst>
          </p:nvPr>
        </p:nvGraphicFramePr>
        <p:xfrm>
          <a:off x="1417331" y="1079920"/>
          <a:ext cx="7280581" cy="54651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983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310750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287431">
                <a:tc grid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금주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(W49) : Plus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미스매치 우선적으로 수행하도록 하겠습니다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29944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47739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로직 개발</a:t>
                      </a:r>
                      <a:endParaRPr lang="ko-KR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sz="900" b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[진행사항</a:t>
                      </a:r>
                      <a:r>
                        <a:rPr lang="en-US" sz="900" b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1.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이상 데이터를 제대로 판별하여 학습에 반영되지 않도록 하기 위해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데이터의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통계 및 시각화 분석을 진행하였습니다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(3/11).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2.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데이터 이상 감지를 위한 알고리즘 검증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(IQR,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Modified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Z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score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등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을 진행하였습니다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(3/14)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.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적용 결과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갭 제어에서 발생하는 비정상 학습 케이스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133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개중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126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개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(99%)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에 대한 이상 판단을 정상적으로 하였습니다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.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해당 데이터 제외 후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갭에 대한 학습 모델링 적용 결과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R2 Score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가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-0.09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에서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0.89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수준으로 오르는 것을 확인하였습니다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3.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NB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분석 완료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3/14)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외 타법인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WA, GM1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동일한 방법으로 분석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(4/18)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후 코드 적용 예정입니다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 (4/30)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4.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MI2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출장 대응으로 인해 분석 대상 호기를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MI2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호기로 변경하여 분석 중입니다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.(~5/2)</a:t>
                      </a:r>
                      <a:b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5.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학습 전처리 코드를 검토하고 있으며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기존 코드에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"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예측 모델 성능 저하 방지 기능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"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을 반영하기 위한 구조를 검토 중입니다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(9/16~9/19)</a:t>
                      </a:r>
                      <a:b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.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전처리 부분에 대한 보완과 더불어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모델 자체 검증에 기능 보완의 필요로 학습 코드 추가 리뷰 진행 중입니다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(‘25.11~)</a:t>
                      </a:r>
                      <a:b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. ‘Plus MM(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미스매치를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+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수준으로 관리하는 방안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)’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우선 진행으로 완료 후 진행하도록 하겠습니다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6.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WA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음극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6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호기 로딩 모델링에서 이상 케이스를 확인하였습니다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(9/17~9/19).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현상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선형 모델 계수에서 이상치가 발견되었습니다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동일 모델의 이전 계수를 확인했을 때 정상적인 경우는 계수가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7~15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정도의 수준</a:t>
                      </a:r>
                      <a:b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        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이지만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이상 케이스에서는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30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이상이거나 음수로 나타났습니다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클렌징 및 모델 계수 초기화로 우선 대응하였고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Raw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데</a:t>
                      </a:r>
                      <a:b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        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이터분석 예정입니다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(~10/17)</a:t>
                      </a:r>
                      <a:b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. APC DC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서버에서의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Raw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취합 불가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(10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 경과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 학습 전처리된 데이터 우선 분석 진행하겠습니다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   . 9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 이슈 일자의 생산모델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(APCAN2735A)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의 학습 데이터 부재로 확인 불가합니다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b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. Edge PC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취합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(7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,8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가능하여 해당 데이터 취합 및 분석 진행중입니다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(~10/24)</a:t>
                      </a:r>
                      <a:b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     . (7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,8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학습 데이터 기반으로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GAP&amp;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로딩 데이터 분석 진행하였으며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제어에 대한 로딩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(24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 포인트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량의 변화 방향성은 대부분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(18~21Point)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동일하며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6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 데이터 추가 확인가 더불어 로직 설계 진행하겠습니다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(’25.11~)</a:t>
                      </a:r>
                      <a:b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7.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[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로직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모델 검증 프로세스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모델링 결과에 대한 계수 검증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최적 모델 선택을 위한 방안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모델링개선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이상데이터 필터링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을 검토 중입니다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.(10/24)</a:t>
                      </a: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0695B7AF-560A-5981-4E47-D17686BB8CE5}"/>
              </a:ext>
            </a:extLst>
          </p:cNvPr>
          <p:cNvSpPr txBox="1"/>
          <p:nvPr/>
        </p:nvSpPr>
        <p:spPr>
          <a:xfrm>
            <a:off x="8162352" y="332405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lvl="0">
              <a:defRPr/>
            </a:pP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12/03(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09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3" name="내용 개체 틀 20">
            <a:hlinkClick r:id="rId3" action="ppaction://hlinksldjump"/>
            <a:extLst>
              <a:ext uri="{FF2B5EF4-FFF2-40B4-BE49-F238E27FC236}">
                <a16:creationId xmlns:a16="http://schemas.microsoft.com/office/drawing/2014/main" id="{D09F7B91-9A8C-BDF5-DA8F-7BFE6E47BE92}"/>
              </a:ext>
            </a:extLst>
          </p:cNvPr>
          <p:cNvSpPr txBox="1">
            <a:spLocks/>
          </p:cNvSpPr>
          <p:nvPr/>
        </p:nvSpPr>
        <p:spPr>
          <a:xfrm>
            <a:off x="8174157" y="163128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0"/>
              </a:spcBef>
              <a:defRPr/>
            </a:pP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최창락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S</a:t>
            </a:r>
            <a:endParaRPr lang="ko-KR" altLang="en-US" sz="11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12351290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5446256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7632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23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662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코터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로딩량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/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미스매치 최적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제어값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도출 로직 고도화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NB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 latinLnBrk="0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#2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‘25.11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최창락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김형준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18223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 latinLnBrk="0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ko-KR" altLang="en-US" sz="1400" b="1" i="0" u="none" strike="noStrike" kern="1200" cap="none" spc="0" normalizeH="0" noProof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코터</a:t>
            </a:r>
            <a:r>
              <a:rPr kumimoji="0" lang="ko-KR" altLang="en-US" sz="1400" b="1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kumimoji="0" lang="ko-KR" altLang="en-US" sz="1400" b="1" i="0" u="none" strike="noStrike" kern="1200" cap="none" spc="0" normalizeH="0" noProof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로딩량</a:t>
            </a:r>
            <a:r>
              <a:rPr kumimoji="0" lang="en-US" altLang="ko-KR" sz="1400" b="1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/</a:t>
            </a:r>
            <a:r>
              <a:rPr kumimoji="0" lang="ko-KR" altLang="en-US" sz="1400" b="1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미스매치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최적 </a:t>
            </a:r>
            <a:r>
              <a:rPr lang="ko-KR" altLang="en-US" sz="1400" b="1" err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제어값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도출 로직 고도화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(1/3)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endParaRPr kumimoji="0" lang="ko-KR" altLang="en-US" sz="1400" b="1" i="0" u="none" strike="noStrike" kern="1200" cap="none" spc="0" normalizeH="0" noProof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_MC</a:t>
            </a:r>
            <a:r>
              <a:rPr kumimoji="1" lang="ko-KR" altLang="en-US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자동보정팀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BF916D-8A9E-4800-92E6-357BE08183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8221822"/>
              </p:ext>
            </p:extLst>
          </p:nvPr>
        </p:nvGraphicFramePr>
        <p:xfrm>
          <a:off x="1427616" y="1083318"/>
          <a:ext cx="7246937" cy="53717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7262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269675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69164">
                <a:tc gridSpan="2">
                  <a:txBody>
                    <a:bodyPr/>
                    <a:lstStyle/>
                    <a:p>
                      <a:r>
                        <a:rPr lang="ko-KR" altLang="ko-KR" sz="10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(W51) 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담당자 부재 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(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김형준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 NB 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출장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, 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최창락 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WA 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출장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)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로 차주 이어서 진행 하겠습니다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.</a:t>
                      </a:r>
                      <a:endParaRPr lang="en-US" altLang="ko-KR" sz="1000" b="0" i="0" u="none" strike="noStrike" baseline="0" noProof="0">
                        <a:solidFill>
                          <a:srgbClr val="0000FF"/>
                        </a:solidFill>
                        <a:latin typeface="+mn-lt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4921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793444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로직 개발</a:t>
                      </a:r>
                      <a:endParaRPr lang="en-US" altLang="ko-KR" sz="900" b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전체 계획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배경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기존 자동보정 로직에서는 로딩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미스매치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최적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제어값을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순차적으로 선택합니다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Die Gap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이나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RPM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변화에 따라 미스매치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가 크게 변경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일반 모델의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되는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H5.5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모델의 경우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미스매치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현재값을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유지 하는 것이 최적인 경우에도 로딩을 최적으로 개선하기 위해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Gap/RPM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이 보정되어 미스매치가 불량에 가까워지는 현상이 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이를 해결하기 위해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최적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제어값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도출 로직 고도화가 필요 합니다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193040" y="172366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김형준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lang="ko-KR" altLang="en-US" sz="1100" b="0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graphicFrame>
        <p:nvGraphicFramePr>
          <p:cNvPr id="69" name="표 68">
            <a:extLst>
              <a:ext uri="{FF2B5EF4-FFF2-40B4-BE49-F238E27FC236}">
                <a16:creationId xmlns:a16="http://schemas.microsoft.com/office/drawing/2014/main" id="{BCCD3FA5-3CC2-43F6-807B-6DC80371FE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5583038"/>
              </p:ext>
            </p:extLst>
          </p:nvPr>
        </p:nvGraphicFramePr>
        <p:xfrm>
          <a:off x="2684463" y="1902089"/>
          <a:ext cx="5690072" cy="723900"/>
        </p:xfrm>
        <a:graphic>
          <a:graphicData uri="http://schemas.openxmlformats.org/drawingml/2006/table">
            <a:tbl>
              <a:tblPr/>
              <a:tblGrid>
                <a:gridCol w="711259">
                  <a:extLst>
                    <a:ext uri="{9D8B030D-6E8A-4147-A177-3AD203B41FA5}">
                      <a16:colId xmlns:a16="http://schemas.microsoft.com/office/drawing/2014/main" val="1699652340"/>
                    </a:ext>
                  </a:extLst>
                </a:gridCol>
                <a:gridCol w="711259">
                  <a:extLst>
                    <a:ext uri="{9D8B030D-6E8A-4147-A177-3AD203B41FA5}">
                      <a16:colId xmlns:a16="http://schemas.microsoft.com/office/drawing/2014/main" val="1528983181"/>
                    </a:ext>
                  </a:extLst>
                </a:gridCol>
                <a:gridCol w="711259">
                  <a:extLst>
                    <a:ext uri="{9D8B030D-6E8A-4147-A177-3AD203B41FA5}">
                      <a16:colId xmlns:a16="http://schemas.microsoft.com/office/drawing/2014/main" val="4173945981"/>
                    </a:ext>
                  </a:extLst>
                </a:gridCol>
                <a:gridCol w="711259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711259">
                  <a:extLst>
                    <a:ext uri="{9D8B030D-6E8A-4147-A177-3AD203B41FA5}">
                      <a16:colId xmlns:a16="http://schemas.microsoft.com/office/drawing/2014/main" val="2390580304"/>
                    </a:ext>
                  </a:extLst>
                </a:gridCol>
                <a:gridCol w="711259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711259">
                  <a:extLst>
                    <a:ext uri="{9D8B030D-6E8A-4147-A177-3AD203B41FA5}">
                      <a16:colId xmlns:a16="http://schemas.microsoft.com/office/drawing/2014/main" val="2261928765"/>
                    </a:ext>
                  </a:extLst>
                </a:gridCol>
                <a:gridCol w="711259">
                  <a:extLst>
                    <a:ext uri="{9D8B030D-6E8A-4147-A177-3AD203B41FA5}">
                      <a16:colId xmlns:a16="http://schemas.microsoft.com/office/drawing/2014/main" val="1939774649"/>
                    </a:ext>
                  </a:extLst>
                </a:gridCol>
              </a:tblGrid>
              <a:tr h="63082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Site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모델 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220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데이터 분석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로직 개발 및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코드 구현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대표호기 적용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수평전개 적용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63082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NB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H5.5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호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‘25.06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‘25.07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'25.09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’25.10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’25.11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  <a:tr h="630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 latinLnBrk="0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양극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‘25.06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‘25.07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'25.09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’25.10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’25.11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1630310"/>
                  </a:ext>
                </a:extLst>
              </a:tr>
            </a:tbl>
          </a:graphicData>
        </a:graphic>
      </p:graphicFrame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7B54B6FF-486D-4900-915F-4212ED67FC8B}"/>
              </a:ext>
            </a:extLst>
          </p:cNvPr>
          <p:cNvSpPr/>
          <p:nvPr/>
        </p:nvSpPr>
        <p:spPr>
          <a:xfrm>
            <a:off x="2485605" y="3365660"/>
            <a:ext cx="6010105" cy="2736966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200" name="표 199">
            <a:extLst>
              <a:ext uri="{FF2B5EF4-FFF2-40B4-BE49-F238E27FC236}">
                <a16:creationId xmlns:a16="http://schemas.microsoft.com/office/drawing/2014/main" id="{5E1DD3F3-E5BF-44EC-8576-DF8532F7E322}"/>
              </a:ext>
            </a:extLst>
          </p:cNvPr>
          <p:cNvGraphicFramePr>
            <a:graphicFrameLocks noGrp="1"/>
          </p:cNvGraphicFramePr>
          <p:nvPr/>
        </p:nvGraphicFramePr>
        <p:xfrm>
          <a:off x="2700603" y="5189337"/>
          <a:ext cx="1999568" cy="647700"/>
        </p:xfrm>
        <a:graphic>
          <a:graphicData uri="http://schemas.openxmlformats.org/drawingml/2006/table">
            <a:tbl>
              <a:tblPr/>
              <a:tblGrid>
                <a:gridCol w="560028">
                  <a:extLst>
                    <a:ext uri="{9D8B030D-6E8A-4147-A177-3AD203B41FA5}">
                      <a16:colId xmlns:a16="http://schemas.microsoft.com/office/drawing/2014/main" val="2499193602"/>
                    </a:ext>
                  </a:extLst>
                </a:gridCol>
                <a:gridCol w="359885">
                  <a:extLst>
                    <a:ext uri="{9D8B030D-6E8A-4147-A177-3AD203B41FA5}">
                      <a16:colId xmlns:a16="http://schemas.microsoft.com/office/drawing/2014/main" val="3268043362"/>
                    </a:ext>
                  </a:extLst>
                </a:gridCol>
                <a:gridCol w="359885">
                  <a:extLst>
                    <a:ext uri="{9D8B030D-6E8A-4147-A177-3AD203B41FA5}">
                      <a16:colId xmlns:a16="http://schemas.microsoft.com/office/drawing/2014/main" val="2187166215"/>
                    </a:ext>
                  </a:extLst>
                </a:gridCol>
                <a:gridCol w="359885">
                  <a:extLst>
                    <a:ext uri="{9D8B030D-6E8A-4147-A177-3AD203B41FA5}">
                      <a16:colId xmlns:a16="http://schemas.microsoft.com/office/drawing/2014/main" val="123135216"/>
                    </a:ext>
                  </a:extLst>
                </a:gridCol>
                <a:gridCol w="359885">
                  <a:extLst>
                    <a:ext uri="{9D8B030D-6E8A-4147-A177-3AD203B41FA5}">
                      <a16:colId xmlns:a16="http://schemas.microsoft.com/office/drawing/2014/main" val="714319806"/>
                    </a:ext>
                  </a:extLst>
                </a:gridCol>
              </a:tblGrid>
              <a:tr h="168761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제어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항목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L-R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Gap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Δ </a:t>
                      </a:r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 Gap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Δ </a:t>
                      </a:r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 Gap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 </a:t>
                      </a:r>
                      <a:r>
                        <a:rPr lang="ko-KR" altLang="en-US" sz="8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불균일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5738905"/>
                  </a:ext>
                </a:extLst>
              </a:tr>
              <a:tr h="87553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그룹 </a:t>
                      </a:r>
                      <a:r>
                        <a:rPr lang="en-US" altLang="ko-KR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+1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+2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2481736"/>
                  </a:ext>
                </a:extLst>
              </a:tr>
              <a:tr h="87553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그룹 </a:t>
                      </a:r>
                      <a:r>
                        <a:rPr lang="en-US" altLang="ko-KR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+1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+1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7345118"/>
                  </a:ext>
                </a:extLst>
              </a:tr>
              <a:tr h="87553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그룹 </a:t>
                      </a:r>
                      <a:r>
                        <a:rPr lang="en-US" altLang="ko-KR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+1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+1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7301993"/>
                  </a:ext>
                </a:extLst>
              </a:tr>
            </a:tbl>
          </a:graphicData>
        </a:graphic>
      </p:graphicFrame>
      <p:graphicFrame>
        <p:nvGraphicFramePr>
          <p:cNvPr id="201" name="표 200">
            <a:extLst>
              <a:ext uri="{FF2B5EF4-FFF2-40B4-BE49-F238E27FC236}">
                <a16:creationId xmlns:a16="http://schemas.microsoft.com/office/drawing/2014/main" id="{2B77CB86-00EB-44B0-8414-8039C4D7AE9C}"/>
              </a:ext>
            </a:extLst>
          </p:cNvPr>
          <p:cNvGraphicFramePr>
            <a:graphicFrameLocks noGrp="1"/>
          </p:cNvGraphicFramePr>
          <p:nvPr/>
        </p:nvGraphicFramePr>
        <p:xfrm>
          <a:off x="5140112" y="5194992"/>
          <a:ext cx="3105345" cy="647700"/>
        </p:xfrm>
        <a:graphic>
          <a:graphicData uri="http://schemas.openxmlformats.org/drawingml/2006/table">
            <a:tbl>
              <a:tblPr/>
              <a:tblGrid>
                <a:gridCol w="639525">
                  <a:extLst>
                    <a:ext uri="{9D8B030D-6E8A-4147-A177-3AD203B41FA5}">
                      <a16:colId xmlns:a16="http://schemas.microsoft.com/office/drawing/2014/main" val="2499193602"/>
                    </a:ext>
                  </a:extLst>
                </a:gridCol>
                <a:gridCol w="395589">
                  <a:extLst>
                    <a:ext uri="{9D8B030D-6E8A-4147-A177-3AD203B41FA5}">
                      <a16:colId xmlns:a16="http://schemas.microsoft.com/office/drawing/2014/main" val="3268043362"/>
                    </a:ext>
                  </a:extLst>
                </a:gridCol>
                <a:gridCol w="426351">
                  <a:extLst>
                    <a:ext uri="{9D8B030D-6E8A-4147-A177-3AD203B41FA5}">
                      <a16:colId xmlns:a16="http://schemas.microsoft.com/office/drawing/2014/main" val="4047852329"/>
                    </a:ext>
                  </a:extLst>
                </a:gridCol>
                <a:gridCol w="410970">
                  <a:extLst>
                    <a:ext uri="{9D8B030D-6E8A-4147-A177-3AD203B41FA5}">
                      <a16:colId xmlns:a16="http://schemas.microsoft.com/office/drawing/2014/main" val="2187166215"/>
                    </a:ext>
                  </a:extLst>
                </a:gridCol>
                <a:gridCol w="410970">
                  <a:extLst>
                    <a:ext uri="{9D8B030D-6E8A-4147-A177-3AD203B41FA5}">
                      <a16:colId xmlns:a16="http://schemas.microsoft.com/office/drawing/2014/main" val="123135216"/>
                    </a:ext>
                  </a:extLst>
                </a:gridCol>
                <a:gridCol w="410970">
                  <a:extLst>
                    <a:ext uri="{9D8B030D-6E8A-4147-A177-3AD203B41FA5}">
                      <a16:colId xmlns:a16="http://schemas.microsoft.com/office/drawing/2014/main" val="2777341992"/>
                    </a:ext>
                  </a:extLst>
                </a:gridCol>
                <a:gridCol w="410970">
                  <a:extLst>
                    <a:ext uri="{9D8B030D-6E8A-4147-A177-3AD203B41FA5}">
                      <a16:colId xmlns:a16="http://schemas.microsoft.com/office/drawing/2014/main" val="162645382"/>
                    </a:ext>
                  </a:extLst>
                </a:gridCol>
              </a:tblGrid>
              <a:tr h="245045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제어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항목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L-R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Gap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L+R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Gap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Δ </a:t>
                      </a:r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 Gap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Δ </a:t>
                      </a:r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 Gap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 latinLnBrk="0"/>
                      <a:r>
                        <a:rPr lang="ko-KR" altLang="en-US" sz="8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불균일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미스매치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 latinLnBrk="0"/>
                      <a:r>
                        <a:rPr lang="ko-KR" altLang="en-US" sz="8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불균일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5738905"/>
                  </a:ext>
                </a:extLst>
              </a:tr>
              <a:tr h="120301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err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제어값</a:t>
                      </a:r>
                      <a:r>
                        <a:rPr lang="ko-KR" altLang="en-US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1-1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+3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+1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+2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2481736"/>
                  </a:ext>
                </a:extLst>
              </a:tr>
              <a:tr h="120301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err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제어값</a:t>
                      </a:r>
                      <a:r>
                        <a:rPr lang="ko-KR" altLang="en-US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1-2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+1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+1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7345118"/>
                  </a:ext>
                </a:extLst>
              </a:tr>
              <a:tr h="120301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err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제어값</a:t>
                      </a:r>
                      <a:r>
                        <a:rPr lang="ko-KR" altLang="en-US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1-3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7301993"/>
                  </a:ext>
                </a:extLst>
              </a:tr>
            </a:tbl>
          </a:graphicData>
        </a:graphic>
      </p:graphicFrame>
      <p:cxnSp>
        <p:nvCxnSpPr>
          <p:cNvPr id="203" name="직선 화살표 연결선 202">
            <a:extLst>
              <a:ext uri="{FF2B5EF4-FFF2-40B4-BE49-F238E27FC236}">
                <a16:creationId xmlns:a16="http://schemas.microsoft.com/office/drawing/2014/main" id="{4D4E8CD7-D31C-4488-BCA7-8386A99463EA}"/>
              </a:ext>
            </a:extLst>
          </p:cNvPr>
          <p:cNvCxnSpPr>
            <a:cxnSpLocks/>
          </p:cNvCxnSpPr>
          <p:nvPr/>
        </p:nvCxnSpPr>
        <p:spPr>
          <a:xfrm flipV="1">
            <a:off x="2934736" y="4020713"/>
            <a:ext cx="0" cy="929264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화살표 연결선 203">
            <a:extLst>
              <a:ext uri="{FF2B5EF4-FFF2-40B4-BE49-F238E27FC236}">
                <a16:creationId xmlns:a16="http://schemas.microsoft.com/office/drawing/2014/main" id="{498D80AD-98FA-40ED-899C-2759B6FE3692}"/>
              </a:ext>
            </a:extLst>
          </p:cNvPr>
          <p:cNvCxnSpPr>
            <a:cxnSpLocks/>
          </p:cNvCxnSpPr>
          <p:nvPr/>
        </p:nvCxnSpPr>
        <p:spPr>
          <a:xfrm>
            <a:off x="2750054" y="4769957"/>
            <a:ext cx="1398264" cy="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" name="타원 204">
            <a:extLst>
              <a:ext uri="{FF2B5EF4-FFF2-40B4-BE49-F238E27FC236}">
                <a16:creationId xmlns:a16="http://schemas.microsoft.com/office/drawing/2014/main" id="{9F26A2C8-4B21-42BA-AE4A-23A360E5A701}"/>
              </a:ext>
            </a:extLst>
          </p:cNvPr>
          <p:cNvSpPr/>
          <p:nvPr/>
        </p:nvSpPr>
        <p:spPr>
          <a:xfrm rot="5400000">
            <a:off x="3255567" y="4734808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06" name="타원 205">
            <a:extLst>
              <a:ext uri="{FF2B5EF4-FFF2-40B4-BE49-F238E27FC236}">
                <a16:creationId xmlns:a16="http://schemas.microsoft.com/office/drawing/2014/main" id="{F5FBBE20-CB68-4AFE-A9AD-AB43C7BCF060}"/>
              </a:ext>
            </a:extLst>
          </p:cNvPr>
          <p:cNvSpPr/>
          <p:nvPr/>
        </p:nvSpPr>
        <p:spPr>
          <a:xfrm rot="5400000">
            <a:off x="3412438" y="4734808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07" name="타원 206">
            <a:extLst>
              <a:ext uri="{FF2B5EF4-FFF2-40B4-BE49-F238E27FC236}">
                <a16:creationId xmlns:a16="http://schemas.microsoft.com/office/drawing/2014/main" id="{DAD4D306-8D68-4DBF-8523-F843BB7DA501}"/>
              </a:ext>
            </a:extLst>
          </p:cNvPr>
          <p:cNvSpPr/>
          <p:nvPr/>
        </p:nvSpPr>
        <p:spPr>
          <a:xfrm rot="5400000">
            <a:off x="3572709" y="4734808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16E3AF9A-E901-4F31-92D6-65FE2511CAFE}"/>
              </a:ext>
            </a:extLst>
          </p:cNvPr>
          <p:cNvSpPr txBox="1"/>
          <p:nvPr/>
        </p:nvSpPr>
        <p:spPr>
          <a:xfrm>
            <a:off x="2682185" y="3881979"/>
            <a:ext cx="4657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로딩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1CA532FE-A0D4-48D3-BC7F-ED3713C50D4E}"/>
              </a:ext>
            </a:extLst>
          </p:cNvPr>
          <p:cNvSpPr txBox="1"/>
          <p:nvPr/>
        </p:nvSpPr>
        <p:spPr>
          <a:xfrm>
            <a:off x="3765732" y="4831658"/>
            <a:ext cx="4657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미스매치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83D4D1B5-3B79-4EA6-AFF1-7100DC19215E}"/>
              </a:ext>
            </a:extLst>
          </p:cNvPr>
          <p:cNvSpPr txBox="1"/>
          <p:nvPr/>
        </p:nvSpPr>
        <p:spPr>
          <a:xfrm>
            <a:off x="2630926" y="4808666"/>
            <a:ext cx="33617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최적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E725D720-6CED-41CB-BC68-AAA04CE7AF35}"/>
              </a:ext>
            </a:extLst>
          </p:cNvPr>
          <p:cNvSpPr txBox="1"/>
          <p:nvPr/>
        </p:nvSpPr>
        <p:spPr>
          <a:xfrm>
            <a:off x="2867081" y="3692493"/>
            <a:ext cx="114622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[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예측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CTQ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</a:t>
            </a:r>
            <a:r>
              <a:rPr lang="ko-KR" altLang="en-US" sz="800" err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불균일도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예시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]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34F46132-AB86-40E5-A33E-0351A9B70FDF}"/>
              </a:ext>
            </a:extLst>
          </p:cNvPr>
          <p:cNvSpPr txBox="1"/>
          <p:nvPr/>
        </p:nvSpPr>
        <p:spPr>
          <a:xfrm>
            <a:off x="4976994" y="3587618"/>
            <a:ext cx="1309483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① 로딩 최적 제어 후보군 선택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  <a:p>
            <a:pPr latinLnBrk="0"/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     (ex: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L-R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Gap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: -1)</a:t>
            </a: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50188162-EBBE-4CF4-B708-C98024411438}"/>
              </a:ext>
            </a:extLst>
          </p:cNvPr>
          <p:cNvSpPr txBox="1"/>
          <p:nvPr/>
        </p:nvSpPr>
        <p:spPr>
          <a:xfrm>
            <a:off x="6588097" y="3586466"/>
            <a:ext cx="177715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② ① 후보군 중 미스매치 최적 </a:t>
            </a:r>
            <a:r>
              <a:rPr lang="ko-KR" altLang="en-US" sz="800" err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제어값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선택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cxnSp>
        <p:nvCxnSpPr>
          <p:cNvPr id="214" name="직선 화살표 연결선 213">
            <a:extLst>
              <a:ext uri="{FF2B5EF4-FFF2-40B4-BE49-F238E27FC236}">
                <a16:creationId xmlns:a16="http://schemas.microsoft.com/office/drawing/2014/main" id="{A71847E6-7A2A-4D67-AF97-37A912B7F862}"/>
              </a:ext>
            </a:extLst>
          </p:cNvPr>
          <p:cNvCxnSpPr>
            <a:cxnSpLocks/>
          </p:cNvCxnSpPr>
          <p:nvPr/>
        </p:nvCxnSpPr>
        <p:spPr>
          <a:xfrm>
            <a:off x="5142095" y="4295473"/>
            <a:ext cx="0" cy="452401"/>
          </a:xfrm>
          <a:prstGeom prst="straightConnector1">
            <a:avLst/>
          </a:prstGeom>
          <a:ln>
            <a:solidFill>
              <a:srgbClr val="0000F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5" name="TextBox 214">
            <a:extLst>
              <a:ext uri="{FF2B5EF4-FFF2-40B4-BE49-F238E27FC236}">
                <a16:creationId xmlns:a16="http://schemas.microsoft.com/office/drawing/2014/main" id="{9F74BFBB-E90A-4498-B980-282DE5F6AF27}"/>
              </a:ext>
            </a:extLst>
          </p:cNvPr>
          <p:cNvSpPr txBox="1"/>
          <p:nvPr/>
        </p:nvSpPr>
        <p:spPr>
          <a:xfrm>
            <a:off x="4650963" y="4383321"/>
            <a:ext cx="4653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로딩 최적</a:t>
            </a:r>
            <a:endParaRPr lang="en-US" altLang="ko-KR" sz="800">
              <a:solidFill>
                <a:srgbClr val="0000FF"/>
              </a:solidFill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  <a:p>
            <a:pPr algn="ctr" latinLnBrk="0"/>
            <a:r>
              <a:rPr lang="ko-KR" altLang="en-US" sz="8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후보군</a:t>
            </a:r>
            <a:endParaRPr lang="en-US" altLang="ko-KR" sz="800">
              <a:solidFill>
                <a:srgbClr val="0000FF"/>
              </a:solidFill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216" name="타원 215">
            <a:extLst>
              <a:ext uri="{FF2B5EF4-FFF2-40B4-BE49-F238E27FC236}">
                <a16:creationId xmlns:a16="http://schemas.microsoft.com/office/drawing/2014/main" id="{7E1E0F86-7AD5-4620-B634-5DA583AAFFEF}"/>
              </a:ext>
            </a:extLst>
          </p:cNvPr>
          <p:cNvSpPr/>
          <p:nvPr/>
        </p:nvSpPr>
        <p:spPr>
          <a:xfrm rot="5400000">
            <a:off x="3110701" y="4496822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17" name="타원 216">
            <a:extLst>
              <a:ext uri="{FF2B5EF4-FFF2-40B4-BE49-F238E27FC236}">
                <a16:creationId xmlns:a16="http://schemas.microsoft.com/office/drawing/2014/main" id="{E3A46202-0483-419A-B54A-15C7CFEBC858}"/>
              </a:ext>
            </a:extLst>
          </p:cNvPr>
          <p:cNvSpPr/>
          <p:nvPr/>
        </p:nvSpPr>
        <p:spPr>
          <a:xfrm rot="5400000">
            <a:off x="3267572" y="4496822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C1282D7E-9766-44AF-B16B-A791D7253354}"/>
              </a:ext>
            </a:extLst>
          </p:cNvPr>
          <p:cNvSpPr/>
          <p:nvPr/>
        </p:nvSpPr>
        <p:spPr>
          <a:xfrm rot="5400000">
            <a:off x="3427843" y="4496822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2DDBE933-D6CE-475B-8495-2D3F049955DF}"/>
              </a:ext>
            </a:extLst>
          </p:cNvPr>
          <p:cNvSpPr/>
          <p:nvPr/>
        </p:nvSpPr>
        <p:spPr>
          <a:xfrm rot="5400000">
            <a:off x="2936507" y="4280798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20" name="타원 219">
            <a:extLst>
              <a:ext uri="{FF2B5EF4-FFF2-40B4-BE49-F238E27FC236}">
                <a16:creationId xmlns:a16="http://schemas.microsoft.com/office/drawing/2014/main" id="{9B397187-26D4-42F6-A5ED-934E63EF5967}"/>
              </a:ext>
            </a:extLst>
          </p:cNvPr>
          <p:cNvSpPr/>
          <p:nvPr/>
        </p:nvSpPr>
        <p:spPr>
          <a:xfrm rot="5400000">
            <a:off x="3093378" y="4280798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3855EC98-677E-4F2C-898E-40D607EF38B3}"/>
              </a:ext>
            </a:extLst>
          </p:cNvPr>
          <p:cNvSpPr/>
          <p:nvPr/>
        </p:nvSpPr>
        <p:spPr>
          <a:xfrm rot="5400000">
            <a:off x="3253649" y="4280798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D26284A-7148-473A-9B06-19D159C8D451}"/>
              </a:ext>
            </a:extLst>
          </p:cNvPr>
          <p:cNvSpPr/>
          <p:nvPr/>
        </p:nvSpPr>
        <p:spPr>
          <a:xfrm>
            <a:off x="3213483" y="4705189"/>
            <a:ext cx="782162" cy="126869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5984C93E-438A-4E77-BD6C-A45F2AF44329}"/>
              </a:ext>
            </a:extLst>
          </p:cNvPr>
          <p:cNvSpPr/>
          <p:nvPr/>
        </p:nvSpPr>
        <p:spPr>
          <a:xfrm>
            <a:off x="3062373" y="4470544"/>
            <a:ext cx="782162" cy="126869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D78B34F8-DC23-434E-BBF6-8BB8D91AC28F}"/>
              </a:ext>
            </a:extLst>
          </p:cNvPr>
          <p:cNvSpPr/>
          <p:nvPr/>
        </p:nvSpPr>
        <p:spPr>
          <a:xfrm>
            <a:off x="2888178" y="4254703"/>
            <a:ext cx="774773" cy="126869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DA026F06-7898-4A67-8705-B84283D90777}"/>
              </a:ext>
            </a:extLst>
          </p:cNvPr>
          <p:cNvSpPr txBox="1"/>
          <p:nvPr/>
        </p:nvSpPr>
        <p:spPr>
          <a:xfrm>
            <a:off x="3618457" y="4705850"/>
            <a:ext cx="39484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그룹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1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D58E0AEB-F8DD-43D3-A4ED-B937867CD658}"/>
              </a:ext>
            </a:extLst>
          </p:cNvPr>
          <p:cNvSpPr txBox="1"/>
          <p:nvPr/>
        </p:nvSpPr>
        <p:spPr>
          <a:xfrm>
            <a:off x="3470759" y="4476724"/>
            <a:ext cx="39484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그룹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2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E511B4D9-E9DF-4A68-9CDD-4361982FA814}"/>
              </a:ext>
            </a:extLst>
          </p:cNvPr>
          <p:cNvSpPr txBox="1"/>
          <p:nvPr/>
        </p:nvSpPr>
        <p:spPr>
          <a:xfrm>
            <a:off x="3292321" y="4258461"/>
            <a:ext cx="39484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그룹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3</a:t>
            </a:r>
          </a:p>
        </p:txBody>
      </p:sp>
      <p:cxnSp>
        <p:nvCxnSpPr>
          <p:cNvPr id="228" name="직선 화살표 연결선 227">
            <a:extLst>
              <a:ext uri="{FF2B5EF4-FFF2-40B4-BE49-F238E27FC236}">
                <a16:creationId xmlns:a16="http://schemas.microsoft.com/office/drawing/2014/main" id="{D97535C5-5A3F-42AA-A567-70E9E161AC5F}"/>
              </a:ext>
            </a:extLst>
          </p:cNvPr>
          <p:cNvCxnSpPr>
            <a:cxnSpLocks/>
          </p:cNvCxnSpPr>
          <p:nvPr/>
        </p:nvCxnSpPr>
        <p:spPr>
          <a:xfrm flipV="1">
            <a:off x="5237068" y="4017152"/>
            <a:ext cx="0" cy="929264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직선 화살표 연결선 228">
            <a:extLst>
              <a:ext uri="{FF2B5EF4-FFF2-40B4-BE49-F238E27FC236}">
                <a16:creationId xmlns:a16="http://schemas.microsoft.com/office/drawing/2014/main" id="{73F9566E-5B68-4E16-88A3-D917289067E5}"/>
              </a:ext>
            </a:extLst>
          </p:cNvPr>
          <p:cNvCxnSpPr>
            <a:cxnSpLocks/>
          </p:cNvCxnSpPr>
          <p:nvPr/>
        </p:nvCxnSpPr>
        <p:spPr>
          <a:xfrm>
            <a:off x="5052386" y="4766396"/>
            <a:ext cx="1263249" cy="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0" name="TextBox 229">
            <a:extLst>
              <a:ext uri="{FF2B5EF4-FFF2-40B4-BE49-F238E27FC236}">
                <a16:creationId xmlns:a16="http://schemas.microsoft.com/office/drawing/2014/main" id="{01FCDA4C-5084-405C-BD0B-CD626FFA4937}"/>
              </a:ext>
            </a:extLst>
          </p:cNvPr>
          <p:cNvSpPr txBox="1"/>
          <p:nvPr/>
        </p:nvSpPr>
        <p:spPr>
          <a:xfrm>
            <a:off x="4984517" y="3878418"/>
            <a:ext cx="4657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로딩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F31F22FA-6E6D-41E1-97BC-F7B7D5FE0091}"/>
              </a:ext>
            </a:extLst>
          </p:cNvPr>
          <p:cNvSpPr txBox="1"/>
          <p:nvPr/>
        </p:nvSpPr>
        <p:spPr>
          <a:xfrm>
            <a:off x="6068064" y="4828097"/>
            <a:ext cx="4657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미스매치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084A81A6-E93D-4D12-96A3-1A1198A3F784}"/>
              </a:ext>
            </a:extLst>
          </p:cNvPr>
          <p:cNvSpPr txBox="1"/>
          <p:nvPr/>
        </p:nvSpPr>
        <p:spPr>
          <a:xfrm>
            <a:off x="4933258" y="4805105"/>
            <a:ext cx="33617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최적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cxnSp>
        <p:nvCxnSpPr>
          <p:cNvPr id="233" name="직선 화살표 연결선 232">
            <a:extLst>
              <a:ext uri="{FF2B5EF4-FFF2-40B4-BE49-F238E27FC236}">
                <a16:creationId xmlns:a16="http://schemas.microsoft.com/office/drawing/2014/main" id="{4B694A03-39F5-437A-9F4B-06D666694B32}"/>
              </a:ext>
            </a:extLst>
          </p:cNvPr>
          <p:cNvCxnSpPr>
            <a:cxnSpLocks/>
          </p:cNvCxnSpPr>
          <p:nvPr/>
        </p:nvCxnSpPr>
        <p:spPr>
          <a:xfrm flipH="1">
            <a:off x="7424726" y="4889921"/>
            <a:ext cx="371490" cy="0"/>
          </a:xfrm>
          <a:prstGeom prst="straightConnector1">
            <a:avLst/>
          </a:prstGeom>
          <a:ln>
            <a:solidFill>
              <a:srgbClr val="0000F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4" name="TextBox 233">
            <a:extLst>
              <a:ext uri="{FF2B5EF4-FFF2-40B4-BE49-F238E27FC236}">
                <a16:creationId xmlns:a16="http://schemas.microsoft.com/office/drawing/2014/main" id="{6B64BA9C-7ADC-4196-BD39-5E352BDAF9FD}"/>
              </a:ext>
            </a:extLst>
          </p:cNvPr>
          <p:cNvSpPr txBox="1"/>
          <p:nvPr/>
        </p:nvSpPr>
        <p:spPr>
          <a:xfrm>
            <a:off x="7283740" y="4958415"/>
            <a:ext cx="62636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미스매치 최적</a:t>
            </a:r>
            <a:endParaRPr lang="en-US" altLang="ko-KR" sz="800">
              <a:solidFill>
                <a:srgbClr val="0000FF"/>
              </a:solidFill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cxnSp>
        <p:nvCxnSpPr>
          <p:cNvPr id="235" name="직선 화살표 연결선 234">
            <a:extLst>
              <a:ext uri="{FF2B5EF4-FFF2-40B4-BE49-F238E27FC236}">
                <a16:creationId xmlns:a16="http://schemas.microsoft.com/office/drawing/2014/main" id="{DB2D409F-E167-43F5-B05A-D912A699F03F}"/>
              </a:ext>
            </a:extLst>
          </p:cNvPr>
          <p:cNvCxnSpPr>
            <a:cxnSpLocks/>
          </p:cNvCxnSpPr>
          <p:nvPr/>
        </p:nvCxnSpPr>
        <p:spPr>
          <a:xfrm flipV="1">
            <a:off x="7082005" y="4017152"/>
            <a:ext cx="0" cy="929264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화살표 연결선 235">
            <a:extLst>
              <a:ext uri="{FF2B5EF4-FFF2-40B4-BE49-F238E27FC236}">
                <a16:creationId xmlns:a16="http://schemas.microsoft.com/office/drawing/2014/main" id="{779F6D97-30A8-402E-A9BA-0EE2506AB888}"/>
              </a:ext>
            </a:extLst>
          </p:cNvPr>
          <p:cNvCxnSpPr>
            <a:cxnSpLocks/>
          </p:cNvCxnSpPr>
          <p:nvPr/>
        </p:nvCxnSpPr>
        <p:spPr>
          <a:xfrm>
            <a:off x="6897323" y="4766396"/>
            <a:ext cx="1263249" cy="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7" name="TextBox 236">
            <a:extLst>
              <a:ext uri="{FF2B5EF4-FFF2-40B4-BE49-F238E27FC236}">
                <a16:creationId xmlns:a16="http://schemas.microsoft.com/office/drawing/2014/main" id="{8DBB61A0-259B-4E3F-BC3B-E8BE24CF3263}"/>
              </a:ext>
            </a:extLst>
          </p:cNvPr>
          <p:cNvSpPr txBox="1"/>
          <p:nvPr/>
        </p:nvSpPr>
        <p:spPr>
          <a:xfrm>
            <a:off x="6829454" y="3878418"/>
            <a:ext cx="4657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로딩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3276FAAA-3CA4-43B0-995B-77E197E69827}"/>
              </a:ext>
            </a:extLst>
          </p:cNvPr>
          <p:cNvSpPr txBox="1"/>
          <p:nvPr/>
        </p:nvSpPr>
        <p:spPr>
          <a:xfrm>
            <a:off x="7913001" y="4828097"/>
            <a:ext cx="4657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미스매치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C6204D0E-649B-4851-BA39-27AD9556F5F5}"/>
              </a:ext>
            </a:extLst>
          </p:cNvPr>
          <p:cNvSpPr txBox="1"/>
          <p:nvPr/>
        </p:nvSpPr>
        <p:spPr>
          <a:xfrm>
            <a:off x="6778195" y="4805105"/>
            <a:ext cx="33617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최적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240" name="타원 239">
            <a:extLst>
              <a:ext uri="{FF2B5EF4-FFF2-40B4-BE49-F238E27FC236}">
                <a16:creationId xmlns:a16="http://schemas.microsoft.com/office/drawing/2014/main" id="{B29DC318-7150-40DE-A74F-1D512C4A637D}"/>
              </a:ext>
            </a:extLst>
          </p:cNvPr>
          <p:cNvSpPr/>
          <p:nvPr/>
        </p:nvSpPr>
        <p:spPr>
          <a:xfrm rot="5400000">
            <a:off x="5552511" y="4729154"/>
            <a:ext cx="70297" cy="70297"/>
          </a:xfrm>
          <a:prstGeom prst="ellipse">
            <a:avLst/>
          </a:prstGeom>
          <a:solidFill>
            <a:srgbClr val="0000FF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41" name="타원 240">
            <a:extLst>
              <a:ext uri="{FF2B5EF4-FFF2-40B4-BE49-F238E27FC236}">
                <a16:creationId xmlns:a16="http://schemas.microsoft.com/office/drawing/2014/main" id="{6BF2CA72-ABDC-4031-89CA-11E0F943F71C}"/>
              </a:ext>
            </a:extLst>
          </p:cNvPr>
          <p:cNvSpPr/>
          <p:nvPr/>
        </p:nvSpPr>
        <p:spPr>
          <a:xfrm rot="5400000">
            <a:off x="5709382" y="4729154"/>
            <a:ext cx="70297" cy="70297"/>
          </a:xfrm>
          <a:prstGeom prst="ellipse">
            <a:avLst/>
          </a:prstGeom>
          <a:solidFill>
            <a:srgbClr val="0000FF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D4E7903D-901D-48B2-B544-B5D2D3F2E642}"/>
              </a:ext>
            </a:extLst>
          </p:cNvPr>
          <p:cNvSpPr/>
          <p:nvPr/>
        </p:nvSpPr>
        <p:spPr>
          <a:xfrm rot="5400000">
            <a:off x="5869653" y="4729154"/>
            <a:ext cx="70297" cy="70297"/>
          </a:xfrm>
          <a:prstGeom prst="ellipse">
            <a:avLst/>
          </a:prstGeom>
          <a:solidFill>
            <a:srgbClr val="0000FF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43" name="타원 242">
            <a:extLst>
              <a:ext uri="{FF2B5EF4-FFF2-40B4-BE49-F238E27FC236}">
                <a16:creationId xmlns:a16="http://schemas.microsoft.com/office/drawing/2014/main" id="{55834411-E3D6-4CC7-8C8B-B5783C2E73DB}"/>
              </a:ext>
            </a:extLst>
          </p:cNvPr>
          <p:cNvSpPr/>
          <p:nvPr/>
        </p:nvSpPr>
        <p:spPr>
          <a:xfrm rot="5400000">
            <a:off x="5407645" y="4491168"/>
            <a:ext cx="70297" cy="70297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44" name="타원 243">
            <a:extLst>
              <a:ext uri="{FF2B5EF4-FFF2-40B4-BE49-F238E27FC236}">
                <a16:creationId xmlns:a16="http://schemas.microsoft.com/office/drawing/2014/main" id="{C30AC851-E983-4B0C-9F58-214DFA6BCFBB}"/>
              </a:ext>
            </a:extLst>
          </p:cNvPr>
          <p:cNvSpPr/>
          <p:nvPr/>
        </p:nvSpPr>
        <p:spPr>
          <a:xfrm rot="5400000">
            <a:off x="5564516" y="4491168"/>
            <a:ext cx="70297" cy="70297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45" name="타원 244">
            <a:extLst>
              <a:ext uri="{FF2B5EF4-FFF2-40B4-BE49-F238E27FC236}">
                <a16:creationId xmlns:a16="http://schemas.microsoft.com/office/drawing/2014/main" id="{5F105CFE-71E8-47E5-B223-A602EA984FFE}"/>
              </a:ext>
            </a:extLst>
          </p:cNvPr>
          <p:cNvSpPr/>
          <p:nvPr/>
        </p:nvSpPr>
        <p:spPr>
          <a:xfrm rot="5400000">
            <a:off x="5724787" y="4491168"/>
            <a:ext cx="70297" cy="70297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D17B6879-9AA9-4FF4-8D41-8667860A86A2}"/>
              </a:ext>
            </a:extLst>
          </p:cNvPr>
          <p:cNvSpPr/>
          <p:nvPr/>
        </p:nvSpPr>
        <p:spPr>
          <a:xfrm rot="5400000">
            <a:off x="5233451" y="4275144"/>
            <a:ext cx="70297" cy="70297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47" name="타원 246">
            <a:extLst>
              <a:ext uri="{FF2B5EF4-FFF2-40B4-BE49-F238E27FC236}">
                <a16:creationId xmlns:a16="http://schemas.microsoft.com/office/drawing/2014/main" id="{65B31BDE-85FE-4CAA-A04C-D04148581EEE}"/>
              </a:ext>
            </a:extLst>
          </p:cNvPr>
          <p:cNvSpPr/>
          <p:nvPr/>
        </p:nvSpPr>
        <p:spPr>
          <a:xfrm rot="5400000">
            <a:off x="5390322" y="4275144"/>
            <a:ext cx="70297" cy="70297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48" name="타원 247">
            <a:extLst>
              <a:ext uri="{FF2B5EF4-FFF2-40B4-BE49-F238E27FC236}">
                <a16:creationId xmlns:a16="http://schemas.microsoft.com/office/drawing/2014/main" id="{436F134D-5205-4B94-8A17-C8EECD8C6528}"/>
              </a:ext>
            </a:extLst>
          </p:cNvPr>
          <p:cNvSpPr/>
          <p:nvPr/>
        </p:nvSpPr>
        <p:spPr>
          <a:xfrm rot="5400000">
            <a:off x="5550593" y="4275144"/>
            <a:ext cx="70297" cy="70297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49" name="타원 248">
            <a:extLst>
              <a:ext uri="{FF2B5EF4-FFF2-40B4-BE49-F238E27FC236}">
                <a16:creationId xmlns:a16="http://schemas.microsoft.com/office/drawing/2014/main" id="{5A064315-F1CE-4331-8572-69EC25FE18F1}"/>
              </a:ext>
            </a:extLst>
          </p:cNvPr>
          <p:cNvSpPr/>
          <p:nvPr/>
        </p:nvSpPr>
        <p:spPr>
          <a:xfrm rot="5400000">
            <a:off x="7405011" y="4729037"/>
            <a:ext cx="70297" cy="70297"/>
          </a:xfrm>
          <a:prstGeom prst="ellipse">
            <a:avLst/>
          </a:prstGeom>
          <a:solidFill>
            <a:srgbClr val="0000FF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50" name="타원 249">
            <a:extLst>
              <a:ext uri="{FF2B5EF4-FFF2-40B4-BE49-F238E27FC236}">
                <a16:creationId xmlns:a16="http://schemas.microsoft.com/office/drawing/2014/main" id="{C613CF1F-A8ED-4F8E-B5D0-931D2B1136E9}"/>
              </a:ext>
            </a:extLst>
          </p:cNvPr>
          <p:cNvSpPr/>
          <p:nvPr/>
        </p:nvSpPr>
        <p:spPr>
          <a:xfrm rot="5400000">
            <a:off x="7561882" y="4729037"/>
            <a:ext cx="70297" cy="70297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51" name="타원 250">
            <a:extLst>
              <a:ext uri="{FF2B5EF4-FFF2-40B4-BE49-F238E27FC236}">
                <a16:creationId xmlns:a16="http://schemas.microsoft.com/office/drawing/2014/main" id="{E03D6389-BF00-4A1F-9D67-ADC3A59C4508}"/>
              </a:ext>
            </a:extLst>
          </p:cNvPr>
          <p:cNvSpPr/>
          <p:nvPr/>
        </p:nvSpPr>
        <p:spPr>
          <a:xfrm rot="5400000">
            <a:off x="7722153" y="4729037"/>
            <a:ext cx="70297" cy="70297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52" name="타원 251">
            <a:extLst>
              <a:ext uri="{FF2B5EF4-FFF2-40B4-BE49-F238E27FC236}">
                <a16:creationId xmlns:a16="http://schemas.microsoft.com/office/drawing/2014/main" id="{4328335E-A707-40BF-A1E1-0C08783A56E0}"/>
              </a:ext>
            </a:extLst>
          </p:cNvPr>
          <p:cNvSpPr/>
          <p:nvPr/>
        </p:nvSpPr>
        <p:spPr>
          <a:xfrm rot="5400000">
            <a:off x="7260145" y="4491051"/>
            <a:ext cx="70297" cy="70297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53" name="타원 252">
            <a:extLst>
              <a:ext uri="{FF2B5EF4-FFF2-40B4-BE49-F238E27FC236}">
                <a16:creationId xmlns:a16="http://schemas.microsoft.com/office/drawing/2014/main" id="{2FDD4C66-0AE0-4544-A094-E8EC593BD427}"/>
              </a:ext>
            </a:extLst>
          </p:cNvPr>
          <p:cNvSpPr/>
          <p:nvPr/>
        </p:nvSpPr>
        <p:spPr>
          <a:xfrm rot="5400000">
            <a:off x="7417016" y="4491051"/>
            <a:ext cx="70297" cy="70297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54" name="타원 253">
            <a:extLst>
              <a:ext uri="{FF2B5EF4-FFF2-40B4-BE49-F238E27FC236}">
                <a16:creationId xmlns:a16="http://schemas.microsoft.com/office/drawing/2014/main" id="{AE6D15FC-E5F5-4535-B673-5E6A63992209}"/>
              </a:ext>
            </a:extLst>
          </p:cNvPr>
          <p:cNvSpPr/>
          <p:nvPr/>
        </p:nvSpPr>
        <p:spPr>
          <a:xfrm rot="5400000">
            <a:off x="7577287" y="4491051"/>
            <a:ext cx="70297" cy="70297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55" name="타원 254">
            <a:extLst>
              <a:ext uri="{FF2B5EF4-FFF2-40B4-BE49-F238E27FC236}">
                <a16:creationId xmlns:a16="http://schemas.microsoft.com/office/drawing/2014/main" id="{D8F3D62F-AE08-47F5-A8DF-0B6A5B268CB7}"/>
              </a:ext>
            </a:extLst>
          </p:cNvPr>
          <p:cNvSpPr/>
          <p:nvPr/>
        </p:nvSpPr>
        <p:spPr>
          <a:xfrm rot="5400000">
            <a:off x="7085951" y="4275027"/>
            <a:ext cx="70297" cy="70297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6418D5B4-CAC4-472F-BC16-3B32FD3372B8}"/>
              </a:ext>
            </a:extLst>
          </p:cNvPr>
          <p:cNvSpPr/>
          <p:nvPr/>
        </p:nvSpPr>
        <p:spPr>
          <a:xfrm rot="5400000">
            <a:off x="7242822" y="4275027"/>
            <a:ext cx="70297" cy="70297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57" name="타원 256">
            <a:extLst>
              <a:ext uri="{FF2B5EF4-FFF2-40B4-BE49-F238E27FC236}">
                <a16:creationId xmlns:a16="http://schemas.microsoft.com/office/drawing/2014/main" id="{ED80C3A8-AF83-466A-AC8D-B522C3442864}"/>
              </a:ext>
            </a:extLst>
          </p:cNvPr>
          <p:cNvSpPr/>
          <p:nvPr/>
        </p:nvSpPr>
        <p:spPr>
          <a:xfrm rot="5400000">
            <a:off x="7403093" y="4275027"/>
            <a:ext cx="70297" cy="70297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0F4F63E6-C76F-4254-B7EF-F204BBD811A1}"/>
              </a:ext>
            </a:extLst>
          </p:cNvPr>
          <p:cNvSpPr txBox="1"/>
          <p:nvPr/>
        </p:nvSpPr>
        <p:spPr>
          <a:xfrm>
            <a:off x="5023004" y="3250966"/>
            <a:ext cx="901930" cy="2308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[As is]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0791A128-377F-47F2-AB21-67B038F94CE2}"/>
              </a:ext>
            </a:extLst>
          </p:cNvPr>
          <p:cNvSpPr txBox="1"/>
          <p:nvPr/>
        </p:nvSpPr>
        <p:spPr>
          <a:xfrm>
            <a:off x="8160978" y="341643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12/16(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) 09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  <a:endParaRPr kumimoji="0" lang="ko-KR" altLang="en-US" sz="1100" b="0" i="0" u="none" strike="noStrike" kern="1200" cap="none" spc="0" normalizeH="0" noProof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151461692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5196198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7632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23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662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코터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로딩량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/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미스매치 최적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제어값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도출 로직 고도화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NB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 latinLnBrk="0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#2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‘25.11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최창락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김형준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18223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 latinLnBrk="0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ko-KR" altLang="en-US" sz="1400" b="1" i="0" u="none" strike="noStrike" kern="1200" cap="none" spc="0" normalizeH="0" noProof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코터</a:t>
            </a:r>
            <a:r>
              <a:rPr kumimoji="0" lang="ko-KR" altLang="en-US" sz="1400" b="1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kumimoji="0" lang="ko-KR" altLang="en-US" sz="1400" b="1" i="0" u="none" strike="noStrike" kern="1200" cap="none" spc="0" normalizeH="0" noProof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로딩량</a:t>
            </a:r>
            <a:r>
              <a:rPr kumimoji="0" lang="en-US" altLang="ko-KR" sz="1400" b="1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/</a:t>
            </a:r>
            <a:r>
              <a:rPr kumimoji="0" lang="ko-KR" altLang="en-US" sz="1400" b="1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미스매치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최적 </a:t>
            </a:r>
            <a:r>
              <a:rPr lang="ko-KR" altLang="en-US" sz="1400" b="1" err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제어값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도출 로직 고도화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(2/3)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endParaRPr kumimoji="0" lang="ko-KR" altLang="en-US" sz="1400" b="1" i="0" u="none" strike="noStrike" kern="1200" cap="none" spc="0" normalizeH="0" noProof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_MC</a:t>
            </a:r>
            <a:r>
              <a:rPr kumimoji="1" lang="ko-KR" altLang="en-US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자동보정팀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BF916D-8A9E-4800-92E6-357BE08183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4707524"/>
              </p:ext>
            </p:extLst>
          </p:nvPr>
        </p:nvGraphicFramePr>
        <p:xfrm>
          <a:off x="1427616" y="1083318"/>
          <a:ext cx="7246937" cy="55880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7262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269675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69164">
                <a:tc gridSpan="2">
                  <a:txBody>
                    <a:bodyPr/>
                    <a:lstStyle/>
                    <a:p>
                      <a:r>
                        <a:rPr lang="ko-KR" altLang="ko-KR" sz="10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(W51) 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담당자 부재 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(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김형준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 NB 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출장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, 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최창락 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WA 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출장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)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로 차주 이어서 진행 하겠습니다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.</a:t>
                      </a:r>
                      <a:endParaRPr lang="en-US" altLang="ko-KR" sz="1000" b="0" i="0" u="none" strike="noStrike" baseline="0" noProof="0">
                        <a:solidFill>
                          <a:srgbClr val="0000FF"/>
                        </a:solidFill>
                        <a:latin typeface="+mn-lt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4921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793444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로직 개발</a:t>
                      </a:r>
                      <a:endParaRPr lang="en-US" altLang="ko-KR" sz="900" b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배경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 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컨셉 검토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-.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최적화 기법에 대한 리서치 진행 하였으며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각 기법에 대한 상세 파악을 진행할 예정입니다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(~7/11)</a:t>
                      </a: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① 정규화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+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가중합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기반 목적 함수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② 다목적 최적화 기법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③ 다목적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MPC,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④ 강화 학습 기반 제어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⑤ </a:t>
                      </a:r>
                      <a:r>
                        <a:rPr lang="en-US" altLang="ko-KR" sz="900" b="0" baseline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Mahalanobis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Distance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기반   오차 통합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상세 검토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① 정규화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+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가중합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기반 목적 함수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s-E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J(u) = w1 * ((y1 - y1_target) / sigma1)^2 + w2 * ((y2 - y2_target) / sigma2)^2  (J(u):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목적함수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endParaRPr lang="es-E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          w1, w2: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두 품질 항목의 가중치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(ex: w1: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로딩 가중치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y1: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로딩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검사값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w2: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미스매치 가중치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y2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미스매치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검사값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)</a:t>
                      </a: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            sigma1, sigma2: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각 품질의 표준편차 또는 목표 허용범위 → 스케일 정규화 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→ 장점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스케일 정규화 하여 두 품질 항목에 대해 동시 고려 및 비교 가능합니다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단점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w1, w2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가중치에 대해 수동 설정이 필요합니다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② 다목적 최적화 기법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</a:t>
                      </a:r>
                      <a:r>
                        <a:rPr lang="es-E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minimize: [f1(u) = |y1 - y1_target|, f2(u) = |y2 - y2_target|] (f1(u):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로딩 목적함수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s-E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f2(u)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미스매치 목적함수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</a:t>
                      </a:r>
                      <a:r>
                        <a:rPr lang="es-E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→ 장점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각각의 목적 함수를 별도로 유지하고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단일 목적 함수로 통합하지 않아 복잡한 상호 관계를 정확히 반영 가능합니다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단점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최종 결정은 유저가 직접 수동으로 선택해주어야 합니다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  <a:r>
                        <a:rPr lang="es-ES" altLang="ko-KR" sz="900" b="0" baseline="0">
                          <a:solidFill>
                            <a:srgbClr val="1414FE"/>
                          </a:solidFill>
                          <a:latin typeface="Arial Narrow"/>
                          <a:ea typeface="LG스마트체 Regular"/>
                        </a:rPr>
                        <a:t>                    </a:t>
                      </a: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8160978" y="341643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12/16(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) 09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  <a:endParaRPr kumimoji="0" lang="ko-KR" altLang="en-US" sz="1100" b="0" i="0" u="none" strike="noStrike" kern="1200" cap="none" spc="0" normalizeH="0" noProof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193040" y="172366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latinLnBrk="0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김형준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E01A3FDD-D6B2-45EA-AC0C-99D26B98E678}"/>
              </a:ext>
            </a:extLst>
          </p:cNvPr>
          <p:cNvCxnSpPr>
            <a:cxnSpLocks/>
          </p:cNvCxnSpPr>
          <p:nvPr/>
        </p:nvCxnSpPr>
        <p:spPr>
          <a:xfrm flipV="1">
            <a:off x="2662342" y="2150620"/>
            <a:ext cx="0" cy="1770236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0E7A4780-6266-4728-AC37-23452252EDB4}"/>
              </a:ext>
            </a:extLst>
          </p:cNvPr>
          <p:cNvCxnSpPr>
            <a:cxnSpLocks/>
          </p:cNvCxnSpPr>
          <p:nvPr/>
        </p:nvCxnSpPr>
        <p:spPr>
          <a:xfrm>
            <a:off x="2451440" y="3709954"/>
            <a:ext cx="1954836" cy="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TextBox 71">
            <a:extLst>
              <a:ext uri="{FF2B5EF4-FFF2-40B4-BE49-F238E27FC236}">
                <a16:creationId xmlns:a16="http://schemas.microsoft.com/office/drawing/2014/main" id="{A4FF24EE-CB36-4DE5-AB55-B14EB23A8FAA}"/>
              </a:ext>
            </a:extLst>
          </p:cNvPr>
          <p:cNvSpPr txBox="1"/>
          <p:nvPr/>
        </p:nvSpPr>
        <p:spPr>
          <a:xfrm>
            <a:off x="2405537" y="3757514"/>
            <a:ext cx="28348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최적 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4CB66F78-38E2-4172-A6F0-9406B1F05AC7}"/>
              </a:ext>
            </a:extLst>
          </p:cNvPr>
          <p:cNvSpPr/>
          <p:nvPr/>
        </p:nvSpPr>
        <p:spPr>
          <a:xfrm>
            <a:off x="3480197" y="2299816"/>
            <a:ext cx="757845" cy="1407421"/>
          </a:xfrm>
          <a:prstGeom prst="rect">
            <a:avLst/>
          </a:prstGeom>
          <a:solidFill>
            <a:srgbClr val="FF0000">
              <a:alpha val="20000"/>
            </a:srgbClr>
          </a:solidFill>
          <a:ln>
            <a:noFill/>
          </a:ln>
        </p:spPr>
        <p:txBody>
          <a:bodyPr wrap="square" lIns="0" tIns="0" rIns="0" bIns="0" rtlCol="0" anchor="b">
            <a:noAutofit/>
          </a:bodyPr>
          <a:lstStyle/>
          <a:p>
            <a:pPr algn="ctr" latinLnBrk="0"/>
            <a:r>
              <a:rPr lang="ko-KR" altLang="en-US" sz="8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미스매치 불량</a:t>
            </a:r>
            <a:endParaRPr lang="en-US" altLang="ko-KR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 latinLnBrk="0"/>
            <a:endParaRPr lang="en-US" altLang="ko-KR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 latinLnBrk="0"/>
            <a:endParaRPr lang="en-US" altLang="ko-KR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BC04E19D-DB18-4613-9BB8-6F6F0D2F6D35}"/>
              </a:ext>
            </a:extLst>
          </p:cNvPr>
          <p:cNvSpPr/>
          <p:nvPr/>
        </p:nvSpPr>
        <p:spPr>
          <a:xfrm>
            <a:off x="2666507" y="2298209"/>
            <a:ext cx="1571536" cy="658375"/>
          </a:xfrm>
          <a:prstGeom prst="rect">
            <a:avLst/>
          </a:prstGeom>
          <a:solidFill>
            <a:srgbClr val="FF0000">
              <a:alpha val="20000"/>
            </a:srgbClr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latinLnBrk="0"/>
            <a:r>
              <a:rPr lang="ko-KR" altLang="en-US" sz="8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로딩 불량</a:t>
            </a: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1B7E6D82-2E5F-440E-BD95-F6555693590B}"/>
              </a:ext>
            </a:extLst>
          </p:cNvPr>
          <p:cNvSpPr/>
          <p:nvPr/>
        </p:nvSpPr>
        <p:spPr>
          <a:xfrm>
            <a:off x="4009618" y="3683931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4D8BF344-63C0-4AB2-9596-9DF02DB2E2BD}"/>
              </a:ext>
            </a:extLst>
          </p:cNvPr>
          <p:cNvSpPr/>
          <p:nvPr/>
        </p:nvSpPr>
        <p:spPr>
          <a:xfrm>
            <a:off x="3388921" y="3683931"/>
            <a:ext cx="70297" cy="70297"/>
          </a:xfrm>
          <a:prstGeom prst="ellipse">
            <a:avLst/>
          </a:prstGeom>
          <a:solidFill>
            <a:srgbClr val="0000FF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426B22EB-4F4D-441F-B2DF-B472B61F3979}"/>
              </a:ext>
            </a:extLst>
          </p:cNvPr>
          <p:cNvSpPr txBox="1"/>
          <p:nvPr/>
        </p:nvSpPr>
        <p:spPr>
          <a:xfrm>
            <a:off x="2462653" y="2978290"/>
            <a:ext cx="44485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현재값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9C688649-71D6-4908-8024-EF3E4D1BAD0A}"/>
              </a:ext>
            </a:extLst>
          </p:cNvPr>
          <p:cNvCxnSpPr>
            <a:cxnSpLocks/>
          </p:cNvCxnSpPr>
          <p:nvPr/>
        </p:nvCxnSpPr>
        <p:spPr>
          <a:xfrm>
            <a:off x="3114599" y="2298209"/>
            <a:ext cx="0" cy="1409028"/>
          </a:xfrm>
          <a:prstGeom prst="line">
            <a:avLst/>
          </a:prstGeom>
          <a:ln>
            <a:solidFill>
              <a:srgbClr val="00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55A3F816-C755-4E50-911C-87348515F8A3}"/>
              </a:ext>
            </a:extLst>
          </p:cNvPr>
          <p:cNvCxnSpPr>
            <a:cxnSpLocks/>
          </p:cNvCxnSpPr>
          <p:nvPr/>
        </p:nvCxnSpPr>
        <p:spPr>
          <a:xfrm>
            <a:off x="2662342" y="3278614"/>
            <a:ext cx="1575700" cy="0"/>
          </a:xfrm>
          <a:prstGeom prst="line">
            <a:avLst/>
          </a:prstGeom>
          <a:ln>
            <a:solidFill>
              <a:srgbClr val="00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TextBox 79">
            <a:extLst>
              <a:ext uri="{FF2B5EF4-FFF2-40B4-BE49-F238E27FC236}">
                <a16:creationId xmlns:a16="http://schemas.microsoft.com/office/drawing/2014/main" id="{965DB897-14E0-481D-9A9E-08FEC157DB00}"/>
              </a:ext>
            </a:extLst>
          </p:cNvPr>
          <p:cNvSpPr txBox="1"/>
          <p:nvPr/>
        </p:nvSpPr>
        <p:spPr>
          <a:xfrm>
            <a:off x="4132097" y="3100251"/>
            <a:ext cx="543919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로딩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  <a:p>
            <a:pPr algn="ctr" latinLnBrk="0"/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Control</a:t>
            </a:r>
          </a:p>
          <a:p>
            <a:pPr algn="ctr" latinLnBrk="0"/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Limit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90E85315-9134-4F1C-9654-E1808FCCC0EE}"/>
              </a:ext>
            </a:extLst>
          </p:cNvPr>
          <p:cNvSpPr txBox="1"/>
          <p:nvPr/>
        </p:nvSpPr>
        <p:spPr>
          <a:xfrm>
            <a:off x="2720127" y="2034673"/>
            <a:ext cx="67247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미스매치 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  <a:p>
            <a:pPr algn="ctr" latinLnBrk="0"/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Control Limit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E69962DF-8D18-4E74-B4E4-1C496C23C869}"/>
              </a:ext>
            </a:extLst>
          </p:cNvPr>
          <p:cNvSpPr txBox="1"/>
          <p:nvPr/>
        </p:nvSpPr>
        <p:spPr>
          <a:xfrm>
            <a:off x="4126830" y="3786149"/>
            <a:ext cx="41678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미스매치 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86C4891F-E396-4A54-AAD2-10125A15675F}"/>
              </a:ext>
            </a:extLst>
          </p:cNvPr>
          <p:cNvSpPr txBox="1"/>
          <p:nvPr/>
        </p:nvSpPr>
        <p:spPr>
          <a:xfrm>
            <a:off x="2435212" y="2014466"/>
            <a:ext cx="4657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로딩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84" name="타원 83">
            <a:extLst>
              <a:ext uri="{FF2B5EF4-FFF2-40B4-BE49-F238E27FC236}">
                <a16:creationId xmlns:a16="http://schemas.microsoft.com/office/drawing/2014/main" id="{5D4156EF-B8D8-4DA6-ABD1-8D7F0A2DC2F0}"/>
              </a:ext>
            </a:extLst>
          </p:cNvPr>
          <p:cNvSpPr/>
          <p:nvPr/>
        </p:nvSpPr>
        <p:spPr>
          <a:xfrm>
            <a:off x="3718400" y="3683931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8312C5E6-5060-4FB7-A779-F0672F1EBA23}"/>
              </a:ext>
            </a:extLst>
          </p:cNvPr>
          <p:cNvSpPr/>
          <p:nvPr/>
        </p:nvSpPr>
        <p:spPr>
          <a:xfrm>
            <a:off x="3250608" y="3130934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3DE26F4E-97B9-4BA4-8961-387BC2C1085E}"/>
              </a:ext>
            </a:extLst>
          </p:cNvPr>
          <p:cNvSpPr/>
          <p:nvPr/>
        </p:nvSpPr>
        <p:spPr>
          <a:xfrm>
            <a:off x="2629911" y="3130934"/>
            <a:ext cx="70297" cy="70297"/>
          </a:xfrm>
          <a:prstGeom prst="ellipse">
            <a:avLst/>
          </a:prstGeom>
          <a:solidFill>
            <a:srgbClr val="00B050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60ED430A-E788-44E5-85E3-C2D0B037D801}"/>
              </a:ext>
            </a:extLst>
          </p:cNvPr>
          <p:cNvSpPr/>
          <p:nvPr/>
        </p:nvSpPr>
        <p:spPr>
          <a:xfrm>
            <a:off x="2959390" y="3130934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8" name="타원 87">
            <a:extLst>
              <a:ext uri="{FF2B5EF4-FFF2-40B4-BE49-F238E27FC236}">
                <a16:creationId xmlns:a16="http://schemas.microsoft.com/office/drawing/2014/main" id="{48C0C88F-0A05-4A41-845D-A096DB097613}"/>
              </a:ext>
            </a:extLst>
          </p:cNvPr>
          <p:cNvSpPr/>
          <p:nvPr/>
        </p:nvSpPr>
        <p:spPr>
          <a:xfrm>
            <a:off x="3615236" y="3370867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73EEAA15-47C3-4ED0-A8F5-3E454E5FC262}"/>
              </a:ext>
            </a:extLst>
          </p:cNvPr>
          <p:cNvSpPr/>
          <p:nvPr/>
        </p:nvSpPr>
        <p:spPr>
          <a:xfrm>
            <a:off x="2994539" y="3370867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F1CB67AD-95E5-4D47-8E3C-CDD8B187D1B4}"/>
              </a:ext>
            </a:extLst>
          </p:cNvPr>
          <p:cNvSpPr/>
          <p:nvPr/>
        </p:nvSpPr>
        <p:spPr>
          <a:xfrm>
            <a:off x="3324018" y="3370867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08633785-BA2E-4ADE-AE68-9DB2E89F6BF0}"/>
              </a:ext>
            </a:extLst>
          </p:cNvPr>
          <p:cNvSpPr txBox="1"/>
          <p:nvPr/>
        </p:nvSpPr>
        <p:spPr>
          <a:xfrm>
            <a:off x="3071491" y="3820727"/>
            <a:ext cx="64969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최적 </a:t>
            </a:r>
            <a:r>
              <a:rPr lang="ko-KR" altLang="en-US" sz="800" err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제어값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cxnSp>
        <p:nvCxnSpPr>
          <p:cNvPr id="92" name="직선 화살표 연결선 91">
            <a:extLst>
              <a:ext uri="{FF2B5EF4-FFF2-40B4-BE49-F238E27FC236}">
                <a16:creationId xmlns:a16="http://schemas.microsoft.com/office/drawing/2014/main" id="{5114DF4F-CA12-4007-B974-3887C04B7F25}"/>
              </a:ext>
            </a:extLst>
          </p:cNvPr>
          <p:cNvCxnSpPr>
            <a:cxnSpLocks/>
          </p:cNvCxnSpPr>
          <p:nvPr/>
        </p:nvCxnSpPr>
        <p:spPr>
          <a:xfrm flipV="1">
            <a:off x="4870557" y="2150373"/>
            <a:ext cx="0" cy="1770236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직선 화살표 연결선 92">
            <a:extLst>
              <a:ext uri="{FF2B5EF4-FFF2-40B4-BE49-F238E27FC236}">
                <a16:creationId xmlns:a16="http://schemas.microsoft.com/office/drawing/2014/main" id="{620A48D1-CFAF-4E51-96D2-23C07C69FCD6}"/>
              </a:ext>
            </a:extLst>
          </p:cNvPr>
          <p:cNvCxnSpPr>
            <a:cxnSpLocks/>
          </p:cNvCxnSpPr>
          <p:nvPr/>
        </p:nvCxnSpPr>
        <p:spPr>
          <a:xfrm>
            <a:off x="4659655" y="3709707"/>
            <a:ext cx="1954836" cy="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48EDDA00-2B87-4A4D-8138-06B2B2CB261A}"/>
              </a:ext>
            </a:extLst>
          </p:cNvPr>
          <p:cNvSpPr txBox="1"/>
          <p:nvPr/>
        </p:nvSpPr>
        <p:spPr>
          <a:xfrm>
            <a:off x="4602585" y="3757514"/>
            <a:ext cx="28348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최적 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B7C60E77-F016-4BB8-AB8C-8922B2F2C154}"/>
              </a:ext>
            </a:extLst>
          </p:cNvPr>
          <p:cNvSpPr/>
          <p:nvPr/>
        </p:nvSpPr>
        <p:spPr>
          <a:xfrm>
            <a:off x="5688412" y="2299569"/>
            <a:ext cx="757845" cy="1407421"/>
          </a:xfrm>
          <a:prstGeom prst="rect">
            <a:avLst/>
          </a:prstGeom>
          <a:solidFill>
            <a:srgbClr val="FF0000">
              <a:alpha val="20000"/>
            </a:srgbClr>
          </a:solidFill>
          <a:ln>
            <a:noFill/>
          </a:ln>
        </p:spPr>
        <p:txBody>
          <a:bodyPr wrap="square" lIns="0" tIns="0" rIns="0" bIns="0" rtlCol="0" anchor="b">
            <a:noAutofit/>
          </a:bodyPr>
          <a:lstStyle/>
          <a:p>
            <a:pPr algn="ctr" latinLnBrk="0"/>
            <a:r>
              <a:rPr lang="ko-KR" altLang="en-US" sz="8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미스매치 불량</a:t>
            </a:r>
            <a:endParaRPr lang="en-US" altLang="ko-KR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 latinLnBrk="0"/>
            <a:endParaRPr lang="en-US" altLang="ko-KR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 latinLnBrk="0"/>
            <a:endParaRPr lang="en-US" altLang="ko-KR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46259A9E-C1E2-481B-9E09-8F0970A25B20}"/>
              </a:ext>
            </a:extLst>
          </p:cNvPr>
          <p:cNvSpPr/>
          <p:nvPr/>
        </p:nvSpPr>
        <p:spPr>
          <a:xfrm>
            <a:off x="4874722" y="2297962"/>
            <a:ext cx="1571536" cy="658375"/>
          </a:xfrm>
          <a:prstGeom prst="rect">
            <a:avLst/>
          </a:prstGeom>
          <a:solidFill>
            <a:srgbClr val="FF0000">
              <a:alpha val="20000"/>
            </a:srgbClr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latinLnBrk="0"/>
            <a:r>
              <a:rPr lang="ko-KR" altLang="en-US" sz="8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로딩 불량</a:t>
            </a: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006A94FC-1316-48DC-A330-F05A7B2C85DF}"/>
              </a:ext>
            </a:extLst>
          </p:cNvPr>
          <p:cNvSpPr/>
          <p:nvPr/>
        </p:nvSpPr>
        <p:spPr>
          <a:xfrm>
            <a:off x="5629791" y="3674558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7FF33178-11DC-4120-98B0-C4D55961269E}"/>
              </a:ext>
            </a:extLst>
          </p:cNvPr>
          <p:cNvSpPr/>
          <p:nvPr/>
        </p:nvSpPr>
        <p:spPr>
          <a:xfrm>
            <a:off x="5009094" y="3674558"/>
            <a:ext cx="70297" cy="70297"/>
          </a:xfrm>
          <a:prstGeom prst="ellipse">
            <a:avLst/>
          </a:prstGeom>
          <a:solidFill>
            <a:srgbClr val="0000FF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D36181B3-8660-4E70-9982-A13CC4C20487}"/>
              </a:ext>
            </a:extLst>
          </p:cNvPr>
          <p:cNvSpPr txBox="1"/>
          <p:nvPr/>
        </p:nvSpPr>
        <p:spPr>
          <a:xfrm>
            <a:off x="4679635" y="2978290"/>
            <a:ext cx="44485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현재값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BA00555C-8258-4CA4-B1B4-E40C8D3B82FA}"/>
              </a:ext>
            </a:extLst>
          </p:cNvPr>
          <p:cNvCxnSpPr>
            <a:cxnSpLocks/>
          </p:cNvCxnSpPr>
          <p:nvPr/>
        </p:nvCxnSpPr>
        <p:spPr>
          <a:xfrm>
            <a:off x="5322814" y="2297962"/>
            <a:ext cx="0" cy="1409028"/>
          </a:xfrm>
          <a:prstGeom prst="line">
            <a:avLst/>
          </a:prstGeom>
          <a:ln>
            <a:solidFill>
              <a:srgbClr val="00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845FB68F-38A7-40BE-AD00-30DAFCDB709F}"/>
              </a:ext>
            </a:extLst>
          </p:cNvPr>
          <p:cNvCxnSpPr>
            <a:cxnSpLocks/>
          </p:cNvCxnSpPr>
          <p:nvPr/>
        </p:nvCxnSpPr>
        <p:spPr>
          <a:xfrm>
            <a:off x="4870557" y="3278367"/>
            <a:ext cx="1575700" cy="0"/>
          </a:xfrm>
          <a:prstGeom prst="line">
            <a:avLst/>
          </a:prstGeom>
          <a:ln>
            <a:solidFill>
              <a:srgbClr val="00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TextBox 101">
            <a:extLst>
              <a:ext uri="{FF2B5EF4-FFF2-40B4-BE49-F238E27FC236}">
                <a16:creationId xmlns:a16="http://schemas.microsoft.com/office/drawing/2014/main" id="{8D767055-73CD-4B01-82EB-300365B5A051}"/>
              </a:ext>
            </a:extLst>
          </p:cNvPr>
          <p:cNvSpPr txBox="1"/>
          <p:nvPr/>
        </p:nvSpPr>
        <p:spPr>
          <a:xfrm>
            <a:off x="6389806" y="3112753"/>
            <a:ext cx="449369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로딩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  <a:p>
            <a:pPr algn="ctr" latinLnBrk="0"/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Control</a:t>
            </a:r>
          </a:p>
          <a:p>
            <a:pPr algn="ctr" latinLnBrk="0"/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Limit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553C7FF1-B80E-4C6C-AF1C-907AA9A7ADB7}"/>
              </a:ext>
            </a:extLst>
          </p:cNvPr>
          <p:cNvSpPr txBox="1"/>
          <p:nvPr/>
        </p:nvSpPr>
        <p:spPr>
          <a:xfrm>
            <a:off x="4928342" y="2034426"/>
            <a:ext cx="67247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미스매치 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  <a:p>
            <a:pPr algn="ctr" latinLnBrk="0"/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Control Limit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3125D3C9-4D0B-4DFF-87FF-672090FDD932}"/>
              </a:ext>
            </a:extLst>
          </p:cNvPr>
          <p:cNvSpPr txBox="1"/>
          <p:nvPr/>
        </p:nvSpPr>
        <p:spPr>
          <a:xfrm>
            <a:off x="6310140" y="3785384"/>
            <a:ext cx="41678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미스매치 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0E2D5B59-3802-4111-8C12-9D670C422490}"/>
              </a:ext>
            </a:extLst>
          </p:cNvPr>
          <p:cNvSpPr txBox="1"/>
          <p:nvPr/>
        </p:nvSpPr>
        <p:spPr>
          <a:xfrm>
            <a:off x="4643427" y="2014219"/>
            <a:ext cx="4657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로딩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106" name="타원 105">
            <a:extLst>
              <a:ext uri="{FF2B5EF4-FFF2-40B4-BE49-F238E27FC236}">
                <a16:creationId xmlns:a16="http://schemas.microsoft.com/office/drawing/2014/main" id="{B99DFC8E-4E13-4546-919A-1426BA430DCF}"/>
              </a:ext>
            </a:extLst>
          </p:cNvPr>
          <p:cNvSpPr/>
          <p:nvPr/>
        </p:nvSpPr>
        <p:spPr>
          <a:xfrm>
            <a:off x="5338573" y="3674558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7" name="타원 106">
            <a:extLst>
              <a:ext uri="{FF2B5EF4-FFF2-40B4-BE49-F238E27FC236}">
                <a16:creationId xmlns:a16="http://schemas.microsoft.com/office/drawing/2014/main" id="{0802A850-D871-49DB-A9A7-06CE6AF3AD25}"/>
              </a:ext>
            </a:extLst>
          </p:cNvPr>
          <p:cNvSpPr/>
          <p:nvPr/>
        </p:nvSpPr>
        <p:spPr>
          <a:xfrm>
            <a:off x="5458823" y="3130687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8" name="타원 107">
            <a:extLst>
              <a:ext uri="{FF2B5EF4-FFF2-40B4-BE49-F238E27FC236}">
                <a16:creationId xmlns:a16="http://schemas.microsoft.com/office/drawing/2014/main" id="{8D00AFDF-3940-4DD7-BB38-A721E5C44B67}"/>
              </a:ext>
            </a:extLst>
          </p:cNvPr>
          <p:cNvSpPr/>
          <p:nvPr/>
        </p:nvSpPr>
        <p:spPr>
          <a:xfrm>
            <a:off x="4838126" y="3130687"/>
            <a:ext cx="70297" cy="70297"/>
          </a:xfrm>
          <a:prstGeom prst="ellipse">
            <a:avLst/>
          </a:prstGeom>
          <a:solidFill>
            <a:srgbClr val="00B050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9" name="타원 108">
            <a:extLst>
              <a:ext uri="{FF2B5EF4-FFF2-40B4-BE49-F238E27FC236}">
                <a16:creationId xmlns:a16="http://schemas.microsoft.com/office/drawing/2014/main" id="{5F84C5CF-32D9-4AFE-A45C-C61D80D84E4E}"/>
              </a:ext>
            </a:extLst>
          </p:cNvPr>
          <p:cNvSpPr/>
          <p:nvPr/>
        </p:nvSpPr>
        <p:spPr>
          <a:xfrm>
            <a:off x="5167605" y="3130687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0" name="타원 109">
            <a:extLst>
              <a:ext uri="{FF2B5EF4-FFF2-40B4-BE49-F238E27FC236}">
                <a16:creationId xmlns:a16="http://schemas.microsoft.com/office/drawing/2014/main" id="{C1B7DACB-FCED-4041-B859-5B71B2F33D0E}"/>
              </a:ext>
            </a:extLst>
          </p:cNvPr>
          <p:cNvSpPr/>
          <p:nvPr/>
        </p:nvSpPr>
        <p:spPr>
          <a:xfrm>
            <a:off x="5547225" y="3395149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AE2D91AB-74AA-4A6B-9F30-98B35D1A5640}"/>
              </a:ext>
            </a:extLst>
          </p:cNvPr>
          <p:cNvSpPr/>
          <p:nvPr/>
        </p:nvSpPr>
        <p:spPr>
          <a:xfrm>
            <a:off x="4926528" y="3395149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8C2065C0-C420-4A82-AE70-7FD66CE1EB31}"/>
              </a:ext>
            </a:extLst>
          </p:cNvPr>
          <p:cNvSpPr/>
          <p:nvPr/>
        </p:nvSpPr>
        <p:spPr>
          <a:xfrm>
            <a:off x="5256007" y="3395149"/>
            <a:ext cx="70297" cy="70297"/>
          </a:xfrm>
          <a:prstGeom prst="ellipse">
            <a:avLst/>
          </a:prstGeom>
          <a:solidFill>
            <a:srgbClr val="A6A6A6"/>
          </a:solidFill>
          <a:ln>
            <a:noFill/>
          </a:ln>
        </p:spPr>
        <p:txBody>
          <a:bodyPr wrap="square" lIns="0" tIns="0" rIns="0" bIns="0" rtlCol="0" anchor="ctr">
            <a:noAutofit/>
          </a:bodyPr>
          <a:lstStyle/>
          <a:p>
            <a:pPr algn="l" latinLnBrk="0"/>
            <a:endParaRPr lang="ko-KR" altLang="en-US" sz="8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448C30F-5939-444E-B71A-887EB5A93F33}"/>
              </a:ext>
            </a:extLst>
          </p:cNvPr>
          <p:cNvSpPr txBox="1"/>
          <p:nvPr/>
        </p:nvSpPr>
        <p:spPr>
          <a:xfrm>
            <a:off x="5279706" y="3820480"/>
            <a:ext cx="64969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최적 </a:t>
            </a:r>
            <a:r>
              <a:rPr lang="ko-KR" altLang="en-US" sz="800" err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제어값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08E2ADF-31AC-4ACA-A28B-9389CE0CAAE5}"/>
              </a:ext>
            </a:extLst>
          </p:cNvPr>
          <p:cNvSpPr txBox="1"/>
          <p:nvPr/>
        </p:nvSpPr>
        <p:spPr>
          <a:xfrm>
            <a:off x="2342774" y="1800306"/>
            <a:ext cx="114622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[H5.5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모델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]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93CFB7E3-75E4-4B96-B56F-B96FAD25FBEA}"/>
              </a:ext>
            </a:extLst>
          </p:cNvPr>
          <p:cNvSpPr txBox="1"/>
          <p:nvPr/>
        </p:nvSpPr>
        <p:spPr>
          <a:xfrm>
            <a:off x="4454162" y="1828653"/>
            <a:ext cx="114622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[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타 모델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]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1784C730-E7D2-46EA-8EB5-DECA7D405A42}"/>
              </a:ext>
            </a:extLst>
          </p:cNvPr>
          <p:cNvSpPr txBox="1"/>
          <p:nvPr/>
        </p:nvSpPr>
        <p:spPr>
          <a:xfrm>
            <a:off x="7218791" y="3267747"/>
            <a:ext cx="1513146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① 현재 </a:t>
            </a:r>
            <a:r>
              <a:rPr lang="ko-KR" altLang="en-US" sz="800" err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로딩값이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</a:t>
            </a:r>
            <a:b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</a:b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    Control Limit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초과 하여 보정 필요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  <a:p>
            <a:pPr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② 로딩 최적 제어 후보군 선택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  <a:p>
            <a:pPr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③ 미스매치 최적 </a:t>
            </a:r>
            <a:r>
              <a:rPr lang="ko-KR" altLang="en-US" sz="800" err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제어값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선택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  <a:p>
            <a:pPr latinLnBrk="0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→ 미스매치 </a:t>
            </a:r>
            <a:r>
              <a:rPr lang="ko-KR" altLang="en-US" sz="800" err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불균일이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최소인 값도 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  <a:p>
            <a:pPr latinLnBrk="0"/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    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불량 수준에 가깝게 제어됨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graphicFrame>
        <p:nvGraphicFramePr>
          <p:cNvPr id="119" name="표 118">
            <a:extLst>
              <a:ext uri="{FF2B5EF4-FFF2-40B4-BE49-F238E27FC236}">
                <a16:creationId xmlns:a16="http://schemas.microsoft.com/office/drawing/2014/main" id="{3AE42111-337C-42E8-A69C-08CD86B91FBF}"/>
              </a:ext>
            </a:extLst>
          </p:cNvPr>
          <p:cNvGraphicFramePr>
            <a:graphicFrameLocks noGrp="1"/>
          </p:cNvGraphicFramePr>
          <p:nvPr/>
        </p:nvGraphicFramePr>
        <p:xfrm>
          <a:off x="6814826" y="2245689"/>
          <a:ext cx="1797897" cy="779145"/>
        </p:xfrm>
        <a:graphic>
          <a:graphicData uri="http://schemas.openxmlformats.org/drawingml/2006/table">
            <a:tbl>
              <a:tblPr/>
              <a:tblGrid>
                <a:gridCol w="270861">
                  <a:extLst>
                    <a:ext uri="{9D8B030D-6E8A-4147-A177-3AD203B41FA5}">
                      <a16:colId xmlns:a16="http://schemas.microsoft.com/office/drawing/2014/main" val="2122200594"/>
                    </a:ext>
                  </a:extLst>
                </a:gridCol>
                <a:gridCol w="540726">
                  <a:extLst>
                    <a:ext uri="{9D8B030D-6E8A-4147-A177-3AD203B41FA5}">
                      <a16:colId xmlns:a16="http://schemas.microsoft.com/office/drawing/2014/main" val="2499193602"/>
                    </a:ext>
                  </a:extLst>
                </a:gridCol>
                <a:gridCol w="328770">
                  <a:extLst>
                    <a:ext uri="{9D8B030D-6E8A-4147-A177-3AD203B41FA5}">
                      <a16:colId xmlns:a16="http://schemas.microsoft.com/office/drawing/2014/main" val="2187166215"/>
                    </a:ext>
                  </a:extLst>
                </a:gridCol>
                <a:gridCol w="328770">
                  <a:extLst>
                    <a:ext uri="{9D8B030D-6E8A-4147-A177-3AD203B41FA5}">
                      <a16:colId xmlns:a16="http://schemas.microsoft.com/office/drawing/2014/main" val="92396269"/>
                    </a:ext>
                  </a:extLst>
                </a:gridCol>
                <a:gridCol w="328770">
                  <a:extLst>
                    <a:ext uri="{9D8B030D-6E8A-4147-A177-3AD203B41FA5}">
                      <a16:colId xmlns:a16="http://schemas.microsoft.com/office/drawing/2014/main" val="862338619"/>
                    </a:ext>
                  </a:extLst>
                </a:gridCol>
              </a:tblGrid>
              <a:tr h="41979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항목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H5.5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기본 모델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차이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배수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738905"/>
                  </a:ext>
                </a:extLst>
              </a:tr>
              <a:tr h="41979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유지부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(mm)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-0.194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-0.056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2481736"/>
                  </a:ext>
                </a:extLst>
              </a:tr>
              <a:tr h="41979">
                <a:tc vMerge="1">
                  <a:txBody>
                    <a:bodyPr/>
                    <a:lstStyle/>
                    <a:p>
                      <a:pPr algn="ctr" fontAlgn="ctr" latinLnBrk="0"/>
                      <a:endParaRPr lang="en-US" altLang="ko-KR" sz="800" b="0" i="0" u="none" strike="noStrike" baseline="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무지부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(mm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7345118"/>
                  </a:ext>
                </a:extLst>
              </a:tr>
              <a:tr h="41979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유지부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(mm)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-0.100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-0.032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293460"/>
                  </a:ext>
                </a:extLst>
              </a:tr>
              <a:tr h="41979">
                <a:tc vMerge="1">
                  <a:txBody>
                    <a:bodyPr/>
                    <a:lstStyle/>
                    <a:p>
                      <a:pPr algn="ctr" fontAlgn="ctr" latinLnBrk="0"/>
                      <a:endParaRPr lang="en-US" altLang="ko-KR" sz="800" b="0" i="0" u="none" strike="noStrike" baseline="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무지부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(mm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4789719"/>
                  </a:ext>
                </a:extLst>
              </a:tr>
            </a:tbl>
          </a:graphicData>
        </a:graphic>
      </p:graphicFrame>
      <p:sp>
        <p:nvSpPr>
          <p:cNvPr id="120" name="TextBox 119">
            <a:extLst>
              <a:ext uri="{FF2B5EF4-FFF2-40B4-BE49-F238E27FC236}">
                <a16:creationId xmlns:a16="http://schemas.microsoft.com/office/drawing/2014/main" id="{D36155CF-6208-4CE3-8A06-F16D82CFE270}"/>
              </a:ext>
            </a:extLst>
          </p:cNvPr>
          <p:cNvSpPr txBox="1"/>
          <p:nvPr/>
        </p:nvSpPr>
        <p:spPr>
          <a:xfrm>
            <a:off x="6779132" y="2082141"/>
            <a:ext cx="114798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/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[Gap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1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㎛ </a:t>
            </a:r>
            <a:r>
              <a:rPr lang="ko-KR" altLang="en-US" sz="800" err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증가시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폭 변화량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]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262573570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9934204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7632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23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662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코터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로딩량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/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미스매치 최적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제어값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도출 로직 고도화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NB</a:t>
                      </a:r>
                    </a:p>
                    <a:p>
                      <a:pPr lvl="0" algn="ctr" latinLnBrk="0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#2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‘25.11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최창락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김형준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18223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 latinLnBrk="0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ko-KR" altLang="en-US" sz="1400" b="1" i="0" u="none" strike="noStrike" kern="1200" cap="none" spc="0" normalizeH="0" noProof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코터</a:t>
            </a:r>
            <a:r>
              <a:rPr kumimoji="0" lang="ko-KR" altLang="en-US" sz="1400" b="1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kumimoji="0" lang="ko-KR" altLang="en-US" sz="1400" b="1" i="0" u="none" strike="noStrike" kern="1200" cap="none" spc="0" normalizeH="0" noProof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로딩량</a:t>
            </a:r>
            <a:r>
              <a:rPr kumimoji="0" lang="en-US" altLang="ko-KR" sz="1400" b="1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/</a:t>
            </a:r>
            <a:r>
              <a:rPr kumimoji="0" lang="ko-KR" altLang="en-US" sz="1400" b="1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미스매치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최적 </a:t>
            </a:r>
            <a:r>
              <a:rPr lang="ko-KR" altLang="en-US" sz="1400" b="1" err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제어값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도출 로직 고도화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(3/3)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endParaRPr kumimoji="0" lang="ko-KR" altLang="en-US" sz="1400" b="1" i="0" u="none" strike="noStrike" kern="1200" cap="none" spc="0" normalizeH="0" noProof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_MC</a:t>
            </a:r>
            <a:r>
              <a:rPr kumimoji="1" lang="ko-KR" altLang="en-US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자동보정팀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BF916D-8A9E-4800-92E6-357BE08183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7448776"/>
              </p:ext>
            </p:extLst>
          </p:nvPr>
        </p:nvGraphicFramePr>
        <p:xfrm>
          <a:off x="1427616" y="1083319"/>
          <a:ext cx="7246937" cy="65603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7262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269675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78363">
                <a:tc gridSpan="2">
                  <a:txBody>
                    <a:bodyPr/>
                    <a:lstStyle/>
                    <a:p>
                      <a:r>
                        <a:rPr lang="ko-KR" altLang="ko-KR" sz="10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(W51) 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담당자 부재 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(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김형준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 NB 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출장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, 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최창락 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WA 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출장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)</a:t>
                      </a:r>
                      <a:r>
                        <a:rPr lang="ko-KR" altLang="en-US" sz="1000" b="0">
                          <a:solidFill>
                            <a:srgbClr val="0000FF"/>
                          </a:solidFill>
                        </a:rPr>
                        <a:t>로 차주 이어서 진행 하겠습니다</a:t>
                      </a:r>
                      <a:r>
                        <a:rPr lang="en-US" altLang="ko-KR" sz="1000" b="0">
                          <a:solidFill>
                            <a:srgbClr val="0000FF"/>
                          </a:solidFill>
                        </a:rPr>
                        <a:t>.</a:t>
                      </a:r>
                      <a:endParaRPr lang="en-US" altLang="ko-KR" sz="1000" b="0" i="0" u="none" strike="noStrike" baseline="0" noProof="0">
                        <a:solidFill>
                          <a:srgbClr val="0000FF"/>
                        </a:solidFill>
                        <a:latin typeface="+mn-lt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12059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40123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로직 개발</a:t>
                      </a:r>
                      <a:endParaRPr lang="en-US" altLang="ko-KR" sz="9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상세 검토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③ 다목적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MPC(Model Predictive Control)</a:t>
                      </a: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가중합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기반 목적 함수를 사용하며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모델 기반 예측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제약 조건 처리 등이 포함된 피드백 루프 시스템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현재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자동보정에서는 모델 기반 예측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제약 조건 처리가 구현되어 있으므로 현재 로직에  ① 방법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가중합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기반 목적 함수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을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사용하면 다목적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MPC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 볼 수 있습니다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④ 강화 학습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Reinforcement Learning, RL)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기반 제어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강화 학습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(RL)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을 활용하여 최적 제어 정책을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자동으로 학습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※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강화 학습을 위한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보상 함수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(reward function),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즉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제어 후 결과를 판단하는 지표가 필수적임</a:t>
                      </a:r>
                      <a:endParaRPr lang="en-US" altLang="ko-KR" sz="9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목적함수가 명확하게 수식화 가능하다면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강화학습보다는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MPC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나 수치 최적화 기법이 더 효과적 입니다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⑤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Mahalanobis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</a:rPr>
                        <a:t>마할라노비스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거리 기반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제어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</a:rPr>
                        <a:t>Mahalanobis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거리 기반 목적 함수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es-ES" altLang="ko-KR" sz="900">
                          <a:solidFill>
                            <a:schemeClr val="tx1"/>
                          </a:solidFill>
                        </a:rPr>
                        <a:t>J(u)=(y(u)−μ)TΣ−1(y(u)−μ)</a:t>
                      </a:r>
                      <a:br>
                        <a:rPr lang="es-ES" altLang="ko-KR" sz="900">
                          <a:solidFill>
                            <a:schemeClr val="tx1"/>
                          </a:solidFill>
                        </a:rPr>
                      </a:br>
                      <a:r>
                        <a:rPr lang="es-ES" altLang="ko-KR" sz="900">
                          <a:solidFill>
                            <a:schemeClr val="tx1"/>
                          </a:solidFill>
                        </a:rPr>
                        <a:t>                                      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u=[u1,u2] 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제어 인자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), y(u)=[y1​(u), y2​(u)] (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</a:rPr>
                        <a:t>로딩량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미스매치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),</a:t>
                      </a:r>
                      <a:r>
                        <a:rPr lang="el-GR" altLang="ko-KR" sz="900">
                          <a:solidFill>
                            <a:schemeClr val="tx1"/>
                          </a:solidFill>
                        </a:rPr>
                        <a:t> μ=[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y1target​, y2target​], Σ: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공분산 행렬</a:t>
                      </a:r>
                      <a:endParaRPr lang="en-US" altLang="ko-KR" sz="900">
                        <a:solidFill>
                          <a:schemeClr val="tx1"/>
                        </a:solidFill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→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품질 간 단위 차이를 자동으로 반영하여 하나의 지표로 통합하며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하나의 품질 개선 시 다른 품질 악화 경향도 고려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상관관계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       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반영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가 가능합니다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 </a:t>
                      </a: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로직 개발 및 코드 구현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(~8/31)</a:t>
                      </a: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 GEMINI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활용 검토 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구글 매니저와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GEMINI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활용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논의시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별도의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Tool(Deep Research)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사용을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권유받음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- Deep Research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의 경우 서울 리전에서 서비스 불가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Tool(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해외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리전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사용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이므로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보안규약에 따라 실 데이터 사용이 불가함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최적화 방법 리서치를 위한 용도로 활용 예정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endParaRPr lang="en-US" altLang="ko-KR" sz="900" b="0" baseline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인수인계 및 해외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리전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문의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보안 규약에 맞췄을 경우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해외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리전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사용 가능 여부에 대한 추가 문의 진행하였습니다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(~9/16)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해당 검토가 완료된 후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GEMINI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또는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Deep Research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의 사용 여부를 판단하겠습니다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.(~9/19)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이후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해당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Tool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 보안이 검증된 데이터를 활용하여 방법론 검증을 진행할 예정입니다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(~9/26)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보안전략팀의 답변을 통해 데이터는 국내 리전에서만 저장이 가능하다는 것을 확인했습니다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(9/17)</a:t>
                      </a: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구글 담당지 미팅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(9/19)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딥리서치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국내 리전으로 도입예정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중순 예정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으로 전달받았습니다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도입될 경우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딥리서치를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사용하여 검증하도록 하겠습니다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제미나이 및 클라우드 관련 교육을 요청하였으며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차주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(10/1)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교육 예정입니다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교육용 프로젝트 구글에서 준비하며 해당 프로젝트로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1~2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시간 사용 예정입니다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7. 10/16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 사용 가능 아이디 공유 및 설정 필요 사항관련 화상 미팅 예정입니다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(w/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자동보정선행개발팀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김성태님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클라우드 환경내 제미나이 사용을 위한 권한 승인 진행하였으며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(~10/20),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사용 환경 설정 및 실사용 확인하였습니다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(10/21)</a:t>
                      </a: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9.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Gemini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오픈 후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구글 담당자와 미팅 진행하였으며 기 진행한 과제 진척사항 및 설계 구성안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</a:rPr>
                        <a:t>공유받았습니다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.(11/12)</a:t>
                      </a:r>
                    </a:p>
                    <a:p>
                      <a:pPr marL="85725" marR="0" lvl="0" indent="-85725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10. [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교육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구글 코리아 방문하여 클라우드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Tool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사용 관련 교육 예정입니다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(11/19,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출장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. [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내용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구글 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코랩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환경 설정과 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버켓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데이터 업로드 등 제미나이 서울 리전에서의 사용 방법 교육 진행하였습니다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(11/19)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. [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한계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구글 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코랩을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통해 제미나이 사용이 가능하나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권한문제로 인해 구글 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코랩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실습이 불가능하였습니다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(11/19)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.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접속은 가능하여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제미나이 사용을 위한 클라이언트 설정 등 코드 기본 설정은 완료하였습니다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(11/19)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. [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대체방안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코랩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환경과 유사한 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워크벤치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기능의 사용 가능을 전달받았으며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(11/26).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해당 기능 사용 진행하겠습니다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(~12/11)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구글에서 </a:t>
                      </a:r>
                      <a:r>
                        <a:rPr lang="ko-KR" altLang="en-US" sz="900" b="0" err="1">
                          <a:solidFill>
                            <a:srgbClr val="0000FF"/>
                          </a:solidFill>
                        </a:rPr>
                        <a:t>오창으로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 출장이 예정되어 있어 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(12/04) 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대면으로 </a:t>
                      </a:r>
                      <a:r>
                        <a:rPr lang="ko-KR" altLang="en-US" sz="900" b="0" err="1">
                          <a:solidFill>
                            <a:srgbClr val="0000FF"/>
                          </a:solidFill>
                        </a:rPr>
                        <a:t>워크밴치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</a:rPr>
                        <a:t> 사용법 문의 및 과제 진행 예정입니다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</a:rPr>
                        <a:t>.</a:t>
                      </a:r>
                    </a:p>
                    <a:p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구글 </a:t>
                      </a:r>
                      <a:r>
                        <a:rPr lang="ko-KR" altLang="en-US" sz="900" err="1">
                          <a:solidFill>
                            <a:srgbClr val="0000FF"/>
                          </a:solidFill>
                        </a:rPr>
                        <a:t>메니져님에게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 과제 내용 상세 설명 했고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, (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지금까지는 보안상의 이유로 과제 설명을 명확하고 상세히 하지 못했었습니다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.) Gemini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를 통해 직접 최적해를 찾기는 어려울 것 같다는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Feed Back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이 있었습니다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.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그 대신 여러 방법론에 대해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Gemini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에게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설명하고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,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데이터를 입력 하였을 때 방법론에 대한 평가 및 검토까지 가능할 것 같다는 의견을 받았습니다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. (12/4) </a:t>
                      </a:r>
                    </a:p>
                    <a:p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                </a:t>
                      </a:r>
                      <a:r>
                        <a:rPr lang="ko-KR" altLang="en-US" sz="900" err="1">
                          <a:solidFill>
                            <a:srgbClr val="0000FF"/>
                          </a:solidFill>
                        </a:rPr>
                        <a:t>구글클라우드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 접속 예외처리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(</a:t>
                      </a:r>
                      <a:r>
                        <a:rPr lang="ko-KR" altLang="en-US" sz="900" err="1">
                          <a:solidFill>
                            <a:srgbClr val="0000FF"/>
                          </a:solidFill>
                        </a:rPr>
                        <a:t>김형준님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 권한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)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신청하였으며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,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승인 후 방법론에 대한 평가 진행 하겠습니다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.</a:t>
                      </a:r>
                      <a:endParaRPr lang="en-US" altLang="ko-KR" sz="900" b="0" baseline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193039" y="172366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latinLnBrk="0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김형준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62E3F0D-300B-4D34-A940-DB28B406F838}"/>
              </a:ext>
            </a:extLst>
          </p:cNvPr>
          <p:cNvSpPr txBox="1"/>
          <p:nvPr/>
        </p:nvSpPr>
        <p:spPr>
          <a:xfrm>
            <a:off x="8160978" y="341643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)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09</a:t>
            </a: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1194096424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288888B8-029A-57B9-F6A4-85C4470273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6501043"/>
              </p:ext>
            </p:extLst>
          </p:nvPr>
        </p:nvGraphicFramePr>
        <p:xfrm>
          <a:off x="125047" y="866775"/>
          <a:ext cx="9653020" cy="6033744"/>
        </p:xfrm>
        <a:graphic>
          <a:graphicData uri="http://schemas.openxmlformats.org/drawingml/2006/table">
            <a:tbl>
              <a:tblPr/>
              <a:tblGrid>
                <a:gridCol w="7648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11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7527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540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5665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APC/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EDGE PC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적용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WA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EP2 ML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EP2 NFF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NA, NB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수평전개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1414FE"/>
                          </a:solidFill>
                          <a:latin typeface="Arial Narrow"/>
                          <a:ea typeface="LG스마트체 Regular"/>
                        </a:rPr>
                        <a:t>금주</a:t>
                      </a:r>
                      <a:r>
                        <a:rPr lang="en-US" altLang="ko-KR" sz="900">
                          <a:solidFill>
                            <a:srgbClr val="1414FE"/>
                          </a:solidFill>
                          <a:latin typeface="Arial Narrow"/>
                          <a:ea typeface="LG스마트체 Regular"/>
                        </a:rPr>
                        <a:t>(W51) : 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EP2 ML: ⑧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양극 코터/절연코터 기능 검증 예정입니다.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(12/17)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>
                          <a:solidFill>
                            <a:srgbClr val="1414FE"/>
                          </a:solidFill>
                          <a:latin typeface="Arial Narrow"/>
                          <a:ea typeface="LG스마트체 Regular"/>
                        </a:rPr>
                        <a:t>                      EP2 NFF EDGE: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음극 </a:t>
                      </a: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: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⑥ </a:t>
                      </a: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 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데이터</a:t>
                      </a:r>
                      <a:r>
                        <a:rPr 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수집</a:t>
                      </a:r>
                      <a:r>
                        <a:rPr 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보완점</a:t>
                      </a:r>
                      <a:r>
                        <a:rPr 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조치</a:t>
                      </a:r>
                      <a:r>
                        <a:rPr 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후</a:t>
                      </a:r>
                      <a:r>
                        <a:rPr 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,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데이터</a:t>
                      </a:r>
                      <a:r>
                        <a:rPr 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정합성</a:t>
                      </a:r>
                      <a:r>
                        <a:rPr 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검증</a:t>
                      </a:r>
                      <a:r>
                        <a:rPr 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예정입니다.(12/19)</a:t>
                      </a:r>
                      <a:br>
                        <a:rPr 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</a:br>
                      <a:r>
                        <a:rPr 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                                          </a:t>
                      </a: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      양극 : 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⑥</a:t>
                      </a: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 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데이터</a:t>
                      </a: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정합성</a:t>
                      </a: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검증중입니다</a:t>
                      </a: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.(</a:t>
                      </a:r>
                      <a:r>
                        <a:rPr lang="en-US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12/</a:t>
                      </a:r>
                      <a:r>
                        <a:rPr lang="en-US" sz="900" b="0" i="0" u="none" strike="sng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11</a:t>
                      </a:r>
                      <a:r>
                        <a:rPr lang="en-US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→19,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생산이</a:t>
                      </a:r>
                      <a:r>
                        <a:rPr lang="en-US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없어</a:t>
                      </a:r>
                      <a:r>
                        <a:rPr lang="en-US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데이터</a:t>
                      </a:r>
                      <a:r>
                        <a:rPr lang="en-US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검증</a:t>
                      </a: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일정</a:t>
                      </a:r>
                      <a:r>
                        <a:rPr lang="en-US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변경</a:t>
                      </a:r>
                      <a:r>
                        <a:rPr lang="en-US" sz="900" b="0" i="0" u="none" strike="noStrike" noProof="0">
                          <a:solidFill>
                            <a:srgbClr val="0000FF"/>
                          </a:solidFill>
                          <a:latin typeface="LG Smart_H2.0 R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>
                          <a:solidFill>
                            <a:srgbClr val="1414FE"/>
                          </a:solidFill>
                          <a:latin typeface="Arial Narrow"/>
                          <a:ea typeface="LG스마트체 Regular"/>
                        </a:rPr>
                        <a:t>                     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NA/NB: ⑨ NA 1~3호기, NB 1~5호기 대상으로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절연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자동보정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셋업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완료하였습니다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.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(11/28) </a:t>
                      </a:r>
                      <a:b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                                  NB 대표호기(3호기) 성능 검증 완료 후 NA(2호기) 성능 검증 진행 예정입니다.(~12/31)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                     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WA: ⑨ APC </a:t>
                      </a: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자동보정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신규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Set-up </a:t>
                      </a: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및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패치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대응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완료하였습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니다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.(12/09)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‘25.12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나영준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임성현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변승섭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</a:t>
                      </a:r>
                      <a:endParaRPr lang="en-US" altLang="ko-KR" sz="900" b="0" i="0" u="none" strike="noStrike" err="1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657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5555967"/>
                  </a:ext>
                </a:extLst>
              </a:tr>
              <a:tr h="47204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배경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WA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절연 알고리즘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통합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시스템 업데이트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북미 기준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를 위한 셋업 작업 진행중입니다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: ESWA 법인인원과 동시절연코팅 현황 공유 및 APC 패치를 위한 셋업 작업 관련 회의를 진행하였습니다.(9/17)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: APC 패치를 위한 요건정의서 자료 작성 및 공유 완료하였습니다.(~9/24)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공정 제어 DX팀에서 투자심의 진해 중이라고 합니다.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EP2 Mother Line 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수평전개 작업 진행중입니다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EP2 NFF APC 전환 PLC작업 진행중입니다.(EDGE PC / 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코드가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분리되어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있어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하나의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코드로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관리하기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위해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전환작업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진행중에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.)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NA/NB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절연 알고리즘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통합 반영을 위한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EDGE 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기반 셋업 작업 진행중입니다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 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WA: ⑨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자동보정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신규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Set-up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및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패치 대응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완료하였습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니다.(12/09)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EP2 ML: ⑧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양극 코터/절연코터 기능 검증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.(12/17)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     검사기 정합성 검증 후 진행 예정입니다.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EP2 NFF: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음극 : ⑥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데이터 수집 보완점 조치 후, 데이터 정합성 검증 예정입니다.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(12/19)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</a:rPr>
                        <a:t> 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</a:rPr>
                        <a:t>               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 Smart_H2.0 R"/>
                        </a:rPr>
                        <a:t>양극 : ⑥ 코터/절연코터 PLC 및 검사기, 계측기 데이터 정합성 검증중 입니다.(~12/</a:t>
                      </a:r>
                      <a:r>
                        <a:rPr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 Smart_H2.0 R"/>
                        </a:rPr>
                        <a:t>11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 Smart_H2.0 R"/>
                        </a:rPr>
                        <a:t>→19)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 Smart_H2.0 R"/>
                        </a:rPr>
                        <a:t>                              ※ 생산이 없어 APC 데이터 정합성 검증 일정이 지연되었습니다.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NA/NB: ⑨ NA 1~3호기, NB 1~5호기 대상으로 절연 자동보정 셋업 완료하였습니다.(11/28)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    NB 대표호기(3호기) 성능 검증 완료 후 NA(2호기) 성능 검증 진행 예정입니다.(~12/31)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[이슈 사항]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88958794"/>
                  </a:ext>
                </a:extLst>
              </a:tr>
            </a:tbl>
          </a:graphicData>
        </a:graphic>
      </p:graphicFrame>
      <p:sp>
        <p:nvSpPr>
          <p:cNvPr id="5" name="제목 1">
            <a:extLst>
              <a:ext uri="{FF2B5EF4-FFF2-40B4-BE49-F238E27FC236}">
                <a16:creationId xmlns:a16="http://schemas.microsoft.com/office/drawing/2014/main" id="{7E8EA5AC-0DA0-549E-9BF3-3DAC2BAD342B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23518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cs typeface="Malgun Gothic Semilight" panose="020B0502040204020203" pitchFamily="50" charset="-127"/>
              </a:rPr>
              <a:t>MC</a:t>
            </a:r>
            <a:r>
              <a:rPr lang="ko-KR" altLang="en-US" sz="1800">
                <a:cs typeface="Malgun Gothic Semilight" panose="020B0502040204020203" pitchFamily="50" charset="-127"/>
              </a:rPr>
              <a:t>자동보정팀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0F6677F5-5F7A-8004-21CD-9B7876174AC8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112985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■ 자동보정 수평전개 현황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</a:rPr>
              <a:t>(WA, EP2 ML, </a:t>
            </a:r>
            <a:r>
              <a:rPr lang="en-US" altLang="ko-KR" sz="1400" b="1">
                <a:latin typeface="Arial Narrow"/>
                <a:ea typeface="LG스마트체 Regular"/>
              </a:rPr>
              <a:t>EP2 NFF, NA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/>
              </a:rPr>
              <a:t>, NB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</a:endParaRPr>
          </a:p>
        </p:txBody>
      </p:sp>
      <p:graphicFrame>
        <p:nvGraphicFramePr>
          <p:cNvPr id="9" name="표 18">
            <a:extLst>
              <a:ext uri="{FF2B5EF4-FFF2-40B4-BE49-F238E27FC236}">
                <a16:creationId xmlns:a16="http://schemas.microsoft.com/office/drawing/2014/main" id="{6638603E-0C75-FCA7-3CCB-2D5FD4CE05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4726384"/>
              </p:ext>
            </p:extLst>
          </p:nvPr>
        </p:nvGraphicFramePr>
        <p:xfrm>
          <a:off x="1498473" y="2315909"/>
          <a:ext cx="7118973" cy="1588250"/>
        </p:xfrm>
        <a:graphic>
          <a:graphicData uri="http://schemas.openxmlformats.org/drawingml/2006/table">
            <a:tbl>
              <a:tblPr/>
              <a:tblGrid>
                <a:gridCol w="474179">
                  <a:extLst>
                    <a:ext uri="{9D8B030D-6E8A-4147-A177-3AD203B41FA5}">
                      <a16:colId xmlns:a16="http://schemas.microsoft.com/office/drawing/2014/main" val="3399827903"/>
                    </a:ext>
                  </a:extLst>
                </a:gridCol>
                <a:gridCol w="355107">
                  <a:extLst>
                    <a:ext uri="{9D8B030D-6E8A-4147-A177-3AD203B41FA5}">
                      <a16:colId xmlns:a16="http://schemas.microsoft.com/office/drawing/2014/main" val="2077887508"/>
                    </a:ext>
                  </a:extLst>
                </a:gridCol>
                <a:gridCol w="355107">
                  <a:extLst>
                    <a:ext uri="{9D8B030D-6E8A-4147-A177-3AD203B41FA5}">
                      <a16:colId xmlns:a16="http://schemas.microsoft.com/office/drawing/2014/main" val="4024427999"/>
                    </a:ext>
                  </a:extLst>
                </a:gridCol>
                <a:gridCol w="593458">
                  <a:extLst>
                    <a:ext uri="{9D8B030D-6E8A-4147-A177-3AD203B41FA5}">
                      <a16:colId xmlns:a16="http://schemas.microsoft.com/office/drawing/2014/main" val="2683556667"/>
                    </a:ext>
                  </a:extLst>
                </a:gridCol>
                <a:gridCol w="593458">
                  <a:extLst>
                    <a:ext uri="{9D8B030D-6E8A-4147-A177-3AD203B41FA5}">
                      <a16:colId xmlns:a16="http://schemas.microsoft.com/office/drawing/2014/main" val="1597150985"/>
                    </a:ext>
                  </a:extLst>
                </a:gridCol>
                <a:gridCol w="593458">
                  <a:extLst>
                    <a:ext uri="{9D8B030D-6E8A-4147-A177-3AD203B41FA5}">
                      <a16:colId xmlns:a16="http://schemas.microsoft.com/office/drawing/2014/main" val="3807665215"/>
                    </a:ext>
                  </a:extLst>
                </a:gridCol>
                <a:gridCol w="593458">
                  <a:extLst>
                    <a:ext uri="{9D8B030D-6E8A-4147-A177-3AD203B41FA5}">
                      <a16:colId xmlns:a16="http://schemas.microsoft.com/office/drawing/2014/main" val="4024224555"/>
                    </a:ext>
                  </a:extLst>
                </a:gridCol>
                <a:gridCol w="593458">
                  <a:extLst>
                    <a:ext uri="{9D8B030D-6E8A-4147-A177-3AD203B41FA5}">
                      <a16:colId xmlns:a16="http://schemas.microsoft.com/office/drawing/2014/main" val="15010948"/>
                    </a:ext>
                  </a:extLst>
                </a:gridCol>
                <a:gridCol w="593458">
                  <a:extLst>
                    <a:ext uri="{9D8B030D-6E8A-4147-A177-3AD203B41FA5}">
                      <a16:colId xmlns:a16="http://schemas.microsoft.com/office/drawing/2014/main" val="3808422022"/>
                    </a:ext>
                  </a:extLst>
                </a:gridCol>
                <a:gridCol w="593458">
                  <a:extLst>
                    <a:ext uri="{9D8B030D-6E8A-4147-A177-3AD203B41FA5}">
                      <a16:colId xmlns:a16="http://schemas.microsoft.com/office/drawing/2014/main" val="616852182"/>
                    </a:ext>
                  </a:extLst>
                </a:gridCol>
                <a:gridCol w="593458">
                  <a:extLst>
                    <a:ext uri="{9D8B030D-6E8A-4147-A177-3AD203B41FA5}">
                      <a16:colId xmlns:a16="http://schemas.microsoft.com/office/drawing/2014/main" val="1332809450"/>
                    </a:ext>
                  </a:extLst>
                </a:gridCol>
                <a:gridCol w="593458">
                  <a:extLst>
                    <a:ext uri="{9D8B030D-6E8A-4147-A177-3AD203B41FA5}">
                      <a16:colId xmlns:a16="http://schemas.microsoft.com/office/drawing/2014/main" val="3771331774"/>
                    </a:ext>
                  </a:extLst>
                </a:gridCol>
                <a:gridCol w="593458">
                  <a:extLst>
                    <a:ext uri="{9D8B030D-6E8A-4147-A177-3AD203B41FA5}">
                      <a16:colId xmlns:a16="http://schemas.microsoft.com/office/drawing/2014/main" val="365806302"/>
                    </a:ext>
                  </a:extLst>
                </a:gridCol>
              </a:tblGrid>
              <a:tr h="17217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  <a:endParaRPr lang="ko-KR" alt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공정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1.</a:t>
                      </a:r>
                    </a:p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알고리즘</a:t>
                      </a:r>
                      <a:endParaRPr lang="en-US" altLang="ko-KR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개발</a:t>
                      </a:r>
                      <a:endParaRPr lang="en-US" altLang="ko-KR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2.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APC/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EDGE PC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7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환경</a:t>
                      </a:r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7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구성</a:t>
                      </a:r>
                      <a:endParaRPr lang="en-US" altLang="ko-KR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3. Data </a:t>
                      </a:r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준비</a:t>
                      </a:r>
                      <a:endParaRPr lang="en-US" altLang="ko-KR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4.</a:t>
                      </a:r>
                    </a:p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수집</a:t>
                      </a:r>
                      <a:endParaRPr lang="en-US" altLang="ko-KR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준비</a:t>
                      </a:r>
                      <a:endParaRPr lang="en-US" altLang="ko-KR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18000" marR="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5.</a:t>
                      </a:r>
                    </a:p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수집</a:t>
                      </a:r>
                      <a:endParaRPr lang="en-US" altLang="ko-KR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점검</a:t>
                      </a:r>
                      <a:endParaRPr lang="en-US" altLang="ko-KR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18000" marR="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6.</a:t>
                      </a:r>
                    </a:p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데이터</a:t>
                      </a:r>
                      <a:endParaRPr lang="en-US" altLang="ko-KR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정합성 검증</a:t>
                      </a:r>
                      <a:endParaRPr lang="ko-KR" altLang="en-US" sz="700" baseline="0">
                        <a:latin typeface="Arial Narrow"/>
                        <a:ea typeface="LG스마트체 Regular"/>
                      </a:endParaRPr>
                    </a:p>
                  </a:txBody>
                  <a:tcPr marL="18000" marR="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7.</a:t>
                      </a:r>
                      <a:endParaRPr lang="en-US" sz="700" baseline="0"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</a:t>
                      </a:r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7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보정</a:t>
                      </a:r>
                      <a:endParaRPr lang="en-US" altLang="ko-KR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적용</a:t>
                      </a:r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7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준비</a:t>
                      </a:r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(PLC,HMI)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8.</a:t>
                      </a:r>
                    </a:p>
                    <a:p>
                      <a:pPr lvl="0" algn="ctr">
                        <a:buNone/>
                      </a:pPr>
                      <a:r>
                        <a:rPr lang="ko-KR" sz="7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알고리즘</a:t>
                      </a:r>
                      <a:endParaRPr lang="en-US" sz="7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7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등록</a:t>
                      </a:r>
                      <a:r>
                        <a:rPr lang="en-US" sz="7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7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검증 (</a:t>
                      </a:r>
                      <a:r>
                        <a:rPr lang="ko-KR" altLang="en-US" sz="700" b="1" i="0" u="none" strike="noStrike" baseline="0" noProof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Write</a:t>
                      </a:r>
                      <a:r>
                        <a:rPr lang="ko-KR" altLang="en-US" sz="7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9.</a:t>
                      </a:r>
                    </a:p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APC/</a:t>
                      </a:r>
                    </a:p>
                    <a:p>
                      <a:pPr algn="ct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EDGE PC</a:t>
                      </a:r>
                    </a:p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적용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8609879"/>
                  </a:ext>
                </a:extLst>
              </a:tr>
              <a:tr h="38620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PLC연동</a:t>
                      </a:r>
                      <a:endParaRPr lang="ko-KR" altLang="en-US" sz="700" baseline="0"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Vision 연동</a:t>
                      </a:r>
                      <a:endParaRPr lang="ko-KR" altLang="en-US" sz="700" baseline="0" err="1"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5140849"/>
                  </a:ext>
                </a:extLst>
              </a:tr>
              <a:tr h="128734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WA</a:t>
                      </a:r>
                      <a:endParaRPr lang="ko-KR" altLang="en-US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aseline="0">
                          <a:latin typeface="Arial Narrow"/>
                          <a:ea typeface="LG스마트체 Regular"/>
                        </a:rPr>
                        <a:t>COT</a:t>
                      </a:r>
                      <a:endParaRPr lang="ko-KR" altLang="en-US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sz="7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sz="7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sz="7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9855374"/>
                  </a:ext>
                </a:extLst>
              </a:tr>
              <a:tr h="1287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COT</a:t>
                      </a:r>
                      <a:endParaRPr lang="ko-KR" altLang="en-US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sz="7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sz="7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sz="7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2952114"/>
                  </a:ext>
                </a:extLst>
              </a:tr>
              <a:tr h="128734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EP2 ML</a:t>
                      </a:r>
                      <a:endParaRPr lang="ko-KR" altLang="en-US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aseline="0">
                          <a:latin typeface="Arial Narrow"/>
                          <a:ea typeface="LG스마트체 Regular"/>
                        </a:rPr>
                        <a:t>COT</a:t>
                      </a:r>
                      <a:endParaRPr lang="ko-KR" altLang="en-US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ko-KR" altLang="en-US" sz="700" b="0" i="0" u="none" strike="noStrike" baseline="0">
                        <a:solidFill>
                          <a:srgbClr val="1414FE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altLang="ko-KR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ko-KR" sz="700" baseline="0" noProof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altLang="ko-KR" sz="700" b="0" i="0" u="none" strike="noStrike" baseline="0" err="1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r>
                        <a:rPr lang="en-US" altLang="ko-KR" sz="7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lang="en-US" altLang="ko-KR" sz="700" b="0" i="0" u="none" strike="noStrike" kern="1200" baseline="0" err="1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7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281293"/>
                  </a:ext>
                </a:extLst>
              </a:tr>
              <a:tr h="1287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aseline="0">
                          <a:latin typeface="Arial Narrow"/>
                          <a:ea typeface="LG스마트체 Regular"/>
                        </a:rPr>
                        <a:t>COT</a:t>
                      </a:r>
                      <a:endParaRPr lang="ko-KR" altLang="en-US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ko-KR" sz="700" baseline="0" noProof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ko-KR" sz="700" baseline="0" noProof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ko-KR" sz="700" baseline="0" err="1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r>
                        <a:rPr lang="en-US" altLang="ko-KR" sz="7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~12/31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~12/31</a:t>
                      </a:r>
                      <a:endParaRPr lang="en-US" noProof="0">
                        <a:solidFill>
                          <a:srgbClr val="0000FF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6554897"/>
                  </a:ext>
                </a:extLst>
              </a:tr>
              <a:tr h="128734">
                <a:tc rowSpan="2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EP2 NFF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700" baseline="0">
                          <a:latin typeface="Arial Narrow"/>
                          <a:ea typeface="LG스마트체 Regular"/>
                        </a:rPr>
                        <a:t>COT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noProof="0" err="1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err="1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err="1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err="1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12/19</a:t>
                      </a:r>
                      <a:endParaRPr lang="en-US" altLang="ko-KR">
                        <a:solidFill>
                          <a:srgbClr val="0000FF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altLang="ko-KR" sz="7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12/19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sz="7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12/19</a:t>
                      </a:r>
                      <a:endParaRPr lang="en-US">
                        <a:solidFill>
                          <a:srgbClr val="0000FF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12/19</a:t>
                      </a:r>
                      <a:endParaRPr lang="ko-KR" altLang="en-US">
                        <a:solidFill>
                          <a:srgbClr val="0000FF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9267448"/>
                  </a:ext>
                </a:extLst>
              </a:tr>
              <a:tr h="128734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 marL="0" marR="0" marT="0" marB="0" anchor="ctr">
                    <a:lnL w="3174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lnL>
                    <a:lnR w="3174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lnR>
                    <a:lnT w="3174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lnT>
                    <a:lnB w="3174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700" baseline="0">
                          <a:latin typeface="Arial Narrow"/>
                          <a:ea typeface="LG스마트체 Regular"/>
                        </a:rPr>
                        <a:t>COT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7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7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12/</a:t>
                      </a:r>
                      <a:r>
                        <a:rPr lang="en-US" sz="700" b="0" i="0" u="none" strike="sng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11</a:t>
                      </a:r>
                      <a:r>
                        <a:rPr lang="en-US" sz="7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 → 19</a:t>
                      </a:r>
                      <a:endParaRPr lang="en-US" altLang="ko-KR" strike="noStrike">
                        <a:solidFill>
                          <a:srgbClr val="0000FF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altLang="ko-KR" sz="7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12/</a:t>
                      </a:r>
                      <a:r>
                        <a:rPr lang="en-US" sz="700" b="0" i="0" u="none" strike="sng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11</a:t>
                      </a:r>
                      <a:r>
                        <a:rPr lang="en-US" sz="7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 → 19</a:t>
                      </a:r>
                      <a:endParaRPr lang="en-US">
                        <a:solidFill>
                          <a:srgbClr val="0000FF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sz="7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12/</a:t>
                      </a:r>
                      <a:r>
                        <a:rPr lang="en-US" sz="700" b="0" i="0" u="none" strike="sngStrike" kern="1200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11</a:t>
                      </a:r>
                      <a:r>
                        <a:rPr lang="en-US" sz="7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 → 19</a:t>
                      </a:r>
                      <a:endParaRPr lang="en-US">
                        <a:solidFill>
                          <a:srgbClr val="0000FF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12/</a:t>
                      </a:r>
                      <a:r>
                        <a:rPr lang="en-US" sz="700" b="0" i="0" u="none" strike="sngStrike" kern="1200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11</a:t>
                      </a:r>
                      <a:r>
                        <a:rPr lang="en-US" sz="7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 → 19</a:t>
                      </a:r>
                      <a:endParaRPr lang="ko-KR" altLang="en-US">
                        <a:solidFill>
                          <a:srgbClr val="0000FF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6141008"/>
                  </a:ext>
                </a:extLst>
              </a:tr>
              <a:tr h="12873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7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NA</a:t>
                      </a:r>
                      <a:endParaRPr lang="en-US"/>
                    </a:p>
                  </a:txBody>
                  <a:tcPr marL="0" marR="0" marT="0" marB="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aseline="0">
                          <a:latin typeface="Arial Narrow"/>
                          <a:ea typeface="LG스마트체 Regular"/>
                        </a:rPr>
                        <a:t>COT</a:t>
                      </a:r>
                      <a:endParaRPr lang="ko-KR" altLang="en-US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altLang="ko-KR" sz="7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~12/31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9941637"/>
                  </a:ext>
                </a:extLst>
              </a:tr>
              <a:tr h="12873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7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NB</a:t>
                      </a:r>
                      <a:endParaRPr lang="en-US" altLang="ko-KR"/>
                    </a:p>
                  </a:txBody>
                  <a:tcPr marL="0" marR="0" marT="0" marB="0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aseline="0">
                          <a:latin typeface="Arial Narrow"/>
                          <a:ea typeface="LG스마트체 Regular"/>
                        </a:rPr>
                        <a:t>COT</a:t>
                      </a:r>
                      <a:endParaRPr lang="ko-KR" altLang="en-US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7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err="1">
                        <a:solidFill>
                          <a:srgbClr val="000000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7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완료</a:t>
                      </a:r>
                      <a:endParaRPr lang="en-US" err="1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1008504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36D2EDBC-19CB-76E2-70E6-E193D6608BEF}"/>
              </a:ext>
            </a:extLst>
          </p:cNvPr>
          <p:cNvSpPr txBox="1"/>
          <p:nvPr/>
        </p:nvSpPr>
        <p:spPr>
          <a:xfrm>
            <a:off x="8162353" y="332405"/>
            <a:ext cx="165429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lvl="0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12/16(화) 16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3" name="내용 개체 틀 20">
            <a:extLst>
              <a:ext uri="{FF2B5EF4-FFF2-40B4-BE49-F238E27FC236}">
                <a16:creationId xmlns:a16="http://schemas.microsoft.com/office/drawing/2014/main" id="{82252684-031E-86C5-0019-5EFB40AD5344}"/>
              </a:ext>
            </a:extLst>
          </p:cNvPr>
          <p:cNvSpPr txBox="1">
            <a:spLocks/>
          </p:cNvSpPr>
          <p:nvPr/>
        </p:nvSpPr>
        <p:spPr>
          <a:xfrm>
            <a:off x="8174157" y="163128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임성현S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17" name="직사각형 28">
            <a:extLst>
              <a:ext uri="{FF2B5EF4-FFF2-40B4-BE49-F238E27FC236}">
                <a16:creationId xmlns:a16="http://schemas.microsoft.com/office/drawing/2014/main" id="{7B8950D3-3D33-5056-00C7-B0386C850DB6}"/>
              </a:ext>
            </a:extLst>
          </p:cNvPr>
          <p:cNvSpPr/>
          <p:nvPr/>
        </p:nvSpPr>
        <p:spPr>
          <a:xfrm>
            <a:off x="5777093" y="260565"/>
            <a:ext cx="2387192" cy="246221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1000">
                <a:latin typeface="Arial Narrow"/>
                <a:ea typeface="LG스마트체 Regular"/>
              </a:rPr>
              <a:t>[ 과제번호 : </a:t>
            </a:r>
            <a:r>
              <a:rPr lang="en-US" altLang="ko-KR" sz="1000">
                <a:latin typeface="Arial Narrow"/>
                <a:ea typeface="LG스마트체 Regular"/>
              </a:rPr>
              <a:t>MC </a:t>
            </a:r>
            <a:r>
              <a:rPr lang="ko-KR" altLang="en-US" sz="1000">
                <a:latin typeface="Arial Narrow"/>
                <a:ea typeface="LG스마트체 Regular"/>
              </a:rPr>
              <a:t>자동보정</a:t>
            </a:r>
            <a:r>
              <a:rPr lang="en-US" altLang="ko-KR" sz="1000">
                <a:latin typeface="Arial Narrow"/>
                <a:ea typeface="LG스마트체 Regular"/>
              </a:rPr>
              <a:t>-#8</a:t>
            </a:r>
            <a:r>
              <a:rPr lang="ko-KR" altLang="en-US" sz="1000">
                <a:latin typeface="Arial Narrow"/>
                <a:ea typeface="LG스마트체 Regular"/>
              </a:rPr>
              <a:t>, 진행 상태 : </a:t>
            </a:r>
            <a:r>
              <a:rPr lang="ko-KR" altLang="en-US" sz="1000">
                <a:solidFill>
                  <a:srgbClr val="00B050"/>
                </a:solidFill>
                <a:latin typeface="Arial Narrow"/>
                <a:ea typeface="LG스마트체 Regular"/>
              </a:rPr>
              <a:t>● </a:t>
            </a:r>
            <a:r>
              <a:rPr lang="ko-KR" altLang="en-US" sz="1000">
                <a:latin typeface="Arial Narrow"/>
                <a:ea typeface="LG스마트체 Regular"/>
              </a:rPr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69634329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59181D-6E05-9C07-E044-E6931FB0FF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표 1">
            <a:extLst>
              <a:ext uri="{FF2B5EF4-FFF2-40B4-BE49-F238E27FC236}">
                <a16:creationId xmlns:a16="http://schemas.microsoft.com/office/drawing/2014/main" id="{E5B29A97-F916-9601-F2AB-B7A9070B6C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5264466"/>
              </p:ext>
            </p:extLst>
          </p:nvPr>
        </p:nvGraphicFramePr>
        <p:xfrm>
          <a:off x="125047" y="866775"/>
          <a:ext cx="9653020" cy="5796462"/>
        </p:xfrm>
        <a:graphic>
          <a:graphicData uri="http://schemas.openxmlformats.org/drawingml/2006/table">
            <a:tbl>
              <a:tblPr/>
              <a:tblGrid>
                <a:gridCol w="7648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11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7527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019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1258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코터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통합 프로그램 개발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전체 Site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금주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(W51) :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NB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통합프로그램 적용 및 절연 로직 검증 진행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(11/28)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하였고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NA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생산 일정 확인 후 검증 진행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(~12/29)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               WA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통합프로그램 적용 및 로직 검증 진행 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(11/28~12/11)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‘26.03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강호종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019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5555967"/>
                  </a:ext>
                </a:extLst>
              </a:tr>
              <a:tr h="4969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[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배경</a:t>
                      </a:r>
                      <a:r>
                        <a:rPr 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]</a:t>
                      </a:r>
                      <a:b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코터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자동보정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프로그램이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APC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EDGE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분리되어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있고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총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16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버전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(5/19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기준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으로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파편화되어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및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운영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측면에서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동일 이슈 반복 수정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버전별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별도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관리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리소스 추가 투입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등의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어려움이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지속적으로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발생하고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있습니다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이에 복수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버전으로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파편화된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코터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자동보정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프로그램을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 버전으로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통합하여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업무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효율성을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개선하고 코터 자동보정 운영을 체계화하고자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합니다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[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진행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사항</a:t>
                      </a:r>
                      <a:r>
                        <a:rPr 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]</a:t>
                      </a:r>
                      <a:endParaRPr lang="en-US" b="1">
                        <a:solidFill>
                          <a:schemeClr val="tx1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①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현황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파악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및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통합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계획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수립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(5/19)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  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버전 파편화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 버전 존재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코터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11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절연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- 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코드 통합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북미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WA)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EDGE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코드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통합 순으로 순차적으로 진행 예정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- 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셋업 및 각 사이트별 요구 사항 대응을 고려하여 기능 추가 예정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②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북미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코드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통합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(5/29)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- MI2, HD, ST, MI_LS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APC 코드를 통합(마스터 버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- CodeSpace DX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GitHub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로 소스 코드 저장소 변경하고 마스터 버전 저장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③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WA APC 코드 통합 완료하였습니다. (7/9)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북미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코드를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통합한 마스터 버전에 WA APC 코드를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통합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- 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기반 코터 자동보정 프로그램 통합 완료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기존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APC 11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개 버전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개 버전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④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통합 버전에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순차절연, NFF 기능 추가 완료하였습니다. (9/22)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- 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통합 버전을 기반으로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HG, OC2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마더라인/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NFF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라인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셋업 대응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⑤ APC-EDGE 코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통합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진행하였습니다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(10/23)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   - In/Out 인터페이스 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중심으로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분석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진행하였고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코드 통합 방향성을 정리하였습니다. (9/24)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       : In/Out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인터페이스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데이터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CSV,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설정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INI)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는 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APC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기반으로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통일하고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EDGE 고유 사항은 분기 처리하도록 수정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- In/Out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인터페이스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중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설비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모델별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설정을 통합하였습니다. (9/29)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-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PLC, Vision, WG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데이터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Reading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에서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APC/EDGE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간 포맷 및 경로 차이에 따른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분기 처리 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 (10/2)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제어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상태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알람 데이터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Writing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에서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APC/EDGE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간 포맷 및 경로 차이에 따른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분기 처리 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 (10/20)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대표호기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(APC: WA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EDGE: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GM1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에서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통합 프로그램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검증 테스트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로딩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폭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미스매치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 (10/21~10/23)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: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운영 버전과 동등 수준의 자동보정 동작 및 결과 확인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각 보정항목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DTW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유사도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WA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8: 0.85~0.99, GM1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2: 0.42~1.00)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⑥ 통합 프로그램 적용 및 검증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보완 진행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 (~12/29)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순차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동시 절연의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EDGE-APC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In/Out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인터페이스를 정의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(10/30)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하였고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In/Out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인터페이스  코드 통합을 진행하였습니다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(11/7)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NB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통합프로그램 적용 및 절연 로직 검증 진행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(11/28)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하였고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NA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생산 일정 확인 후 검증 진행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(~12/29)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-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통합프로그램 적용 및 로직 검증 진행 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(11/28~12/11)</a:t>
                      </a: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88958794"/>
                  </a:ext>
                </a:extLst>
              </a:tr>
            </a:tbl>
          </a:graphicData>
        </a:graphic>
      </p:graphicFrame>
      <p:sp>
        <p:nvSpPr>
          <p:cNvPr id="15" name="제목 1">
            <a:extLst>
              <a:ext uri="{FF2B5EF4-FFF2-40B4-BE49-F238E27FC236}">
                <a16:creationId xmlns:a16="http://schemas.microsoft.com/office/drawing/2014/main" id="{54070BBC-B52F-ECE9-7388-B80ED34F125A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23518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cs typeface="Malgun Gothic Semilight" panose="020B0502040204020203" pitchFamily="50" charset="-127"/>
              </a:rPr>
              <a:t>MC</a:t>
            </a:r>
            <a:r>
              <a:rPr lang="ko-KR" altLang="en-US" sz="1800">
                <a:cs typeface="Malgun Gothic Semilight" panose="020B0502040204020203" pitchFamily="50" charset="-127"/>
              </a:rPr>
              <a:t>자동보정팀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sp>
        <p:nvSpPr>
          <p:cNvPr id="16" name="내용 개체 틀 20">
            <a:extLst>
              <a:ext uri="{FF2B5EF4-FFF2-40B4-BE49-F238E27FC236}">
                <a16:creationId xmlns:a16="http://schemas.microsoft.com/office/drawing/2014/main" id="{5A5EE384-4EB2-2286-FCB7-3B4B1DCA5351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56961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■ 코터 자동보정 통합 프로그램 개발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E301477-ABAE-CFF9-133C-51FA55CFD032}"/>
              </a:ext>
            </a:extLst>
          </p:cNvPr>
          <p:cNvSpPr txBox="1"/>
          <p:nvPr/>
        </p:nvSpPr>
        <p:spPr>
          <a:xfrm>
            <a:off x="8162352" y="332405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12/16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579037D6-8292-F24C-D89E-A3C5E19AFC21}"/>
              </a:ext>
            </a:extLst>
          </p:cNvPr>
          <p:cNvSpPr txBox="1">
            <a:spLocks/>
          </p:cNvSpPr>
          <p:nvPr/>
        </p:nvSpPr>
        <p:spPr>
          <a:xfrm>
            <a:off x="8174156" y="163128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강호종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7201A7BB-CFFA-49CE-99F5-EAEC35D0520D}"/>
              </a:ext>
            </a:extLst>
          </p:cNvPr>
          <p:cNvSpPr>
            <a:spLocks noChangeAspect="1"/>
          </p:cNvSpPr>
          <p:nvPr/>
        </p:nvSpPr>
        <p:spPr>
          <a:xfrm>
            <a:off x="1886424" y="1927032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3685EDFF-94BF-4E04-B0A9-09B4D7DA57E1}"/>
              </a:ext>
            </a:extLst>
          </p:cNvPr>
          <p:cNvCxnSpPr>
            <a:cxnSpLocks/>
          </p:cNvCxnSpPr>
          <p:nvPr/>
        </p:nvCxnSpPr>
        <p:spPr>
          <a:xfrm>
            <a:off x="1652738" y="1983732"/>
            <a:ext cx="6825432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 Box 38">
            <a:extLst>
              <a:ext uri="{FF2B5EF4-FFF2-40B4-BE49-F238E27FC236}">
                <a16:creationId xmlns:a16="http://schemas.microsoft.com/office/drawing/2014/main" id="{CDC7C179-5198-41EF-B8C7-790F23B46D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2776" y="1684892"/>
            <a:ext cx="210965" cy="1910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0800" tIns="10800" rIns="10800" bIns="10800" anchor="t" anchorCtr="0">
            <a:sp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Pct val="85000"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6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월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60BB1193-1C28-4356-B8D6-3F29292200B3}"/>
              </a:ext>
            </a:extLst>
          </p:cNvPr>
          <p:cNvSpPr/>
          <p:nvPr/>
        </p:nvSpPr>
        <p:spPr>
          <a:xfrm>
            <a:off x="1591273" y="2110602"/>
            <a:ext cx="692646" cy="306467"/>
          </a:xfrm>
          <a:prstGeom prst="round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현황 파악</a:t>
            </a:r>
            <a:endParaRPr lang="en-US" altLang="ko-KR" sz="9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통합 계획 수립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2181BD9-99D3-4D49-B5E0-5C5D8CD22B8A}"/>
              </a:ext>
            </a:extLst>
          </p:cNvPr>
          <p:cNvSpPr>
            <a:spLocks noChangeAspect="1"/>
          </p:cNvSpPr>
          <p:nvPr/>
        </p:nvSpPr>
        <p:spPr>
          <a:xfrm>
            <a:off x="3394284" y="1927032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4" name="Text Box 38">
            <a:extLst>
              <a:ext uri="{FF2B5EF4-FFF2-40B4-BE49-F238E27FC236}">
                <a16:creationId xmlns:a16="http://schemas.microsoft.com/office/drawing/2014/main" id="{768352C1-1B94-4D8B-9B26-D98B79A634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0921" y="1682665"/>
            <a:ext cx="210965" cy="1910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0800" tIns="10800" rIns="10800" bIns="10800" anchor="t" anchorCtr="0">
            <a:sp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Pct val="85000"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월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FF8D064B-84CF-4C10-A025-5EBB1D21DDAB}"/>
              </a:ext>
            </a:extLst>
          </p:cNvPr>
          <p:cNvSpPr>
            <a:spLocks noChangeAspect="1"/>
          </p:cNvSpPr>
          <p:nvPr/>
        </p:nvSpPr>
        <p:spPr>
          <a:xfrm>
            <a:off x="4150567" y="1926037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6" name="Text Box 38">
            <a:extLst>
              <a:ext uri="{FF2B5EF4-FFF2-40B4-BE49-F238E27FC236}">
                <a16:creationId xmlns:a16="http://schemas.microsoft.com/office/drawing/2014/main" id="{DF312167-6DCA-4263-9D4D-398B834DC9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9084" y="1691793"/>
            <a:ext cx="210965" cy="1910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0800" tIns="10800" rIns="10800" bIns="10800" anchor="t" anchorCtr="0">
            <a:sp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Pct val="85000"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8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월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9CB31AFD-D4F4-4D14-AB40-67DE68CA2152}"/>
              </a:ext>
            </a:extLst>
          </p:cNvPr>
          <p:cNvSpPr>
            <a:spLocks noChangeAspect="1"/>
          </p:cNvSpPr>
          <p:nvPr/>
        </p:nvSpPr>
        <p:spPr>
          <a:xfrm>
            <a:off x="4904025" y="1926037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0" name="Text Box 38">
            <a:extLst>
              <a:ext uri="{FF2B5EF4-FFF2-40B4-BE49-F238E27FC236}">
                <a16:creationId xmlns:a16="http://schemas.microsoft.com/office/drawing/2014/main" id="{B34FE043-E05C-4597-B723-4958DE8FAF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5654" y="1687035"/>
            <a:ext cx="210965" cy="1910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0800" tIns="10800" rIns="10800" bIns="10800" anchor="t" anchorCtr="0">
            <a:sp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Pct val="85000"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9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월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DE9D3585-4F1E-4FF0-9C36-490745A8F1D7}"/>
              </a:ext>
            </a:extLst>
          </p:cNvPr>
          <p:cNvSpPr>
            <a:spLocks noChangeAspect="1"/>
          </p:cNvSpPr>
          <p:nvPr/>
        </p:nvSpPr>
        <p:spPr>
          <a:xfrm>
            <a:off x="5654702" y="1926037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3" name="Text Box 38">
            <a:extLst>
              <a:ext uri="{FF2B5EF4-FFF2-40B4-BE49-F238E27FC236}">
                <a16:creationId xmlns:a16="http://schemas.microsoft.com/office/drawing/2014/main" id="{DEE64520-9FCA-4065-8A37-CC9423A050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6205" y="1682665"/>
            <a:ext cx="275085" cy="1910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0800" tIns="10800" rIns="10800" bIns="10800" anchor="t" anchorCtr="0">
            <a:sp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Pct val="85000"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월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72F8CDAE-1C53-4FF6-9361-C8AC03F5FAD6}"/>
              </a:ext>
            </a:extLst>
          </p:cNvPr>
          <p:cNvSpPr>
            <a:spLocks noChangeAspect="1"/>
          </p:cNvSpPr>
          <p:nvPr/>
        </p:nvSpPr>
        <p:spPr>
          <a:xfrm>
            <a:off x="6405379" y="1929076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6" name="Text Box 38">
            <a:extLst>
              <a:ext uri="{FF2B5EF4-FFF2-40B4-BE49-F238E27FC236}">
                <a16:creationId xmlns:a16="http://schemas.microsoft.com/office/drawing/2014/main" id="{33D8E758-06B6-4AAC-85D5-0B750EB62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04368" y="1682665"/>
            <a:ext cx="275086" cy="1910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0800" tIns="10800" rIns="10800" bIns="10800" anchor="t" anchorCtr="0">
            <a:sp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Pct val="85000"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12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월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2640A5FE-7821-4508-A5E4-3D8613DFC56A}"/>
              </a:ext>
            </a:extLst>
          </p:cNvPr>
          <p:cNvSpPr>
            <a:spLocks noChangeAspect="1"/>
          </p:cNvSpPr>
          <p:nvPr/>
        </p:nvSpPr>
        <p:spPr>
          <a:xfrm>
            <a:off x="2638001" y="1927032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9" name="Text Box 38">
            <a:extLst>
              <a:ext uri="{FF2B5EF4-FFF2-40B4-BE49-F238E27FC236}">
                <a16:creationId xmlns:a16="http://schemas.microsoft.com/office/drawing/2014/main" id="{CF826E05-0D33-44E8-B25F-D150BDCF20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2115" y="1685838"/>
            <a:ext cx="210965" cy="1910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0800" tIns="10800" rIns="10800" bIns="10800" anchor="t" anchorCtr="0">
            <a:sp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Pct val="85000"/>
              <a:buFontTx/>
              <a:buNone/>
              <a:tabLst/>
              <a:defRPr/>
            </a:pP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5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월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94814E5D-8DDB-43D6-A1EB-4369FFB5AF70}"/>
              </a:ext>
            </a:extLst>
          </p:cNvPr>
          <p:cNvSpPr>
            <a:spLocks noChangeAspect="1"/>
          </p:cNvSpPr>
          <p:nvPr/>
        </p:nvSpPr>
        <p:spPr>
          <a:xfrm>
            <a:off x="7156056" y="1926037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1" name="Text Box 38">
            <a:extLst>
              <a:ext uri="{FF2B5EF4-FFF2-40B4-BE49-F238E27FC236}">
                <a16:creationId xmlns:a16="http://schemas.microsoft.com/office/drawing/2014/main" id="{65E04004-9E65-4AD7-B3AC-DB3A45C5D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40332" y="1682665"/>
            <a:ext cx="496300" cy="1910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0800" tIns="10800" rIns="10800" bIns="10800" anchor="t" anchorCtr="0">
            <a:sp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Pct val="85000"/>
              <a:buFontTx/>
              <a:buNone/>
              <a:tabLst/>
              <a:defRPr/>
            </a:pP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26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년 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1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월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9BAEF52-AD6F-4991-ACE9-C6AAF747AAD6}"/>
              </a:ext>
            </a:extLst>
          </p:cNvPr>
          <p:cNvSpPr/>
          <p:nvPr/>
        </p:nvSpPr>
        <p:spPr>
          <a:xfrm>
            <a:off x="2463429" y="2110602"/>
            <a:ext cx="453554" cy="306467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북미 </a:t>
            </a: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APC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통합</a:t>
            </a:r>
            <a:endParaRPr lang="en-US" altLang="ko-KR" sz="9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77331194-31CE-478F-8412-B11AC47ABFBB}"/>
              </a:ext>
            </a:extLst>
          </p:cNvPr>
          <p:cNvSpPr/>
          <p:nvPr/>
        </p:nvSpPr>
        <p:spPr>
          <a:xfrm>
            <a:off x="3273586" y="2110602"/>
            <a:ext cx="400670" cy="306467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WA APC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통합</a:t>
            </a:r>
            <a:endParaRPr lang="en-US" altLang="ko-KR" sz="9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23CF1E0B-CAA8-4279-B741-6F4D740211EB}"/>
              </a:ext>
            </a:extLst>
          </p:cNvPr>
          <p:cNvSpPr/>
          <p:nvPr/>
        </p:nvSpPr>
        <p:spPr>
          <a:xfrm>
            <a:off x="4010597" y="2107463"/>
            <a:ext cx="478185" cy="459700"/>
          </a:xfrm>
          <a:prstGeom prst="round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APC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순차절연 </a:t>
            </a:r>
            <a:endParaRPr lang="en-US" altLang="ko-KR" sz="9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기능 추가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EEF17C3D-1493-40CA-8D5C-E8D714228728}"/>
              </a:ext>
            </a:extLst>
          </p:cNvPr>
          <p:cNvSpPr/>
          <p:nvPr/>
        </p:nvSpPr>
        <p:spPr>
          <a:xfrm>
            <a:off x="4772083" y="2106094"/>
            <a:ext cx="478185" cy="459700"/>
          </a:xfrm>
          <a:prstGeom prst="round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APC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NFF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기능 추가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91DC30B8-6FBE-45E0-BC87-3722264DDB60}"/>
              </a:ext>
            </a:extLst>
          </p:cNvPr>
          <p:cNvSpPr/>
          <p:nvPr/>
        </p:nvSpPr>
        <p:spPr>
          <a:xfrm>
            <a:off x="5494277" y="2116533"/>
            <a:ext cx="522374" cy="306467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APC-EDGE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통합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98B4F137-E6E8-4118-8600-0BCF90CEB3D0}"/>
              </a:ext>
            </a:extLst>
          </p:cNvPr>
          <p:cNvSpPr/>
          <p:nvPr/>
        </p:nvSpPr>
        <p:spPr>
          <a:xfrm>
            <a:off x="6244944" y="2104516"/>
            <a:ext cx="448667" cy="153233"/>
          </a:xfrm>
          <a:prstGeom prst="round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검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증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보완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7C19715-B748-4028-BCAA-835CA6188928}"/>
              </a:ext>
            </a:extLst>
          </p:cNvPr>
          <p:cNvSpPr/>
          <p:nvPr/>
        </p:nvSpPr>
        <p:spPr>
          <a:xfrm>
            <a:off x="6987345" y="2118459"/>
            <a:ext cx="465534" cy="306467"/>
          </a:xfrm>
          <a:prstGeom prst="round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원통형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기능 추가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A140E801-9750-45FD-8DDE-5A7AEFA26397}"/>
              </a:ext>
            </a:extLst>
          </p:cNvPr>
          <p:cNvSpPr>
            <a:spLocks noChangeAspect="1"/>
          </p:cNvSpPr>
          <p:nvPr/>
        </p:nvSpPr>
        <p:spPr>
          <a:xfrm>
            <a:off x="7894383" y="1927516"/>
            <a:ext cx="108000" cy="108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4" name="Text Box 38">
            <a:extLst>
              <a:ext uri="{FF2B5EF4-FFF2-40B4-BE49-F238E27FC236}">
                <a16:creationId xmlns:a16="http://schemas.microsoft.com/office/drawing/2014/main" id="{32BBAF84-B6FA-4D91-9300-67946E2125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8659" y="1684144"/>
            <a:ext cx="496300" cy="1910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0800" tIns="10800" rIns="10800" bIns="10800" anchor="t" anchorCtr="0">
            <a:sp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Pct val="85000"/>
              <a:buFontTx/>
              <a:buNone/>
              <a:tabLst/>
              <a:defRPr/>
            </a:pP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26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년 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3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월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8DFCA898-8A28-4F36-A5AF-0E3CB44D6F9B}"/>
              </a:ext>
            </a:extLst>
          </p:cNvPr>
          <p:cNvSpPr/>
          <p:nvPr/>
        </p:nvSpPr>
        <p:spPr>
          <a:xfrm>
            <a:off x="7725671" y="2119938"/>
            <a:ext cx="465534" cy="306467"/>
          </a:xfrm>
          <a:prstGeom prst="round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통합 버전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역확산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C3611B04-A1E8-4B84-8FB1-051ED8B5501E}"/>
              </a:ext>
            </a:extLst>
          </p:cNvPr>
          <p:cNvSpPr/>
          <p:nvPr/>
        </p:nvSpPr>
        <p:spPr>
          <a:xfrm>
            <a:off x="7434297" y="3881403"/>
            <a:ext cx="1212556" cy="756112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900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4AF24A00-1B89-449A-AD46-AE6AB501DDEA}"/>
              </a:ext>
            </a:extLst>
          </p:cNvPr>
          <p:cNvSpPr/>
          <p:nvPr/>
        </p:nvSpPr>
        <p:spPr>
          <a:xfrm>
            <a:off x="7528280" y="4152062"/>
            <a:ext cx="319591" cy="430907"/>
          </a:xfrm>
          <a:prstGeom prst="rect">
            <a:avLst/>
          </a:prstGeom>
          <a:ln w="12700"/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err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코터</a:t>
            </a:r>
            <a:endParaRPr lang="en-US" altLang="ko-KR" sz="900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995F986A-387F-4813-8E5B-390E9A0BF8BA}"/>
              </a:ext>
            </a:extLst>
          </p:cNvPr>
          <p:cNvSpPr/>
          <p:nvPr/>
        </p:nvSpPr>
        <p:spPr>
          <a:xfrm>
            <a:off x="7879850" y="4146057"/>
            <a:ext cx="321450" cy="430907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동시</a:t>
            </a:r>
            <a:endParaRPr lang="en-US" altLang="ko-KR" sz="900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절연</a:t>
            </a:r>
            <a:endParaRPr lang="en-US" altLang="ko-KR" sz="900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197DC07F-CA92-483B-8553-6F7D35653187}"/>
              </a:ext>
            </a:extLst>
          </p:cNvPr>
          <p:cNvSpPr/>
          <p:nvPr/>
        </p:nvSpPr>
        <p:spPr>
          <a:xfrm>
            <a:off x="8239044" y="4142774"/>
            <a:ext cx="321450" cy="430907"/>
          </a:xfrm>
          <a:prstGeom prst="rect">
            <a:avLst/>
          </a:prstGeom>
          <a:ln w="12700"/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순차</a:t>
            </a:r>
            <a:endParaRPr lang="en-US" altLang="ko-KR" sz="900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절연</a:t>
            </a:r>
            <a:endParaRPr lang="en-US" altLang="ko-KR" sz="900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0BD1384E-3A4A-4E4A-B2B3-9F04339F5E2B}"/>
              </a:ext>
            </a:extLst>
          </p:cNvPr>
          <p:cNvSpPr txBox="1"/>
          <p:nvPr/>
        </p:nvSpPr>
        <p:spPr>
          <a:xfrm>
            <a:off x="7620503" y="3908422"/>
            <a:ext cx="832279" cy="230832"/>
          </a:xfrm>
          <a:prstGeom prst="rect">
            <a:avLst/>
          </a:prstGeom>
          <a:noFill/>
          <a:ln w="12700"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9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통합 프로그램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8961BF9-8D45-4598-95D5-8D9AD9A959EF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208808" y="3726946"/>
            <a:ext cx="1949194" cy="1275150"/>
          </a:xfrm>
          <a:prstGeom prst="rect">
            <a:avLst/>
          </a:prstGeom>
        </p:spPr>
      </p:pic>
      <p:sp>
        <p:nvSpPr>
          <p:cNvPr id="142" name="TextBox 141">
            <a:extLst>
              <a:ext uri="{FF2B5EF4-FFF2-40B4-BE49-F238E27FC236}">
                <a16:creationId xmlns:a16="http://schemas.microsoft.com/office/drawing/2014/main" id="{183BA7AA-5DB8-43C9-A792-BA3056E4E5F2}"/>
              </a:ext>
            </a:extLst>
          </p:cNvPr>
          <p:cNvSpPr txBox="1"/>
          <p:nvPr/>
        </p:nvSpPr>
        <p:spPr>
          <a:xfrm>
            <a:off x="5297375" y="3326836"/>
            <a:ext cx="1651413" cy="369332"/>
          </a:xfrm>
          <a:prstGeom prst="rect">
            <a:avLst/>
          </a:prstGeom>
          <a:noFill/>
          <a:ln w="12700"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 u="sng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AS-IS</a:t>
            </a:r>
          </a:p>
          <a:p>
            <a:pPr algn="ctr"/>
            <a:r>
              <a:rPr lang="ko-KR" altLang="en-US" sz="900"/>
              <a:t>코터</a:t>
            </a:r>
            <a:r>
              <a:rPr lang="en-US" altLang="ko-KR" sz="900"/>
              <a:t> : 11 </a:t>
            </a:r>
            <a:r>
              <a:rPr lang="ko-KR" altLang="en-US" sz="900"/>
              <a:t>개</a:t>
            </a:r>
            <a:r>
              <a:rPr lang="en-US" altLang="ko-KR" sz="900"/>
              <a:t> </a:t>
            </a:r>
            <a:r>
              <a:rPr lang="ko-KR" altLang="en-US" sz="900"/>
              <a:t>버전</a:t>
            </a:r>
            <a:r>
              <a:rPr lang="en-US" altLang="ko-KR" sz="900"/>
              <a:t>, </a:t>
            </a:r>
            <a:r>
              <a:rPr lang="ko-KR" altLang="en-US" sz="900"/>
              <a:t>절연</a:t>
            </a:r>
            <a:r>
              <a:rPr lang="en-US" altLang="ko-KR" sz="900"/>
              <a:t> : 5</a:t>
            </a:r>
            <a:r>
              <a:rPr lang="ko-KR" altLang="en-US" sz="900"/>
              <a:t>개</a:t>
            </a:r>
            <a:r>
              <a:rPr lang="en-US" altLang="ko-KR" sz="900"/>
              <a:t> </a:t>
            </a:r>
            <a:r>
              <a:rPr lang="ko-KR" altLang="en-US" sz="900"/>
              <a:t>버전</a:t>
            </a:r>
            <a:endParaRPr lang="ko-KR" altLang="en-US" sz="9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A27C130E-72D9-4263-BDAF-70754403FB45}"/>
              </a:ext>
            </a:extLst>
          </p:cNvPr>
          <p:cNvSpPr txBox="1"/>
          <p:nvPr/>
        </p:nvSpPr>
        <p:spPr>
          <a:xfrm>
            <a:off x="7597678" y="3326836"/>
            <a:ext cx="833883" cy="369332"/>
          </a:xfrm>
          <a:prstGeom prst="rect">
            <a:avLst/>
          </a:prstGeom>
          <a:noFill/>
          <a:ln w="12700"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 u="sng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TO-BE</a:t>
            </a:r>
          </a:p>
          <a:p>
            <a:pPr algn="ctr"/>
            <a:r>
              <a:rPr lang="ko-KR" altLang="en-US" sz="9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통합 </a:t>
            </a:r>
            <a:r>
              <a:rPr lang="en-US" altLang="ko-KR" sz="9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r>
              <a:rPr lang="ko-KR" altLang="en-US" sz="9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개 버전</a:t>
            </a:r>
          </a:p>
        </p:txBody>
      </p:sp>
      <p:sp>
        <p:nvSpPr>
          <p:cNvPr id="3" name="화살표: 오른쪽 2">
            <a:extLst>
              <a:ext uri="{FF2B5EF4-FFF2-40B4-BE49-F238E27FC236}">
                <a16:creationId xmlns:a16="http://schemas.microsoft.com/office/drawing/2014/main" id="{294AA242-A1EF-40B8-896B-EE626A736D67}"/>
              </a:ext>
            </a:extLst>
          </p:cNvPr>
          <p:cNvSpPr/>
          <p:nvPr/>
        </p:nvSpPr>
        <p:spPr>
          <a:xfrm>
            <a:off x="7171158" y="4198602"/>
            <a:ext cx="196715" cy="207260"/>
          </a:xfrm>
          <a:prstGeom prst="rightArrow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FD38BBD-207E-47C2-9FCB-1C25ACF08046}"/>
              </a:ext>
            </a:extLst>
          </p:cNvPr>
          <p:cNvSpPr/>
          <p:nvPr/>
        </p:nvSpPr>
        <p:spPr>
          <a:xfrm>
            <a:off x="6138900" y="1682664"/>
            <a:ext cx="674793" cy="837729"/>
          </a:xfrm>
          <a:prstGeom prst="rect">
            <a:avLst/>
          </a:prstGeom>
          <a:noFill/>
          <a:ln w="12700">
            <a:solidFill>
              <a:srgbClr val="C0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013868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0C0A994-B637-D4A1-9A38-CC2E941FF75C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cs typeface="Malgun Gothic Semilight" panose="020B0502040204020203" pitchFamily="50" charset="-127"/>
              </a:rPr>
              <a:t>MC</a:t>
            </a:r>
            <a:r>
              <a:rPr lang="ko-KR" altLang="en-US" sz="1800">
                <a:cs typeface="Malgun Gothic Semilight" panose="020B0502040204020203" pitchFamily="50" charset="-127"/>
              </a:rPr>
              <a:t>자동보정팀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8EC3C7D7-AD0B-9B57-5F2B-5EAC8A565DFA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674630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■ 음극 건조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자동보정 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Global Site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통합 프로그램 적용 및 양극 건조 자동보정 검증</a:t>
            </a:r>
            <a:endParaRPr lang="ko-KR" altLang="en-US" sz="14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4" name="표 1">
            <a:extLst>
              <a:ext uri="{FF2B5EF4-FFF2-40B4-BE49-F238E27FC236}">
                <a16:creationId xmlns:a16="http://schemas.microsoft.com/office/drawing/2014/main" id="{EB5481E2-6FB4-4FB7-EF5D-7D9B040C6E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5715455"/>
              </p:ext>
            </p:extLst>
          </p:nvPr>
        </p:nvGraphicFramePr>
        <p:xfrm>
          <a:off x="125047" y="866775"/>
          <a:ext cx="9657208" cy="5747089"/>
        </p:xfrm>
        <a:graphic>
          <a:graphicData uri="http://schemas.openxmlformats.org/drawingml/2006/table">
            <a:tbl>
              <a:tblPr/>
              <a:tblGrid>
                <a:gridCol w="7607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8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  <a:endParaRPr lang="ko-KR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건조 자동보정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Global Site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통합 프로그램 적용 및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건조 자동보정 검증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전체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함경호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강호종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최가을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</a:t>
                      </a: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2369CE85-B89B-6E4A-6281-356F875EAE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5576474"/>
              </p:ext>
            </p:extLst>
          </p:nvPr>
        </p:nvGraphicFramePr>
        <p:xfrm>
          <a:off x="1443611" y="1089758"/>
          <a:ext cx="7323018" cy="56520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5623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357395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38603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sz="900" b="0" i="0" u="none" strike="noStrike" baseline="0" noProof="0">
                          <a:solidFill>
                            <a:srgbClr val="0000FF"/>
                          </a:solidFill>
                          <a:latin typeface="Arial Narrow"/>
                          <a:ea typeface="LG Smart_H Regular"/>
                        </a:rPr>
                        <a:t>금주</a:t>
                      </a:r>
                      <a:r>
                        <a:rPr lang="en-US" sz="900" b="0" i="0" u="none" strike="noStrike" baseline="0" noProof="0">
                          <a:solidFill>
                            <a:srgbClr val="0000FF"/>
                          </a:solidFill>
                          <a:latin typeface="Arial Narrow"/>
                        </a:rPr>
                        <a:t>(W51),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[EP2-Mother]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⑤ 양극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차 검증을 진행하고 있습니다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(12/2~, w/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파우치형건조주행기술팀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정은회님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en-US" altLang="ko-KR" sz="900">
                        <a:solidFill>
                          <a:srgbClr val="2828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1894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966556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100"/>
                        </a:lnSpc>
                      </a:pPr>
                      <a:r>
                        <a:rPr lang="en-US" altLang="ko-KR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</a:t>
                      </a:r>
                      <a:r>
                        <a:rPr lang="en-US" altLang="ko-KR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>
                        <a:lnSpc>
                          <a:spcPts val="1100"/>
                        </a:lnSpc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-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’26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년 자체 운영 및 개발 내제화가 가능하도록 전 법인 통합 프로그램 적용 기반을 구축하겠습니다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 </a:t>
                      </a:r>
                    </a:p>
                    <a:p>
                      <a:pPr>
                        <a:lnSpc>
                          <a:spcPts val="1100"/>
                        </a:lnSpc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① 통합 프로그램 적용 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*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통합 프로그램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법인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설비 별 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n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개의 건조 자동보정 프로그램을 통합한 프로그램</a:t>
                      </a:r>
                      <a:br>
                        <a:rPr lang="en-US" altLang="ko-KR" sz="7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</a:t>
                      </a:r>
                      <a:r>
                        <a:rPr lang="en-US" altLang="ko-KR" sz="90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음극 건조 자동보정은 통합프로그램을 백그라운드에 적용하여 선행적으로 검증하겠습니다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‘26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년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파우치형건조주행기술팀의 법인 출장 시 공동 대응하여 실전 제어로 전환을 계획하고 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-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양극 건조 자동보정은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‘25.10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월부터 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EP2-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마더라인에서 로직 검증을 진행하고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ESST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법인에 적용하겠습니다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※ ESST, LFP(JF2)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양산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법인 적용은 파우치형건조주행기술팀의 법인 출장 시 공동 대응할 계획입니다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.(11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월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w/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파우치형건조주행기술팀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&amp; AI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최적화팀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② 안정적 운영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(’25.10~)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기존 법인의 건조자동보정 운영 연속성 보장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신규 법인의 셋업 및 안정화 지원</a:t>
                      </a:r>
                      <a:endParaRPr lang="en-US" altLang="ko-KR" sz="900">
                        <a:solidFill>
                          <a:schemeClr val="tx1"/>
                        </a:solidFill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1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음극 </a:t>
                      </a: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1)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통합 프로그램 적용 및 검증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Process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검토 완료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(10/24)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하였습니다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b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[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</a:rPr>
                        <a:t>GM1, GM2]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</a:rPr>
                        <a:t>음극 통합 프로그램 셋업 진행하였습니다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</a:rPr>
                        <a:t>.(11/5) ※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</a:rPr>
                        <a:t>양산 진행 시 이후 절차 검증 진행하겠습니다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</a:rPr>
                        <a:t>.</a:t>
                      </a:r>
                    </a:p>
                    <a:p>
                      <a:pPr>
                        <a:lnSpc>
                          <a:spcPts val="1100"/>
                        </a:lnSpc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</a:rPr>
                        <a:t>     [HD, ST, HG]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</a:rPr>
                        <a:t>APC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</a:rPr>
                        <a:t>환경 구성 점검 및 검증서버에 통합 프로그램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</a:rPr>
                        <a:t>Setup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</a:rPr>
                        <a:t>을 진행하였습니다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</a:rPr>
                        <a:t>.(~11/26)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     [MI, MILS]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APC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검증서버 패치 완료 후 일정 수립하겠습니다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. ※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팀 개편 후 일정을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협의하여 진행하는 것으로 논의함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(W51,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공정제어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DX)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lt"/>
                        </a:rPr>
                      </a:b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양극</a:t>
                      </a: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1) 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통합 프로그램 로직 검증 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차를 진행하고 있습니다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.(EP2-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마더라인</a:t>
                      </a:r>
                      <a:r>
                        <a:rPr lang="en-US" altLang="ko-KR" sz="900" b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, 12/2~) ※</a:t>
                      </a:r>
                      <a:r>
                        <a:rPr lang="ko-KR" altLang="en-US" sz="900" b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양극 로직 평가는 파우치형건조주행기술팀 공동으로 진행 함</a:t>
                      </a:r>
                      <a:br>
                        <a:rPr lang="en-US" altLang="ko-KR" sz="900" b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    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12/11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일 마더라인 개발모델  생산 시 추가 검증 예정입니다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.(12/2~, w/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파우치형건조주행기술팀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정은회님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>
                        <a:lnSpc>
                          <a:spcPts val="1100"/>
                        </a:lnSpc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※ PLC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건조 관련 로직에 수정 필요한 부분이 있다고 합니다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추가 일정 수립하여 진행할 예정입니다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실행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파우치형건조주행기술팀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en-US" altLang="ko-KR" sz="900" b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※1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차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(10/17):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부동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/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건조로 승온 불필요한 항목 진행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2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차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(11/29):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부동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건조로 승온 필요한 항목 진행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3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차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코팅 중 검증 가능한  항목 진행</a:t>
                      </a:r>
                      <a:endParaRPr lang="en-US" altLang="ko-KR" sz="9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R="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7A09189-3112-656C-AD07-D2D881F7CDA1}"/>
              </a:ext>
            </a:extLst>
          </p:cNvPr>
          <p:cNvSpPr txBox="1"/>
          <p:nvPr/>
        </p:nvSpPr>
        <p:spPr>
          <a:xfrm>
            <a:off x="8162352" y="332405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lvl="0">
              <a:defRPr/>
            </a:pP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12/16(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18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9" name="내용 개체 틀 20">
            <a:hlinkClick r:id="rId3" action="ppaction://hlinksldjump"/>
            <a:extLst>
              <a:ext uri="{FF2B5EF4-FFF2-40B4-BE49-F238E27FC236}">
                <a16:creationId xmlns:a16="http://schemas.microsoft.com/office/drawing/2014/main" id="{CC04C160-6A3A-C4A5-A914-966474D791DC}"/>
              </a:ext>
            </a:extLst>
          </p:cNvPr>
          <p:cNvSpPr txBox="1">
            <a:spLocks/>
          </p:cNvSpPr>
          <p:nvPr/>
        </p:nvSpPr>
        <p:spPr>
          <a:xfrm>
            <a:off x="8153318" y="163128"/>
            <a:ext cx="94416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0"/>
              </a:spcBef>
              <a:defRPr/>
            </a:pP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 sz="1100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함경호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P</a:t>
            </a:r>
            <a:endParaRPr lang="ko-KR" altLang="en-US" sz="11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1765855-F18F-CC58-3F49-0936A3AF8F30}"/>
              </a:ext>
            </a:extLst>
          </p:cNvPr>
          <p:cNvSpPr txBox="1"/>
          <p:nvPr/>
        </p:nvSpPr>
        <p:spPr>
          <a:xfrm>
            <a:off x="1389381" y="1762519"/>
            <a:ext cx="1006178" cy="253916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algn="ctr"/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목표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7DCE1E1-4BB8-8FDC-01F4-7487C4648066}"/>
              </a:ext>
            </a:extLst>
          </p:cNvPr>
          <p:cNvSpPr txBox="1"/>
          <p:nvPr/>
        </p:nvSpPr>
        <p:spPr>
          <a:xfrm>
            <a:off x="1471371" y="5396681"/>
            <a:ext cx="842198" cy="253916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algn="ctr"/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진행상황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1543734-AC85-5E9B-BA67-60A7008E2A63}"/>
              </a:ext>
            </a:extLst>
          </p:cNvPr>
          <p:cNvSpPr txBox="1"/>
          <p:nvPr/>
        </p:nvSpPr>
        <p:spPr>
          <a:xfrm>
            <a:off x="1471371" y="2902283"/>
            <a:ext cx="842198" cy="253916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algn="ctr"/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 계획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32" name="표 18">
            <a:extLst>
              <a:ext uri="{FF2B5EF4-FFF2-40B4-BE49-F238E27FC236}">
                <a16:creationId xmlns:a16="http://schemas.microsoft.com/office/drawing/2014/main" id="{CA3FBD93-2B86-2670-F775-0A09164A93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1785930"/>
              </p:ext>
            </p:extLst>
          </p:nvPr>
        </p:nvGraphicFramePr>
        <p:xfrm>
          <a:off x="2445121" y="4591975"/>
          <a:ext cx="6293483" cy="721800"/>
        </p:xfrm>
        <a:graphic>
          <a:graphicData uri="http://schemas.openxmlformats.org/drawingml/2006/table">
            <a:tbl>
              <a:tblPr/>
              <a:tblGrid>
                <a:gridCol w="648000">
                  <a:extLst>
                    <a:ext uri="{9D8B030D-6E8A-4147-A177-3AD203B41FA5}">
                      <a16:colId xmlns:a16="http://schemas.microsoft.com/office/drawing/2014/main" val="3399827903"/>
                    </a:ext>
                  </a:extLst>
                </a:gridCol>
                <a:gridCol w="235156">
                  <a:extLst>
                    <a:ext uri="{9D8B030D-6E8A-4147-A177-3AD203B41FA5}">
                      <a16:colId xmlns:a16="http://schemas.microsoft.com/office/drawing/2014/main" val="2077887508"/>
                    </a:ext>
                  </a:extLst>
                </a:gridCol>
                <a:gridCol w="223837">
                  <a:extLst>
                    <a:ext uri="{9D8B030D-6E8A-4147-A177-3AD203B41FA5}">
                      <a16:colId xmlns:a16="http://schemas.microsoft.com/office/drawing/2014/main" val="4024427999"/>
                    </a:ext>
                  </a:extLst>
                </a:gridCol>
                <a:gridCol w="1037298">
                  <a:extLst>
                    <a:ext uri="{9D8B030D-6E8A-4147-A177-3AD203B41FA5}">
                      <a16:colId xmlns:a16="http://schemas.microsoft.com/office/drawing/2014/main" val="1597150985"/>
                    </a:ext>
                  </a:extLst>
                </a:gridCol>
                <a:gridCol w="948356">
                  <a:extLst>
                    <a:ext uri="{9D8B030D-6E8A-4147-A177-3AD203B41FA5}">
                      <a16:colId xmlns:a16="http://schemas.microsoft.com/office/drawing/2014/main" val="380842202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616852182"/>
                    </a:ext>
                  </a:extLst>
                </a:gridCol>
                <a:gridCol w="944338">
                  <a:extLst>
                    <a:ext uri="{9D8B030D-6E8A-4147-A177-3AD203B41FA5}">
                      <a16:colId xmlns:a16="http://schemas.microsoft.com/office/drawing/2014/main" val="1332809450"/>
                    </a:ext>
                  </a:extLst>
                </a:gridCol>
                <a:gridCol w="1037298">
                  <a:extLst>
                    <a:ext uri="{9D8B030D-6E8A-4147-A177-3AD203B41FA5}">
                      <a16:colId xmlns:a16="http://schemas.microsoft.com/office/drawing/2014/main" val="3771331774"/>
                    </a:ext>
                  </a:extLst>
                </a:gridCol>
              </a:tblGrid>
              <a:tr h="20143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공정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①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EDGE PC/APC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환경 구성 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점검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②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통합 프로그램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Set-up</a:t>
                      </a:r>
                    </a:p>
                  </a:txBody>
                  <a:tcPr marL="18000" marR="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③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프로그램</a:t>
                      </a: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가동 준비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기능검증</a:t>
                      </a: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18000" marR="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④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알고리즘 검증</a:t>
                      </a: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(Shadowing)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⑤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 적용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</a:t>
                      </a:r>
                      <a:endParaRPr lang="en-US" altLang="ko-KR" sz="900" b="1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86098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EP2-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마더라인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양극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DRY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(‘25.09)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(‘25.09)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(‘25.10)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진행 중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2501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ST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양극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DRY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’26</a:t>
                      </a:r>
                      <a:r>
                        <a:rPr lang="ko-KR" altLang="en-US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년 계획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재수립</a:t>
                      </a:r>
                      <a:r>
                        <a:rPr lang="ko-KR" altLang="en-US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 예정 </a:t>
                      </a:r>
                      <a:r>
                        <a:rPr lang="en-US" altLang="ko-KR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– ’25</a:t>
                      </a:r>
                      <a:r>
                        <a:rPr lang="ko-KR" altLang="en-US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년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마더라인에서</a:t>
                      </a:r>
                      <a:r>
                        <a:rPr lang="ko-KR" altLang="en-US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 로직 검증</a:t>
                      </a:r>
                      <a:r>
                        <a:rPr lang="en-US" altLang="ko-KR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(w/ </a:t>
                      </a:r>
                      <a:r>
                        <a:rPr lang="ko-KR" altLang="en-US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파우치형 건조주행기술팀</a:t>
                      </a:r>
                      <a:r>
                        <a:rPr lang="en-US" altLang="ko-KR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9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436852"/>
                  </a:ext>
                </a:extLst>
              </a:tr>
            </a:tbl>
          </a:graphicData>
        </a:graphic>
      </p:graphicFrame>
      <p:graphicFrame>
        <p:nvGraphicFramePr>
          <p:cNvPr id="33" name="표 18">
            <a:extLst>
              <a:ext uri="{FF2B5EF4-FFF2-40B4-BE49-F238E27FC236}">
                <a16:creationId xmlns:a16="http://schemas.microsoft.com/office/drawing/2014/main" id="{06CED5A8-4136-8BB0-A091-B792BB688D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3235399"/>
              </p:ext>
            </p:extLst>
          </p:nvPr>
        </p:nvGraphicFramePr>
        <p:xfrm>
          <a:off x="2445122" y="3091127"/>
          <a:ext cx="6292480" cy="1300920"/>
        </p:xfrm>
        <a:graphic>
          <a:graphicData uri="http://schemas.openxmlformats.org/drawingml/2006/table">
            <a:tbl>
              <a:tblPr/>
              <a:tblGrid>
                <a:gridCol w="645113">
                  <a:extLst>
                    <a:ext uri="{9D8B030D-6E8A-4147-A177-3AD203B41FA5}">
                      <a16:colId xmlns:a16="http://schemas.microsoft.com/office/drawing/2014/main" val="3399827903"/>
                    </a:ext>
                  </a:extLst>
                </a:gridCol>
                <a:gridCol w="227581">
                  <a:extLst>
                    <a:ext uri="{9D8B030D-6E8A-4147-A177-3AD203B41FA5}">
                      <a16:colId xmlns:a16="http://schemas.microsoft.com/office/drawing/2014/main" val="2077887508"/>
                    </a:ext>
                  </a:extLst>
                </a:gridCol>
                <a:gridCol w="222840">
                  <a:extLst>
                    <a:ext uri="{9D8B030D-6E8A-4147-A177-3AD203B41FA5}">
                      <a16:colId xmlns:a16="http://schemas.microsoft.com/office/drawing/2014/main" val="4024427999"/>
                    </a:ext>
                  </a:extLst>
                </a:gridCol>
                <a:gridCol w="1003563">
                  <a:extLst>
                    <a:ext uri="{9D8B030D-6E8A-4147-A177-3AD203B41FA5}">
                      <a16:colId xmlns:a16="http://schemas.microsoft.com/office/drawing/2014/main" val="1597150985"/>
                    </a:ext>
                  </a:extLst>
                </a:gridCol>
                <a:gridCol w="1003563">
                  <a:extLst>
                    <a:ext uri="{9D8B030D-6E8A-4147-A177-3AD203B41FA5}">
                      <a16:colId xmlns:a16="http://schemas.microsoft.com/office/drawing/2014/main" val="3808422022"/>
                    </a:ext>
                  </a:extLst>
                </a:gridCol>
                <a:gridCol w="1182694">
                  <a:extLst>
                    <a:ext uri="{9D8B030D-6E8A-4147-A177-3AD203B41FA5}">
                      <a16:colId xmlns:a16="http://schemas.microsoft.com/office/drawing/2014/main" val="616852182"/>
                    </a:ext>
                  </a:extLst>
                </a:gridCol>
                <a:gridCol w="1003563">
                  <a:extLst>
                    <a:ext uri="{9D8B030D-6E8A-4147-A177-3AD203B41FA5}">
                      <a16:colId xmlns:a16="http://schemas.microsoft.com/office/drawing/2014/main" val="1332809450"/>
                    </a:ext>
                  </a:extLst>
                </a:gridCol>
                <a:gridCol w="1003563">
                  <a:extLst>
                    <a:ext uri="{9D8B030D-6E8A-4147-A177-3AD203B41FA5}">
                      <a16:colId xmlns:a16="http://schemas.microsoft.com/office/drawing/2014/main" val="3771331774"/>
                    </a:ext>
                  </a:extLst>
                </a:gridCol>
              </a:tblGrid>
              <a:tr h="20143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SITE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공정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①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EDGE PC/APC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환경 구성 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점검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②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통합 프로그램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Setup</a:t>
                      </a:r>
                    </a:p>
                  </a:txBody>
                  <a:tcPr marL="18000" marR="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③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프로그램</a:t>
                      </a: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가동 준비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학습</a:t>
                      </a: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확보</a:t>
                      </a: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기능검증</a:t>
                      </a: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18000" marR="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④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모델</a:t>
                      </a: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알고리즘 검증</a:t>
                      </a: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(Shadowing)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⑤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 적용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</a:t>
                      </a:r>
                      <a:endParaRPr lang="en-US" altLang="ko-KR" sz="900" b="1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8609879"/>
                  </a:ext>
                </a:extLst>
              </a:tr>
              <a:tr h="6174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GM1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DRY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(‘25.10)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(11/5)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(11/7)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 rowSpan="7" gridSpan="2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 시 순차 진행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 rowSpan="7" h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9855374"/>
                  </a:ext>
                </a:extLst>
              </a:tr>
              <a:tr h="6174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GM2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DRY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(‘25.10)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(11/5)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(11/7)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281293"/>
                  </a:ext>
                </a:extLst>
              </a:tr>
              <a:tr h="61742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DRY</a:t>
                      </a:r>
                      <a:endParaRPr lang="en-US" altLang="ko-KR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(11/14)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 </a:t>
                      </a:r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(11/25)</a:t>
                      </a:r>
                      <a:endParaRPr lang="ko-KR" altLang="en-US" sz="8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 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(12/1)</a:t>
                      </a:r>
                      <a:endParaRPr lang="ko-KR" altLang="en-US" sz="8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4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885331"/>
                  </a:ext>
                </a:extLst>
              </a:tr>
              <a:tr h="61742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DRY</a:t>
                      </a:r>
                      <a:endParaRPr lang="en-US" altLang="ko-KR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(11/14)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 </a:t>
                      </a:r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(11/21)</a:t>
                      </a:r>
                      <a:endParaRPr lang="ko-KR" altLang="en-US" sz="8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 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(11/26)</a:t>
                      </a:r>
                      <a:endParaRPr lang="ko-KR" altLang="en-US" sz="8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900" b="0" i="0" u="none" strike="noStrike" baseline="0">
                        <a:solidFill>
                          <a:schemeClr val="bg1">
                            <a:lumMod val="9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4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900" b="0" i="0" u="none" strike="noStrike" baseline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4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5591772"/>
                  </a:ext>
                </a:extLst>
              </a:tr>
              <a:tr h="61742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DRY</a:t>
                      </a:r>
                      <a:endParaRPr lang="en-US" altLang="ko-KR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(11/21)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 </a:t>
                      </a:r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(11/25)</a:t>
                      </a:r>
                      <a:endParaRPr lang="ko-KR" altLang="en-US" sz="8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 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(12/1)</a:t>
                      </a:r>
                      <a:endParaRPr lang="ko-KR" altLang="en-US" sz="8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900" b="0" i="0" u="none" strike="noStrike" baseline="0">
                        <a:solidFill>
                          <a:schemeClr val="bg1">
                            <a:lumMod val="9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4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900" b="0" i="0" u="none" strike="noStrike" baseline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4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7970232"/>
                  </a:ext>
                </a:extLst>
              </a:tr>
              <a:tr h="61742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MI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DRY</a:t>
                      </a:r>
                      <a:endParaRPr lang="en-US" altLang="ko-KR" sz="800" baseline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APC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검증서버 패치 일정 논의 중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※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패치 시 착수 가능함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4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1000" b="0" i="0" u="none" strike="noStrike" baseline="0">
                        <a:solidFill>
                          <a:schemeClr val="bg1">
                            <a:lumMod val="9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9204997"/>
                  </a:ext>
                </a:extLst>
              </a:tr>
              <a:tr h="61742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MILS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DRY</a:t>
                      </a:r>
                      <a:endParaRPr lang="en-US" altLang="ko-KR" sz="800" baseline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1000" b="0" i="0" u="none" strike="noStrike" baseline="0">
                        <a:solidFill>
                          <a:schemeClr val="bg1">
                            <a:lumMod val="9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782193804"/>
                  </a:ext>
                </a:extLst>
              </a:tr>
            </a:tbl>
          </a:graphicData>
        </a:graphic>
      </p:graphicFrame>
      <p:sp>
        <p:nvSpPr>
          <p:cNvPr id="35" name="TextBox 34">
            <a:extLst>
              <a:ext uri="{FF2B5EF4-FFF2-40B4-BE49-F238E27FC236}">
                <a16:creationId xmlns:a16="http://schemas.microsoft.com/office/drawing/2014/main" id="{F0BB657E-D4B7-B563-22D2-88F35C3EF2DB}"/>
              </a:ext>
            </a:extLst>
          </p:cNvPr>
          <p:cNvSpPr txBox="1"/>
          <p:nvPr/>
        </p:nvSpPr>
        <p:spPr>
          <a:xfrm>
            <a:off x="2376324" y="2910897"/>
            <a:ext cx="871608" cy="2267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 진행 계획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] 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8DA6D352-9B07-761B-D16A-87E154485E47}"/>
              </a:ext>
            </a:extLst>
          </p:cNvPr>
          <p:cNvSpPr txBox="1"/>
          <p:nvPr/>
        </p:nvSpPr>
        <p:spPr>
          <a:xfrm>
            <a:off x="2388978" y="4395052"/>
            <a:ext cx="1762540" cy="2267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양극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진행 계획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263BE28-2B3D-E104-376D-C73EF7461A39}"/>
              </a:ext>
            </a:extLst>
          </p:cNvPr>
          <p:cNvSpPr txBox="1"/>
          <p:nvPr/>
        </p:nvSpPr>
        <p:spPr>
          <a:xfrm>
            <a:off x="6307283" y="2979202"/>
            <a:ext cx="1978106" cy="110800"/>
          </a:xfrm>
          <a:prstGeom prst="rect">
            <a:avLst/>
          </a:prstGeom>
          <a:noFill/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③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~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⑤의 과정은 양산 운영 시 확인 가능합니다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927EE96-AE6D-9326-BF30-4550B7B43FEA}"/>
              </a:ext>
            </a:extLst>
          </p:cNvPr>
          <p:cNvSpPr txBox="1"/>
          <p:nvPr/>
        </p:nvSpPr>
        <p:spPr>
          <a:xfrm>
            <a:off x="3433149" y="4330391"/>
            <a:ext cx="3565329" cy="22345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※ 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랜섬웨어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이슈로 패치 보류 중이며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</a:t>
            </a:r>
            <a:r>
              <a:rPr lang="en-US" altLang="ko-KR" sz="800">
                <a:solidFill>
                  <a:srgbClr val="0000FF"/>
                </a:solidFill>
                <a:latin typeface="Arial Narrow"/>
                <a:ea typeface="LG스마트체 Regular"/>
              </a:rPr>
              <a:t>12</a:t>
            </a:r>
            <a:r>
              <a:rPr lang="ko-KR" altLang="en-US" sz="800">
                <a:solidFill>
                  <a:srgbClr val="0000FF"/>
                </a:solidFill>
                <a:latin typeface="Arial Narrow"/>
                <a:ea typeface="LG스마트체 Regular"/>
              </a:rPr>
              <a:t>월 중 일정 수립 예정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(</a:t>
            </a:r>
            <a:r>
              <a:rPr lang="en-US" altLang="ko-KR" sz="800">
                <a:solidFill>
                  <a:srgbClr val="0000FF"/>
                </a:solidFill>
                <a:latin typeface="Arial Narrow"/>
                <a:ea typeface="LG스마트체 Regular"/>
              </a:rPr>
              <a:t>From.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공정제어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DX)</a:t>
            </a:r>
          </a:p>
        </p:txBody>
      </p:sp>
    </p:spTree>
    <p:extLst>
      <p:ext uri="{BB962C8B-B14F-4D97-AF65-F5344CB8AC3E}">
        <p14:creationId xmlns:p14="http://schemas.microsoft.com/office/powerpoint/2010/main" val="2130930852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그림 24">
            <a:extLst>
              <a:ext uri="{FF2B5EF4-FFF2-40B4-BE49-F238E27FC236}">
                <a16:creationId xmlns:a16="http://schemas.microsoft.com/office/drawing/2014/main" id="{1F15E72A-BB98-4E80-929B-E64CB0F813CE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41663" y="2226975"/>
            <a:ext cx="8824257" cy="1272899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1169B37E-B14F-4B97-BB2A-592E96B3D02E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41664" y="3806787"/>
            <a:ext cx="8824258" cy="1275413"/>
          </a:xfrm>
          <a:prstGeom prst="rect">
            <a:avLst/>
          </a:prstGeom>
        </p:spPr>
      </p:pic>
      <p:sp>
        <p:nvSpPr>
          <p:cNvPr id="27" name="Text Box 53">
            <a:extLst>
              <a:ext uri="{FF2B5EF4-FFF2-40B4-BE49-F238E27FC236}">
                <a16:creationId xmlns:a16="http://schemas.microsoft.com/office/drawing/2014/main" id="{DF9BAA6D-F712-42DF-9A70-D4430C2627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663" y="833864"/>
            <a:ext cx="5148158" cy="241980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98000">
                <a:schemeClr val="bg1"/>
              </a:gs>
              <a:gs pos="99000">
                <a:schemeClr val="tx1"/>
              </a:gs>
              <a:gs pos="100000">
                <a:schemeClr val="tx1"/>
              </a:gs>
            </a:gsLst>
            <a:lin ang="5400000" scaled="1"/>
            <a:tileRect/>
          </a:gradFill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>
            <a:defPPr>
              <a:defRPr lang="ko-KR"/>
            </a:defPPr>
            <a:lvl1pPr fontAlgn="auto">
              <a:spcAft>
                <a:spcPts val="0"/>
              </a:spcAft>
              <a:defRPr kumimoji="0" b="1">
                <a:solidFill>
                  <a:srgbClr val="000000"/>
                </a:solidFill>
                <a:latin typeface="Arial Narrow" panose="020B0606020202030204" pitchFamily="34" charset="0"/>
                <a:ea typeface="LG스마트체 Light" panose="020B0600000101010101" pitchFamily="50" charset="-127"/>
                <a:cs typeface="Arial" pitchFamily="34" charset="0"/>
              </a:defRPr>
            </a:lvl1pPr>
          </a:lstStyle>
          <a:p>
            <a:r>
              <a:rPr lang="ko-KR" altLang="en-US" sz="1100">
                <a:solidFill>
                  <a:schemeClr val="tx1"/>
                </a:solidFill>
                <a:ea typeface="LG스마트체 Regular" panose="020B0600000101010101" pitchFamily="50" charset="-127"/>
              </a:rPr>
              <a:t>보조</a:t>
            </a:r>
            <a:r>
              <a:rPr lang="en-US" altLang="ko-KR" sz="1100">
                <a:solidFill>
                  <a:schemeClr val="tx1"/>
                </a:solidFill>
                <a:ea typeface="LG스마트체 Regular" panose="020B0600000101010101" pitchFamily="50" charset="-127"/>
              </a:rPr>
              <a:t>. “</a:t>
            </a:r>
            <a:r>
              <a:rPr lang="ko-KR" altLang="en-US" sz="1100">
                <a:solidFill>
                  <a:schemeClr val="tx1"/>
                </a:solidFill>
                <a:ea typeface="LG스마트체 Regular" panose="020B0600000101010101" pitchFamily="50" charset="-127"/>
              </a:rPr>
              <a:t>⑤ 보정구간 세분화 제어</a:t>
            </a:r>
            <a:r>
              <a:rPr lang="en-US" altLang="ko-KR" sz="1100">
                <a:solidFill>
                  <a:schemeClr val="tx1"/>
                </a:solidFill>
                <a:ea typeface="LG스마트체 Regular" panose="020B0600000101010101" pitchFamily="50" charset="-127"/>
              </a:rPr>
              <a:t>” </a:t>
            </a:r>
            <a:r>
              <a:rPr lang="ko-KR" altLang="en-US" sz="1100">
                <a:solidFill>
                  <a:schemeClr val="tx1"/>
                </a:solidFill>
                <a:ea typeface="LG스마트체 Regular" panose="020B0600000101010101" pitchFamily="50" charset="-127"/>
              </a:rPr>
              <a:t>안정화를 위한 로직 보완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BF08B7A8-DACF-429B-B655-01F68F426720}"/>
              </a:ext>
            </a:extLst>
          </p:cNvPr>
          <p:cNvSpPr txBox="1"/>
          <p:nvPr/>
        </p:nvSpPr>
        <p:spPr>
          <a:xfrm>
            <a:off x="148584" y="1141538"/>
            <a:ext cx="9588309" cy="6858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ct val="120000"/>
              </a:lnSpc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en-US" altLang="ko-KR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포일 </a:t>
            </a:r>
            <a:r>
              <a:rPr lang="ko-KR" altLang="en-US" sz="11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교체시</a:t>
            </a:r>
            <a:r>
              <a:rPr lang="ko-KR" altLang="en-US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1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텐션</a:t>
            </a:r>
            <a:r>
              <a:rPr lang="ko-KR" altLang="en-US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변동으로 인해 해당 포일 생산에서 </a:t>
            </a:r>
            <a:r>
              <a:rPr lang="en-US" altLang="ko-KR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CPC Score(</a:t>
            </a:r>
            <a:r>
              <a:rPr lang="ko-KR" altLang="en-US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미스매치 치우침 정도</a:t>
            </a:r>
            <a:r>
              <a:rPr lang="en-US" altLang="ko-KR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의 변화량이 기존대비 증가하는 하는 케이스 확인하였습니다</a:t>
            </a:r>
            <a:r>
              <a:rPr lang="en-US" altLang="ko-KR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lang="ko-KR" altLang="en-US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해당 경우에서 번복제어가 발생하였고</a:t>
            </a:r>
            <a:r>
              <a:rPr lang="en-US" altLang="ko-KR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안정화를 위해 로직 보완하여 반영한 건입니다</a:t>
            </a:r>
            <a:r>
              <a:rPr lang="en-US" altLang="ko-KR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br>
              <a:rPr lang="en-US" altLang="ko-KR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1. </a:t>
            </a:r>
            <a:r>
              <a:rPr lang="ko-KR" altLang="en-US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현재와 예측 데이터에 대한 안정화 </a:t>
            </a:r>
            <a:r>
              <a:rPr lang="ko-KR" altLang="en-US" sz="11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판단로직</a:t>
            </a:r>
            <a:r>
              <a:rPr lang="ko-KR" altLang="en-US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추가 </a:t>
            </a:r>
            <a:r>
              <a:rPr lang="en-US" altLang="ko-KR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/ 2. </a:t>
            </a:r>
            <a:r>
              <a:rPr lang="ko-KR" altLang="en-US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생산 상태 안정화 판단을 위한 </a:t>
            </a:r>
            <a:r>
              <a:rPr lang="en-US" altLang="ko-KR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MAX</a:t>
            </a:r>
            <a:r>
              <a:rPr lang="ko-KR" altLang="en-US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값 파라미터 추가 </a:t>
            </a:r>
            <a:r>
              <a:rPr lang="en-US" altLang="ko-KR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기존 </a:t>
            </a:r>
            <a:r>
              <a:rPr lang="en-US" altLang="ko-KR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MIN</a:t>
            </a:r>
            <a:r>
              <a:rPr lang="ko-KR" altLang="en-US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값만 관리하였음</a:t>
            </a:r>
            <a:r>
              <a:rPr lang="en-US" altLang="ko-KR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</a:p>
        </p:txBody>
      </p:sp>
      <p:sp>
        <p:nvSpPr>
          <p:cNvPr id="29" name="내용 개체 틀 20">
            <a:extLst>
              <a:ext uri="{FF2B5EF4-FFF2-40B4-BE49-F238E27FC236}">
                <a16:creationId xmlns:a16="http://schemas.microsoft.com/office/drawing/2014/main" id="{25884BAB-0EA8-4FBB-87C1-1F9C51087E56}"/>
              </a:ext>
            </a:extLst>
          </p:cNvPr>
          <p:cNvSpPr txBox="1">
            <a:spLocks/>
          </p:cNvSpPr>
          <p:nvPr/>
        </p:nvSpPr>
        <p:spPr>
          <a:xfrm>
            <a:off x="115970" y="583239"/>
            <a:ext cx="6284830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1" lang="ko-KR" altLang="en-US" sz="1400" b="1">
                <a:latin typeface="Arial Narrow"/>
                <a:ea typeface="LG스마트체 Regular"/>
                <a:cs typeface="Malgun Gothic Semilight"/>
              </a:rPr>
              <a:t>미스매치</a:t>
            </a:r>
            <a:r>
              <a:rPr kumimoji="1" lang="en-US" altLang="ko-KR" sz="1400" b="1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ko-KR" altLang="en-US" sz="1400" b="1" i="0" u="none" strike="noStrike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자동보정</a:t>
            </a:r>
            <a:r>
              <a:rPr kumimoji="1" lang="ko-KR" altLang="en-US" sz="1400" b="1">
                <a:latin typeface="Arial Narrow"/>
                <a:ea typeface="LG스마트체 Regular"/>
                <a:cs typeface="Malgun Gothic Semilight"/>
              </a:rPr>
              <a:t>(</a:t>
            </a:r>
            <a:r>
              <a:rPr kumimoji="1" lang="ko-KR" altLang="en-US" sz="1400" b="1" err="1">
                <a:latin typeface="Arial Narrow"/>
                <a:ea typeface="LG스마트체 Regular"/>
                <a:cs typeface="Malgun Gothic Semilight"/>
              </a:rPr>
              <a:t>CPC제어</a:t>
            </a:r>
            <a:r>
              <a:rPr kumimoji="1" lang="ko-KR" altLang="en-US" sz="1400" b="1">
                <a:latin typeface="Arial Narrow"/>
                <a:ea typeface="LG스마트체 Regular"/>
                <a:cs typeface="Malgun Gothic Semilight"/>
              </a:rPr>
              <a:t>) </a:t>
            </a:r>
            <a:r>
              <a:rPr kumimoji="1" lang="ko-KR" altLang="en-US" sz="1400" b="1" i="0" u="none" strike="noStrike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고도화 로직 개발</a:t>
            </a:r>
            <a:r>
              <a:rPr kumimoji="1" lang="ko-KR" altLang="en-US" sz="1400" b="1">
                <a:latin typeface="Arial Narrow"/>
                <a:ea typeface="LG스마트체 Regular"/>
                <a:cs typeface="Malgun Gothic Semilight"/>
              </a:rPr>
              <a:t>(GM1) </a:t>
            </a:r>
            <a:r>
              <a:rPr kumimoji="1" lang="en-US" altLang="ko-KR" sz="1400" b="1"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1" lang="ko-KR" altLang="en-US" sz="1400" b="1">
                <a:latin typeface="Arial Narrow"/>
                <a:ea typeface="LG스마트체 Regular"/>
                <a:cs typeface="Malgun Gothic Semilight"/>
              </a:rPr>
              <a:t>안정화를 위한 로직 보완</a:t>
            </a:r>
            <a:r>
              <a:rPr kumimoji="1" lang="en-US" altLang="ko-KR" sz="1400" b="1">
                <a:latin typeface="Arial Narrow"/>
                <a:ea typeface="LG스마트체 Regular"/>
                <a:cs typeface="Malgun Gothic Semilight"/>
              </a:rPr>
              <a:t>(09/19)</a:t>
            </a:r>
            <a:endParaRPr lang="ko-KR" altLang="en-US" sz="1400" b="1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30" name="제목 1">
            <a:extLst>
              <a:ext uri="{FF2B5EF4-FFF2-40B4-BE49-F238E27FC236}">
                <a16:creationId xmlns:a16="http://schemas.microsoft.com/office/drawing/2014/main" id="{E86DE87A-1E3A-4F06-8DB4-CF91602A7912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lang="en-US" altLang="ko-KR" sz="1800">
                <a:cs typeface="Malgun Gothic Semilight" panose="020B0502040204020203" pitchFamily="50" charset="-127"/>
              </a:rPr>
              <a:t>1. </a:t>
            </a:r>
            <a:r>
              <a:rPr lang="ko-KR" altLang="en-US" sz="1800">
                <a:cs typeface="Malgun Gothic Semilight" panose="020B0502040204020203" pitchFamily="50" charset="-127"/>
              </a:rPr>
              <a:t>추가 진행 현황</a:t>
            </a:r>
            <a:r>
              <a:rPr lang="en-US" altLang="ko-KR" sz="1800">
                <a:cs typeface="Malgun Gothic Semilight" panose="020B0502040204020203" pitchFamily="50" charset="-127"/>
              </a:rPr>
              <a:t>_MC</a:t>
            </a:r>
            <a:r>
              <a:rPr lang="ko-KR" altLang="en-US" sz="1800"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A4BC487-BFB4-4CFB-A3B3-E2B053592F63}"/>
              </a:ext>
            </a:extLst>
          </p:cNvPr>
          <p:cNvSpPr/>
          <p:nvPr/>
        </p:nvSpPr>
        <p:spPr>
          <a:xfrm>
            <a:off x="241663" y="1987108"/>
            <a:ext cx="1261777" cy="187418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rtlCol="0" anchor="ctr"/>
          <a:lstStyle/>
          <a:p>
            <a:pPr algn="ctr"/>
            <a:r>
              <a:rPr lang="en-US" altLang="ko-KR" sz="12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AS-IS</a:t>
            </a:r>
            <a:endParaRPr lang="ko-KR" altLang="en-US" sz="1200" b="1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D401C85-DADE-45D8-A07E-30B698B56315}"/>
              </a:ext>
            </a:extLst>
          </p:cNvPr>
          <p:cNvSpPr/>
          <p:nvPr/>
        </p:nvSpPr>
        <p:spPr>
          <a:xfrm>
            <a:off x="241663" y="3586500"/>
            <a:ext cx="1261777" cy="187418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rtlCol="0" anchor="ctr"/>
          <a:lstStyle/>
          <a:p>
            <a:pPr lvl="0" algn="ctr" latinLnBrk="0">
              <a:defRPr/>
            </a:pPr>
            <a:r>
              <a:rPr lang="en-US" altLang="ko-KR" sz="12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TO-BE</a:t>
            </a:r>
            <a:endParaRPr lang="ko-KR" altLang="en-US" sz="1200" b="1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42A17745-EC2D-4EC9-B256-ECDA4287AEEF}"/>
              </a:ext>
            </a:extLst>
          </p:cNvPr>
          <p:cNvCxnSpPr>
            <a:cxnSpLocks/>
          </p:cNvCxnSpPr>
          <p:nvPr/>
        </p:nvCxnSpPr>
        <p:spPr>
          <a:xfrm>
            <a:off x="9115348" y="6133085"/>
            <a:ext cx="60283" cy="0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1540CC87-545B-4D8A-AC1C-D6BD6FBB0573}"/>
              </a:ext>
            </a:extLst>
          </p:cNvPr>
          <p:cNvSpPr/>
          <p:nvPr/>
        </p:nvSpPr>
        <p:spPr>
          <a:xfrm>
            <a:off x="9248739" y="6090416"/>
            <a:ext cx="367701" cy="76944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t">
            <a:spAutoFit/>
          </a:bodyPr>
          <a:lstStyle/>
          <a:p>
            <a:pPr marL="88900" indent="-88900">
              <a:spcAft>
                <a:spcPts val="200"/>
              </a:spcAft>
            </a:pP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Back CPC SV</a:t>
            </a: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48CCB311-593D-4B30-8E54-18FD47A10C2B}"/>
              </a:ext>
            </a:extLst>
          </p:cNvPr>
          <p:cNvCxnSpPr>
            <a:cxnSpLocks/>
          </p:cNvCxnSpPr>
          <p:nvPr/>
        </p:nvCxnSpPr>
        <p:spPr>
          <a:xfrm>
            <a:off x="9115348" y="5487847"/>
            <a:ext cx="60283" cy="0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646378F1-7A09-43C6-821E-4F5C511E555C}"/>
              </a:ext>
            </a:extLst>
          </p:cNvPr>
          <p:cNvSpPr/>
          <p:nvPr/>
        </p:nvSpPr>
        <p:spPr>
          <a:xfrm>
            <a:off x="9228907" y="5476322"/>
            <a:ext cx="616810" cy="76944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t">
            <a:spAutoFit/>
          </a:bodyPr>
          <a:lstStyle/>
          <a:p>
            <a:pPr marL="88900" indent="-88900">
              <a:spcAft>
                <a:spcPts val="200"/>
              </a:spcAft>
            </a:pP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Dry</a:t>
            </a: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 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Mismatch(mm) (1~4)</a:t>
            </a:r>
          </a:p>
        </p:txBody>
      </p: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22C7ACB-6316-4BBB-BCDE-C7575A1C3FE9}"/>
              </a:ext>
            </a:extLst>
          </p:cNvPr>
          <p:cNvCxnSpPr>
            <a:cxnSpLocks/>
          </p:cNvCxnSpPr>
          <p:nvPr/>
        </p:nvCxnSpPr>
        <p:spPr>
          <a:xfrm>
            <a:off x="9115348" y="5510447"/>
            <a:ext cx="60283" cy="0"/>
          </a:xfrm>
          <a:prstGeom prst="line">
            <a:avLst/>
          </a:prstGeom>
          <a:ln w="1270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41A2B5AE-58C6-4817-A56D-7A6C9A4EF6D6}"/>
              </a:ext>
            </a:extLst>
          </p:cNvPr>
          <p:cNvCxnSpPr>
            <a:cxnSpLocks/>
          </p:cNvCxnSpPr>
          <p:nvPr/>
        </p:nvCxnSpPr>
        <p:spPr>
          <a:xfrm>
            <a:off x="9115348" y="5533047"/>
            <a:ext cx="60283" cy="0"/>
          </a:xfrm>
          <a:prstGeom prst="line">
            <a:avLst/>
          </a:prstGeom>
          <a:ln w="12700">
            <a:solidFill>
              <a:srgbClr val="00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FAD8F7E5-7C1D-44EA-9A91-547F6DFC5FA5}"/>
              </a:ext>
            </a:extLst>
          </p:cNvPr>
          <p:cNvCxnSpPr>
            <a:cxnSpLocks/>
          </p:cNvCxnSpPr>
          <p:nvPr/>
        </p:nvCxnSpPr>
        <p:spPr>
          <a:xfrm>
            <a:off x="9115348" y="5555647"/>
            <a:ext cx="60283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15ECEE12-411E-4143-A259-7FEDEAC159EF}"/>
              </a:ext>
            </a:extLst>
          </p:cNvPr>
          <p:cNvCxnSpPr>
            <a:cxnSpLocks/>
          </p:cNvCxnSpPr>
          <p:nvPr/>
        </p:nvCxnSpPr>
        <p:spPr>
          <a:xfrm>
            <a:off x="9115348" y="5849229"/>
            <a:ext cx="60283" cy="0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68C1202-FF69-4108-B7D4-B98ADBA090A1}"/>
              </a:ext>
            </a:extLst>
          </p:cNvPr>
          <p:cNvSpPr/>
          <p:nvPr/>
        </p:nvSpPr>
        <p:spPr>
          <a:xfrm>
            <a:off x="9228907" y="5810757"/>
            <a:ext cx="616810" cy="76944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t">
            <a:spAutoFit/>
          </a:bodyPr>
          <a:lstStyle/>
          <a:p>
            <a:pPr marL="88900" indent="-88900">
              <a:spcAft>
                <a:spcPts val="200"/>
              </a:spcAft>
            </a:pP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미스매치 편향 정도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(mm)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99096A12-8EBE-4BB8-A8AF-B76E44712491}"/>
              </a:ext>
            </a:extLst>
          </p:cNvPr>
          <p:cNvSpPr/>
          <p:nvPr/>
        </p:nvSpPr>
        <p:spPr>
          <a:xfrm>
            <a:off x="9228907" y="5718442"/>
            <a:ext cx="703896" cy="76944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t">
            <a:spAutoFit/>
          </a:bodyPr>
          <a:lstStyle/>
          <a:p>
            <a:pPr marL="88900" indent="-88900">
              <a:spcAft>
                <a:spcPts val="200"/>
              </a:spcAft>
            </a:pP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상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/</a:t>
            </a: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하한 관리선 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(0. 8,-0. 8)</a:t>
            </a:r>
          </a:p>
        </p:txBody>
      </p: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CE0A971E-A7D4-4E96-A168-CC5421EB428C}"/>
              </a:ext>
            </a:extLst>
          </p:cNvPr>
          <p:cNvCxnSpPr>
            <a:cxnSpLocks/>
          </p:cNvCxnSpPr>
          <p:nvPr/>
        </p:nvCxnSpPr>
        <p:spPr>
          <a:xfrm>
            <a:off x="9115348" y="5753564"/>
            <a:ext cx="60283" cy="0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1A10C0C7-4321-445B-9CC4-5A6FC6D35C0E}"/>
              </a:ext>
            </a:extLst>
          </p:cNvPr>
          <p:cNvCxnSpPr>
            <a:cxnSpLocks/>
          </p:cNvCxnSpPr>
          <p:nvPr/>
        </p:nvCxnSpPr>
        <p:spPr>
          <a:xfrm>
            <a:off x="9115348" y="6432296"/>
            <a:ext cx="60283" cy="0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625BAF25-A038-45F4-BF48-71ECB87BDD57}"/>
              </a:ext>
            </a:extLst>
          </p:cNvPr>
          <p:cNvSpPr/>
          <p:nvPr/>
        </p:nvSpPr>
        <p:spPr>
          <a:xfrm>
            <a:off x="9248739" y="6389627"/>
            <a:ext cx="367701" cy="76944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t">
            <a:spAutoFit/>
          </a:bodyPr>
          <a:lstStyle/>
          <a:p>
            <a:pPr marL="88900" indent="-88900">
              <a:spcAft>
                <a:spcPts val="200"/>
              </a:spcAft>
            </a:pP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Auto Splicing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54E91F02-5087-45C8-871F-BB57DD708AFC}"/>
              </a:ext>
            </a:extLst>
          </p:cNvPr>
          <p:cNvSpPr txBox="1"/>
          <p:nvPr/>
        </p:nvSpPr>
        <p:spPr>
          <a:xfrm>
            <a:off x="9065920" y="6480343"/>
            <a:ext cx="840080" cy="692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</a:rPr>
              <a:t>값이 변화할때 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</a:rPr>
              <a:t>Splicing </a:t>
            </a: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</a:rPr>
              <a:t>발생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C2806F5D-FBE8-432B-BC42-917FFCF08582}"/>
              </a:ext>
            </a:extLst>
          </p:cNvPr>
          <p:cNvSpPr txBox="1"/>
          <p:nvPr/>
        </p:nvSpPr>
        <p:spPr>
          <a:xfrm>
            <a:off x="1266406" y="3321393"/>
            <a:ext cx="840080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1.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포일 교체 발생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5BE883F4-956E-4E61-B0EB-75206D4B3AD0}"/>
              </a:ext>
            </a:extLst>
          </p:cNvPr>
          <p:cNvSpPr txBox="1"/>
          <p:nvPr/>
        </p:nvSpPr>
        <p:spPr>
          <a:xfrm>
            <a:off x="2309402" y="2489403"/>
            <a:ext cx="3405598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2.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포일 교체 후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생산 포일에서 텐션이 변경된 상태에서 생산이 유지되어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CPC Score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의 변동성이 크게 나타남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52526312-5C46-4096-BFB6-7DF4765D74AC}"/>
              </a:ext>
            </a:extLst>
          </p:cNvPr>
          <p:cNvSpPr txBox="1"/>
          <p:nvPr/>
        </p:nvSpPr>
        <p:spPr>
          <a:xfrm>
            <a:off x="3568065" y="3045072"/>
            <a:ext cx="3405598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3. Back CPC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제어에서 번복 현상이 나타남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56AD0D6C-F94F-410D-9AC8-9E9200A9A3F5}"/>
              </a:ext>
            </a:extLst>
          </p:cNvPr>
          <p:cNvSpPr txBox="1"/>
          <p:nvPr/>
        </p:nvSpPr>
        <p:spPr>
          <a:xfrm>
            <a:off x="5174378" y="5790107"/>
            <a:ext cx="840080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1.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포일 교체 발생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68A83E49-D236-4D75-A5CA-24BFBE97D15E}"/>
              </a:ext>
            </a:extLst>
          </p:cNvPr>
          <p:cNvSpPr txBox="1"/>
          <p:nvPr/>
        </p:nvSpPr>
        <p:spPr>
          <a:xfrm>
            <a:off x="6503328" y="5445885"/>
            <a:ext cx="1988422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3.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번복 제어 없이 안정화 상태 유지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803DDB7-2B0A-456F-904A-BB7FF99C836D}"/>
              </a:ext>
            </a:extLst>
          </p:cNvPr>
          <p:cNvSpPr txBox="1"/>
          <p:nvPr/>
        </p:nvSpPr>
        <p:spPr>
          <a:xfrm>
            <a:off x="116325" y="2221785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0.8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0C7CCA25-5BC4-4C54-B3A7-89BD5899397A}"/>
              </a:ext>
            </a:extLst>
          </p:cNvPr>
          <p:cNvSpPr txBox="1"/>
          <p:nvPr/>
        </p:nvSpPr>
        <p:spPr>
          <a:xfrm>
            <a:off x="76781" y="2406303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- 0.8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6BD91F2E-734C-4D1A-9ACB-BC142038DA91}"/>
              </a:ext>
            </a:extLst>
          </p:cNvPr>
          <p:cNvSpPr txBox="1"/>
          <p:nvPr/>
        </p:nvSpPr>
        <p:spPr>
          <a:xfrm>
            <a:off x="116325" y="2574985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0.8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6BF974DA-DB7D-4599-9614-9CBF14E54DAA}"/>
              </a:ext>
            </a:extLst>
          </p:cNvPr>
          <p:cNvSpPr txBox="1"/>
          <p:nvPr/>
        </p:nvSpPr>
        <p:spPr>
          <a:xfrm>
            <a:off x="76781" y="2739910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- 0.8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0D2FF964-7E84-450F-82CB-528682C235E8}"/>
              </a:ext>
            </a:extLst>
          </p:cNvPr>
          <p:cNvSpPr txBox="1"/>
          <p:nvPr/>
        </p:nvSpPr>
        <p:spPr>
          <a:xfrm>
            <a:off x="76781" y="3088672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- 140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576C9150-9D30-4808-895A-0C9BBE6B7D07}"/>
              </a:ext>
            </a:extLst>
          </p:cNvPr>
          <p:cNvSpPr txBox="1"/>
          <p:nvPr/>
        </p:nvSpPr>
        <p:spPr>
          <a:xfrm>
            <a:off x="76781" y="2900548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- 100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412AEF60-F226-44F3-9281-43E0370AB181}"/>
              </a:ext>
            </a:extLst>
          </p:cNvPr>
          <p:cNvSpPr txBox="1"/>
          <p:nvPr/>
        </p:nvSpPr>
        <p:spPr>
          <a:xfrm>
            <a:off x="37595" y="3222801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0AC19E69-09EF-41F8-84B7-2C389DA7F265}"/>
              </a:ext>
            </a:extLst>
          </p:cNvPr>
          <p:cNvSpPr txBox="1"/>
          <p:nvPr/>
        </p:nvSpPr>
        <p:spPr>
          <a:xfrm>
            <a:off x="37595" y="3445330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0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pic>
        <p:nvPicPr>
          <p:cNvPr id="90" name="그림 89">
            <a:extLst>
              <a:ext uri="{FF2B5EF4-FFF2-40B4-BE49-F238E27FC236}">
                <a16:creationId xmlns:a16="http://schemas.microsoft.com/office/drawing/2014/main" id="{CF429BDC-AA03-4C5D-B7BA-11AD60D5B436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31867" y="5352188"/>
            <a:ext cx="8824256" cy="1285067"/>
          </a:xfrm>
          <a:prstGeom prst="rect">
            <a:avLst/>
          </a:prstGeom>
        </p:spPr>
      </p:pic>
      <p:sp>
        <p:nvSpPr>
          <p:cNvPr id="91" name="TextBox 90">
            <a:extLst>
              <a:ext uri="{FF2B5EF4-FFF2-40B4-BE49-F238E27FC236}">
                <a16:creationId xmlns:a16="http://schemas.microsoft.com/office/drawing/2014/main" id="{29A27953-CACE-4D5D-ABD4-A0AD3D3238AC}"/>
              </a:ext>
            </a:extLst>
          </p:cNvPr>
          <p:cNvSpPr txBox="1"/>
          <p:nvPr/>
        </p:nvSpPr>
        <p:spPr>
          <a:xfrm>
            <a:off x="116325" y="3799206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0.8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1192C62-3BF7-47EA-9839-562C4D6EAA04}"/>
              </a:ext>
            </a:extLst>
          </p:cNvPr>
          <p:cNvSpPr txBox="1"/>
          <p:nvPr/>
        </p:nvSpPr>
        <p:spPr>
          <a:xfrm>
            <a:off x="76781" y="3977193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- 0.8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2815DF03-BC46-4238-9556-A94394E0445A}"/>
              </a:ext>
            </a:extLst>
          </p:cNvPr>
          <p:cNvSpPr txBox="1"/>
          <p:nvPr/>
        </p:nvSpPr>
        <p:spPr>
          <a:xfrm>
            <a:off x="116325" y="4152406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0.8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B047E1A5-95E2-450E-AB1E-9CE87C614D97}"/>
              </a:ext>
            </a:extLst>
          </p:cNvPr>
          <p:cNvSpPr txBox="1"/>
          <p:nvPr/>
        </p:nvSpPr>
        <p:spPr>
          <a:xfrm>
            <a:off x="76781" y="4317331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- 0.8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1A24652-855F-4D46-A71C-0BDE05718657}"/>
              </a:ext>
            </a:extLst>
          </p:cNvPr>
          <p:cNvSpPr txBox="1"/>
          <p:nvPr/>
        </p:nvSpPr>
        <p:spPr>
          <a:xfrm>
            <a:off x="76781" y="4666093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- 141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14D3106F-727C-4A51-8AAF-BD7EA5B9A488}"/>
              </a:ext>
            </a:extLst>
          </p:cNvPr>
          <p:cNvSpPr txBox="1"/>
          <p:nvPr/>
        </p:nvSpPr>
        <p:spPr>
          <a:xfrm>
            <a:off x="76781" y="4477969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- 134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67C9754-0F6C-4000-B3C9-078C506B1C56}"/>
              </a:ext>
            </a:extLst>
          </p:cNvPr>
          <p:cNvSpPr txBox="1"/>
          <p:nvPr/>
        </p:nvSpPr>
        <p:spPr>
          <a:xfrm>
            <a:off x="37595" y="4800222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244B88AA-320F-43B7-9CB8-5D7E7F8F335F}"/>
              </a:ext>
            </a:extLst>
          </p:cNvPr>
          <p:cNvSpPr txBox="1"/>
          <p:nvPr/>
        </p:nvSpPr>
        <p:spPr>
          <a:xfrm>
            <a:off x="37595" y="5022751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0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CB7E4183-4AFE-432A-A2CF-31F28074A906}"/>
              </a:ext>
            </a:extLst>
          </p:cNvPr>
          <p:cNvSpPr txBox="1"/>
          <p:nvPr/>
        </p:nvSpPr>
        <p:spPr>
          <a:xfrm>
            <a:off x="116325" y="5339898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0.8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ED1FCC60-4383-41DF-B3EF-CF701471EE95}"/>
              </a:ext>
            </a:extLst>
          </p:cNvPr>
          <p:cNvSpPr txBox="1"/>
          <p:nvPr/>
        </p:nvSpPr>
        <p:spPr>
          <a:xfrm>
            <a:off x="76781" y="5511354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- 0.8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88149473-B1B6-48B6-935F-00C1300BA051}"/>
              </a:ext>
            </a:extLst>
          </p:cNvPr>
          <p:cNvSpPr txBox="1"/>
          <p:nvPr/>
        </p:nvSpPr>
        <p:spPr>
          <a:xfrm>
            <a:off x="116325" y="5693098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0.8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38E97774-D057-4406-8F43-155AAAAB31FE}"/>
              </a:ext>
            </a:extLst>
          </p:cNvPr>
          <p:cNvSpPr txBox="1"/>
          <p:nvPr/>
        </p:nvSpPr>
        <p:spPr>
          <a:xfrm>
            <a:off x="76781" y="5858023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- 0.8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E194DE1B-A162-4A75-84C1-43ED9CEB8311}"/>
              </a:ext>
            </a:extLst>
          </p:cNvPr>
          <p:cNvSpPr txBox="1"/>
          <p:nvPr/>
        </p:nvSpPr>
        <p:spPr>
          <a:xfrm>
            <a:off x="76781" y="6206785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- 135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90354A2A-159A-47B3-B1BC-A1988163ADF0}"/>
              </a:ext>
            </a:extLst>
          </p:cNvPr>
          <p:cNvSpPr txBox="1"/>
          <p:nvPr/>
        </p:nvSpPr>
        <p:spPr>
          <a:xfrm>
            <a:off x="76781" y="6018661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- 123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CE3312B7-6827-43A7-95B9-4A2EED9F5C0F}"/>
              </a:ext>
            </a:extLst>
          </p:cNvPr>
          <p:cNvSpPr txBox="1"/>
          <p:nvPr/>
        </p:nvSpPr>
        <p:spPr>
          <a:xfrm>
            <a:off x="37595" y="6340914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E6B9D68C-8651-450E-840B-F2032FD56E51}"/>
              </a:ext>
            </a:extLst>
          </p:cNvPr>
          <p:cNvSpPr txBox="1"/>
          <p:nvPr/>
        </p:nvSpPr>
        <p:spPr>
          <a:xfrm>
            <a:off x="37595" y="6563443"/>
            <a:ext cx="177944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0</a:t>
            </a:r>
            <a:endParaRPr lang="ko-KR" altLang="en-US" sz="6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FFD047EA-3B65-4B16-A5B8-4ACC13DBC8E2}"/>
              </a:ext>
            </a:extLst>
          </p:cNvPr>
          <p:cNvSpPr/>
          <p:nvPr/>
        </p:nvSpPr>
        <p:spPr>
          <a:xfrm>
            <a:off x="9228907" y="5351545"/>
            <a:ext cx="703896" cy="76944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t">
            <a:spAutoFit/>
          </a:bodyPr>
          <a:lstStyle/>
          <a:p>
            <a:pPr marL="88900" indent="-88900">
              <a:spcAft>
                <a:spcPts val="200"/>
              </a:spcAft>
            </a:pP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상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/</a:t>
            </a: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하한 관리선 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(0. 8,-0. 8)</a:t>
            </a:r>
          </a:p>
        </p:txBody>
      </p:sp>
      <p:cxnSp>
        <p:nvCxnSpPr>
          <p:cNvPr id="108" name="직선 연결선 107">
            <a:extLst>
              <a:ext uri="{FF2B5EF4-FFF2-40B4-BE49-F238E27FC236}">
                <a16:creationId xmlns:a16="http://schemas.microsoft.com/office/drawing/2014/main" id="{7558A98A-A4CF-43A3-9FBE-2860ED3CC453}"/>
              </a:ext>
            </a:extLst>
          </p:cNvPr>
          <p:cNvCxnSpPr>
            <a:cxnSpLocks/>
          </p:cNvCxnSpPr>
          <p:nvPr/>
        </p:nvCxnSpPr>
        <p:spPr>
          <a:xfrm>
            <a:off x="9115348" y="5386667"/>
            <a:ext cx="60283" cy="0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3E19493D-153A-403B-A8B3-482B1C280A56}"/>
              </a:ext>
            </a:extLst>
          </p:cNvPr>
          <p:cNvCxnSpPr>
            <a:cxnSpLocks/>
          </p:cNvCxnSpPr>
          <p:nvPr/>
        </p:nvCxnSpPr>
        <p:spPr>
          <a:xfrm>
            <a:off x="9115348" y="4607901"/>
            <a:ext cx="60283" cy="0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4D3CAD8E-D63D-44D0-8274-B5D146F7C69D}"/>
              </a:ext>
            </a:extLst>
          </p:cNvPr>
          <p:cNvSpPr/>
          <p:nvPr/>
        </p:nvSpPr>
        <p:spPr>
          <a:xfrm>
            <a:off x="9248739" y="4565232"/>
            <a:ext cx="367701" cy="76944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t">
            <a:spAutoFit/>
          </a:bodyPr>
          <a:lstStyle/>
          <a:p>
            <a:pPr marL="88900" indent="-88900">
              <a:spcAft>
                <a:spcPts val="200"/>
              </a:spcAft>
            </a:pP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Back CPC SV</a:t>
            </a:r>
          </a:p>
        </p:txBody>
      </p: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C9E43E67-84E8-4984-BABA-89549FB15236}"/>
              </a:ext>
            </a:extLst>
          </p:cNvPr>
          <p:cNvCxnSpPr>
            <a:cxnSpLocks/>
          </p:cNvCxnSpPr>
          <p:nvPr/>
        </p:nvCxnSpPr>
        <p:spPr>
          <a:xfrm>
            <a:off x="9115348" y="3962663"/>
            <a:ext cx="60283" cy="0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6A4C5551-C9E3-4400-818D-B74EB1631D98}"/>
              </a:ext>
            </a:extLst>
          </p:cNvPr>
          <p:cNvSpPr/>
          <p:nvPr/>
        </p:nvSpPr>
        <p:spPr>
          <a:xfrm>
            <a:off x="9228907" y="3951138"/>
            <a:ext cx="616810" cy="76944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t">
            <a:spAutoFit/>
          </a:bodyPr>
          <a:lstStyle/>
          <a:p>
            <a:pPr marL="88900" indent="-88900">
              <a:spcAft>
                <a:spcPts val="200"/>
              </a:spcAft>
            </a:pP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Dry</a:t>
            </a: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 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Mismatch(mm) (1~4)</a:t>
            </a: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60C0026-7A13-4371-9B3A-19776842CF8D}"/>
              </a:ext>
            </a:extLst>
          </p:cNvPr>
          <p:cNvCxnSpPr>
            <a:cxnSpLocks/>
          </p:cNvCxnSpPr>
          <p:nvPr/>
        </p:nvCxnSpPr>
        <p:spPr>
          <a:xfrm>
            <a:off x="9115348" y="3985263"/>
            <a:ext cx="60283" cy="0"/>
          </a:xfrm>
          <a:prstGeom prst="line">
            <a:avLst/>
          </a:prstGeom>
          <a:ln w="1270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1BEA663B-2E72-41C0-9988-E12D03A38A5E}"/>
              </a:ext>
            </a:extLst>
          </p:cNvPr>
          <p:cNvCxnSpPr>
            <a:cxnSpLocks/>
          </p:cNvCxnSpPr>
          <p:nvPr/>
        </p:nvCxnSpPr>
        <p:spPr>
          <a:xfrm>
            <a:off x="9115348" y="4007863"/>
            <a:ext cx="60283" cy="0"/>
          </a:xfrm>
          <a:prstGeom prst="line">
            <a:avLst/>
          </a:prstGeom>
          <a:ln w="12700">
            <a:solidFill>
              <a:srgbClr val="00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3E6AA061-847C-4400-84AF-2A2DAFAF3895}"/>
              </a:ext>
            </a:extLst>
          </p:cNvPr>
          <p:cNvCxnSpPr>
            <a:cxnSpLocks/>
          </p:cNvCxnSpPr>
          <p:nvPr/>
        </p:nvCxnSpPr>
        <p:spPr>
          <a:xfrm>
            <a:off x="9115348" y="4030463"/>
            <a:ext cx="60283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1FA6A77E-9C7A-4C56-A769-222602336778}"/>
              </a:ext>
            </a:extLst>
          </p:cNvPr>
          <p:cNvCxnSpPr>
            <a:cxnSpLocks/>
          </p:cNvCxnSpPr>
          <p:nvPr/>
        </p:nvCxnSpPr>
        <p:spPr>
          <a:xfrm>
            <a:off x="9115348" y="4324045"/>
            <a:ext cx="60283" cy="0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D00845A1-600C-4E60-9EA8-8A04FDBAF451}"/>
              </a:ext>
            </a:extLst>
          </p:cNvPr>
          <p:cNvSpPr/>
          <p:nvPr/>
        </p:nvSpPr>
        <p:spPr>
          <a:xfrm>
            <a:off x="9228907" y="4285573"/>
            <a:ext cx="616810" cy="76944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t">
            <a:spAutoFit/>
          </a:bodyPr>
          <a:lstStyle/>
          <a:p>
            <a:pPr marL="88900" indent="-88900">
              <a:spcAft>
                <a:spcPts val="200"/>
              </a:spcAft>
            </a:pP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미스매치 편향 정도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(mm)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A0F8CB01-1865-4BD4-937B-6888BC5FD1E6}"/>
              </a:ext>
            </a:extLst>
          </p:cNvPr>
          <p:cNvSpPr/>
          <p:nvPr/>
        </p:nvSpPr>
        <p:spPr>
          <a:xfrm>
            <a:off x="9228907" y="4193258"/>
            <a:ext cx="703896" cy="76944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t">
            <a:spAutoFit/>
          </a:bodyPr>
          <a:lstStyle/>
          <a:p>
            <a:pPr marL="88900" indent="-88900">
              <a:spcAft>
                <a:spcPts val="200"/>
              </a:spcAft>
            </a:pP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상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/</a:t>
            </a: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하한 관리선 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(0. 8,-0. 8)</a:t>
            </a:r>
          </a:p>
        </p:txBody>
      </p: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2B41DF50-8958-409E-8D52-1B34B93C0AE3}"/>
              </a:ext>
            </a:extLst>
          </p:cNvPr>
          <p:cNvCxnSpPr>
            <a:cxnSpLocks/>
          </p:cNvCxnSpPr>
          <p:nvPr/>
        </p:nvCxnSpPr>
        <p:spPr>
          <a:xfrm>
            <a:off x="9115348" y="4228380"/>
            <a:ext cx="60283" cy="0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D8258ADE-B4F5-4A71-AEE7-5CA42C465EFF}"/>
              </a:ext>
            </a:extLst>
          </p:cNvPr>
          <p:cNvCxnSpPr>
            <a:cxnSpLocks/>
          </p:cNvCxnSpPr>
          <p:nvPr/>
        </p:nvCxnSpPr>
        <p:spPr>
          <a:xfrm>
            <a:off x="9115348" y="4907112"/>
            <a:ext cx="60283" cy="0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D1C93900-28ED-4EDF-A229-C62E9B000341}"/>
              </a:ext>
            </a:extLst>
          </p:cNvPr>
          <p:cNvSpPr/>
          <p:nvPr/>
        </p:nvSpPr>
        <p:spPr>
          <a:xfrm>
            <a:off x="9248739" y="4864443"/>
            <a:ext cx="367701" cy="76944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t">
            <a:spAutoFit/>
          </a:bodyPr>
          <a:lstStyle/>
          <a:p>
            <a:pPr marL="88900" indent="-88900">
              <a:spcAft>
                <a:spcPts val="200"/>
              </a:spcAft>
            </a:pP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Auto Splicing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34399167-397D-4ABA-861C-69EDEAC8FBE2}"/>
              </a:ext>
            </a:extLst>
          </p:cNvPr>
          <p:cNvSpPr txBox="1"/>
          <p:nvPr/>
        </p:nvSpPr>
        <p:spPr>
          <a:xfrm>
            <a:off x="9065920" y="4955159"/>
            <a:ext cx="840080" cy="692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</a:rPr>
              <a:t>값이 변화할때 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</a:rPr>
              <a:t>Splicing </a:t>
            </a: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</a:rPr>
              <a:t>발생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94A98B01-BF18-4997-B667-6E9924DB452F}"/>
              </a:ext>
            </a:extLst>
          </p:cNvPr>
          <p:cNvSpPr/>
          <p:nvPr/>
        </p:nvSpPr>
        <p:spPr>
          <a:xfrm>
            <a:off x="9228907" y="3826361"/>
            <a:ext cx="703896" cy="76944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t">
            <a:spAutoFit/>
          </a:bodyPr>
          <a:lstStyle/>
          <a:p>
            <a:pPr marL="88900" indent="-88900">
              <a:spcAft>
                <a:spcPts val="200"/>
              </a:spcAft>
            </a:pP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상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/</a:t>
            </a: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하한 관리선 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(0. 8,-0. 8)</a:t>
            </a:r>
          </a:p>
        </p:txBody>
      </p: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1A4941DA-6DAF-4F44-A932-BB665482DF4B}"/>
              </a:ext>
            </a:extLst>
          </p:cNvPr>
          <p:cNvCxnSpPr>
            <a:cxnSpLocks/>
          </p:cNvCxnSpPr>
          <p:nvPr/>
        </p:nvCxnSpPr>
        <p:spPr>
          <a:xfrm>
            <a:off x="9115348" y="3861483"/>
            <a:ext cx="60283" cy="0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1F7000DC-002D-42FA-93A3-893D7FFBDBF8}"/>
              </a:ext>
            </a:extLst>
          </p:cNvPr>
          <p:cNvCxnSpPr>
            <a:cxnSpLocks/>
          </p:cNvCxnSpPr>
          <p:nvPr/>
        </p:nvCxnSpPr>
        <p:spPr>
          <a:xfrm>
            <a:off x="9115348" y="3019205"/>
            <a:ext cx="60283" cy="0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D6E17448-1CE5-4D96-8F9D-E4A32ACAD987}"/>
              </a:ext>
            </a:extLst>
          </p:cNvPr>
          <p:cNvSpPr/>
          <p:nvPr/>
        </p:nvSpPr>
        <p:spPr>
          <a:xfrm>
            <a:off x="9248739" y="2976536"/>
            <a:ext cx="367701" cy="76944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t">
            <a:spAutoFit/>
          </a:bodyPr>
          <a:lstStyle/>
          <a:p>
            <a:pPr marL="88900" indent="-88900">
              <a:spcAft>
                <a:spcPts val="200"/>
              </a:spcAft>
            </a:pP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Back CPC SV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21DC908A-07BB-4338-9016-E983FEA002CB}"/>
              </a:ext>
            </a:extLst>
          </p:cNvPr>
          <p:cNvCxnSpPr>
            <a:cxnSpLocks/>
          </p:cNvCxnSpPr>
          <p:nvPr/>
        </p:nvCxnSpPr>
        <p:spPr>
          <a:xfrm>
            <a:off x="9115348" y="2373967"/>
            <a:ext cx="60283" cy="0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D23DD3F7-F607-4656-97A5-A46E838D7558}"/>
              </a:ext>
            </a:extLst>
          </p:cNvPr>
          <p:cNvSpPr/>
          <p:nvPr/>
        </p:nvSpPr>
        <p:spPr>
          <a:xfrm>
            <a:off x="9228907" y="2362442"/>
            <a:ext cx="616810" cy="76944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t">
            <a:spAutoFit/>
          </a:bodyPr>
          <a:lstStyle/>
          <a:p>
            <a:pPr marL="88900" indent="-88900">
              <a:spcAft>
                <a:spcPts val="200"/>
              </a:spcAft>
            </a:pP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Dry</a:t>
            </a: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 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Mismatch(mm) (1~4)</a:t>
            </a:r>
          </a:p>
        </p:txBody>
      </p: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81F3FF73-5940-4252-B85D-722E7F2C0BA1}"/>
              </a:ext>
            </a:extLst>
          </p:cNvPr>
          <p:cNvCxnSpPr>
            <a:cxnSpLocks/>
          </p:cNvCxnSpPr>
          <p:nvPr/>
        </p:nvCxnSpPr>
        <p:spPr>
          <a:xfrm>
            <a:off x="9115348" y="2396567"/>
            <a:ext cx="60283" cy="0"/>
          </a:xfrm>
          <a:prstGeom prst="line">
            <a:avLst/>
          </a:prstGeom>
          <a:ln w="1270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직선 연결선 129">
            <a:extLst>
              <a:ext uri="{FF2B5EF4-FFF2-40B4-BE49-F238E27FC236}">
                <a16:creationId xmlns:a16="http://schemas.microsoft.com/office/drawing/2014/main" id="{7E24EAA1-0F5E-4ABE-B8CC-4B437A1A3F4B}"/>
              </a:ext>
            </a:extLst>
          </p:cNvPr>
          <p:cNvCxnSpPr>
            <a:cxnSpLocks/>
          </p:cNvCxnSpPr>
          <p:nvPr/>
        </p:nvCxnSpPr>
        <p:spPr>
          <a:xfrm>
            <a:off x="9115348" y="2419167"/>
            <a:ext cx="60283" cy="0"/>
          </a:xfrm>
          <a:prstGeom prst="line">
            <a:avLst/>
          </a:prstGeom>
          <a:ln w="12700">
            <a:solidFill>
              <a:srgbClr val="00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0791FC90-F4B6-4FFD-BA94-10B2851DB55D}"/>
              </a:ext>
            </a:extLst>
          </p:cNvPr>
          <p:cNvCxnSpPr>
            <a:cxnSpLocks/>
          </p:cNvCxnSpPr>
          <p:nvPr/>
        </p:nvCxnSpPr>
        <p:spPr>
          <a:xfrm>
            <a:off x="9115348" y="2441767"/>
            <a:ext cx="60283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직선 연결선 131">
            <a:extLst>
              <a:ext uri="{FF2B5EF4-FFF2-40B4-BE49-F238E27FC236}">
                <a16:creationId xmlns:a16="http://schemas.microsoft.com/office/drawing/2014/main" id="{F6ABC809-F0D5-4A61-B313-590038D9EE25}"/>
              </a:ext>
            </a:extLst>
          </p:cNvPr>
          <p:cNvCxnSpPr>
            <a:cxnSpLocks/>
          </p:cNvCxnSpPr>
          <p:nvPr/>
        </p:nvCxnSpPr>
        <p:spPr>
          <a:xfrm>
            <a:off x="9115348" y="2735349"/>
            <a:ext cx="60283" cy="0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6B1500B8-1A1B-4C33-81D6-69E1F846535F}"/>
              </a:ext>
            </a:extLst>
          </p:cNvPr>
          <p:cNvSpPr/>
          <p:nvPr/>
        </p:nvSpPr>
        <p:spPr>
          <a:xfrm>
            <a:off x="9228907" y="2696877"/>
            <a:ext cx="616810" cy="76944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t">
            <a:spAutoFit/>
          </a:bodyPr>
          <a:lstStyle/>
          <a:p>
            <a:pPr marL="88900" indent="-88900">
              <a:spcAft>
                <a:spcPts val="200"/>
              </a:spcAft>
            </a:pP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미스매치 편향 정도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(mm)</a:t>
            </a: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FA84385B-9C17-403B-BFD4-300A6FDC82FA}"/>
              </a:ext>
            </a:extLst>
          </p:cNvPr>
          <p:cNvSpPr/>
          <p:nvPr/>
        </p:nvSpPr>
        <p:spPr>
          <a:xfrm>
            <a:off x="9228907" y="2604562"/>
            <a:ext cx="703896" cy="76944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t">
            <a:spAutoFit/>
          </a:bodyPr>
          <a:lstStyle/>
          <a:p>
            <a:pPr marL="88900" indent="-88900">
              <a:spcAft>
                <a:spcPts val="200"/>
              </a:spcAft>
            </a:pP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상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/</a:t>
            </a: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하한 관리선 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(0. 8,-0. 8)</a:t>
            </a:r>
          </a:p>
        </p:txBody>
      </p:sp>
      <p:cxnSp>
        <p:nvCxnSpPr>
          <p:cNvPr id="135" name="직선 연결선 134">
            <a:extLst>
              <a:ext uri="{FF2B5EF4-FFF2-40B4-BE49-F238E27FC236}">
                <a16:creationId xmlns:a16="http://schemas.microsoft.com/office/drawing/2014/main" id="{5C7C1DEF-5345-4984-A365-5213E471B337}"/>
              </a:ext>
            </a:extLst>
          </p:cNvPr>
          <p:cNvCxnSpPr>
            <a:cxnSpLocks/>
          </p:cNvCxnSpPr>
          <p:nvPr/>
        </p:nvCxnSpPr>
        <p:spPr>
          <a:xfrm>
            <a:off x="9115348" y="2639684"/>
            <a:ext cx="60283" cy="0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2AA5AB52-640E-4C88-883F-089B340C11F7}"/>
              </a:ext>
            </a:extLst>
          </p:cNvPr>
          <p:cNvCxnSpPr>
            <a:cxnSpLocks/>
          </p:cNvCxnSpPr>
          <p:nvPr/>
        </p:nvCxnSpPr>
        <p:spPr>
          <a:xfrm>
            <a:off x="9115348" y="3318416"/>
            <a:ext cx="60283" cy="0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9DB1F66-B866-4827-9B95-1B956FBB5B97}"/>
              </a:ext>
            </a:extLst>
          </p:cNvPr>
          <p:cNvSpPr/>
          <p:nvPr/>
        </p:nvSpPr>
        <p:spPr>
          <a:xfrm>
            <a:off x="9248739" y="3275747"/>
            <a:ext cx="367701" cy="76944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t">
            <a:spAutoFit/>
          </a:bodyPr>
          <a:lstStyle/>
          <a:p>
            <a:pPr marL="88900" indent="-88900">
              <a:spcAft>
                <a:spcPts val="200"/>
              </a:spcAft>
            </a:pP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Auto Splicing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BEFE2C80-9264-4FF2-9736-CF08F1E18EC9}"/>
              </a:ext>
            </a:extLst>
          </p:cNvPr>
          <p:cNvSpPr txBox="1"/>
          <p:nvPr/>
        </p:nvSpPr>
        <p:spPr>
          <a:xfrm>
            <a:off x="9065920" y="3366463"/>
            <a:ext cx="840080" cy="692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</a:rPr>
              <a:t>값이 변화할때 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</a:rPr>
              <a:t>Splicing </a:t>
            </a: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</a:rPr>
              <a:t>발생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6130CDDD-C147-44F9-86F5-FA08771F6828}"/>
              </a:ext>
            </a:extLst>
          </p:cNvPr>
          <p:cNvSpPr/>
          <p:nvPr/>
        </p:nvSpPr>
        <p:spPr>
          <a:xfrm>
            <a:off x="9228907" y="2237665"/>
            <a:ext cx="703896" cy="76944"/>
          </a:xfrm>
          <a:prstGeom prst="rect">
            <a:avLst/>
          </a:prstGeom>
          <a:ln w="6350">
            <a:noFill/>
            <a:prstDash val="dash"/>
          </a:ln>
        </p:spPr>
        <p:txBody>
          <a:bodyPr wrap="square" lIns="0" tIns="0" rIns="0" bIns="0" anchor="t">
            <a:spAutoFit/>
          </a:bodyPr>
          <a:lstStyle/>
          <a:p>
            <a:pPr marL="88900" indent="-88900">
              <a:spcAft>
                <a:spcPts val="200"/>
              </a:spcAft>
            </a:pP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상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/</a:t>
            </a:r>
            <a:r>
              <a:rPr lang="ko-KR" altLang="en-US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하한 관리선 </a:t>
            </a:r>
            <a:r>
              <a:rPr lang="en-US" altLang="ko-KR" sz="500">
                <a:latin typeface="Arial Narrow" panose="020B0606020202030204" pitchFamily="34" charset="0"/>
                <a:ea typeface="LG스마트체 Regular" panose="020B0600000101010101" pitchFamily="50" charset="-127"/>
                <a:cs typeface="Microsoft GothicNeo"/>
              </a:rPr>
              <a:t>(0. 8,-0. 8)</a:t>
            </a:r>
          </a:p>
        </p:txBody>
      </p:sp>
      <p:cxnSp>
        <p:nvCxnSpPr>
          <p:cNvPr id="140" name="직선 연결선 139">
            <a:extLst>
              <a:ext uri="{FF2B5EF4-FFF2-40B4-BE49-F238E27FC236}">
                <a16:creationId xmlns:a16="http://schemas.microsoft.com/office/drawing/2014/main" id="{6A90A983-6053-4CCB-9E95-02A9FE53B7C5}"/>
              </a:ext>
            </a:extLst>
          </p:cNvPr>
          <p:cNvCxnSpPr>
            <a:cxnSpLocks/>
          </p:cNvCxnSpPr>
          <p:nvPr/>
        </p:nvCxnSpPr>
        <p:spPr>
          <a:xfrm>
            <a:off x="9115348" y="2272787"/>
            <a:ext cx="60283" cy="0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TextBox 141">
            <a:extLst>
              <a:ext uri="{FF2B5EF4-FFF2-40B4-BE49-F238E27FC236}">
                <a16:creationId xmlns:a16="http://schemas.microsoft.com/office/drawing/2014/main" id="{77E5F6A2-A715-4B63-8572-B80A70E78E9C}"/>
              </a:ext>
            </a:extLst>
          </p:cNvPr>
          <p:cNvSpPr txBox="1"/>
          <p:nvPr/>
        </p:nvSpPr>
        <p:spPr>
          <a:xfrm>
            <a:off x="6322423" y="4069306"/>
            <a:ext cx="1988422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2.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포일 교체 후 해당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Lot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에서 </a:t>
            </a: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CPC Score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변동성이 크게 나타남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3AB01307-7FF3-49AC-8727-4D02B5BC8DEC}"/>
              </a:ext>
            </a:extLst>
          </p:cNvPr>
          <p:cNvSpPr txBox="1"/>
          <p:nvPr/>
        </p:nvSpPr>
        <p:spPr>
          <a:xfrm>
            <a:off x="6433455" y="4660350"/>
            <a:ext cx="1988422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3.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안정화 생산 유지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95DDE7D9-98A7-4B50-A9B2-39AFEEC3D8D2}"/>
              </a:ext>
            </a:extLst>
          </p:cNvPr>
          <p:cNvSpPr txBox="1"/>
          <p:nvPr/>
        </p:nvSpPr>
        <p:spPr>
          <a:xfrm>
            <a:off x="5174378" y="4943336"/>
            <a:ext cx="840080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1.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포일 교체 발생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66CF613E-2913-4DF8-B8FA-DD5AEA8D31A6}"/>
              </a:ext>
            </a:extLst>
          </p:cNvPr>
          <p:cNvSpPr txBox="1"/>
          <p:nvPr/>
        </p:nvSpPr>
        <p:spPr>
          <a:xfrm>
            <a:off x="1760618" y="6501136"/>
            <a:ext cx="840080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1.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포일 교체 발생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15591793-2E59-4225-A40E-93200C22AC66}"/>
              </a:ext>
            </a:extLst>
          </p:cNvPr>
          <p:cNvSpPr txBox="1"/>
          <p:nvPr/>
        </p:nvSpPr>
        <p:spPr>
          <a:xfrm>
            <a:off x="2023779" y="5635342"/>
            <a:ext cx="1988422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2. CPC Score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변동성이 크게 나타남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C9516110-5928-4A6F-946B-A900D028D95F}"/>
              </a:ext>
            </a:extLst>
          </p:cNvPr>
          <p:cNvSpPr txBox="1"/>
          <p:nvPr/>
        </p:nvSpPr>
        <p:spPr>
          <a:xfrm>
            <a:off x="3568065" y="6053198"/>
            <a:ext cx="1988422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3. </a:t>
            </a:r>
            <a:r>
              <a: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rPr>
              <a:t>번복 제어 없이 안정화 생산 유지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EC6770F3-84A0-4226-9C87-69F08DF6A295}"/>
              </a:ext>
            </a:extLst>
          </p:cNvPr>
          <p:cNvSpPr txBox="1"/>
          <p:nvPr/>
        </p:nvSpPr>
        <p:spPr>
          <a:xfrm>
            <a:off x="7845511" y="6637255"/>
            <a:ext cx="1261775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GM1 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 </a:t>
            </a: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 </a:t>
            </a: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9/20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</a:t>
            </a: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21:55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분 데이터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5133DDC8-B12E-4956-B003-1C27D34CE7E1}"/>
              </a:ext>
            </a:extLst>
          </p:cNvPr>
          <p:cNvSpPr txBox="1"/>
          <p:nvPr/>
        </p:nvSpPr>
        <p:spPr>
          <a:xfrm>
            <a:off x="7845511" y="5103351"/>
            <a:ext cx="1261775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GM1 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 </a:t>
            </a: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 </a:t>
            </a: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9/20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</a:t>
            </a: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08:20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분 데이터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66AA8AAB-24E5-4260-8030-9DDA3B051D58}"/>
              </a:ext>
            </a:extLst>
          </p:cNvPr>
          <p:cNvSpPr txBox="1"/>
          <p:nvPr/>
        </p:nvSpPr>
        <p:spPr>
          <a:xfrm>
            <a:off x="7845511" y="3517246"/>
            <a:ext cx="1261776" cy="831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GM1 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 </a:t>
            </a: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 </a:t>
            </a: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9/15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</a:t>
            </a:r>
            <a:r>
              <a:rPr lang="en-US" altLang="ko-KR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13:40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분 데이터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E7E7A695-16B4-49CF-9B29-5E8D534EB6BD}"/>
              </a:ext>
            </a:extLst>
          </p:cNvPr>
          <p:cNvSpPr txBox="1"/>
          <p:nvPr/>
        </p:nvSpPr>
        <p:spPr>
          <a:xfrm>
            <a:off x="8165437" y="360113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marR="0" lvl="0" indent="0" algn="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b="0" i="0" u="none" strike="noStrike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 sz="1100">
                <a:latin typeface="Arial Narrow"/>
                <a:ea typeface="LG스마트체 Regular"/>
              </a:rPr>
              <a:t>업데이트 시간 </a:t>
            </a:r>
            <a:r>
              <a:rPr lang="en-US" altLang="ko-KR" sz="1100">
                <a:latin typeface="Arial Narrow"/>
                <a:ea typeface="LG스마트체 Regular"/>
              </a:rPr>
              <a:t>: 09/24(</a:t>
            </a:r>
            <a:r>
              <a:rPr lang="ko-KR" altLang="en-US" sz="1100">
                <a:latin typeface="Arial Narrow"/>
                <a:ea typeface="LG스마트체 Regular"/>
              </a:rPr>
              <a:t>수</a:t>
            </a:r>
            <a:r>
              <a:rPr lang="en-US" altLang="ko-KR" sz="1100">
                <a:latin typeface="Arial Narrow"/>
                <a:ea typeface="LG스마트체 Regular"/>
              </a:rPr>
              <a:t>) 12</a:t>
            </a:r>
            <a:r>
              <a:rPr lang="ko-KR" altLang="en-US" sz="1100">
                <a:latin typeface="Arial Narrow"/>
                <a:ea typeface="LG스마트체 Regular"/>
              </a:rPr>
              <a:t>시</a:t>
            </a:r>
          </a:p>
        </p:txBody>
      </p:sp>
      <p:sp>
        <p:nvSpPr>
          <p:cNvPr id="154" name="내용 개체 틀 20">
            <a:extLst>
              <a:ext uri="{FF2B5EF4-FFF2-40B4-BE49-F238E27FC236}">
                <a16:creationId xmlns:a16="http://schemas.microsoft.com/office/drawing/2014/main" id="{4891F635-6EF3-42C4-9CA4-1EBAD1C74F18}"/>
              </a:ext>
            </a:extLst>
          </p:cNvPr>
          <p:cNvSpPr txBox="1">
            <a:spLocks/>
          </p:cNvSpPr>
          <p:nvPr/>
        </p:nvSpPr>
        <p:spPr>
          <a:xfrm>
            <a:off x="8165437" y="190836"/>
            <a:ext cx="846386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marR="0" lvl="0" indent="0" algn="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b="0" i="0" u="none" strike="noStrike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 sz="1100">
                <a:latin typeface="Arial Narrow"/>
                <a:ea typeface="LG스마트체 Regular"/>
              </a:rPr>
              <a:t>작성자 </a:t>
            </a:r>
            <a:r>
              <a:rPr lang="en-US" altLang="ko-KR" sz="1100">
                <a:latin typeface="Arial Narrow"/>
                <a:ea typeface="LG스마트체 Regular"/>
              </a:rPr>
              <a:t>: </a:t>
            </a:r>
            <a:r>
              <a:rPr lang="ko-KR" altLang="en-US" sz="1100">
                <a:latin typeface="Arial Narrow"/>
                <a:ea typeface="LG스마트체 Regular"/>
              </a:rPr>
              <a:t>최창락</a:t>
            </a:r>
          </a:p>
        </p:txBody>
      </p:sp>
    </p:spTree>
    <p:extLst>
      <p:ext uri="{BB962C8B-B14F-4D97-AF65-F5344CB8AC3E}">
        <p14:creationId xmlns:p14="http://schemas.microsoft.com/office/powerpoint/2010/main" val="994161526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3">
            <a:extLst>
              <a:ext uri="{FF2B5EF4-FFF2-40B4-BE49-F238E27FC236}">
                <a16:creationId xmlns:a16="http://schemas.microsoft.com/office/drawing/2014/main" id="{024EE40A-D5F9-027A-25B2-25094306B9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2706" y="833864"/>
            <a:ext cx="3491762" cy="349702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98000">
                <a:schemeClr val="bg1"/>
              </a:gs>
              <a:gs pos="99000">
                <a:schemeClr val="tx1"/>
              </a:gs>
              <a:gs pos="100000">
                <a:schemeClr val="tx1"/>
              </a:gs>
            </a:gsLst>
            <a:lin ang="5400000" scaled="1"/>
            <a:tileRect/>
          </a:gradFill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>
            <a:defPPr>
              <a:defRPr lang="ko-KR"/>
            </a:defPPr>
            <a:lvl1pPr fontAlgn="auto">
              <a:spcAft>
                <a:spcPts val="0"/>
              </a:spcAft>
              <a:defRPr kumimoji="0" b="1">
                <a:solidFill>
                  <a:srgbClr val="000000"/>
                </a:solidFill>
                <a:latin typeface="Arial Narrow" panose="020B0606020202030204" pitchFamily="34" charset="0"/>
                <a:ea typeface="LG스마트체 Light" panose="020B0600000101010101" pitchFamily="50" charset="-127"/>
                <a:cs typeface="Arial" pitchFamily="34" charset="0"/>
              </a:defRPr>
            </a:lvl1pPr>
          </a:lstStyle>
          <a:p>
            <a:r>
              <a:rPr lang="ko-KR" altLang="en-US">
                <a:solidFill>
                  <a:schemeClr val="tx1"/>
                </a:solidFill>
                <a:ea typeface="LG스마트체 Regular" panose="020B0600000101010101" pitchFamily="50" charset="-127"/>
              </a:rPr>
              <a:t>보조</a:t>
            </a:r>
            <a:r>
              <a:rPr lang="en-US" altLang="ko-KR">
                <a:solidFill>
                  <a:schemeClr val="tx1"/>
                </a:solidFill>
                <a:ea typeface="LG스마트체 Regular" panose="020B0600000101010101" pitchFamily="50" charset="-127"/>
              </a:rPr>
              <a:t>. CPC </a:t>
            </a:r>
            <a:r>
              <a:rPr lang="ko-KR" altLang="en-US">
                <a:solidFill>
                  <a:schemeClr val="tx1"/>
                </a:solidFill>
                <a:ea typeface="LG스마트체 Regular" panose="020B0600000101010101" pitchFamily="50" charset="-127"/>
              </a:rPr>
              <a:t>제어 고도화 자동보정 개발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CABEC6C-9ECA-DCFD-C2AF-6092186D9368}"/>
              </a:ext>
            </a:extLst>
          </p:cNvPr>
          <p:cNvSpPr txBox="1"/>
          <p:nvPr/>
        </p:nvSpPr>
        <p:spPr>
          <a:xfrm>
            <a:off x="148584" y="1194930"/>
            <a:ext cx="9588309" cy="3306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ct val="120000"/>
              </a:lnSpc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CPC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관련 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가지 항목에 대한 고도화 개발의 건입니다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① 포일교체 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CPC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제어 개발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② 제어 로직 고도화</a:t>
            </a:r>
            <a:endParaRPr lang="en-US" altLang="ko-KR" sz="14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9B76E4B-D674-30E8-809F-CA43CB0CC164}"/>
              </a:ext>
            </a:extLst>
          </p:cNvPr>
          <p:cNvSpPr/>
          <p:nvPr/>
        </p:nvSpPr>
        <p:spPr>
          <a:xfrm>
            <a:off x="270488" y="1977382"/>
            <a:ext cx="4476202" cy="2011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0000" tIns="46800" rIns="90000" bIns="0">
            <a:spAutoFit/>
          </a:bodyPr>
          <a:lstStyle/>
          <a:p>
            <a:pPr marL="90488" lvl="2" indent="-90488">
              <a:spcAft>
                <a:spcPts val="200"/>
              </a:spcAft>
              <a:buFontTx/>
              <a:buChar char="-"/>
              <a:tabLst>
                <a:tab pos="180000" algn="l"/>
                <a:tab pos="1090800" algn="l"/>
                <a:tab pos="1324800" algn="l"/>
              </a:tabLst>
              <a:defRPr/>
            </a:pPr>
            <a:endParaRPr kumimoji="1" lang="en-US" altLang="ko-KR" sz="1000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C79E87C7-326F-73D5-F84C-CB6FF76C2E20}"/>
              </a:ext>
            </a:extLst>
          </p:cNvPr>
          <p:cNvSpPr/>
          <p:nvPr/>
        </p:nvSpPr>
        <p:spPr>
          <a:xfrm>
            <a:off x="264449" y="2009137"/>
            <a:ext cx="4688551" cy="5653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0000" tIns="46800" rIns="90000" bIns="0">
            <a:spAutoFit/>
          </a:bodyPr>
          <a:lstStyle/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kumimoji="1" lang="ko-KR" altLang="en-US" sz="11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기존 로직</a:t>
            </a:r>
            <a:br>
              <a:rPr kumimoji="1" lang="en-US" altLang="ko-KR" sz="105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</a:br>
            <a:r>
              <a:rPr kumimoji="1" lang="en-US" altLang="ko-KR" sz="105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①</a:t>
            </a:r>
            <a:r>
              <a:rPr lang="ko-KR" altLang="en-US" sz="1050">
                <a:latin typeface="Arial Narrow"/>
                <a:ea typeface="LG스마트체 Regular"/>
                <a:cs typeface="Microsoft GothicNeo"/>
              </a:rPr>
              <a:t>포일 교체</a:t>
            </a:r>
            <a:r>
              <a:rPr lang="en-US" altLang="ko-KR" sz="1050">
                <a:latin typeface="Arial Narrow"/>
                <a:ea typeface="LG스마트체 Regular"/>
                <a:cs typeface="Microsoft GothicNeo"/>
              </a:rPr>
              <a:t>/</a:t>
            </a:r>
            <a:r>
              <a:rPr lang="ko-KR" altLang="en-US" sz="1050" err="1">
                <a:latin typeface="Arial Narrow"/>
                <a:ea typeface="LG스마트체 Regular"/>
                <a:cs typeface="Microsoft GothicNeo"/>
              </a:rPr>
              <a:t>재조건</a:t>
            </a:r>
            <a:r>
              <a:rPr lang="ko-KR" altLang="en-US" sz="1050">
                <a:latin typeface="Arial Narrow"/>
                <a:ea typeface="LG스마트체 Regular"/>
                <a:cs typeface="Microsoft GothicNeo"/>
              </a:rPr>
              <a:t> 조정 후 일정</a:t>
            </a:r>
            <a:r>
              <a:rPr lang="en-US" altLang="ko-KR" sz="1050">
                <a:latin typeface="Arial Narrow"/>
                <a:ea typeface="LG스마트체 Regular"/>
                <a:cs typeface="Microsoft GothicNeo"/>
              </a:rPr>
              <a:t> </a:t>
            </a:r>
            <a:r>
              <a:rPr lang="ko-KR" altLang="en-US" sz="1050">
                <a:latin typeface="Arial Narrow"/>
                <a:ea typeface="LG스마트체 Regular"/>
                <a:cs typeface="Microsoft GothicNeo"/>
              </a:rPr>
              <a:t>시간 경과 후</a:t>
            </a:r>
            <a:r>
              <a:rPr lang="en-US" altLang="ko-KR" sz="1050">
                <a:latin typeface="Arial Narrow"/>
                <a:ea typeface="LG스마트체 Regular"/>
                <a:cs typeface="Microsoft GothicNeo"/>
              </a:rPr>
              <a:t>(TBM) </a:t>
            </a:r>
            <a:r>
              <a:rPr lang="ko-KR" altLang="en-US" sz="1050">
                <a:latin typeface="Arial Narrow"/>
                <a:ea typeface="LG스마트체 Regular"/>
                <a:cs typeface="Microsoft GothicNeo"/>
              </a:rPr>
              <a:t>제어 판단을 시작함</a:t>
            </a:r>
            <a:endParaRPr lang="en-US" altLang="ko-KR" sz="1050">
              <a:latin typeface="Arial Narrow"/>
              <a:ea typeface="LG스마트체 Regular"/>
              <a:cs typeface="Microsoft GothicNeo"/>
            </a:endParaRPr>
          </a:p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lang="en-US" altLang="ko-KR" sz="1050">
                <a:latin typeface="Arial Narrow"/>
                <a:ea typeface="LG스마트체 Regular"/>
                <a:cs typeface="Microsoft GothicNeo"/>
              </a:rPr>
              <a:t>    (</a:t>
            </a:r>
            <a:r>
              <a:rPr lang="ko-KR" altLang="en-US" sz="1050">
                <a:latin typeface="Arial Narrow"/>
                <a:ea typeface="LG스마트체 Regular"/>
                <a:cs typeface="Microsoft GothicNeo"/>
              </a:rPr>
              <a:t>연속 코팅 적용 전</a:t>
            </a:r>
            <a:r>
              <a:rPr lang="en-US" altLang="ko-KR" sz="1050">
                <a:latin typeface="Arial Narrow"/>
                <a:ea typeface="LG스마트체 Regular"/>
                <a:cs typeface="Microsoft GothicNeo"/>
              </a:rPr>
              <a:t>/</a:t>
            </a:r>
            <a:r>
              <a:rPr lang="ko-KR" altLang="en-US" sz="1050">
                <a:latin typeface="Arial Narrow"/>
                <a:ea typeface="LG스마트체 Regular"/>
                <a:cs typeface="Microsoft GothicNeo"/>
              </a:rPr>
              <a:t>초기</a:t>
            </a:r>
            <a:r>
              <a:rPr lang="en-US" altLang="ko-KR" sz="1050">
                <a:latin typeface="Arial Narrow"/>
                <a:ea typeface="LG스마트체 Regular"/>
                <a:cs typeface="Microsoft GothicNeo"/>
              </a:rPr>
              <a:t>)</a:t>
            </a:r>
            <a:endParaRPr kumimoji="1" lang="en-US" altLang="ko-KR" sz="1050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862772D-8C68-7387-B941-425DBC98EC8C}"/>
              </a:ext>
            </a:extLst>
          </p:cNvPr>
          <p:cNvSpPr/>
          <p:nvPr/>
        </p:nvSpPr>
        <p:spPr>
          <a:xfrm>
            <a:off x="173550" y="1735879"/>
            <a:ext cx="4779450" cy="2381717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88CC072-4A70-0FD3-457D-369C811CA6A7}"/>
              </a:ext>
            </a:extLst>
          </p:cNvPr>
          <p:cNvSpPr/>
          <p:nvPr/>
        </p:nvSpPr>
        <p:spPr>
          <a:xfrm>
            <a:off x="4948302" y="1735879"/>
            <a:ext cx="4779450" cy="2381717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F4433F4-B106-C6C4-C774-F4B15F31B98B}"/>
              </a:ext>
            </a:extLst>
          </p:cNvPr>
          <p:cNvSpPr/>
          <p:nvPr/>
        </p:nvSpPr>
        <p:spPr>
          <a:xfrm>
            <a:off x="4949428" y="1546803"/>
            <a:ext cx="1261777" cy="187418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rtlCol="0" anchor="ctr"/>
          <a:lstStyle/>
          <a:p>
            <a:pPr lvl="0" algn="ctr" latinLnBrk="0">
              <a:defRPr/>
            </a:pPr>
            <a:r>
              <a:rPr lang="en-US" altLang="ko-KR" sz="12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TO-BE</a:t>
            </a:r>
            <a:endParaRPr lang="ko-KR" altLang="en-US" sz="1200" b="1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331D66D8-046C-623D-BF2D-F1119B336026}"/>
              </a:ext>
            </a:extLst>
          </p:cNvPr>
          <p:cNvSpPr/>
          <p:nvPr/>
        </p:nvSpPr>
        <p:spPr>
          <a:xfrm>
            <a:off x="5035928" y="2009137"/>
            <a:ext cx="4688551" cy="3858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0000" tIns="46800" rIns="90000" bIns="0">
            <a:spAutoFit/>
          </a:bodyPr>
          <a:lstStyle/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kumimoji="1" lang="ko-KR" altLang="en-US" sz="11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신규 로직 </a:t>
            </a:r>
            <a:r>
              <a:rPr kumimoji="1" lang="en-US" altLang="ko-KR" sz="11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(</a:t>
            </a:r>
            <a:r>
              <a:rPr kumimoji="1" lang="ko-KR" altLang="en-US" sz="11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검증 중</a:t>
            </a:r>
            <a:r>
              <a:rPr kumimoji="1" lang="en-US" altLang="ko-KR" sz="11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)</a:t>
            </a:r>
            <a:br>
              <a:rPr kumimoji="1" lang="en-US" altLang="ko-KR" sz="105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</a:br>
            <a:r>
              <a:rPr kumimoji="1" lang="en-US" altLang="ko-KR" sz="105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①</a:t>
            </a:r>
            <a:r>
              <a:rPr lang="ko-KR" altLang="en-US" sz="1050">
                <a:latin typeface="Arial Narrow"/>
                <a:ea typeface="LG스마트체 Regular"/>
                <a:cs typeface="Microsoft GothicNeo"/>
              </a:rPr>
              <a:t>포일교체</a:t>
            </a:r>
            <a:r>
              <a:rPr lang="en-US" altLang="ko-KR" sz="1050">
                <a:latin typeface="Arial Narrow"/>
                <a:ea typeface="LG스마트체 Regular"/>
                <a:cs typeface="Microsoft GothicNeo"/>
              </a:rPr>
              <a:t>/</a:t>
            </a:r>
            <a:r>
              <a:rPr lang="ko-KR" altLang="en-US" sz="1050">
                <a:latin typeface="Arial Narrow"/>
                <a:ea typeface="LG스마트체 Regular"/>
                <a:cs typeface="Microsoft GothicNeo"/>
              </a:rPr>
              <a:t>재조건조정에서 폭의 안정화 상태를 판단하여 제어 동작을 수행함</a:t>
            </a:r>
            <a:endParaRPr kumimoji="1" lang="en-US" altLang="ko-KR" sz="1050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9284780-9D83-8843-6F2E-FFDDD8E44C7A}"/>
              </a:ext>
            </a:extLst>
          </p:cNvPr>
          <p:cNvSpPr/>
          <p:nvPr/>
        </p:nvSpPr>
        <p:spPr>
          <a:xfrm>
            <a:off x="5035928" y="4365100"/>
            <a:ext cx="4688551" cy="7525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0000" tIns="46800" rIns="90000" bIns="0">
            <a:spAutoFit/>
          </a:bodyPr>
          <a:lstStyle/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kumimoji="1" lang="ko-KR" altLang="en-US" sz="11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신규 로직 </a:t>
            </a:r>
            <a:r>
              <a:rPr kumimoji="1" lang="en-US" altLang="ko-KR" sz="11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(</a:t>
            </a:r>
            <a:r>
              <a:rPr kumimoji="1" lang="ko-KR" altLang="en-US" sz="11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검증 중</a:t>
            </a:r>
            <a:r>
              <a:rPr kumimoji="1" lang="en-US" altLang="ko-KR" sz="11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, 8/1~) : </a:t>
            </a:r>
            <a:r>
              <a:rPr kumimoji="1" lang="ko-KR" altLang="en-US" sz="11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예측 제어</a:t>
            </a:r>
            <a:br>
              <a:rPr kumimoji="1" lang="en-US" altLang="ko-KR" sz="105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</a:br>
            <a:r>
              <a:rPr kumimoji="1" lang="en-US" altLang="ko-KR" sz="105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 ①Back </a:t>
            </a:r>
            <a:r>
              <a:rPr kumimoji="1" lang="ko-KR" altLang="en-US" sz="105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코팅 시점과 </a:t>
            </a:r>
            <a:r>
              <a:rPr kumimoji="1" lang="en-US" altLang="ko-KR" sz="105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15</a:t>
            </a:r>
            <a:r>
              <a:rPr kumimoji="1" lang="ko-KR" altLang="en-US" sz="105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초 이후 미스매치를 예상하여 </a:t>
            </a:r>
            <a:r>
              <a:rPr kumimoji="1" lang="en-US" altLang="ko-KR" sz="105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Back CPC </a:t>
            </a:r>
            <a:r>
              <a:rPr kumimoji="1" lang="ko-KR" altLang="en-US" sz="105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제어</a:t>
            </a:r>
            <a:endParaRPr kumimoji="1" lang="en-US" altLang="ko-KR" sz="1050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kumimoji="1" lang="en-US" altLang="ko-KR" sz="105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     : </a:t>
            </a:r>
            <a:r>
              <a:rPr kumimoji="1" lang="ko-KR" altLang="en-US" sz="105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예측 제어를 통한 미스매치 헌팅 이전에 사전 제어</a:t>
            </a:r>
            <a:endParaRPr kumimoji="1" lang="en-US" altLang="ko-KR" sz="1050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kumimoji="1" lang="en-US" altLang="ko-KR" sz="1050" kern="0">
                <a:solidFill>
                  <a:srgbClr val="000000"/>
                </a:solidFill>
                <a:latin typeface="Arial Narrow"/>
                <a:ea typeface="LG스마트체 Regular"/>
                <a:cs typeface="Microsoft GothicNeo"/>
                <a:sym typeface="Wingdings" panose="05000000000000000000" pitchFamily="2" charset="2"/>
              </a:rPr>
              <a:t>  ②</a:t>
            </a:r>
            <a:r>
              <a:rPr kumimoji="1" lang="ko-KR" altLang="en-US" sz="1050" kern="0">
                <a:solidFill>
                  <a:srgbClr val="000000"/>
                </a:solidFill>
                <a:latin typeface="Arial Narrow"/>
                <a:ea typeface="LG스마트체 Regular"/>
                <a:cs typeface="Microsoft GothicNeo"/>
                <a:sym typeface="Wingdings" panose="05000000000000000000" pitchFamily="2" charset="2"/>
              </a:rPr>
              <a:t>미스 매치 수준 판단 주기 단축 </a:t>
            </a:r>
            <a:r>
              <a:rPr kumimoji="1" lang="en-US" altLang="ko-KR" sz="1050" kern="0">
                <a:solidFill>
                  <a:srgbClr val="000000"/>
                </a:solidFill>
                <a:latin typeface="Arial Narrow"/>
                <a:ea typeface="LG스마트체 Regular"/>
                <a:cs typeface="Microsoft GothicNeo"/>
                <a:sym typeface="Wingdings" panose="05000000000000000000" pitchFamily="2" charset="2"/>
              </a:rPr>
              <a:t>: 7→ 1</a:t>
            </a:r>
            <a:r>
              <a:rPr kumimoji="1" lang="ko-KR" altLang="en-US" sz="1050" kern="0">
                <a:solidFill>
                  <a:srgbClr val="000000"/>
                </a:solidFill>
                <a:latin typeface="Arial Narrow"/>
                <a:ea typeface="LG스마트체 Regular"/>
                <a:cs typeface="Microsoft GothicNeo"/>
                <a:sym typeface="Wingdings" panose="05000000000000000000" pitchFamily="2" charset="2"/>
              </a:rPr>
              <a:t>초</a:t>
            </a:r>
            <a:r>
              <a:rPr kumimoji="1" lang="en-US" altLang="ko-KR" sz="1050" kern="0">
                <a:solidFill>
                  <a:srgbClr val="000000"/>
                </a:solidFill>
                <a:latin typeface="Arial Narrow"/>
                <a:ea typeface="LG스마트체 Regular"/>
                <a:cs typeface="Microsoft GothicNeo"/>
                <a:sym typeface="Wingdings" panose="05000000000000000000" pitchFamily="2" charset="2"/>
              </a:rPr>
              <a:t> 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99E93ADE-1D60-E118-E173-0B86ECC057B0}"/>
              </a:ext>
            </a:extLst>
          </p:cNvPr>
          <p:cNvSpPr/>
          <p:nvPr/>
        </p:nvSpPr>
        <p:spPr>
          <a:xfrm>
            <a:off x="173550" y="1735880"/>
            <a:ext cx="9550929" cy="19823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53CAA0E-AC26-15AF-AFA5-C587862EFC91}"/>
              </a:ext>
            </a:extLst>
          </p:cNvPr>
          <p:cNvSpPr/>
          <p:nvPr/>
        </p:nvSpPr>
        <p:spPr>
          <a:xfrm>
            <a:off x="178248" y="1693386"/>
            <a:ext cx="4119536" cy="2319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0000" tIns="46800" rIns="90000" bIns="0">
            <a:spAutoFit/>
          </a:bodyPr>
          <a:lstStyle/>
          <a:p>
            <a:pPr marL="0" lvl="2" latinLnBrk="0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1.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포일 교체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CPC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제어 개선</a:t>
            </a:r>
            <a:endParaRPr kumimoji="1" lang="en-US" altLang="ko-KR" sz="1200" u="sng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CEDC75C-B814-B8F4-6F48-C043EB2374B3}"/>
              </a:ext>
            </a:extLst>
          </p:cNvPr>
          <p:cNvSpPr/>
          <p:nvPr/>
        </p:nvSpPr>
        <p:spPr>
          <a:xfrm>
            <a:off x="173550" y="1546805"/>
            <a:ext cx="1261777" cy="187418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rtlCol="0" anchor="ctr"/>
          <a:lstStyle/>
          <a:p>
            <a:pPr algn="ctr"/>
            <a:r>
              <a:rPr lang="en-US" altLang="ko-KR" sz="12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AS-IS</a:t>
            </a:r>
            <a:endParaRPr lang="ko-KR" altLang="en-US" sz="1200" b="1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9C7B919-F304-EC38-C3D2-EBE600A528DF}"/>
              </a:ext>
            </a:extLst>
          </p:cNvPr>
          <p:cNvSpPr/>
          <p:nvPr/>
        </p:nvSpPr>
        <p:spPr>
          <a:xfrm>
            <a:off x="173550" y="4188063"/>
            <a:ext cx="9558900" cy="19823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84A66E7-0065-D873-5E1D-48E9C43A6681}"/>
              </a:ext>
            </a:extLst>
          </p:cNvPr>
          <p:cNvSpPr/>
          <p:nvPr/>
        </p:nvSpPr>
        <p:spPr>
          <a:xfrm>
            <a:off x="178248" y="4156183"/>
            <a:ext cx="4810756" cy="2319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0000" tIns="46800" rIns="90000" bIns="0">
            <a:spAutoFit/>
          </a:bodyPr>
          <a:lstStyle/>
          <a:p>
            <a:pPr marL="0" lvl="2" latinLnBrk="0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2.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제어 로직 고도화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(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호일 교체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+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연속 주행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)</a:t>
            </a:r>
            <a:endParaRPr kumimoji="1" lang="en-US" altLang="ko-KR" sz="1200" u="sng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008EEE3-2AD7-F5CD-5C5F-CC9CA976BE72}"/>
              </a:ext>
            </a:extLst>
          </p:cNvPr>
          <p:cNvSpPr/>
          <p:nvPr/>
        </p:nvSpPr>
        <p:spPr>
          <a:xfrm>
            <a:off x="264449" y="4365100"/>
            <a:ext cx="4688551" cy="7269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0000" tIns="46800" rIns="90000" bIns="0">
            <a:spAutoFit/>
          </a:bodyPr>
          <a:lstStyle/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kumimoji="1" lang="ko-KR" altLang="en-US" sz="11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기존 로직 </a:t>
            </a:r>
            <a:r>
              <a:rPr kumimoji="1" lang="en-US" altLang="ko-KR" sz="11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: </a:t>
            </a:r>
            <a:r>
              <a:rPr kumimoji="1" lang="ko-KR" altLang="en-US" sz="11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현 데이터 기준 제어</a:t>
            </a:r>
            <a:br>
              <a:rPr kumimoji="1" lang="en-US" altLang="ko-KR" sz="105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</a:br>
            <a:r>
              <a:rPr kumimoji="1" lang="en-US" altLang="ko-KR" sz="105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 </a:t>
            </a:r>
            <a:r>
              <a:rPr kumimoji="1" lang="en-US" altLang="ko-KR" sz="1050" kern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anose="05000000000000000000" pitchFamily="2" charset="2"/>
              </a:rPr>
              <a:t>①Back </a:t>
            </a:r>
            <a:r>
              <a:rPr kumimoji="1" lang="ko-KR" altLang="en-US" sz="1050" kern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anose="05000000000000000000" pitchFamily="2" charset="2"/>
              </a:rPr>
              <a:t>코팅 시점</a:t>
            </a:r>
            <a:r>
              <a:rPr kumimoji="1" lang="en-US" altLang="ko-KR" sz="1050" kern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anose="05000000000000000000" pitchFamily="2" charset="2"/>
              </a:rPr>
              <a:t>(</a:t>
            </a:r>
            <a:r>
              <a:rPr kumimoji="1" lang="ko-KR" altLang="en-US" sz="1050" kern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anose="05000000000000000000" pitchFamily="2" charset="2"/>
              </a:rPr>
              <a:t>현재</a:t>
            </a:r>
            <a:r>
              <a:rPr kumimoji="1" lang="en-US" altLang="ko-KR" sz="1050" kern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anose="05000000000000000000" pitchFamily="2" charset="2"/>
              </a:rPr>
              <a:t>)</a:t>
            </a:r>
            <a:r>
              <a:rPr kumimoji="1" lang="ko-KR" altLang="en-US" sz="1050" kern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anose="05000000000000000000" pitchFamily="2" charset="2"/>
              </a:rPr>
              <a:t>의 </a:t>
            </a:r>
            <a:r>
              <a:rPr kumimoji="1" lang="en-US" altLang="ko-KR" sz="1050" kern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anose="05000000000000000000" pitchFamily="2" charset="2"/>
              </a:rPr>
              <a:t>Top </a:t>
            </a:r>
            <a:r>
              <a:rPr kumimoji="1" lang="ko-KR" altLang="en-US" sz="1050" kern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anose="05000000000000000000" pitchFamily="2" charset="2"/>
              </a:rPr>
              <a:t>폭 데이터 기반으로 </a:t>
            </a:r>
            <a:r>
              <a:rPr kumimoji="1" lang="en-US" altLang="ko-KR" sz="1050" kern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anose="05000000000000000000" pitchFamily="2" charset="2"/>
              </a:rPr>
              <a:t>CPC </a:t>
            </a:r>
            <a:r>
              <a:rPr kumimoji="1" lang="ko-KR" altLang="en-US" sz="1050" kern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anose="05000000000000000000" pitchFamily="2" charset="2"/>
              </a:rPr>
              <a:t>제어</a:t>
            </a:r>
            <a:endParaRPr kumimoji="1" lang="en-US" altLang="ko-KR" sz="1050" kern="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sym typeface="Wingdings" panose="05000000000000000000" pitchFamily="2" charset="2"/>
            </a:endParaRPr>
          </a:p>
          <a:p>
            <a:pPr marL="0" lvl="2">
              <a:spcAft>
                <a:spcPts val="200"/>
              </a:spcAft>
              <a:tabLst>
                <a:tab pos="180000" algn="l"/>
                <a:tab pos="1090800" algn="l"/>
                <a:tab pos="1324800" algn="l"/>
              </a:tabLst>
              <a:defRPr/>
            </a:pPr>
            <a:r>
              <a:rPr kumimoji="1" lang="en-US" altLang="ko-KR" sz="1050" kern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GothicNeo"/>
                <a:sym typeface="Wingdings" panose="05000000000000000000" pitchFamily="2" charset="2"/>
              </a:rPr>
              <a:t>     : Back</a:t>
            </a:r>
            <a:r>
              <a:rPr kumimoji="1" lang="ko-KR" altLang="en-US" sz="1050" kern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GothicNeo"/>
                <a:sym typeface="Wingdings" panose="05000000000000000000" pitchFamily="2" charset="2"/>
              </a:rPr>
              <a:t> 코팅 시점 이후 변동에 대해서 제어 반응 지연 가능</a:t>
            </a:r>
            <a:br>
              <a:rPr lang="en-US" altLang="ko-KR" sz="1050">
                <a:latin typeface="Arial Narrow"/>
                <a:ea typeface="LG스마트체 Regular"/>
                <a:cs typeface="Microsoft GothicNeo"/>
              </a:rPr>
            </a:br>
            <a:r>
              <a:rPr lang="en-US" altLang="ko-KR" sz="1050">
                <a:latin typeface="Arial Narrow"/>
                <a:ea typeface="LG스마트체 Regular"/>
                <a:cs typeface="Microsoft GothicNeo"/>
              </a:rPr>
              <a:t>  </a:t>
            </a:r>
            <a:r>
              <a:rPr lang="en-US" altLang="ko-KR" sz="1050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GothicNeo"/>
              </a:rPr>
              <a:t>② </a:t>
            </a:r>
            <a:r>
              <a:rPr lang="ko-KR" altLang="en-US" sz="1050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GothicNeo"/>
              </a:rPr>
              <a:t>현재 미스매치 수준 파단 주기 </a:t>
            </a:r>
            <a:r>
              <a:rPr lang="en-US" altLang="ko-KR" sz="1050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GothicNeo"/>
              </a:rPr>
              <a:t>: </a:t>
            </a:r>
            <a:r>
              <a:rPr lang="en-US" altLang="ko-KR" sz="1050">
                <a:latin typeface="Arial Narrow"/>
                <a:ea typeface="LG스마트체 Regular"/>
                <a:cs typeface="Microsoft GothicNeo"/>
              </a:rPr>
              <a:t>7</a:t>
            </a:r>
            <a:r>
              <a:rPr lang="ko-KR" altLang="en-US" sz="1050">
                <a:latin typeface="Arial Narrow"/>
                <a:ea typeface="LG스마트체 Regular"/>
                <a:cs typeface="Microsoft GothicNeo"/>
              </a:rPr>
              <a:t>초</a:t>
            </a:r>
            <a:r>
              <a:rPr lang="en-US" altLang="ko-KR" sz="1050">
                <a:latin typeface="Arial Narrow"/>
                <a:ea typeface="LG스마트체 Regular"/>
                <a:cs typeface="Microsoft GothicNeo"/>
              </a:rPr>
              <a:t>, </a:t>
            </a:r>
            <a:r>
              <a:rPr lang="ko-KR" altLang="en-US" sz="1050" err="1">
                <a:latin typeface="Arial Narrow"/>
                <a:ea typeface="LG스마트체 Regular"/>
                <a:cs typeface="Microsoft GothicNeo"/>
              </a:rPr>
              <a:t>웹게이지</a:t>
            </a:r>
            <a:r>
              <a:rPr lang="ko-KR" altLang="en-US" sz="1050">
                <a:latin typeface="Arial Narrow"/>
                <a:ea typeface="LG스마트체 Regular"/>
                <a:cs typeface="Microsoft GothicNeo"/>
              </a:rPr>
              <a:t> 스캔 주기와 일치화</a:t>
            </a:r>
            <a:endParaRPr kumimoji="1" lang="en-US" altLang="ko-KR" sz="1050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sym typeface="Wingdings" panose="05000000000000000000" pitchFamily="2" charset="2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E611006F-3C82-4ABE-E4DD-746B479DE12E}"/>
              </a:ext>
            </a:extLst>
          </p:cNvPr>
          <p:cNvGrpSpPr/>
          <p:nvPr/>
        </p:nvGrpSpPr>
        <p:grpSpPr>
          <a:xfrm>
            <a:off x="118283" y="2656291"/>
            <a:ext cx="4758128" cy="1405799"/>
            <a:chOff x="118283" y="2304464"/>
            <a:chExt cx="4758128" cy="1405799"/>
          </a:xfrm>
        </p:grpSpPr>
        <p:pic>
          <p:nvPicPr>
            <p:cNvPr id="19" name="그림 18">
              <a:extLst>
                <a:ext uri="{FF2B5EF4-FFF2-40B4-BE49-F238E27FC236}">
                  <a16:creationId xmlns:a16="http://schemas.microsoft.com/office/drawing/2014/main" id="{11F4FA10-5CF8-FB5A-5F99-E2E22E0139E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38464" y="2513420"/>
              <a:ext cx="4540250" cy="469506"/>
            </a:xfrm>
            <a:prstGeom prst="rect">
              <a:avLst/>
            </a:prstGeom>
          </p:spPr>
        </p:pic>
        <p:pic>
          <p:nvPicPr>
            <p:cNvPr id="20" name="그림 19">
              <a:extLst>
                <a:ext uri="{FF2B5EF4-FFF2-40B4-BE49-F238E27FC236}">
                  <a16:creationId xmlns:a16="http://schemas.microsoft.com/office/drawing/2014/main" id="{3D01E027-3EBE-0EE6-6A90-2FA6F2CDCC2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38464" y="3136837"/>
              <a:ext cx="4540250" cy="503608"/>
            </a:xfrm>
            <a:prstGeom prst="rect">
              <a:avLst/>
            </a:prstGeom>
          </p:spPr>
        </p:pic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1A3A344A-B0B9-D89C-B9BF-A14BBF3D240C}"/>
                </a:ext>
              </a:extLst>
            </p:cNvPr>
            <p:cNvSpPr/>
            <p:nvPr/>
          </p:nvSpPr>
          <p:spPr>
            <a:xfrm>
              <a:off x="363016" y="2356583"/>
              <a:ext cx="1243515" cy="18101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Top 1</a:t>
              </a:r>
              <a:r>
                <a:rPr lang="ko-KR" altLang="en-US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번폭 </a:t>
              </a:r>
              <a:r>
                <a:rPr lang="en-US" altLang="ko-KR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/ 5</a:t>
              </a:r>
              <a:r>
                <a:rPr lang="ko-KR" altLang="en-US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번폭 </a:t>
              </a:r>
              <a:r>
                <a:rPr lang="en-US" altLang="ko-KR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</a:t>
              </a:r>
              <a:r>
                <a:rPr lang="ko-KR" altLang="en-US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무지부폭</a:t>
              </a:r>
              <a:r>
                <a:rPr lang="en-US" altLang="ko-KR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</a:t>
              </a:r>
              <a:endParaRPr lang="ko-KR" altLang="en-US" sz="7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BD7AB740-39D9-8B79-75A2-05E5539BEF7E}"/>
                </a:ext>
              </a:extLst>
            </p:cNvPr>
            <p:cNvSpPr txBox="1"/>
            <p:nvPr/>
          </p:nvSpPr>
          <p:spPr>
            <a:xfrm>
              <a:off x="1374185" y="3525597"/>
              <a:ext cx="7136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en-US" altLang="ko-KR" sz="600" b="1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</a:t>
              </a:r>
              <a:r>
                <a:rPr lang="ko-KR" altLang="en-US" sz="600" b="1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포일교체 동작</a:t>
              </a:r>
              <a:r>
                <a:rPr lang="en-US" altLang="ko-KR" sz="600" b="1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</a:t>
              </a:r>
              <a:endParaRPr lang="ko-KR" altLang="en-US" sz="600" b="1">
                <a:solidFill>
                  <a:srgbClr val="006A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0D5D5FAF-EAD4-0870-E0B5-87E195D0B807}"/>
                </a:ext>
              </a:extLst>
            </p:cNvPr>
            <p:cNvSpPr/>
            <p:nvPr/>
          </p:nvSpPr>
          <p:spPr>
            <a:xfrm>
              <a:off x="363016" y="3002834"/>
              <a:ext cx="1243515" cy="18101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Top CPC SV (</a:t>
              </a:r>
              <a:r>
                <a:rPr lang="ko-KR" altLang="en-US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설비 </a:t>
              </a:r>
              <a:r>
                <a:rPr lang="en-US" altLang="ko-KR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SV)</a:t>
              </a:r>
              <a:endParaRPr lang="ko-KR" altLang="en-US" sz="7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D7496C34-D075-DA80-3B2E-3B0C0A1C042E}"/>
                </a:ext>
              </a:extLst>
            </p:cNvPr>
            <p:cNvSpPr/>
            <p:nvPr/>
          </p:nvSpPr>
          <p:spPr>
            <a:xfrm>
              <a:off x="223823" y="2304464"/>
              <a:ext cx="153834" cy="12926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87767661-E4E6-0630-BDA4-644F09285EC3}"/>
                </a:ext>
              </a:extLst>
            </p:cNvPr>
            <p:cNvGrpSpPr/>
            <p:nvPr/>
          </p:nvGrpSpPr>
          <p:grpSpPr>
            <a:xfrm>
              <a:off x="118283" y="2482188"/>
              <a:ext cx="316863" cy="534803"/>
              <a:chOff x="5337539" y="2565241"/>
              <a:chExt cx="316863" cy="534803"/>
            </a:xfrm>
          </p:grpSpPr>
          <p:sp>
            <p:nvSpPr>
              <p:cNvPr id="35" name="직사각형 34">
                <a:extLst>
                  <a:ext uri="{FF2B5EF4-FFF2-40B4-BE49-F238E27FC236}">
                    <a16:creationId xmlns:a16="http://schemas.microsoft.com/office/drawing/2014/main" id="{D86A3CF6-88A1-F4AF-AB2F-E4753DAE64C7}"/>
                  </a:ext>
                </a:extLst>
              </p:cNvPr>
              <p:cNvSpPr/>
              <p:nvPr/>
            </p:nvSpPr>
            <p:spPr>
              <a:xfrm>
                <a:off x="5337539" y="2565241"/>
                <a:ext cx="316863" cy="15862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dist"/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17.6</a:t>
                </a:r>
                <a:endParaRPr lang="ko-KR" altLang="en-US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36" name="직사각형 35">
                <a:extLst>
                  <a:ext uri="{FF2B5EF4-FFF2-40B4-BE49-F238E27FC236}">
                    <a16:creationId xmlns:a16="http://schemas.microsoft.com/office/drawing/2014/main" id="{665C215E-5B5D-F107-A9CB-76608876C69B}"/>
                  </a:ext>
                </a:extLst>
              </p:cNvPr>
              <p:cNvSpPr/>
              <p:nvPr/>
            </p:nvSpPr>
            <p:spPr>
              <a:xfrm>
                <a:off x="5337539" y="2693334"/>
                <a:ext cx="316863" cy="15862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r"/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17.4</a:t>
                </a:r>
                <a:endParaRPr lang="ko-KR" altLang="en-US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37" name="직사각형 36">
                <a:extLst>
                  <a:ext uri="{FF2B5EF4-FFF2-40B4-BE49-F238E27FC236}">
                    <a16:creationId xmlns:a16="http://schemas.microsoft.com/office/drawing/2014/main" id="{E3EF8515-1230-44AC-FFA5-755E0DD4896D}"/>
                  </a:ext>
                </a:extLst>
              </p:cNvPr>
              <p:cNvSpPr/>
              <p:nvPr/>
            </p:nvSpPr>
            <p:spPr>
              <a:xfrm>
                <a:off x="5337539" y="2807525"/>
                <a:ext cx="316863" cy="15862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r"/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17.2</a:t>
                </a:r>
                <a:endParaRPr lang="ko-KR" altLang="en-US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4FEDD740-5E0A-BF8E-BAC7-97F59AA4A3A7}"/>
                  </a:ext>
                </a:extLst>
              </p:cNvPr>
              <p:cNvSpPr/>
              <p:nvPr/>
            </p:nvSpPr>
            <p:spPr>
              <a:xfrm>
                <a:off x="5337539" y="2941423"/>
                <a:ext cx="316863" cy="15862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r"/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17</a:t>
                </a:r>
                <a:endParaRPr lang="ko-KR" altLang="en-US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</p:grpSp>
        <p:grpSp>
          <p:nvGrpSpPr>
            <p:cNvPr id="26" name="그룹 25">
              <a:extLst>
                <a:ext uri="{FF2B5EF4-FFF2-40B4-BE49-F238E27FC236}">
                  <a16:creationId xmlns:a16="http://schemas.microsoft.com/office/drawing/2014/main" id="{03A19658-6D1F-BAE0-EE27-D34A9D792BB4}"/>
                </a:ext>
              </a:extLst>
            </p:cNvPr>
            <p:cNvGrpSpPr/>
            <p:nvPr/>
          </p:nvGrpSpPr>
          <p:grpSpPr>
            <a:xfrm>
              <a:off x="119786" y="3143583"/>
              <a:ext cx="316863" cy="451829"/>
              <a:chOff x="256443" y="2952035"/>
              <a:chExt cx="316863" cy="451829"/>
            </a:xfrm>
          </p:grpSpPr>
          <p:sp>
            <p:nvSpPr>
              <p:cNvPr id="32" name="직사각형 31">
                <a:extLst>
                  <a:ext uri="{FF2B5EF4-FFF2-40B4-BE49-F238E27FC236}">
                    <a16:creationId xmlns:a16="http://schemas.microsoft.com/office/drawing/2014/main" id="{CE1C81F1-A02E-F6D0-203E-3AD0036A960B}"/>
                  </a:ext>
                </a:extLst>
              </p:cNvPr>
              <p:cNvSpPr/>
              <p:nvPr/>
            </p:nvSpPr>
            <p:spPr>
              <a:xfrm>
                <a:off x="256443" y="2952035"/>
                <a:ext cx="316863" cy="15862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r"/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-90</a:t>
                </a:r>
                <a:endParaRPr lang="ko-KR" altLang="en-US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33" name="직사각형 32">
                <a:extLst>
                  <a:ext uri="{FF2B5EF4-FFF2-40B4-BE49-F238E27FC236}">
                    <a16:creationId xmlns:a16="http://schemas.microsoft.com/office/drawing/2014/main" id="{E6733926-A9B1-C06D-F0BA-852F40A08EFE}"/>
                  </a:ext>
                </a:extLst>
              </p:cNvPr>
              <p:cNvSpPr/>
              <p:nvPr/>
            </p:nvSpPr>
            <p:spPr>
              <a:xfrm>
                <a:off x="256443" y="3104406"/>
                <a:ext cx="316863" cy="15862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r"/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-100</a:t>
                </a:r>
                <a:endParaRPr lang="ko-KR" altLang="en-US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34" name="직사각형 33">
                <a:extLst>
                  <a:ext uri="{FF2B5EF4-FFF2-40B4-BE49-F238E27FC236}">
                    <a16:creationId xmlns:a16="http://schemas.microsoft.com/office/drawing/2014/main" id="{5DAD5BC5-76A2-5D28-000D-63B81B582E58}"/>
                  </a:ext>
                </a:extLst>
              </p:cNvPr>
              <p:cNvSpPr/>
              <p:nvPr/>
            </p:nvSpPr>
            <p:spPr>
              <a:xfrm>
                <a:off x="256443" y="3245243"/>
                <a:ext cx="316863" cy="15862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r"/>
                <a:r>
                  <a:rPr lang="en-US" altLang="ko-KR" sz="600">
                    <a:solidFill>
                      <a:schemeClr val="tx1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-110</a:t>
                </a:r>
                <a:endParaRPr lang="ko-KR" altLang="en-US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</p:txBody>
          </p:sp>
        </p:grp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880C948-F2F4-D024-3E1A-CAFAC1A1A697}"/>
                </a:ext>
              </a:extLst>
            </p:cNvPr>
            <p:cNvCxnSpPr>
              <a:cxnSpLocks/>
            </p:cNvCxnSpPr>
            <p:nvPr/>
          </p:nvCxnSpPr>
          <p:spPr>
            <a:xfrm>
              <a:off x="4591070" y="2537593"/>
              <a:ext cx="0" cy="1041683"/>
            </a:xfrm>
            <a:prstGeom prst="line">
              <a:avLst/>
            </a:prstGeom>
            <a:ln w="28575">
              <a:solidFill>
                <a:srgbClr val="0066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64172A7-B581-FA88-7496-9C35AD2757A4}"/>
                </a:ext>
              </a:extLst>
            </p:cNvPr>
            <p:cNvCxnSpPr>
              <a:cxnSpLocks/>
            </p:cNvCxnSpPr>
            <p:nvPr/>
          </p:nvCxnSpPr>
          <p:spPr>
            <a:xfrm>
              <a:off x="1710710" y="2537593"/>
              <a:ext cx="0" cy="1041683"/>
            </a:xfrm>
            <a:prstGeom prst="line">
              <a:avLst/>
            </a:prstGeom>
            <a:ln w="28575">
              <a:solidFill>
                <a:srgbClr val="0066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화살표 연결선 28">
              <a:extLst>
                <a:ext uri="{FF2B5EF4-FFF2-40B4-BE49-F238E27FC236}">
                  <a16:creationId xmlns:a16="http://schemas.microsoft.com/office/drawing/2014/main" id="{42BD9B7E-0F24-FC9C-47DB-7ABDCDB84AC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738965" y="3037540"/>
              <a:ext cx="2841989" cy="10516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746AA01-5A6F-824C-9774-7D78D00AE237}"/>
                </a:ext>
              </a:extLst>
            </p:cNvPr>
            <p:cNvSpPr txBox="1"/>
            <p:nvPr/>
          </p:nvSpPr>
          <p:spPr>
            <a:xfrm>
              <a:off x="3009674" y="3014118"/>
              <a:ext cx="45048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분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30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초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C6FC3884-C1C2-372C-3054-9B0A3171751A}"/>
                </a:ext>
              </a:extLst>
            </p:cNvPr>
            <p:cNvSpPr txBox="1"/>
            <p:nvPr/>
          </p:nvSpPr>
          <p:spPr>
            <a:xfrm>
              <a:off x="3424269" y="2382968"/>
              <a:ext cx="145214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※ GM1 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음극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3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호기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5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월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8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일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13:47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분 데이터</a:t>
              </a:r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715B6262-7880-6DE5-2E4C-7FB63CEF525F}"/>
              </a:ext>
            </a:extLst>
          </p:cNvPr>
          <p:cNvGrpSpPr/>
          <p:nvPr/>
        </p:nvGrpSpPr>
        <p:grpSpPr>
          <a:xfrm>
            <a:off x="4930487" y="2708410"/>
            <a:ext cx="4706366" cy="1409186"/>
            <a:chOff x="4930487" y="2356583"/>
            <a:chExt cx="4706366" cy="1409186"/>
          </a:xfrm>
        </p:grpSpPr>
        <p:pic>
          <p:nvPicPr>
            <p:cNvPr id="40" name="그림 39">
              <a:extLst>
                <a:ext uri="{FF2B5EF4-FFF2-40B4-BE49-F238E27FC236}">
                  <a16:creationId xmlns:a16="http://schemas.microsoft.com/office/drawing/2014/main" id="{0D5AB2F7-427D-AC5D-6B45-DC98DE2A6FE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173712" y="2533991"/>
              <a:ext cx="4401057" cy="391849"/>
            </a:xfrm>
            <a:prstGeom prst="rect">
              <a:avLst/>
            </a:prstGeom>
          </p:spPr>
        </p:pic>
        <p:pic>
          <p:nvPicPr>
            <p:cNvPr id="41" name="그림 40">
              <a:extLst>
                <a:ext uri="{FF2B5EF4-FFF2-40B4-BE49-F238E27FC236}">
                  <a16:creationId xmlns:a16="http://schemas.microsoft.com/office/drawing/2014/main" id="{78793847-11E8-8C2A-A3FA-253C27A665B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173712" y="3154292"/>
              <a:ext cx="4401059" cy="412222"/>
            </a:xfrm>
            <a:prstGeom prst="rect">
              <a:avLst/>
            </a:prstGeom>
          </p:spPr>
        </p:pic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099A626-470A-AA1D-410C-DCDB0F59E243}"/>
                </a:ext>
              </a:extLst>
            </p:cNvPr>
            <p:cNvSpPr txBox="1"/>
            <p:nvPr/>
          </p:nvSpPr>
          <p:spPr>
            <a:xfrm>
              <a:off x="8184711" y="2390244"/>
              <a:ext cx="145214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※ GM1 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음극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3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호기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8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월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일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15:13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분 데이터</a:t>
              </a: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569B3E23-9CC7-4E60-79EE-3A76A88A2273}"/>
                </a:ext>
              </a:extLst>
            </p:cNvPr>
            <p:cNvSpPr/>
            <p:nvPr/>
          </p:nvSpPr>
          <p:spPr>
            <a:xfrm>
              <a:off x="5173712" y="2356583"/>
              <a:ext cx="1243515" cy="18101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Top 1</a:t>
              </a:r>
              <a:r>
                <a:rPr lang="ko-KR" altLang="en-US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번폭 </a:t>
              </a:r>
              <a:r>
                <a:rPr lang="en-US" altLang="ko-KR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/ 5</a:t>
              </a:r>
              <a:r>
                <a:rPr lang="ko-KR" altLang="en-US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번폭 </a:t>
              </a:r>
              <a:r>
                <a:rPr lang="en-US" altLang="ko-KR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</a:t>
              </a:r>
              <a:r>
                <a:rPr lang="ko-KR" altLang="en-US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무지부폭</a:t>
              </a:r>
              <a:r>
                <a:rPr lang="en-US" altLang="ko-KR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</a:t>
              </a:r>
              <a:endParaRPr lang="ko-KR" altLang="en-US" sz="7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F490AEF2-3F6F-84C3-9D4C-79850FC8DED7}"/>
                </a:ext>
              </a:extLst>
            </p:cNvPr>
            <p:cNvSpPr/>
            <p:nvPr/>
          </p:nvSpPr>
          <p:spPr>
            <a:xfrm>
              <a:off x="5173712" y="3002834"/>
              <a:ext cx="1243515" cy="18101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Top CPC SV (</a:t>
              </a:r>
              <a:r>
                <a:rPr lang="ko-KR" altLang="en-US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설비 </a:t>
              </a:r>
              <a:r>
                <a:rPr lang="en-US" altLang="ko-KR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SV)</a:t>
              </a:r>
              <a:endParaRPr lang="ko-KR" altLang="en-US" sz="7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B9CBD3C1-1343-470C-7A11-BAD399721941}"/>
                </a:ext>
              </a:extLst>
            </p:cNvPr>
            <p:cNvSpPr/>
            <p:nvPr/>
          </p:nvSpPr>
          <p:spPr>
            <a:xfrm>
              <a:off x="4930487" y="2574714"/>
              <a:ext cx="316863" cy="158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dist"/>
              <a:r>
                <a: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17.2</a:t>
              </a:r>
              <a:endParaRPr lang="ko-KR" altLang="en-US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9B9B2858-F4F8-2E67-07BE-FABFFEEE0ECF}"/>
                </a:ext>
              </a:extLst>
            </p:cNvPr>
            <p:cNvSpPr/>
            <p:nvPr/>
          </p:nvSpPr>
          <p:spPr>
            <a:xfrm>
              <a:off x="4930487" y="2672557"/>
              <a:ext cx="316863" cy="158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17</a:t>
              </a:r>
              <a:endParaRPr lang="ko-KR" altLang="en-US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C0CB8D14-35B1-C888-613C-2E3B906C0B07}"/>
                </a:ext>
              </a:extLst>
            </p:cNvPr>
            <p:cNvSpPr/>
            <p:nvPr/>
          </p:nvSpPr>
          <p:spPr>
            <a:xfrm>
              <a:off x="4930487" y="2793472"/>
              <a:ext cx="316863" cy="158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16.8</a:t>
              </a:r>
              <a:endParaRPr lang="ko-KR" altLang="en-US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FECBA565-9F4C-289E-2AE5-B2F248C56387}"/>
                </a:ext>
              </a:extLst>
            </p:cNvPr>
            <p:cNvSpPr/>
            <p:nvPr/>
          </p:nvSpPr>
          <p:spPr>
            <a:xfrm>
              <a:off x="4930487" y="3373216"/>
              <a:ext cx="316863" cy="158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415</a:t>
              </a:r>
              <a:endParaRPr lang="ko-KR" altLang="en-US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92EF6B9D-2B98-AA25-5B71-F15AF0F30A9A}"/>
                </a:ext>
              </a:extLst>
            </p:cNvPr>
            <p:cNvSpPr/>
            <p:nvPr/>
          </p:nvSpPr>
          <p:spPr>
            <a:xfrm>
              <a:off x="4930487" y="3198239"/>
              <a:ext cx="316863" cy="158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425</a:t>
              </a:r>
              <a:endParaRPr lang="ko-KR" altLang="en-US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317BE631-B349-3C06-5F8B-6FCCD04FEAB8}"/>
                </a:ext>
              </a:extLst>
            </p:cNvPr>
            <p:cNvCxnSpPr>
              <a:cxnSpLocks/>
            </p:cNvCxnSpPr>
            <p:nvPr/>
          </p:nvCxnSpPr>
          <p:spPr>
            <a:xfrm>
              <a:off x="7219970" y="2537593"/>
              <a:ext cx="0" cy="1001601"/>
            </a:xfrm>
            <a:prstGeom prst="line">
              <a:avLst/>
            </a:prstGeom>
            <a:ln w="28575">
              <a:solidFill>
                <a:srgbClr val="0066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C8DF2F8F-04F3-425E-9582-93266833A8BF}"/>
                </a:ext>
              </a:extLst>
            </p:cNvPr>
            <p:cNvCxnSpPr>
              <a:cxnSpLocks/>
            </p:cNvCxnSpPr>
            <p:nvPr/>
          </p:nvCxnSpPr>
          <p:spPr>
            <a:xfrm>
              <a:off x="7366620" y="2537593"/>
              <a:ext cx="0" cy="1001601"/>
            </a:xfrm>
            <a:prstGeom prst="line">
              <a:avLst/>
            </a:prstGeom>
            <a:ln w="28575">
              <a:solidFill>
                <a:srgbClr val="0066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3BC9C6D9-B075-42AA-C3FE-EBB450841B4D}"/>
                </a:ext>
              </a:extLst>
            </p:cNvPr>
            <p:cNvSpPr txBox="1"/>
            <p:nvPr/>
          </p:nvSpPr>
          <p:spPr>
            <a:xfrm>
              <a:off x="6877852" y="3488770"/>
              <a:ext cx="71368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en-US" altLang="ko-KR" sz="600" b="1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15:13:21 (</a:t>
              </a:r>
              <a:r>
                <a:rPr lang="ko-KR" altLang="en-US" sz="600" b="1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포일교체 동작</a:t>
              </a:r>
              <a:r>
                <a:rPr lang="en-US" altLang="ko-KR" sz="600" b="1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</a:t>
              </a:r>
              <a:endParaRPr lang="ko-KR" altLang="en-US" sz="600" b="1">
                <a:solidFill>
                  <a:srgbClr val="006A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9E8B1176-707C-1606-712F-7703C32FCBAE}"/>
                </a:ext>
              </a:extLst>
            </p:cNvPr>
            <p:cNvSpPr txBox="1"/>
            <p:nvPr/>
          </p:nvSpPr>
          <p:spPr>
            <a:xfrm>
              <a:off x="7330459" y="3488770"/>
              <a:ext cx="5577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en-US" altLang="ko-KR" sz="600" b="1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15:13:29</a:t>
              </a:r>
              <a:endParaRPr lang="ko-KR" altLang="en-US" sz="600" b="1">
                <a:solidFill>
                  <a:srgbClr val="006A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54" name="직선 화살표 연결선 53">
              <a:extLst>
                <a:ext uri="{FF2B5EF4-FFF2-40B4-BE49-F238E27FC236}">
                  <a16:creationId xmlns:a16="http://schemas.microsoft.com/office/drawing/2014/main" id="{2267F79E-B620-F981-ABF9-8CB96D1CBB3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00987" y="3030907"/>
              <a:ext cx="179158" cy="10516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BD2A8D33-240C-681E-2586-24C405B51908}"/>
                </a:ext>
              </a:extLst>
            </p:cNvPr>
            <p:cNvSpPr txBox="1"/>
            <p:nvPr/>
          </p:nvSpPr>
          <p:spPr>
            <a:xfrm>
              <a:off x="7314409" y="2977254"/>
              <a:ext cx="45048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8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초</a:t>
              </a:r>
            </a:p>
          </p:txBody>
        </p:sp>
      </p:grp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BEC94D7F-794A-8757-9E33-2810C4BB9A78}"/>
              </a:ext>
            </a:extLst>
          </p:cNvPr>
          <p:cNvSpPr/>
          <p:nvPr/>
        </p:nvSpPr>
        <p:spPr>
          <a:xfrm>
            <a:off x="4957698" y="4386165"/>
            <a:ext cx="4770054" cy="2418679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6070A131-6D0F-297E-6388-74F49E04D799}"/>
              </a:ext>
            </a:extLst>
          </p:cNvPr>
          <p:cNvSpPr/>
          <p:nvPr/>
        </p:nvSpPr>
        <p:spPr>
          <a:xfrm>
            <a:off x="173550" y="4386165"/>
            <a:ext cx="4779450" cy="2418679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FCFF4EBF-BFCF-33A4-4C44-845CE7929B87}"/>
              </a:ext>
            </a:extLst>
          </p:cNvPr>
          <p:cNvSpPr/>
          <p:nvPr/>
        </p:nvSpPr>
        <p:spPr>
          <a:xfrm>
            <a:off x="-10349" y="6011093"/>
            <a:ext cx="505751" cy="1586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-2180</a:t>
            </a:r>
            <a:endParaRPr lang="ko-KR" altLang="en-US" sz="6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22A934D-27D8-BECA-6A92-AC6A0A8CF20A}"/>
              </a:ext>
            </a:extLst>
          </p:cNvPr>
          <p:cNvSpPr/>
          <p:nvPr/>
        </p:nvSpPr>
        <p:spPr>
          <a:xfrm>
            <a:off x="-10349" y="6111588"/>
            <a:ext cx="505751" cy="1586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-2185</a:t>
            </a:r>
            <a:endParaRPr lang="ko-KR" altLang="en-US" sz="6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D7AB0810-F4B3-94D6-8A37-293E983D27DD}"/>
              </a:ext>
            </a:extLst>
          </p:cNvPr>
          <p:cNvGrpSpPr/>
          <p:nvPr/>
        </p:nvGrpSpPr>
        <p:grpSpPr>
          <a:xfrm>
            <a:off x="4800136" y="5218304"/>
            <a:ext cx="5123104" cy="1535113"/>
            <a:chOff x="4800136" y="4903751"/>
            <a:chExt cx="5123104" cy="1535113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B3DA387A-808B-D48D-E5F1-9B5BA1561FC4}"/>
                </a:ext>
              </a:extLst>
            </p:cNvPr>
            <p:cNvSpPr txBox="1"/>
            <p:nvPr/>
          </p:nvSpPr>
          <p:spPr>
            <a:xfrm>
              <a:off x="5068863" y="4903751"/>
              <a:ext cx="146845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* (Max(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미스매치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 + Min(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미스매치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)) / 2</a:t>
              </a:r>
              <a:endParaRPr lang="ko-KR" altLang="en-US" sz="600">
                <a:solidFill>
                  <a:srgbClr val="006A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pic>
          <p:nvPicPr>
            <p:cNvPr id="62" name="그림 61">
              <a:extLst>
                <a:ext uri="{FF2B5EF4-FFF2-40B4-BE49-F238E27FC236}">
                  <a16:creationId xmlns:a16="http://schemas.microsoft.com/office/drawing/2014/main" id="{1BC7A395-FC26-737F-6037-EDB3764806A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060250" y="5182075"/>
              <a:ext cx="4576603" cy="320878"/>
            </a:xfrm>
            <a:prstGeom prst="rect">
              <a:avLst/>
            </a:prstGeom>
          </p:spPr>
        </p:pic>
        <p:pic>
          <p:nvPicPr>
            <p:cNvPr id="63" name="그림 62">
              <a:extLst>
                <a:ext uri="{FF2B5EF4-FFF2-40B4-BE49-F238E27FC236}">
                  <a16:creationId xmlns:a16="http://schemas.microsoft.com/office/drawing/2014/main" id="{C851E525-D2EA-C995-7F5E-AD8BCC602B0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060250" y="5601309"/>
              <a:ext cx="4576603" cy="366034"/>
            </a:xfrm>
            <a:prstGeom prst="rect">
              <a:avLst/>
            </a:prstGeom>
          </p:spPr>
        </p:pic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15EF4976-EE5D-4B3A-EBC5-59AED0B28DBD}"/>
                </a:ext>
              </a:extLst>
            </p:cNvPr>
            <p:cNvSpPr/>
            <p:nvPr/>
          </p:nvSpPr>
          <p:spPr>
            <a:xfrm>
              <a:off x="5207727" y="5039222"/>
              <a:ext cx="1243515" cy="18101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미스매치 편향 정도</a:t>
              </a: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4B1ABD28-7A92-53EE-CA74-07677EC4AC2D}"/>
                </a:ext>
              </a:extLst>
            </p:cNvPr>
            <p:cNvSpPr/>
            <p:nvPr/>
          </p:nvSpPr>
          <p:spPr>
            <a:xfrm>
              <a:off x="5207727" y="5588231"/>
              <a:ext cx="1243515" cy="18101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Back CPC SV (</a:t>
              </a:r>
              <a:r>
                <a:rPr lang="ko-KR" altLang="en-US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설비 </a:t>
              </a:r>
              <a:r>
                <a:rPr lang="en-US" altLang="ko-KR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SV)</a:t>
              </a:r>
              <a:endParaRPr lang="ko-KR" altLang="en-US" sz="7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8B5C0F2B-09EA-A775-ADA3-AB6B13C81417}"/>
                </a:ext>
              </a:extLst>
            </p:cNvPr>
            <p:cNvSpPr txBox="1"/>
            <p:nvPr/>
          </p:nvSpPr>
          <p:spPr>
            <a:xfrm>
              <a:off x="7037707" y="5512984"/>
              <a:ext cx="2885533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 </a:t>
              </a:r>
              <a:r>
                <a:rPr lang="en-US" altLang="ko-KR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Back</a:t>
              </a:r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에서 미스매치 편향 발생 사전 인지하여</a:t>
              </a:r>
              <a:r>
                <a:rPr lang="en-US" altLang="ko-KR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, </a:t>
              </a:r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Back CPC </a:t>
              </a:r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제어 수행</a:t>
              </a:r>
            </a:p>
          </p:txBody>
        </p: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8542EB51-5351-D984-6D6D-0923C132959D}"/>
                </a:ext>
              </a:extLst>
            </p:cNvPr>
            <p:cNvSpPr/>
            <p:nvPr/>
          </p:nvSpPr>
          <p:spPr>
            <a:xfrm>
              <a:off x="5043130" y="5203024"/>
              <a:ext cx="164179" cy="7039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6BCE5BB1-7EAC-0476-3905-256639F9AA84}"/>
                </a:ext>
              </a:extLst>
            </p:cNvPr>
            <p:cNvSpPr/>
            <p:nvPr/>
          </p:nvSpPr>
          <p:spPr>
            <a:xfrm>
              <a:off x="4972184" y="5277529"/>
              <a:ext cx="316863" cy="158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0</a:t>
              </a:r>
              <a:endParaRPr lang="ko-KR" altLang="en-US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2EF065B0-6994-9293-4304-F490A514D580}"/>
                </a:ext>
              </a:extLst>
            </p:cNvPr>
            <p:cNvSpPr/>
            <p:nvPr/>
          </p:nvSpPr>
          <p:spPr>
            <a:xfrm>
              <a:off x="4972184" y="5203611"/>
              <a:ext cx="316863" cy="158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0.05</a:t>
              </a:r>
              <a:endParaRPr lang="ko-KR" altLang="en-US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B27EE03E-C988-8769-0E1C-3D58949E57AC}"/>
                </a:ext>
              </a:extLst>
            </p:cNvPr>
            <p:cNvSpPr/>
            <p:nvPr/>
          </p:nvSpPr>
          <p:spPr>
            <a:xfrm>
              <a:off x="4811672" y="5352755"/>
              <a:ext cx="477375" cy="158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-0.05</a:t>
              </a:r>
              <a:endParaRPr lang="ko-KR" altLang="en-US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5B69A34B-AADC-C4F2-0858-24DF16F53CD9}"/>
                </a:ext>
              </a:extLst>
            </p:cNvPr>
            <p:cNvSpPr/>
            <p:nvPr/>
          </p:nvSpPr>
          <p:spPr>
            <a:xfrm>
              <a:off x="4800136" y="5582129"/>
              <a:ext cx="505751" cy="158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-2134</a:t>
              </a:r>
              <a:endParaRPr lang="ko-KR" altLang="en-US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7A808E3E-1A75-1324-2BCD-AB46757FDEB7}"/>
                </a:ext>
              </a:extLst>
            </p:cNvPr>
            <p:cNvSpPr/>
            <p:nvPr/>
          </p:nvSpPr>
          <p:spPr>
            <a:xfrm>
              <a:off x="4800136" y="5682624"/>
              <a:ext cx="505751" cy="158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-2136</a:t>
              </a:r>
              <a:endParaRPr lang="ko-KR" altLang="en-US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925D196-B44C-5C9B-7FBB-022802216CE5}"/>
                </a:ext>
              </a:extLst>
            </p:cNvPr>
            <p:cNvSpPr/>
            <p:nvPr/>
          </p:nvSpPr>
          <p:spPr>
            <a:xfrm>
              <a:off x="4800136" y="5781095"/>
              <a:ext cx="505751" cy="158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-2138</a:t>
              </a:r>
              <a:endParaRPr lang="ko-KR" altLang="en-US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5001E581-D13D-9DEE-96D0-8CBFE6BA4D53}"/>
                </a:ext>
              </a:extLst>
            </p:cNvPr>
            <p:cNvSpPr txBox="1"/>
            <p:nvPr/>
          </p:nvSpPr>
          <p:spPr>
            <a:xfrm>
              <a:off x="6383014" y="5084727"/>
              <a:ext cx="158091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※ GM1 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음극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3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호기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8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월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01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일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15:41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분 데이터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C75907C7-32B0-DE07-EE6B-A5D1D134B800}"/>
                </a:ext>
              </a:extLst>
            </p:cNvPr>
            <p:cNvSpPr txBox="1"/>
            <p:nvPr/>
          </p:nvSpPr>
          <p:spPr>
            <a:xfrm>
              <a:off x="6606540" y="5915644"/>
              <a:ext cx="313353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▷</a:t>
              </a:r>
              <a:r>
                <a:rPr lang="en-US" altLang="ko-KR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제어 적용 당시의 예측 상황</a:t>
              </a:r>
              <a:r>
                <a:rPr lang="en-US" altLang="ko-KR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,</a:t>
              </a:r>
              <a:br>
                <a:rPr lang="en-US" altLang="ko-KR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</a:br>
              <a:r>
                <a:rPr lang="en-US" altLang="ko-KR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    0.01 (</a:t>
              </a:r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현재</a:t>
              </a:r>
              <a:r>
                <a:rPr lang="en-US" altLang="ko-KR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 </a:t>
              </a:r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→ </a:t>
              </a:r>
              <a:r>
                <a:rPr lang="en-US" altLang="ko-KR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… </a:t>
              </a:r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→ </a:t>
              </a:r>
              <a:r>
                <a:rPr lang="en-US" altLang="ko-KR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0.07(14</a:t>
              </a:r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초 미래</a:t>
              </a:r>
              <a:r>
                <a:rPr lang="en-US" altLang="ko-KR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 </a:t>
              </a:r>
              <a:r>
                <a:rPr lang="ko-KR" altLang="en-US" sz="700">
                  <a:solidFill>
                    <a:srgbClr val="008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→ </a:t>
              </a:r>
              <a:r>
                <a:rPr lang="en-US" altLang="ko-KR" sz="700">
                  <a:solidFill>
                    <a:srgbClr val="008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0.08(15</a:t>
              </a:r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초 미래</a:t>
              </a:r>
              <a:r>
                <a:rPr lang="en-US" altLang="ko-KR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</a:t>
              </a:r>
              <a:br>
                <a:rPr lang="en-US" altLang="ko-KR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</a:br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▷ </a:t>
              </a:r>
              <a:r>
                <a:rPr lang="en-US" altLang="ko-KR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15</a:t>
              </a:r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초 후 관리 범위 넘을 것을 예측하여 </a:t>
              </a:r>
              <a:r>
                <a:rPr lang="ko-KR" altLang="en-US" sz="700" b="1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편향정도를 낮추 방향의  제어 수행</a:t>
              </a:r>
              <a:br>
                <a:rPr lang="en-US" altLang="ko-KR" sz="700" b="1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</a:br>
              <a:endParaRPr lang="ko-KR" altLang="en-US" sz="700">
                <a:solidFill>
                  <a:srgbClr val="006A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26908185-CA88-8D9C-9B19-13F1C2420DF5}"/>
                </a:ext>
              </a:extLst>
            </p:cNvPr>
            <p:cNvSpPr txBox="1"/>
            <p:nvPr/>
          </p:nvSpPr>
          <p:spPr>
            <a:xfrm>
              <a:off x="8005853" y="4938097"/>
              <a:ext cx="1819846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ko-KR" altLang="en-US" sz="700">
                  <a:solidFill>
                    <a:srgbClr val="C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 기존 방식 제어 시</a:t>
              </a:r>
              <a:r>
                <a:rPr lang="en-US" altLang="ko-KR" sz="700">
                  <a:solidFill>
                    <a:srgbClr val="C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, </a:t>
              </a:r>
              <a:r>
                <a:rPr lang="ko-KR" altLang="en-US" sz="700">
                  <a:solidFill>
                    <a:srgbClr val="C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미스매치 편향 증가 예상</a:t>
              </a:r>
            </a:p>
          </p:txBody>
        </p: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396A3A23-EEBF-1563-93DD-02D5A15E54E9}"/>
              </a:ext>
            </a:extLst>
          </p:cNvPr>
          <p:cNvSpPr txBox="1"/>
          <p:nvPr/>
        </p:nvSpPr>
        <p:spPr>
          <a:xfrm>
            <a:off x="7775620" y="1066464"/>
            <a:ext cx="17605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800">
                <a:solidFill>
                  <a:srgbClr val="006A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MC </a:t>
            </a:r>
            <a:r>
              <a:rPr lang="ko-KR" altLang="en-US" sz="800">
                <a:solidFill>
                  <a:srgbClr val="006A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공정기술팀 최민우 책임</a:t>
            </a:r>
            <a:br>
              <a:rPr lang="en-US" altLang="ko-KR" sz="800">
                <a:solidFill>
                  <a:srgbClr val="006A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800">
                <a:solidFill>
                  <a:srgbClr val="006A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MC </a:t>
            </a:r>
            <a:r>
              <a:rPr lang="ko-KR" altLang="en-US" sz="800">
                <a:solidFill>
                  <a:srgbClr val="006A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자동보정팀 최창락 선임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6A13F8E6-D3FB-5F19-B31D-026E0CB9B978}"/>
              </a:ext>
            </a:extLst>
          </p:cNvPr>
          <p:cNvSpPr/>
          <p:nvPr/>
        </p:nvSpPr>
        <p:spPr>
          <a:xfrm>
            <a:off x="25761" y="5664583"/>
            <a:ext cx="477375" cy="1586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-0.05</a:t>
            </a:r>
            <a:endParaRPr lang="ko-KR" altLang="en-US" sz="6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pSp>
        <p:nvGrpSpPr>
          <p:cNvPr id="79" name="그룹 78">
            <a:extLst>
              <a:ext uri="{FF2B5EF4-FFF2-40B4-BE49-F238E27FC236}">
                <a16:creationId xmlns:a16="http://schemas.microsoft.com/office/drawing/2014/main" id="{FD56A672-004F-C04F-1CF2-57F829F3ABE0}"/>
              </a:ext>
            </a:extLst>
          </p:cNvPr>
          <p:cNvGrpSpPr/>
          <p:nvPr/>
        </p:nvGrpSpPr>
        <p:grpSpPr>
          <a:xfrm>
            <a:off x="186273" y="5116929"/>
            <a:ext cx="4839100" cy="1304635"/>
            <a:chOff x="186273" y="4802376"/>
            <a:chExt cx="4839100" cy="1304635"/>
          </a:xfrm>
        </p:grpSpPr>
        <p:pic>
          <p:nvPicPr>
            <p:cNvPr id="80" name="그림 79">
              <a:extLst>
                <a:ext uri="{FF2B5EF4-FFF2-40B4-BE49-F238E27FC236}">
                  <a16:creationId xmlns:a16="http://schemas.microsoft.com/office/drawing/2014/main" id="{463ED53F-9E34-6A6D-9DC4-DE1C61F9828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83766" y="5646883"/>
              <a:ext cx="4580041" cy="301770"/>
            </a:xfrm>
            <a:prstGeom prst="rect">
              <a:avLst/>
            </a:prstGeom>
          </p:spPr>
        </p:pic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DD843CBD-54C3-6771-E979-5CC54BF4D15A}"/>
                </a:ext>
              </a:extLst>
            </p:cNvPr>
            <p:cNvSpPr txBox="1"/>
            <p:nvPr/>
          </p:nvSpPr>
          <p:spPr>
            <a:xfrm>
              <a:off x="2374414" y="5906956"/>
              <a:ext cx="2468616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 미스매치 편향 발생 후</a:t>
              </a:r>
              <a:r>
                <a:rPr lang="en-US" altLang="ko-KR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, Back CPC </a:t>
              </a:r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제어 수행</a:t>
              </a:r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F1419B0C-5722-D753-1CD5-DDC1768DE35D}"/>
                </a:ext>
              </a:extLst>
            </p:cNvPr>
            <p:cNvSpPr/>
            <p:nvPr/>
          </p:nvSpPr>
          <p:spPr>
            <a:xfrm>
              <a:off x="432333" y="5588132"/>
              <a:ext cx="1243515" cy="18101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Back CPC SV (</a:t>
              </a:r>
              <a:r>
                <a:rPr lang="ko-KR" altLang="en-US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설비 </a:t>
              </a:r>
              <a:r>
                <a:rPr lang="en-US" altLang="ko-KR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SV)</a:t>
              </a:r>
              <a:endParaRPr lang="ko-KR" altLang="en-US" sz="7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9AD60CBA-4316-5618-0F1F-2F685B7E7D5A}"/>
                </a:ext>
              </a:extLst>
            </p:cNvPr>
            <p:cNvSpPr/>
            <p:nvPr/>
          </p:nvSpPr>
          <p:spPr>
            <a:xfrm>
              <a:off x="223823" y="5217170"/>
              <a:ext cx="210469" cy="7314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pic>
          <p:nvPicPr>
            <p:cNvPr id="84" name="그림 83">
              <a:extLst>
                <a:ext uri="{FF2B5EF4-FFF2-40B4-BE49-F238E27FC236}">
                  <a16:creationId xmlns:a16="http://schemas.microsoft.com/office/drawing/2014/main" id="{2274952C-5DBF-4CDC-E97C-6E20D169D1A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82640" y="5093801"/>
              <a:ext cx="4573773" cy="441620"/>
            </a:xfrm>
            <a:prstGeom prst="rect">
              <a:avLst/>
            </a:prstGeom>
          </p:spPr>
        </p:pic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DC7F6145-5347-F491-2A15-372BB8AF0771}"/>
                </a:ext>
              </a:extLst>
            </p:cNvPr>
            <p:cNvSpPr/>
            <p:nvPr/>
          </p:nvSpPr>
          <p:spPr>
            <a:xfrm>
              <a:off x="2161648" y="5118838"/>
              <a:ext cx="495755" cy="92976"/>
            </a:xfrm>
            <a:prstGeom prst="rect">
              <a:avLst/>
            </a:prstGeom>
            <a:solidFill>
              <a:schemeClr val="accent6">
                <a:lumMod val="40000"/>
                <a:lumOff val="60000"/>
                <a:alpha val="5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B3036EA6-E989-8EAE-427D-16228DF9FD07}"/>
                </a:ext>
              </a:extLst>
            </p:cNvPr>
            <p:cNvSpPr txBox="1"/>
            <p:nvPr/>
          </p:nvSpPr>
          <p:spPr>
            <a:xfrm>
              <a:off x="1873560" y="4916797"/>
              <a:ext cx="167200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▶ </a:t>
              </a:r>
              <a:r>
                <a:rPr lang="en-US" altLang="ko-KR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Back</a:t>
              </a:r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에서 미스매치 편향 발생</a:t>
              </a:r>
              <a:r>
                <a:rPr lang="en-US" altLang="ko-KR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후 </a:t>
              </a:r>
              <a:r>
                <a:rPr lang="en-US" altLang="ko-KR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28</a:t>
              </a:r>
              <a:r>
                <a:rPr lang="ko-KR" altLang="en-US" sz="7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초</a:t>
              </a:r>
              <a:endParaRPr lang="en-US" altLang="ko-KR" sz="700">
                <a:solidFill>
                  <a:srgbClr val="006A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746B0F68-B7A0-4EF5-208F-7F3C5D9DC26C}"/>
                </a:ext>
              </a:extLst>
            </p:cNvPr>
            <p:cNvCxnSpPr>
              <a:cxnSpLocks/>
            </p:cNvCxnSpPr>
            <p:nvPr/>
          </p:nvCxnSpPr>
          <p:spPr>
            <a:xfrm>
              <a:off x="2188706" y="5178293"/>
              <a:ext cx="468697" cy="454"/>
            </a:xfrm>
            <a:prstGeom prst="line">
              <a:avLst/>
            </a:prstGeom>
            <a:ln w="19050">
              <a:solidFill>
                <a:srgbClr val="0066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BC3C1E1A-6CD4-4AEA-E11C-1BA53A0A0780}"/>
                </a:ext>
              </a:extLst>
            </p:cNvPr>
            <p:cNvSpPr txBox="1"/>
            <p:nvPr/>
          </p:nvSpPr>
          <p:spPr>
            <a:xfrm>
              <a:off x="3444457" y="4966048"/>
              <a:ext cx="158091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※ GM1 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음극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3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호기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7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월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23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일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13:32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분 데이터</a:t>
              </a: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9A6517B2-A652-2790-110E-516AC13D248B}"/>
                </a:ext>
              </a:extLst>
            </p:cNvPr>
            <p:cNvSpPr/>
            <p:nvPr/>
          </p:nvSpPr>
          <p:spPr>
            <a:xfrm>
              <a:off x="420657" y="4937847"/>
              <a:ext cx="1243515" cy="18101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7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미스매치 편향 정도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DAC235B9-A294-6FE5-C1A3-D8226639A928}"/>
                </a:ext>
              </a:extLst>
            </p:cNvPr>
            <p:cNvSpPr txBox="1"/>
            <p:nvPr/>
          </p:nvSpPr>
          <p:spPr>
            <a:xfrm>
              <a:off x="308188" y="4802376"/>
              <a:ext cx="158091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* (Max(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미스매치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 + Min(</a:t>
              </a:r>
              <a:r>
                <a:rPr lang="ko-KR" altLang="en-US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미스매치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)) / 2=</a:t>
              </a:r>
              <a:r>
                <a:rPr lang="en-US" altLang="ko-KR" sz="600">
                  <a:solidFill>
                    <a:srgbClr val="006A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±</a:t>
              </a:r>
              <a:r>
                <a:rPr lang="en-US" altLang="ko-KR" sz="600">
                  <a:solidFill>
                    <a:srgbClr val="006A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0.08</a:t>
              </a:r>
              <a:endParaRPr lang="ko-KR" altLang="en-US" sz="600">
                <a:solidFill>
                  <a:srgbClr val="006A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49F93D64-D9BC-E3FA-0216-E93EBBEAE8CA}"/>
                </a:ext>
              </a:extLst>
            </p:cNvPr>
            <p:cNvSpPr/>
            <p:nvPr/>
          </p:nvSpPr>
          <p:spPr>
            <a:xfrm>
              <a:off x="223822" y="4913697"/>
              <a:ext cx="215167" cy="5892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55395565-5D15-6F91-CB97-95C4D163AB82}"/>
                </a:ext>
              </a:extLst>
            </p:cNvPr>
            <p:cNvSpPr/>
            <p:nvPr/>
          </p:nvSpPr>
          <p:spPr>
            <a:xfrm>
              <a:off x="186273" y="5274804"/>
              <a:ext cx="316863" cy="158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0</a:t>
              </a:r>
              <a:endParaRPr lang="ko-KR" altLang="en-US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B57ACFEA-9B30-F435-7AE1-DBCA8891BB1B}"/>
                </a:ext>
              </a:extLst>
            </p:cNvPr>
            <p:cNvSpPr/>
            <p:nvPr/>
          </p:nvSpPr>
          <p:spPr>
            <a:xfrm>
              <a:off x="186273" y="5200886"/>
              <a:ext cx="316863" cy="158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0.05</a:t>
              </a:r>
              <a:endParaRPr lang="ko-KR" altLang="en-US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9B1BECD0-5FE3-3FB1-2094-B4452D1ACAD2}"/>
                </a:ext>
              </a:extLst>
            </p:cNvPr>
            <p:cNvSpPr/>
            <p:nvPr/>
          </p:nvSpPr>
          <p:spPr>
            <a:xfrm>
              <a:off x="186273" y="5119540"/>
              <a:ext cx="316863" cy="1586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altLang="ko-KR" sz="6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0.1</a:t>
              </a:r>
              <a:endParaRPr lang="ko-KR" altLang="en-US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851CF283-25FB-4525-8DE5-A3A31EC6F6C5}"/>
              </a:ext>
            </a:extLst>
          </p:cNvPr>
          <p:cNvSpPr/>
          <p:nvPr/>
        </p:nvSpPr>
        <p:spPr>
          <a:xfrm>
            <a:off x="-2615" y="6020374"/>
            <a:ext cx="505751" cy="1586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-2180</a:t>
            </a:r>
            <a:endParaRPr lang="ko-KR" altLang="en-US" sz="6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7A12A75F-C907-1D8B-6249-3E26226B50FD}"/>
              </a:ext>
            </a:extLst>
          </p:cNvPr>
          <p:cNvSpPr/>
          <p:nvPr/>
        </p:nvSpPr>
        <p:spPr>
          <a:xfrm>
            <a:off x="-2615" y="6120869"/>
            <a:ext cx="505751" cy="1586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6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-2185</a:t>
            </a:r>
            <a:endParaRPr lang="ko-KR" altLang="en-US" sz="6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7" name="실행 단추: 홈으로 이동 96">
            <a:hlinkClick r:id="rId10" action="ppaction://hlinksldjump" highlightClick="1"/>
            <a:extLst>
              <a:ext uri="{FF2B5EF4-FFF2-40B4-BE49-F238E27FC236}">
                <a16:creationId xmlns:a16="http://schemas.microsoft.com/office/drawing/2014/main" id="{79A7CB31-9961-7350-9413-42730C0ED343}"/>
              </a:ext>
            </a:extLst>
          </p:cNvPr>
          <p:cNvSpPr/>
          <p:nvPr/>
        </p:nvSpPr>
        <p:spPr>
          <a:xfrm>
            <a:off x="9536169" y="1126942"/>
            <a:ext cx="252000" cy="252000"/>
          </a:xfrm>
          <a:prstGeom prst="actionButtonHome">
            <a:avLst/>
          </a:prstGeom>
          <a:solidFill>
            <a:schemeClr val="bg1">
              <a:lumMod val="8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자유형: 도형 97">
            <a:extLst>
              <a:ext uri="{FF2B5EF4-FFF2-40B4-BE49-F238E27FC236}">
                <a16:creationId xmlns:a16="http://schemas.microsoft.com/office/drawing/2014/main" id="{3480DF89-33DE-FEFA-8F5F-A4D92DFFA848}"/>
              </a:ext>
            </a:extLst>
          </p:cNvPr>
          <p:cNvSpPr/>
          <p:nvPr/>
        </p:nvSpPr>
        <p:spPr>
          <a:xfrm>
            <a:off x="8075851" y="5469180"/>
            <a:ext cx="663547" cy="194208"/>
          </a:xfrm>
          <a:custGeom>
            <a:avLst/>
            <a:gdLst>
              <a:gd name="connsiteX0" fmla="*/ 0 w 663547"/>
              <a:gd name="connsiteY0" fmla="*/ 194208 h 194208"/>
              <a:gd name="connsiteX1" fmla="*/ 32368 w 663547"/>
              <a:gd name="connsiteY1" fmla="*/ 153748 h 194208"/>
              <a:gd name="connsiteX2" fmla="*/ 64737 w 663547"/>
              <a:gd name="connsiteY2" fmla="*/ 113288 h 194208"/>
              <a:gd name="connsiteX3" fmla="*/ 72829 w 663547"/>
              <a:gd name="connsiteY3" fmla="*/ 89012 h 194208"/>
              <a:gd name="connsiteX4" fmla="*/ 121381 w 663547"/>
              <a:gd name="connsiteY4" fmla="*/ 48552 h 194208"/>
              <a:gd name="connsiteX5" fmla="*/ 145657 w 663547"/>
              <a:gd name="connsiteY5" fmla="*/ 24276 h 194208"/>
              <a:gd name="connsiteX6" fmla="*/ 194209 w 663547"/>
              <a:gd name="connsiteY6" fmla="*/ 8092 h 194208"/>
              <a:gd name="connsiteX7" fmla="*/ 218485 w 663547"/>
              <a:gd name="connsiteY7" fmla="*/ 0 h 194208"/>
              <a:gd name="connsiteX8" fmla="*/ 663547 w 663547"/>
              <a:gd name="connsiteY8" fmla="*/ 0 h 194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63547" h="194208">
                <a:moveTo>
                  <a:pt x="0" y="194208"/>
                </a:moveTo>
                <a:cubicBezTo>
                  <a:pt x="10789" y="180721"/>
                  <a:pt x="21128" y="166861"/>
                  <a:pt x="32368" y="153748"/>
                </a:cubicBezTo>
                <a:cubicBezTo>
                  <a:pt x="50434" y="132671"/>
                  <a:pt x="50690" y="141383"/>
                  <a:pt x="64737" y="113288"/>
                </a:cubicBezTo>
                <a:cubicBezTo>
                  <a:pt x="68552" y="105659"/>
                  <a:pt x="68098" y="96109"/>
                  <a:pt x="72829" y="89012"/>
                </a:cubicBezTo>
                <a:cubicBezTo>
                  <a:pt x="90560" y="62416"/>
                  <a:pt x="98990" y="67211"/>
                  <a:pt x="121381" y="48552"/>
                </a:cubicBezTo>
                <a:cubicBezTo>
                  <a:pt x="130172" y="41226"/>
                  <a:pt x="135653" y="29834"/>
                  <a:pt x="145657" y="24276"/>
                </a:cubicBezTo>
                <a:cubicBezTo>
                  <a:pt x="160570" y="15991"/>
                  <a:pt x="178025" y="13487"/>
                  <a:pt x="194209" y="8092"/>
                </a:cubicBezTo>
                <a:cubicBezTo>
                  <a:pt x="202301" y="5395"/>
                  <a:pt x="209955" y="0"/>
                  <a:pt x="218485" y="0"/>
                </a:cubicBezTo>
                <a:lnTo>
                  <a:pt x="663547" y="0"/>
                </a:lnTo>
              </a:path>
            </a:pathLst>
          </a:cu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9" name="직선 화살표 연결선 98">
            <a:extLst>
              <a:ext uri="{FF2B5EF4-FFF2-40B4-BE49-F238E27FC236}">
                <a16:creationId xmlns:a16="http://schemas.microsoft.com/office/drawing/2014/main" id="{2FE704D9-5976-E7AE-499F-115FF4CA0D14}"/>
              </a:ext>
            </a:extLst>
          </p:cNvPr>
          <p:cNvCxnSpPr>
            <a:cxnSpLocks/>
          </p:cNvCxnSpPr>
          <p:nvPr/>
        </p:nvCxnSpPr>
        <p:spPr>
          <a:xfrm>
            <a:off x="8213416" y="5501548"/>
            <a:ext cx="0" cy="144000"/>
          </a:xfrm>
          <a:prstGeom prst="straightConnector1">
            <a:avLst/>
          </a:prstGeom>
          <a:ln w="31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직선 화살표 연결선 99">
            <a:extLst>
              <a:ext uri="{FF2B5EF4-FFF2-40B4-BE49-F238E27FC236}">
                <a16:creationId xmlns:a16="http://schemas.microsoft.com/office/drawing/2014/main" id="{DB784DE3-E088-F542-63DE-5CE1B6B696AE}"/>
              </a:ext>
            </a:extLst>
          </p:cNvPr>
          <p:cNvCxnSpPr>
            <a:cxnSpLocks/>
          </p:cNvCxnSpPr>
          <p:nvPr/>
        </p:nvCxnSpPr>
        <p:spPr>
          <a:xfrm>
            <a:off x="8349632" y="5467832"/>
            <a:ext cx="0" cy="144000"/>
          </a:xfrm>
          <a:prstGeom prst="straightConnector1">
            <a:avLst/>
          </a:prstGeom>
          <a:ln w="31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직선 화살표 연결선 100">
            <a:extLst>
              <a:ext uri="{FF2B5EF4-FFF2-40B4-BE49-F238E27FC236}">
                <a16:creationId xmlns:a16="http://schemas.microsoft.com/office/drawing/2014/main" id="{D86096B2-D0C8-63E4-D4A3-648BB7037EC5}"/>
              </a:ext>
            </a:extLst>
          </p:cNvPr>
          <p:cNvCxnSpPr>
            <a:cxnSpLocks/>
          </p:cNvCxnSpPr>
          <p:nvPr/>
        </p:nvCxnSpPr>
        <p:spPr>
          <a:xfrm>
            <a:off x="8477756" y="5458392"/>
            <a:ext cx="0" cy="144000"/>
          </a:xfrm>
          <a:prstGeom prst="straightConnector1">
            <a:avLst/>
          </a:prstGeom>
          <a:ln w="31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직선 화살표 연결선 101">
            <a:extLst>
              <a:ext uri="{FF2B5EF4-FFF2-40B4-BE49-F238E27FC236}">
                <a16:creationId xmlns:a16="http://schemas.microsoft.com/office/drawing/2014/main" id="{B030F475-E068-D8C3-9306-BB6D5A7C852A}"/>
              </a:ext>
            </a:extLst>
          </p:cNvPr>
          <p:cNvCxnSpPr>
            <a:cxnSpLocks/>
          </p:cNvCxnSpPr>
          <p:nvPr/>
        </p:nvCxnSpPr>
        <p:spPr>
          <a:xfrm>
            <a:off x="8711076" y="5457044"/>
            <a:ext cx="0" cy="144000"/>
          </a:xfrm>
          <a:prstGeom prst="straightConnector1">
            <a:avLst/>
          </a:prstGeom>
          <a:ln w="31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내용 개체 틀 20">
            <a:extLst>
              <a:ext uri="{FF2B5EF4-FFF2-40B4-BE49-F238E27FC236}">
                <a16:creationId xmlns:a16="http://schemas.microsoft.com/office/drawing/2014/main" id="{7BCCB9C8-1223-55E6-B5EC-9260CCB754EA}"/>
              </a:ext>
            </a:extLst>
          </p:cNvPr>
          <p:cNvSpPr txBox="1">
            <a:spLocks/>
          </p:cNvSpPr>
          <p:nvPr/>
        </p:nvSpPr>
        <p:spPr>
          <a:xfrm>
            <a:off x="115970" y="583239"/>
            <a:ext cx="5992221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1" lang="ko-KR" altLang="en-US" sz="1400" b="1">
                <a:latin typeface="Arial Narrow"/>
                <a:ea typeface="LG스마트체 Regular"/>
                <a:cs typeface="Malgun Gothic Semilight"/>
              </a:rPr>
              <a:t>미스매치</a:t>
            </a:r>
            <a:r>
              <a:rPr kumimoji="1" lang="en-US" altLang="ko-KR" sz="1400" b="1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ko-KR" altLang="en-US" sz="1400" b="1" i="0" u="none" strike="noStrike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자동보정</a:t>
            </a:r>
            <a:r>
              <a:rPr kumimoji="1" lang="ko-KR" altLang="en-US" sz="1400" b="1">
                <a:latin typeface="Arial Narrow"/>
                <a:ea typeface="LG스마트체 Regular"/>
                <a:cs typeface="Malgun Gothic Semilight"/>
              </a:rPr>
              <a:t>(</a:t>
            </a:r>
            <a:r>
              <a:rPr kumimoji="1" lang="ko-KR" altLang="en-US" sz="1400" b="1" err="1">
                <a:latin typeface="Arial Narrow"/>
                <a:ea typeface="LG스마트체 Regular"/>
                <a:cs typeface="Malgun Gothic Semilight"/>
              </a:rPr>
              <a:t>CPC제어</a:t>
            </a:r>
            <a:r>
              <a:rPr kumimoji="1" lang="ko-KR" altLang="en-US" sz="1400" b="1">
                <a:latin typeface="Arial Narrow"/>
                <a:ea typeface="LG스마트체 Regular"/>
                <a:cs typeface="Malgun Gothic Semilight"/>
              </a:rPr>
              <a:t>) </a:t>
            </a:r>
            <a:r>
              <a:rPr kumimoji="1" lang="ko-KR" altLang="en-US" sz="1400" b="1" i="0" u="none" strike="noStrike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고도화 로직 개발</a:t>
            </a:r>
            <a:r>
              <a:rPr kumimoji="1" lang="ko-KR" altLang="en-US" sz="1400" b="1">
                <a:latin typeface="Arial Narrow"/>
                <a:ea typeface="LG스마트체 Regular"/>
                <a:cs typeface="Malgun Gothic Semilight"/>
              </a:rPr>
              <a:t>(GM1) </a:t>
            </a:r>
            <a:r>
              <a:rPr kumimoji="1" lang="en-US" altLang="ko-KR" sz="1400" b="1"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1" lang="ko-KR" altLang="en-US" sz="1400" b="1">
                <a:latin typeface="Arial Narrow"/>
                <a:ea typeface="LG스마트체 Regular"/>
                <a:cs typeface="Malgun Gothic Semilight"/>
              </a:rPr>
              <a:t>현장 보고 자료</a:t>
            </a:r>
            <a:r>
              <a:rPr kumimoji="1" lang="en-US" altLang="ko-KR" sz="1400" b="1">
                <a:latin typeface="Arial Narrow"/>
                <a:ea typeface="LG스마트체 Regular"/>
                <a:cs typeface="Malgun Gothic Semilight"/>
              </a:rPr>
              <a:t>(08/05)</a:t>
            </a:r>
            <a:endParaRPr lang="ko-KR" altLang="en-US" sz="1400" b="1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08" name="제목 1">
            <a:extLst>
              <a:ext uri="{FF2B5EF4-FFF2-40B4-BE49-F238E27FC236}">
                <a16:creationId xmlns:a16="http://schemas.microsoft.com/office/drawing/2014/main" id="{23CFB3C8-6DAD-4349-891E-7F6BF311E865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lang="en-US" altLang="ko-KR" sz="1800">
                <a:cs typeface="Malgun Gothic Semilight" panose="020B0502040204020203" pitchFamily="50" charset="-127"/>
              </a:rPr>
              <a:t>1. </a:t>
            </a:r>
            <a:r>
              <a:rPr lang="ko-KR" altLang="en-US" sz="1800">
                <a:cs typeface="Malgun Gothic Semilight" panose="020B0502040204020203" pitchFamily="50" charset="-127"/>
              </a:rPr>
              <a:t>과제 진행 현황</a:t>
            </a:r>
            <a:r>
              <a:rPr lang="en-US" altLang="ko-KR" sz="1800">
                <a:cs typeface="Malgun Gothic Semilight" panose="020B0502040204020203" pitchFamily="50" charset="-127"/>
              </a:rPr>
              <a:t>_MC</a:t>
            </a:r>
            <a:r>
              <a:rPr lang="ko-KR" altLang="en-US" sz="1800"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87D071E9-5533-7FDF-B25F-0D145BB0C4EF}"/>
              </a:ext>
            </a:extLst>
          </p:cNvPr>
          <p:cNvSpPr txBox="1"/>
          <p:nvPr/>
        </p:nvSpPr>
        <p:spPr>
          <a:xfrm>
            <a:off x="8165438" y="360113"/>
            <a:ext cx="165429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marR="0" lvl="0" indent="0" algn="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b="0" i="0" u="none" strike="noStrike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 sz="1100">
                <a:latin typeface="Arial Narrow"/>
                <a:ea typeface="LG스마트체 Regular"/>
              </a:rPr>
              <a:t>업데이트 시간 </a:t>
            </a:r>
            <a:r>
              <a:rPr lang="en-US" altLang="ko-KR" sz="1100">
                <a:latin typeface="Arial Narrow"/>
                <a:ea typeface="LG스마트체 Regular"/>
              </a:rPr>
              <a:t>: 08/13(</a:t>
            </a:r>
            <a:r>
              <a:rPr lang="ko-KR" altLang="en-US" sz="1100">
                <a:latin typeface="Arial Narrow"/>
                <a:ea typeface="LG스마트체 Regular"/>
              </a:rPr>
              <a:t>수</a:t>
            </a:r>
            <a:r>
              <a:rPr lang="en-US" altLang="ko-KR" sz="1100">
                <a:latin typeface="Arial Narrow"/>
                <a:ea typeface="LG스마트체 Regular"/>
              </a:rPr>
              <a:t>) 12</a:t>
            </a:r>
            <a:r>
              <a:rPr lang="ko-KR" altLang="en-US" sz="1100">
                <a:latin typeface="Arial Narrow"/>
                <a:ea typeface="LG스마트체 Regular"/>
              </a:rPr>
              <a:t>시</a:t>
            </a:r>
          </a:p>
        </p:txBody>
      </p:sp>
      <p:sp>
        <p:nvSpPr>
          <p:cNvPr id="105" name="내용 개체 틀 20">
            <a:extLst>
              <a:ext uri="{FF2B5EF4-FFF2-40B4-BE49-F238E27FC236}">
                <a16:creationId xmlns:a16="http://schemas.microsoft.com/office/drawing/2014/main" id="{FDBC770C-CA0E-CF65-F929-D1BBE74A0CAF}"/>
              </a:ext>
            </a:extLst>
          </p:cNvPr>
          <p:cNvSpPr txBox="1">
            <a:spLocks/>
          </p:cNvSpPr>
          <p:nvPr/>
        </p:nvSpPr>
        <p:spPr>
          <a:xfrm>
            <a:off x="8312914" y="190836"/>
            <a:ext cx="846386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marR="0" lvl="0" indent="0" algn="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000" b="0" i="0" u="none" strike="noStrike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 sz="1100">
                <a:latin typeface="Arial Narrow"/>
                <a:ea typeface="LG스마트체 Regular"/>
              </a:rPr>
              <a:t>작성자 </a:t>
            </a:r>
            <a:r>
              <a:rPr lang="en-US" altLang="ko-KR" sz="1100">
                <a:latin typeface="Arial Narrow"/>
                <a:ea typeface="LG스마트체 Regular"/>
              </a:rPr>
              <a:t>: </a:t>
            </a:r>
            <a:r>
              <a:rPr lang="ko-KR" altLang="en-US" sz="1100">
                <a:latin typeface="Arial Narrow"/>
                <a:ea typeface="LG스마트체 Regular"/>
              </a:rPr>
              <a:t>엄광호</a:t>
            </a:r>
          </a:p>
        </p:txBody>
      </p:sp>
    </p:spTree>
    <p:extLst>
      <p:ext uri="{BB962C8B-B14F-4D97-AF65-F5344CB8AC3E}">
        <p14:creationId xmlns:p14="http://schemas.microsoft.com/office/powerpoint/2010/main" val="2105700316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64B66A6-B007-4B5C-A1F4-548A51A5E1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5087193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7566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77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67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(W50)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원통형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- End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부 미스매치 자동보정 로직 개발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NJ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 latinLnBrk="0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5,6,7, 11,12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~’25.07</a:t>
                      </a:r>
                      <a:br>
                        <a:rPr lang="en-US" altLang="ko-KR" sz="900" b="0" i="0" u="none" strike="sng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→ '25.10</a:t>
                      </a:r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​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임성현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  <a:endParaRPr lang="en-US"/>
                    </a:p>
                    <a:p>
                      <a:pPr lvl="0" algn="ctr" latinLnBrk="0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김형준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김종환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P</a:t>
                      </a:r>
                      <a:endParaRPr lang="en-US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B419292E-1B76-478C-84D5-CC1208A78ACF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63080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원통형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– End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부 미스매치 자동보정 로직 개발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(1/2)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4" name="제목 1">
            <a:extLst>
              <a:ext uri="{FF2B5EF4-FFF2-40B4-BE49-F238E27FC236}">
                <a16:creationId xmlns:a16="http://schemas.microsoft.com/office/drawing/2014/main" id="{ABCB25CC-DC3A-4F26-A0E8-ABF828356D5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_MC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자동보정팀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08B48E6-6817-43A1-8A06-22896A7CC5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5796213"/>
              </p:ext>
            </p:extLst>
          </p:nvPr>
        </p:nvGraphicFramePr>
        <p:xfrm>
          <a:off x="1424460" y="1102080"/>
          <a:ext cx="7346280" cy="54612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2675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543605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65618">
                <a:tc gridSpan="2"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  <a:ea typeface="+mn-ea"/>
                        </a:rPr>
                        <a:t>금주</a:t>
                      </a:r>
                      <a:r>
                        <a:rPr lang="en-US" sz="10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(W50) </a:t>
                      </a:r>
                      <a:r>
                        <a:rPr lang="ko-KR" altLang="en-US" sz="10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특이사항</a:t>
                      </a:r>
                      <a:r>
                        <a:rPr lang="en-US" sz="10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없습니다</a:t>
                      </a:r>
                      <a:r>
                        <a:rPr lang="en-US" sz="10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.</a:t>
                      </a:r>
                      <a:endParaRPr lang="ko-KR" altLang="en-US" sz="1000" b="0" i="0" u="none" strike="noStrike" baseline="0" noProof="0">
                        <a:solidFill>
                          <a:srgbClr val="1414FE"/>
                        </a:solidFill>
                        <a:latin typeface="Arial Narrow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2953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886457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로직 개발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배경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코팅 공정 이후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권취공정 투입방향이 코팅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Start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부에서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End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부로 변경되는 모델이 개발됨에 따라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“End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 미스매치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”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관리가 필요하게 되어 신규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CTQ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 선정되었고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신규 자동보정 로직 개발이 필요합니다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진행사항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컨셉 검토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기완료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-. End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 미스매치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(CTQ)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의 영향인자는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Top coating length SV, Back coating length SV,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Top bottom position correct SV 3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종이며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 중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End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 미스매치에만 영향을 주고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응답성이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Top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에 비해 빠른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Back Coating Length SV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를 자동보정 제어인자로 선정하였습니다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①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Top coating length SV : Top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coating valve open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상태가 유지되는 시간이 제어되어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Top end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 코팅 길이 및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End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 미스매치가 변화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②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Back coating length SV : Back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coating valve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open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상태가 유지되는 시간이 제어되어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Back end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 코팅 길이 및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End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 미스매치가 변화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③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Top bottom position correct SV : Back coating valve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open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시작 시점이 제어되어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Back start / end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 미스매치가 변화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00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00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-.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보정 컨셉 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①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End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 미스매치가 관리범위를 벗어나는 경우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Back coating length SV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를 제어하여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End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 미스매치를 보정합니다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②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Top coating length SV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를 제어하는 경우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Back coating length SV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를 함께 제어하여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End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 미스매치가 나빠지는 것을 방지합니다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③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Top bottom position correct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를 제어하는 경우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Back coating length SV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를 함께 제어하여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End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 미스매치가 나빠지는 것을 방지합니다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BA02AE4-E4E2-4146-87EF-9FB4DF2FC5A8}"/>
              </a:ext>
            </a:extLst>
          </p:cNvPr>
          <p:cNvSpPr/>
          <p:nvPr/>
        </p:nvSpPr>
        <p:spPr bwMode="auto">
          <a:xfrm>
            <a:off x="2756756" y="2682152"/>
            <a:ext cx="5706311" cy="797271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75000"/>
              </a:schemeClr>
            </a:solidFill>
            <a:miter lim="800000"/>
            <a:headEnd/>
            <a:tailEnd/>
          </a:ln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EE70C0A-45A6-4E1B-814D-DD0D5729DB9E}"/>
              </a:ext>
            </a:extLst>
          </p:cNvPr>
          <p:cNvSpPr txBox="1"/>
          <p:nvPr/>
        </p:nvSpPr>
        <p:spPr>
          <a:xfrm>
            <a:off x="2758172" y="2685194"/>
            <a:ext cx="1062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latin typeface="Arial Narrow"/>
                <a:ea typeface="LG스마트체 Regular"/>
              </a:rPr>
              <a:t>원통형 전극 공정</a:t>
            </a:r>
            <a:r>
              <a:rPr lang="en-US" altLang="ko-KR" sz="900">
                <a:latin typeface="Arial Narrow"/>
                <a:ea typeface="LG스마트체 Regular"/>
              </a:rPr>
              <a:t> CTQ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0D9DDA1-1C96-4856-B5F4-30D6F24EA3C9}"/>
              </a:ext>
            </a:extLst>
          </p:cNvPr>
          <p:cNvSpPr txBox="1"/>
          <p:nvPr/>
        </p:nvSpPr>
        <p:spPr>
          <a:xfrm>
            <a:off x="5583540" y="2734943"/>
            <a:ext cx="117926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b="1"/>
              <a:t>(</a:t>
            </a:r>
            <a:r>
              <a:rPr lang="ko-KR" altLang="en-US" sz="900" b="1"/>
              <a:t>신규</a:t>
            </a:r>
            <a:r>
              <a:rPr lang="en-US" altLang="ko-KR" sz="900" b="1"/>
              <a:t>)End</a:t>
            </a:r>
            <a:r>
              <a:rPr lang="ko-KR" altLang="en-US" sz="900" b="1"/>
              <a:t>부 미스매치</a:t>
            </a: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620D8A92-0355-4578-AD4A-EAAEAA68CCE6}"/>
              </a:ext>
            </a:extLst>
          </p:cNvPr>
          <p:cNvCxnSpPr>
            <a:cxnSpLocks/>
          </p:cNvCxnSpPr>
          <p:nvPr/>
        </p:nvCxnSpPr>
        <p:spPr>
          <a:xfrm>
            <a:off x="5658686" y="2880013"/>
            <a:ext cx="0" cy="20901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6633A9D-2241-4E10-91BD-915B7F3983A4}"/>
              </a:ext>
            </a:extLst>
          </p:cNvPr>
          <p:cNvSpPr/>
          <p:nvPr/>
        </p:nvSpPr>
        <p:spPr>
          <a:xfrm>
            <a:off x="4383187" y="2994979"/>
            <a:ext cx="1126460" cy="120105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 b="1" err="1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9343C6E5-9F0A-4334-B645-A9E4FB18CD48}"/>
              </a:ext>
            </a:extLst>
          </p:cNvPr>
          <p:cNvSpPr/>
          <p:nvPr/>
        </p:nvSpPr>
        <p:spPr>
          <a:xfrm>
            <a:off x="5846769" y="2994978"/>
            <a:ext cx="1133333" cy="12658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 b="1" err="1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920169C-B941-4E20-954F-DCDF6CCA3B9A}"/>
              </a:ext>
            </a:extLst>
          </p:cNvPr>
          <p:cNvSpPr/>
          <p:nvPr/>
        </p:nvSpPr>
        <p:spPr>
          <a:xfrm>
            <a:off x="4561527" y="3143448"/>
            <a:ext cx="1104315" cy="12338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 b="1" err="1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234B9F2-84BE-4BF5-A1E5-CB759AF33B37}"/>
              </a:ext>
            </a:extLst>
          </p:cNvPr>
          <p:cNvSpPr/>
          <p:nvPr/>
        </p:nvSpPr>
        <p:spPr>
          <a:xfrm>
            <a:off x="5915947" y="3132438"/>
            <a:ext cx="1221734" cy="13579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 b="1" err="1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54DF719-3B60-430D-8581-6CBD1B79BB26}"/>
              </a:ext>
            </a:extLst>
          </p:cNvPr>
          <p:cNvSpPr/>
          <p:nvPr/>
        </p:nvSpPr>
        <p:spPr>
          <a:xfrm>
            <a:off x="3044788" y="3117789"/>
            <a:ext cx="4327182" cy="30466"/>
          </a:xfrm>
          <a:prstGeom prst="rect">
            <a:avLst/>
          </a:prstGeom>
          <a:solidFill>
            <a:srgbClr val="FFC000"/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 b="1" err="1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85A0EEE-97D2-4154-8E3C-5415409EAE81}"/>
              </a:ext>
            </a:extLst>
          </p:cNvPr>
          <p:cNvSpPr txBox="1"/>
          <p:nvPr/>
        </p:nvSpPr>
        <p:spPr>
          <a:xfrm>
            <a:off x="3272994" y="2917387"/>
            <a:ext cx="289443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Top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68BC4C6-3A57-4A7E-9061-6266A0498FD6}"/>
              </a:ext>
            </a:extLst>
          </p:cNvPr>
          <p:cNvSpPr txBox="1"/>
          <p:nvPr/>
        </p:nvSpPr>
        <p:spPr>
          <a:xfrm>
            <a:off x="3263736" y="3176021"/>
            <a:ext cx="289443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Back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19" name="직선 화살표 연결선 18">
            <a:extLst>
              <a:ext uri="{FF2B5EF4-FFF2-40B4-BE49-F238E27FC236}">
                <a16:creationId xmlns:a16="http://schemas.microsoft.com/office/drawing/2014/main" id="{EFAAFB8D-23A9-4596-9486-206DED8AAC41}"/>
              </a:ext>
            </a:extLst>
          </p:cNvPr>
          <p:cNvCxnSpPr>
            <a:cxnSpLocks/>
          </p:cNvCxnSpPr>
          <p:nvPr/>
        </p:nvCxnSpPr>
        <p:spPr>
          <a:xfrm flipH="1">
            <a:off x="3639414" y="3036742"/>
            <a:ext cx="403799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7528A3AD-6A81-44C3-9805-B6798BA63939}"/>
              </a:ext>
            </a:extLst>
          </p:cNvPr>
          <p:cNvSpPr txBox="1"/>
          <p:nvPr/>
        </p:nvSpPr>
        <p:spPr>
          <a:xfrm>
            <a:off x="3636396" y="2889751"/>
            <a:ext cx="51276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주행방향</a:t>
            </a:r>
          </a:p>
        </p:txBody>
      </p: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9CE9AAC3-563D-4F49-8300-3BAD5D9C661E}"/>
              </a:ext>
            </a:extLst>
          </p:cNvPr>
          <p:cNvCxnSpPr/>
          <p:nvPr/>
        </p:nvCxnSpPr>
        <p:spPr>
          <a:xfrm>
            <a:off x="4386652" y="2881714"/>
            <a:ext cx="0" cy="897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DE99AFE2-CADD-4292-8AD9-E11C94F2488A}"/>
              </a:ext>
            </a:extLst>
          </p:cNvPr>
          <p:cNvCxnSpPr/>
          <p:nvPr/>
        </p:nvCxnSpPr>
        <p:spPr>
          <a:xfrm>
            <a:off x="5497461" y="2881714"/>
            <a:ext cx="0" cy="897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50795560-815C-425E-9F72-A07419F61970}"/>
              </a:ext>
            </a:extLst>
          </p:cNvPr>
          <p:cNvCxnSpPr>
            <a:cxnSpLocks/>
          </p:cNvCxnSpPr>
          <p:nvPr/>
        </p:nvCxnSpPr>
        <p:spPr>
          <a:xfrm>
            <a:off x="4382398" y="2924534"/>
            <a:ext cx="1113222" cy="0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2BF8F14C-1B91-47C4-83AF-F8A893B5BC7D}"/>
              </a:ext>
            </a:extLst>
          </p:cNvPr>
          <p:cNvSpPr txBox="1"/>
          <p:nvPr/>
        </p:nvSpPr>
        <p:spPr>
          <a:xfrm>
            <a:off x="4444935" y="2724072"/>
            <a:ext cx="123360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/>
              <a:t>Top coating length </a:t>
            </a:r>
            <a:endParaRPr lang="ko-KR" altLang="en-US" sz="90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8D3A4F1-3F2D-401B-991E-94660BF763A0}"/>
              </a:ext>
            </a:extLst>
          </p:cNvPr>
          <p:cNvSpPr txBox="1"/>
          <p:nvPr/>
        </p:nvSpPr>
        <p:spPr>
          <a:xfrm>
            <a:off x="4605419" y="3263936"/>
            <a:ext cx="122139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/>
              <a:t>Back coating length </a:t>
            </a:r>
            <a:endParaRPr lang="ko-KR" altLang="en-US" sz="900"/>
          </a:p>
        </p:txBody>
      </p: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2AA7493B-2A9D-4DD1-BABA-5448044A7560}"/>
              </a:ext>
            </a:extLst>
          </p:cNvPr>
          <p:cNvCxnSpPr/>
          <p:nvPr/>
        </p:nvCxnSpPr>
        <p:spPr>
          <a:xfrm>
            <a:off x="4573022" y="3275973"/>
            <a:ext cx="0" cy="8973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화살표 연결선 26">
            <a:extLst>
              <a:ext uri="{FF2B5EF4-FFF2-40B4-BE49-F238E27FC236}">
                <a16:creationId xmlns:a16="http://schemas.microsoft.com/office/drawing/2014/main" id="{80FC6A00-4EBC-4CFF-A5BD-E9C1F83E385C}"/>
              </a:ext>
            </a:extLst>
          </p:cNvPr>
          <p:cNvCxnSpPr>
            <a:cxnSpLocks/>
          </p:cNvCxnSpPr>
          <p:nvPr/>
        </p:nvCxnSpPr>
        <p:spPr>
          <a:xfrm>
            <a:off x="4573022" y="3320198"/>
            <a:ext cx="1075841" cy="0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39028CBD-D765-4353-9835-D4735B2BE6C4}"/>
              </a:ext>
            </a:extLst>
          </p:cNvPr>
          <p:cNvCxnSpPr>
            <a:cxnSpLocks/>
          </p:cNvCxnSpPr>
          <p:nvPr/>
        </p:nvCxnSpPr>
        <p:spPr>
          <a:xfrm>
            <a:off x="5494603" y="2927346"/>
            <a:ext cx="161714" cy="0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9CC858E6-1091-41F6-826C-9EB01213B139}"/>
              </a:ext>
            </a:extLst>
          </p:cNvPr>
          <p:cNvCxnSpPr/>
          <p:nvPr/>
        </p:nvCxnSpPr>
        <p:spPr>
          <a:xfrm>
            <a:off x="5654532" y="3275973"/>
            <a:ext cx="0" cy="8973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53D5A352-8D86-4E7E-B86B-78C69DFDECBB}"/>
              </a:ext>
            </a:extLst>
          </p:cNvPr>
          <p:cNvCxnSpPr>
            <a:cxnSpLocks/>
          </p:cNvCxnSpPr>
          <p:nvPr/>
        </p:nvCxnSpPr>
        <p:spPr>
          <a:xfrm>
            <a:off x="4382398" y="3175278"/>
            <a:ext cx="0" cy="19001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화살표 연결선 30">
            <a:extLst>
              <a:ext uri="{FF2B5EF4-FFF2-40B4-BE49-F238E27FC236}">
                <a16:creationId xmlns:a16="http://schemas.microsoft.com/office/drawing/2014/main" id="{A54E3EE1-7AFC-444C-A16A-70886EB34841}"/>
              </a:ext>
            </a:extLst>
          </p:cNvPr>
          <p:cNvCxnSpPr>
            <a:cxnSpLocks/>
          </p:cNvCxnSpPr>
          <p:nvPr/>
        </p:nvCxnSpPr>
        <p:spPr>
          <a:xfrm>
            <a:off x="4379223" y="3320198"/>
            <a:ext cx="179129" cy="0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4D25F3E4-D6A9-43D2-94F2-D0D2FC9D019B}"/>
              </a:ext>
            </a:extLst>
          </p:cNvPr>
          <p:cNvSpPr txBox="1"/>
          <p:nvPr/>
        </p:nvSpPr>
        <p:spPr>
          <a:xfrm>
            <a:off x="3535764" y="3270482"/>
            <a:ext cx="9466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/>
              <a:t>Start</a:t>
            </a:r>
            <a:r>
              <a:rPr lang="ko-KR" altLang="en-US" sz="900"/>
              <a:t>부 미스매치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747CE540-ACD1-4465-95BA-434FBCD50CD3}"/>
              </a:ext>
            </a:extLst>
          </p:cNvPr>
          <p:cNvSpPr/>
          <p:nvPr/>
        </p:nvSpPr>
        <p:spPr bwMode="auto">
          <a:xfrm>
            <a:off x="2539042" y="4560729"/>
            <a:ext cx="5706311" cy="1350131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75000"/>
              </a:schemeClr>
            </a:solidFill>
            <a:miter lim="800000"/>
            <a:headEnd/>
            <a:tailEnd/>
          </a:ln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0F3034A3-7A5F-459F-9772-F9234DB8841B}"/>
              </a:ext>
            </a:extLst>
          </p:cNvPr>
          <p:cNvSpPr txBox="1"/>
          <p:nvPr/>
        </p:nvSpPr>
        <p:spPr>
          <a:xfrm>
            <a:off x="2511688" y="4571391"/>
            <a:ext cx="204357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latin typeface="Arial Narrow"/>
                <a:ea typeface="LG스마트체 Regular"/>
              </a:rPr>
              <a:t>원통형 전극 공정</a:t>
            </a:r>
            <a:r>
              <a:rPr lang="en-US" altLang="ko-KR" sz="900">
                <a:latin typeface="Arial Narrow"/>
                <a:ea typeface="LG스마트체 Regular"/>
              </a:rPr>
              <a:t> End</a:t>
            </a:r>
            <a:r>
              <a:rPr lang="ko-KR" altLang="en-US" sz="900">
                <a:latin typeface="Arial Narrow"/>
                <a:ea typeface="LG스마트체 Regular"/>
              </a:rPr>
              <a:t>부 미스매치 관련 </a:t>
            </a:r>
            <a:r>
              <a:rPr lang="en-US" altLang="ko-KR" sz="900">
                <a:latin typeface="Arial Narrow"/>
                <a:ea typeface="LG스마트체 Regular"/>
              </a:rPr>
              <a:t>CTP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FB36774-D2F1-47B9-920A-18ECC1BB010C}"/>
              </a:ext>
            </a:extLst>
          </p:cNvPr>
          <p:cNvSpPr/>
          <p:nvPr/>
        </p:nvSpPr>
        <p:spPr>
          <a:xfrm>
            <a:off x="7183558" y="4638422"/>
            <a:ext cx="120270" cy="115703"/>
          </a:xfrm>
          <a:prstGeom prst="rect">
            <a:avLst/>
          </a:prstGeom>
          <a:solidFill>
            <a:schemeClr val="tx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>
              <a:solidFill>
                <a:schemeClr val="tx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5B65469-D107-4939-B6D3-5B8984226DCA}"/>
              </a:ext>
            </a:extLst>
          </p:cNvPr>
          <p:cNvSpPr/>
          <p:nvPr/>
        </p:nvSpPr>
        <p:spPr>
          <a:xfrm>
            <a:off x="7723618" y="4635165"/>
            <a:ext cx="120270" cy="115703"/>
          </a:xfrm>
          <a:prstGeom prst="rect">
            <a:avLst/>
          </a:prstGeom>
          <a:solidFill>
            <a:srgbClr val="80CC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>
              <a:solidFill>
                <a:schemeClr val="tx1"/>
              </a:solidFill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C2CF2ED-4209-427F-9095-9151CFFED563}"/>
              </a:ext>
            </a:extLst>
          </p:cNvPr>
          <p:cNvSpPr txBox="1"/>
          <p:nvPr/>
        </p:nvSpPr>
        <p:spPr>
          <a:xfrm>
            <a:off x="7267655" y="4571391"/>
            <a:ext cx="57118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/>
              <a:t>제어 전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E8FAC25-D4AC-4D20-A456-13E5D03B9004}"/>
              </a:ext>
            </a:extLst>
          </p:cNvPr>
          <p:cNvSpPr txBox="1"/>
          <p:nvPr/>
        </p:nvSpPr>
        <p:spPr>
          <a:xfrm>
            <a:off x="7808211" y="4571397"/>
            <a:ext cx="57118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/>
              <a:t>제어 후</a:t>
            </a: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F79BC95B-EC09-453B-80B4-46A51865898B}"/>
              </a:ext>
            </a:extLst>
          </p:cNvPr>
          <p:cNvGrpSpPr/>
          <p:nvPr/>
        </p:nvGrpSpPr>
        <p:grpSpPr>
          <a:xfrm>
            <a:off x="2755069" y="4865554"/>
            <a:ext cx="2539093" cy="398636"/>
            <a:chOff x="10227510" y="3136054"/>
            <a:chExt cx="3261745" cy="488366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C56F888D-09D8-4EE6-BC62-AA8CB6DEC691}"/>
                </a:ext>
              </a:extLst>
            </p:cNvPr>
            <p:cNvSpPr/>
            <p:nvPr/>
          </p:nvSpPr>
          <p:spPr>
            <a:xfrm>
              <a:off x="10604470" y="3292554"/>
              <a:ext cx="1271345" cy="120105"/>
            </a:xfrm>
            <a:prstGeom prst="rect">
              <a:avLst/>
            </a:prstGeom>
            <a:solidFill>
              <a:srgbClr val="009900">
                <a:alpha val="49804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17D314DA-4726-4D0F-86FF-26A901CFA570}"/>
                </a:ext>
              </a:extLst>
            </p:cNvPr>
            <p:cNvSpPr/>
            <p:nvPr/>
          </p:nvSpPr>
          <p:spPr>
            <a:xfrm>
              <a:off x="12061480" y="3292553"/>
              <a:ext cx="1297481" cy="126589"/>
            </a:xfrm>
            <a:prstGeom prst="rect">
              <a:avLst/>
            </a:prstGeom>
            <a:solidFill>
              <a:srgbClr val="009900">
                <a:alpha val="49804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E8E806AB-2060-42CC-8D92-454D2388CD07}"/>
                </a:ext>
              </a:extLst>
            </p:cNvPr>
            <p:cNvSpPr/>
            <p:nvPr/>
          </p:nvSpPr>
          <p:spPr>
            <a:xfrm>
              <a:off x="10604470" y="3292554"/>
              <a:ext cx="1126460" cy="120105"/>
            </a:xfrm>
            <a:prstGeom prst="rect">
              <a:avLst/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A39A4B33-E46C-4540-8148-330ED0ADEA49}"/>
                </a:ext>
              </a:extLst>
            </p:cNvPr>
            <p:cNvSpPr/>
            <p:nvPr/>
          </p:nvSpPr>
          <p:spPr>
            <a:xfrm>
              <a:off x="12068052" y="3292553"/>
              <a:ext cx="1133333" cy="126589"/>
            </a:xfrm>
            <a:prstGeom prst="rect">
              <a:avLst/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91FF2438-0375-44BD-AD36-E0EE54EDB763}"/>
                </a:ext>
              </a:extLst>
            </p:cNvPr>
            <p:cNvSpPr/>
            <p:nvPr/>
          </p:nvSpPr>
          <p:spPr>
            <a:xfrm>
              <a:off x="10782810" y="3441023"/>
              <a:ext cx="1104315" cy="12338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757B19F2-B0FE-4D83-B0FC-52418F27708B}"/>
                </a:ext>
              </a:extLst>
            </p:cNvPr>
            <p:cNvSpPr/>
            <p:nvPr/>
          </p:nvSpPr>
          <p:spPr>
            <a:xfrm>
              <a:off x="12137230" y="3430013"/>
              <a:ext cx="1221734" cy="13579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08D2E653-9C0E-4375-A947-43D08ED06154}"/>
                </a:ext>
              </a:extLst>
            </p:cNvPr>
            <p:cNvSpPr/>
            <p:nvPr/>
          </p:nvSpPr>
          <p:spPr>
            <a:xfrm>
              <a:off x="10238179" y="3415364"/>
              <a:ext cx="3251076" cy="30466"/>
            </a:xfrm>
            <a:prstGeom prst="rect">
              <a:avLst/>
            </a:pr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33111B24-CFA4-4A1C-B584-888090ECA587}"/>
                </a:ext>
              </a:extLst>
            </p:cNvPr>
            <p:cNvSpPr txBox="1"/>
            <p:nvPr/>
          </p:nvSpPr>
          <p:spPr>
            <a:xfrm>
              <a:off x="10236768" y="3214962"/>
              <a:ext cx="289443" cy="15082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Top</a:t>
              </a:r>
              <a:endPara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80333DC5-0607-4648-84D5-2AA25F0133A0}"/>
                </a:ext>
              </a:extLst>
            </p:cNvPr>
            <p:cNvSpPr txBox="1"/>
            <p:nvPr/>
          </p:nvSpPr>
          <p:spPr>
            <a:xfrm>
              <a:off x="10227510" y="3473596"/>
              <a:ext cx="289443" cy="15082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Back</a:t>
              </a:r>
              <a:endPara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49" name="직선 화살표 연결선 48">
              <a:extLst>
                <a:ext uri="{FF2B5EF4-FFF2-40B4-BE49-F238E27FC236}">
                  <a16:creationId xmlns:a16="http://schemas.microsoft.com/office/drawing/2014/main" id="{2B87FF77-F88E-4D12-8A33-434AF3F878EB}"/>
                </a:ext>
              </a:extLst>
            </p:cNvPr>
            <p:cNvCxnSpPr>
              <a:cxnSpLocks/>
            </p:cNvCxnSpPr>
            <p:nvPr/>
          </p:nvCxnSpPr>
          <p:spPr>
            <a:xfrm>
              <a:off x="11733851" y="3198899"/>
              <a:ext cx="64996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0B1CC215-2D53-4A83-9577-3CE164D0BFA1}"/>
                </a:ext>
              </a:extLst>
            </p:cNvPr>
            <p:cNvCxnSpPr>
              <a:cxnSpLocks/>
            </p:cNvCxnSpPr>
            <p:nvPr/>
          </p:nvCxnSpPr>
          <p:spPr>
            <a:xfrm>
              <a:off x="11725600" y="3140866"/>
              <a:ext cx="0" cy="140105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DBB53AAB-1657-4F72-A0CC-A32C81EF4DE4}"/>
                </a:ext>
              </a:extLst>
            </p:cNvPr>
            <p:cNvCxnSpPr>
              <a:cxnSpLocks/>
            </p:cNvCxnSpPr>
            <p:nvPr/>
          </p:nvCxnSpPr>
          <p:spPr>
            <a:xfrm>
              <a:off x="11865785" y="3140866"/>
              <a:ext cx="0" cy="140105"/>
            </a:xfrm>
            <a:prstGeom prst="line">
              <a:avLst/>
            </a:prstGeom>
            <a:ln w="19050">
              <a:solidFill>
                <a:srgbClr val="0099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화살표 연결선 51">
              <a:extLst>
                <a:ext uri="{FF2B5EF4-FFF2-40B4-BE49-F238E27FC236}">
                  <a16:creationId xmlns:a16="http://schemas.microsoft.com/office/drawing/2014/main" id="{FDFC9C69-347C-4EE4-8CC2-E49B204E4351}"/>
                </a:ext>
              </a:extLst>
            </p:cNvPr>
            <p:cNvCxnSpPr>
              <a:cxnSpLocks/>
            </p:cNvCxnSpPr>
            <p:nvPr/>
          </p:nvCxnSpPr>
          <p:spPr>
            <a:xfrm>
              <a:off x="13217501" y="3194087"/>
              <a:ext cx="64996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FEA4DF40-B2B0-4A26-8030-CB094A738EF9}"/>
                </a:ext>
              </a:extLst>
            </p:cNvPr>
            <p:cNvCxnSpPr>
              <a:cxnSpLocks/>
            </p:cNvCxnSpPr>
            <p:nvPr/>
          </p:nvCxnSpPr>
          <p:spPr>
            <a:xfrm>
              <a:off x="13209250" y="3136054"/>
              <a:ext cx="0" cy="140105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2D3DF437-ED9D-4AFF-9018-B07CE7E63FDF}"/>
                </a:ext>
              </a:extLst>
            </p:cNvPr>
            <p:cNvCxnSpPr>
              <a:cxnSpLocks/>
            </p:cNvCxnSpPr>
            <p:nvPr/>
          </p:nvCxnSpPr>
          <p:spPr>
            <a:xfrm>
              <a:off x="13349435" y="3136054"/>
              <a:ext cx="0" cy="140105"/>
            </a:xfrm>
            <a:prstGeom prst="line">
              <a:avLst/>
            </a:prstGeom>
            <a:ln w="19050">
              <a:solidFill>
                <a:srgbClr val="0099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441FE4CA-F5E4-4843-B4E8-9709A6E757DD}"/>
              </a:ext>
            </a:extLst>
          </p:cNvPr>
          <p:cNvGrpSpPr/>
          <p:nvPr/>
        </p:nvGrpSpPr>
        <p:grpSpPr>
          <a:xfrm>
            <a:off x="5640129" y="4896014"/>
            <a:ext cx="2497609" cy="464438"/>
            <a:chOff x="10227510" y="4217401"/>
            <a:chExt cx="3261745" cy="516020"/>
          </a:xfrm>
        </p:grpSpPr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02A46736-9B04-4B90-BB66-3017900ADCEB}"/>
                </a:ext>
              </a:extLst>
            </p:cNvPr>
            <p:cNvSpPr/>
            <p:nvPr/>
          </p:nvSpPr>
          <p:spPr>
            <a:xfrm>
              <a:off x="10778165" y="4445390"/>
              <a:ext cx="955180" cy="120105"/>
            </a:xfrm>
            <a:prstGeom prst="rect">
              <a:avLst/>
            </a:prstGeom>
            <a:solidFill>
              <a:srgbClr val="009900">
                <a:alpha val="49804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7B3191F3-0721-4F90-BBD4-C7FCA0C0521F}"/>
                </a:ext>
              </a:extLst>
            </p:cNvPr>
            <p:cNvSpPr/>
            <p:nvPr/>
          </p:nvSpPr>
          <p:spPr>
            <a:xfrm>
              <a:off x="12122028" y="4435864"/>
              <a:ext cx="1072298" cy="126589"/>
            </a:xfrm>
            <a:prstGeom prst="rect">
              <a:avLst/>
            </a:prstGeom>
            <a:solidFill>
              <a:srgbClr val="009900">
                <a:alpha val="49804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CF2EEEDA-33AB-4455-B080-0D2194E9B062}"/>
                </a:ext>
              </a:extLst>
            </p:cNvPr>
            <p:cNvSpPr/>
            <p:nvPr/>
          </p:nvSpPr>
          <p:spPr>
            <a:xfrm>
              <a:off x="10604470" y="4294993"/>
              <a:ext cx="1126460" cy="12010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E3739E38-A91C-4ECA-969A-558817C266DC}"/>
                </a:ext>
              </a:extLst>
            </p:cNvPr>
            <p:cNvSpPr/>
            <p:nvPr/>
          </p:nvSpPr>
          <p:spPr>
            <a:xfrm>
              <a:off x="12068052" y="4294992"/>
              <a:ext cx="1133333" cy="12658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807F9385-E4BF-4D21-8857-789E9D341421}"/>
                </a:ext>
              </a:extLst>
            </p:cNvPr>
            <p:cNvSpPr/>
            <p:nvPr/>
          </p:nvSpPr>
          <p:spPr>
            <a:xfrm>
              <a:off x="10782810" y="4444858"/>
              <a:ext cx="1104315" cy="123386"/>
            </a:xfrm>
            <a:prstGeom prst="rect">
              <a:avLst/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921E4FB2-2017-41DA-B749-C3E6F71FD1BF}"/>
                </a:ext>
              </a:extLst>
            </p:cNvPr>
            <p:cNvSpPr/>
            <p:nvPr/>
          </p:nvSpPr>
          <p:spPr>
            <a:xfrm>
              <a:off x="12122028" y="4432452"/>
              <a:ext cx="1236936" cy="135792"/>
            </a:xfrm>
            <a:prstGeom prst="rect">
              <a:avLst/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8724D518-94BF-4A19-82FB-B153BBCC11F9}"/>
                </a:ext>
              </a:extLst>
            </p:cNvPr>
            <p:cNvSpPr/>
            <p:nvPr/>
          </p:nvSpPr>
          <p:spPr>
            <a:xfrm>
              <a:off x="10238179" y="4417803"/>
              <a:ext cx="3251076" cy="30466"/>
            </a:xfrm>
            <a:prstGeom prst="rect">
              <a:avLst/>
            </a:pr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614CE08-66D3-4912-8BBD-65D48DFD2DA7}"/>
                </a:ext>
              </a:extLst>
            </p:cNvPr>
            <p:cNvSpPr txBox="1"/>
            <p:nvPr/>
          </p:nvSpPr>
          <p:spPr>
            <a:xfrm>
              <a:off x="10236768" y="4217401"/>
              <a:ext cx="289442" cy="13678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Top</a:t>
              </a:r>
              <a:endPara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E221076-F913-4A30-882D-06A4142471D6}"/>
                </a:ext>
              </a:extLst>
            </p:cNvPr>
            <p:cNvSpPr txBox="1"/>
            <p:nvPr/>
          </p:nvSpPr>
          <p:spPr>
            <a:xfrm>
              <a:off x="10227510" y="4476036"/>
              <a:ext cx="289442" cy="13678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Back</a:t>
              </a:r>
              <a:endPara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65" name="직선 화살표 연결선 64">
              <a:extLst>
                <a:ext uri="{FF2B5EF4-FFF2-40B4-BE49-F238E27FC236}">
                  <a16:creationId xmlns:a16="http://schemas.microsoft.com/office/drawing/2014/main" id="{2446441D-5E0A-4609-B64C-8F7E420C78B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791704" y="4656110"/>
              <a:ext cx="28527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13F062BC-ED89-4B0E-84F2-4AC35E81B0CD}"/>
                </a:ext>
              </a:extLst>
            </p:cNvPr>
            <p:cNvCxnSpPr>
              <a:cxnSpLocks/>
            </p:cNvCxnSpPr>
            <p:nvPr/>
          </p:nvCxnSpPr>
          <p:spPr>
            <a:xfrm>
              <a:off x="11730363" y="4593316"/>
              <a:ext cx="0" cy="140105"/>
            </a:xfrm>
            <a:prstGeom prst="line">
              <a:avLst/>
            </a:prstGeom>
            <a:ln w="19050">
              <a:solidFill>
                <a:srgbClr val="0099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3DDBB4A6-A170-47F7-9D63-887094E81612}"/>
                </a:ext>
              </a:extLst>
            </p:cNvPr>
            <p:cNvCxnSpPr>
              <a:cxnSpLocks/>
            </p:cNvCxnSpPr>
            <p:nvPr/>
          </p:nvCxnSpPr>
          <p:spPr>
            <a:xfrm>
              <a:off x="11865785" y="4593316"/>
              <a:ext cx="0" cy="140105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화살표 연결선 67">
              <a:extLst>
                <a:ext uri="{FF2B5EF4-FFF2-40B4-BE49-F238E27FC236}">
                  <a16:creationId xmlns:a16="http://schemas.microsoft.com/office/drawing/2014/main" id="{19EEDE6A-5321-40D7-8CC9-DED4C7959C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3277735" y="4651298"/>
              <a:ext cx="44549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BB57E653-AF45-4052-8229-0DCB39E69E89}"/>
                </a:ext>
              </a:extLst>
            </p:cNvPr>
            <p:cNvCxnSpPr>
              <a:cxnSpLocks/>
            </p:cNvCxnSpPr>
            <p:nvPr/>
          </p:nvCxnSpPr>
          <p:spPr>
            <a:xfrm>
              <a:off x="13194961" y="4588504"/>
              <a:ext cx="0" cy="140105"/>
            </a:xfrm>
            <a:prstGeom prst="line">
              <a:avLst/>
            </a:prstGeom>
            <a:ln w="19050">
              <a:solidFill>
                <a:srgbClr val="0099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20247BB-D977-4AF0-9FF5-3142BC4DA959}"/>
                </a:ext>
              </a:extLst>
            </p:cNvPr>
            <p:cNvCxnSpPr>
              <a:cxnSpLocks/>
            </p:cNvCxnSpPr>
            <p:nvPr/>
          </p:nvCxnSpPr>
          <p:spPr>
            <a:xfrm>
              <a:off x="13349435" y="4588504"/>
              <a:ext cx="0" cy="140105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DDEA63DE-E8D4-4BDA-AFFC-6E79708B81C5}"/>
              </a:ext>
            </a:extLst>
          </p:cNvPr>
          <p:cNvGrpSpPr/>
          <p:nvPr/>
        </p:nvGrpSpPr>
        <p:grpSpPr>
          <a:xfrm>
            <a:off x="2762370" y="5440653"/>
            <a:ext cx="2512984" cy="426463"/>
            <a:chOff x="10221086" y="5441537"/>
            <a:chExt cx="3261745" cy="516020"/>
          </a:xfrm>
        </p:grpSpPr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60AD35CB-3717-44D7-B9B4-60D3DAB77D24}"/>
                </a:ext>
              </a:extLst>
            </p:cNvPr>
            <p:cNvSpPr/>
            <p:nvPr/>
          </p:nvSpPr>
          <p:spPr>
            <a:xfrm>
              <a:off x="10606612" y="5657594"/>
              <a:ext cx="1105979" cy="120105"/>
            </a:xfrm>
            <a:prstGeom prst="rect">
              <a:avLst/>
            </a:prstGeom>
            <a:solidFill>
              <a:srgbClr val="009900">
                <a:alpha val="49804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94339B7E-DCE9-4140-AE74-8A970617513D}"/>
                </a:ext>
              </a:extLst>
            </p:cNvPr>
            <p:cNvSpPr/>
            <p:nvPr/>
          </p:nvSpPr>
          <p:spPr>
            <a:xfrm>
              <a:off x="12063630" y="5651110"/>
              <a:ext cx="1131332" cy="126589"/>
            </a:xfrm>
            <a:prstGeom prst="rect">
              <a:avLst/>
            </a:prstGeom>
            <a:solidFill>
              <a:srgbClr val="009900">
                <a:alpha val="49804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539BCEC3-7D50-4579-AAEA-E8B0C5E912FA}"/>
                </a:ext>
              </a:extLst>
            </p:cNvPr>
            <p:cNvSpPr/>
            <p:nvPr/>
          </p:nvSpPr>
          <p:spPr>
            <a:xfrm>
              <a:off x="10598046" y="5519129"/>
              <a:ext cx="1126460" cy="12010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4F506D96-E90F-49C3-A7CF-EF308C4389CF}"/>
                </a:ext>
              </a:extLst>
            </p:cNvPr>
            <p:cNvSpPr/>
            <p:nvPr/>
          </p:nvSpPr>
          <p:spPr>
            <a:xfrm>
              <a:off x="12061628" y="5519128"/>
              <a:ext cx="1133333" cy="12658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52CBE6CC-E1D1-4772-853E-A66C7DC2F09D}"/>
                </a:ext>
              </a:extLst>
            </p:cNvPr>
            <p:cNvSpPr/>
            <p:nvPr/>
          </p:nvSpPr>
          <p:spPr>
            <a:xfrm>
              <a:off x="10776386" y="5656294"/>
              <a:ext cx="1104315" cy="123386"/>
            </a:xfrm>
            <a:prstGeom prst="rect">
              <a:avLst/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27A453FD-27BA-4DC4-86EF-32B3F47C1ADA}"/>
                </a:ext>
              </a:extLst>
            </p:cNvPr>
            <p:cNvSpPr/>
            <p:nvPr/>
          </p:nvSpPr>
          <p:spPr>
            <a:xfrm>
              <a:off x="12226791" y="5643888"/>
              <a:ext cx="1140561" cy="135792"/>
            </a:xfrm>
            <a:prstGeom prst="rect">
              <a:avLst/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6FA1D41F-4C6B-43D7-956F-259FD1C3FB3E}"/>
                </a:ext>
              </a:extLst>
            </p:cNvPr>
            <p:cNvSpPr/>
            <p:nvPr/>
          </p:nvSpPr>
          <p:spPr>
            <a:xfrm>
              <a:off x="10231755" y="5641939"/>
              <a:ext cx="3251076" cy="30466"/>
            </a:xfrm>
            <a:prstGeom prst="rect">
              <a:avLst/>
            </a:pr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AC6B1511-C4BC-40F7-8FB0-EA6D4721CFF0}"/>
                </a:ext>
              </a:extLst>
            </p:cNvPr>
            <p:cNvSpPr txBox="1"/>
            <p:nvPr/>
          </p:nvSpPr>
          <p:spPr>
            <a:xfrm>
              <a:off x="10230344" y="5441537"/>
              <a:ext cx="289443" cy="1489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Top</a:t>
              </a:r>
              <a:endPara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114D1AB6-47A5-434B-A71C-4617FDD4C48A}"/>
                </a:ext>
              </a:extLst>
            </p:cNvPr>
            <p:cNvSpPr txBox="1"/>
            <p:nvPr/>
          </p:nvSpPr>
          <p:spPr>
            <a:xfrm>
              <a:off x="10221086" y="5700171"/>
              <a:ext cx="289443" cy="1489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Back</a:t>
              </a:r>
              <a:endPara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81" name="직선 화살표 연결선 80">
              <a:extLst>
                <a:ext uri="{FF2B5EF4-FFF2-40B4-BE49-F238E27FC236}">
                  <a16:creationId xmlns:a16="http://schemas.microsoft.com/office/drawing/2014/main" id="{7D1DC25F-39A7-4F4D-9117-553A4857A8D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785280" y="5880246"/>
              <a:ext cx="28527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0A29EB64-B7EA-409A-BE75-A37F96A29CF4}"/>
                </a:ext>
              </a:extLst>
            </p:cNvPr>
            <p:cNvCxnSpPr>
              <a:cxnSpLocks/>
            </p:cNvCxnSpPr>
            <p:nvPr/>
          </p:nvCxnSpPr>
          <p:spPr>
            <a:xfrm>
              <a:off x="11723939" y="5817452"/>
              <a:ext cx="0" cy="140105"/>
            </a:xfrm>
            <a:prstGeom prst="line">
              <a:avLst/>
            </a:prstGeom>
            <a:ln w="19050">
              <a:solidFill>
                <a:srgbClr val="0099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721D31B7-93CB-47CF-9CE0-6BCD3B6B2F30}"/>
                </a:ext>
              </a:extLst>
            </p:cNvPr>
            <p:cNvCxnSpPr>
              <a:cxnSpLocks/>
            </p:cNvCxnSpPr>
            <p:nvPr/>
          </p:nvCxnSpPr>
          <p:spPr>
            <a:xfrm>
              <a:off x="11859361" y="5817452"/>
              <a:ext cx="0" cy="140105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화살표 연결선 83">
              <a:extLst>
                <a:ext uri="{FF2B5EF4-FFF2-40B4-BE49-F238E27FC236}">
                  <a16:creationId xmlns:a16="http://schemas.microsoft.com/office/drawing/2014/main" id="{FE4A7FE9-1330-4BEC-B9C3-DFCE60DCF4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3266548" y="5875434"/>
              <a:ext cx="44549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914A14C6-67E3-4B5B-B580-A4982219E247}"/>
                </a:ext>
              </a:extLst>
            </p:cNvPr>
            <p:cNvCxnSpPr>
              <a:cxnSpLocks/>
            </p:cNvCxnSpPr>
            <p:nvPr/>
          </p:nvCxnSpPr>
          <p:spPr>
            <a:xfrm>
              <a:off x="13188537" y="5812640"/>
              <a:ext cx="0" cy="140105"/>
            </a:xfrm>
            <a:prstGeom prst="line">
              <a:avLst/>
            </a:prstGeom>
            <a:ln w="19050">
              <a:solidFill>
                <a:srgbClr val="0099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461E0E55-BBFF-46D8-A66D-BFC898BDC095}"/>
                </a:ext>
              </a:extLst>
            </p:cNvPr>
            <p:cNvCxnSpPr>
              <a:cxnSpLocks/>
            </p:cNvCxnSpPr>
            <p:nvPr/>
          </p:nvCxnSpPr>
          <p:spPr>
            <a:xfrm>
              <a:off x="13343011" y="5812640"/>
              <a:ext cx="0" cy="140105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화살표 연결선 86">
              <a:extLst>
                <a:ext uri="{FF2B5EF4-FFF2-40B4-BE49-F238E27FC236}">
                  <a16:creationId xmlns:a16="http://schemas.microsoft.com/office/drawing/2014/main" id="{F4522259-F4C1-40D4-816D-523569AC151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688595" y="5868175"/>
              <a:ext cx="28527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66F439C2-5337-4585-9279-2932D75BF4B2}"/>
                </a:ext>
              </a:extLst>
            </p:cNvPr>
            <p:cNvCxnSpPr>
              <a:cxnSpLocks/>
            </p:cNvCxnSpPr>
            <p:nvPr/>
          </p:nvCxnSpPr>
          <p:spPr>
            <a:xfrm>
              <a:off x="10627254" y="5805381"/>
              <a:ext cx="0" cy="140105"/>
            </a:xfrm>
            <a:prstGeom prst="line">
              <a:avLst/>
            </a:prstGeom>
            <a:ln w="19050">
              <a:solidFill>
                <a:srgbClr val="0099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BD4AB747-EE42-4014-AF4A-A57810DF20C9}"/>
                </a:ext>
              </a:extLst>
            </p:cNvPr>
            <p:cNvCxnSpPr>
              <a:cxnSpLocks/>
            </p:cNvCxnSpPr>
            <p:nvPr/>
          </p:nvCxnSpPr>
          <p:spPr>
            <a:xfrm>
              <a:off x="10762676" y="5805381"/>
              <a:ext cx="0" cy="140105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화살표 연결선 89">
              <a:extLst>
                <a:ext uri="{FF2B5EF4-FFF2-40B4-BE49-F238E27FC236}">
                  <a16:creationId xmlns:a16="http://schemas.microsoft.com/office/drawing/2014/main" id="{0F2285EA-5AE2-4EB0-B010-67156567D5D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2152711" y="5878583"/>
              <a:ext cx="28527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AE8B14D5-12DA-4BC5-AF81-2CDE3CF0AD4A}"/>
                </a:ext>
              </a:extLst>
            </p:cNvPr>
            <p:cNvCxnSpPr>
              <a:cxnSpLocks/>
            </p:cNvCxnSpPr>
            <p:nvPr/>
          </p:nvCxnSpPr>
          <p:spPr>
            <a:xfrm>
              <a:off x="12091370" y="5815789"/>
              <a:ext cx="0" cy="140105"/>
            </a:xfrm>
            <a:prstGeom prst="line">
              <a:avLst/>
            </a:prstGeom>
            <a:ln w="19050">
              <a:solidFill>
                <a:srgbClr val="0099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75BAAB4-7AA4-4789-981C-2CAC53276E4F}"/>
                </a:ext>
              </a:extLst>
            </p:cNvPr>
            <p:cNvCxnSpPr>
              <a:cxnSpLocks/>
            </p:cNvCxnSpPr>
            <p:nvPr/>
          </p:nvCxnSpPr>
          <p:spPr>
            <a:xfrm>
              <a:off x="12226792" y="5815789"/>
              <a:ext cx="0" cy="140105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TextBox 92">
            <a:extLst>
              <a:ext uri="{FF2B5EF4-FFF2-40B4-BE49-F238E27FC236}">
                <a16:creationId xmlns:a16="http://schemas.microsoft.com/office/drawing/2014/main" id="{D1853767-9823-4949-A02A-BB326BBC0BA1}"/>
              </a:ext>
            </a:extLst>
          </p:cNvPr>
          <p:cNvSpPr txBox="1"/>
          <p:nvPr/>
        </p:nvSpPr>
        <p:spPr>
          <a:xfrm>
            <a:off x="2597053" y="4717401"/>
            <a:ext cx="211729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1. Top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Coating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Length SV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C644CB09-0A88-4160-8399-E9D19D6F0DF0}"/>
              </a:ext>
            </a:extLst>
          </p:cNvPr>
          <p:cNvSpPr txBox="1"/>
          <p:nvPr/>
        </p:nvSpPr>
        <p:spPr>
          <a:xfrm>
            <a:off x="5629347" y="4709890"/>
            <a:ext cx="211729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2. Back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Coating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Length SV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CDB3FB64-0229-4C6D-81D0-28784AF13A13}"/>
              </a:ext>
            </a:extLst>
          </p:cNvPr>
          <p:cNvSpPr txBox="1"/>
          <p:nvPr/>
        </p:nvSpPr>
        <p:spPr>
          <a:xfrm>
            <a:off x="2602068" y="5252425"/>
            <a:ext cx="211729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3. Top Bottom Position Correct SV</a:t>
            </a:r>
          </a:p>
        </p:txBody>
      </p:sp>
      <p:cxnSp>
        <p:nvCxnSpPr>
          <p:cNvPr id="96" name="직선 화살표 연결선 95">
            <a:extLst>
              <a:ext uri="{FF2B5EF4-FFF2-40B4-BE49-F238E27FC236}">
                <a16:creationId xmlns:a16="http://schemas.microsoft.com/office/drawing/2014/main" id="{6B3848C4-7D58-4D73-9406-C452533D9FEA}"/>
              </a:ext>
            </a:extLst>
          </p:cNvPr>
          <p:cNvCxnSpPr>
            <a:cxnSpLocks/>
          </p:cNvCxnSpPr>
          <p:nvPr/>
        </p:nvCxnSpPr>
        <p:spPr>
          <a:xfrm>
            <a:off x="4936487" y="5389626"/>
            <a:ext cx="454107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TextBox 96">
            <a:extLst>
              <a:ext uri="{FF2B5EF4-FFF2-40B4-BE49-F238E27FC236}">
                <a16:creationId xmlns:a16="http://schemas.microsoft.com/office/drawing/2014/main" id="{446AB496-EDE0-4425-8DCD-EE711BB950A7}"/>
              </a:ext>
            </a:extLst>
          </p:cNvPr>
          <p:cNvSpPr txBox="1"/>
          <p:nvPr/>
        </p:nvSpPr>
        <p:spPr>
          <a:xfrm>
            <a:off x="4948062" y="5242635"/>
            <a:ext cx="51276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주행방향</a:t>
            </a:r>
          </a:p>
        </p:txBody>
      </p:sp>
      <p:graphicFrame>
        <p:nvGraphicFramePr>
          <p:cNvPr id="98" name="표 97">
            <a:extLst>
              <a:ext uri="{FF2B5EF4-FFF2-40B4-BE49-F238E27FC236}">
                <a16:creationId xmlns:a16="http://schemas.microsoft.com/office/drawing/2014/main" id="{A02EE75B-932A-490F-BFA4-BEBC159DD2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063623"/>
              </p:ext>
            </p:extLst>
          </p:nvPr>
        </p:nvGraphicFramePr>
        <p:xfrm>
          <a:off x="2565275" y="1700808"/>
          <a:ext cx="5916265" cy="514173"/>
        </p:xfrm>
        <a:graphic>
          <a:graphicData uri="http://schemas.openxmlformats.org/drawingml/2006/table">
            <a:tbl>
              <a:tblPr/>
              <a:tblGrid>
                <a:gridCol w="1183253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183253">
                  <a:extLst>
                    <a:ext uri="{9D8B030D-6E8A-4147-A177-3AD203B41FA5}">
                      <a16:colId xmlns:a16="http://schemas.microsoft.com/office/drawing/2014/main" val="2243210172"/>
                    </a:ext>
                  </a:extLst>
                </a:gridCol>
                <a:gridCol w="1183253">
                  <a:extLst>
                    <a:ext uri="{9D8B030D-6E8A-4147-A177-3AD203B41FA5}">
                      <a16:colId xmlns:a16="http://schemas.microsoft.com/office/drawing/2014/main" val="3831311480"/>
                    </a:ext>
                  </a:extLst>
                </a:gridCol>
                <a:gridCol w="1183253">
                  <a:extLst>
                    <a:ext uri="{9D8B030D-6E8A-4147-A177-3AD203B41FA5}">
                      <a16:colId xmlns:a16="http://schemas.microsoft.com/office/drawing/2014/main" val="3770416189"/>
                    </a:ext>
                  </a:extLst>
                </a:gridCol>
                <a:gridCol w="1183253">
                  <a:extLst>
                    <a:ext uri="{9D8B030D-6E8A-4147-A177-3AD203B41FA5}">
                      <a16:colId xmlns:a16="http://schemas.microsoft.com/office/drawing/2014/main" val="966463808"/>
                    </a:ext>
                  </a:extLst>
                </a:gridCol>
              </a:tblGrid>
              <a:tr h="151390"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진행 계획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안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211393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데이터 분석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로직 설계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코드 개발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대표호기 검증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51390"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‘24.08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’25.07.28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~‘25.06.20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~’25.06.27 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’25.08.01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~’25.07.14 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‘25.08.08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0" lang="en-US" altLang="ko-KR" sz="9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~‘25.07.21 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‘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25.10.1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1630310"/>
                  </a:ext>
                </a:extLst>
              </a:tr>
            </a:tbl>
          </a:graphicData>
        </a:graphic>
      </p:graphicFrame>
      <p:sp>
        <p:nvSpPr>
          <p:cNvPr id="99" name="이등변 삼각형 98">
            <a:extLst>
              <a:ext uri="{FF2B5EF4-FFF2-40B4-BE49-F238E27FC236}">
                <a16:creationId xmlns:a16="http://schemas.microsoft.com/office/drawing/2014/main" id="{FA5B8B40-A923-4582-B92E-82A29B8B8830}"/>
              </a:ext>
            </a:extLst>
          </p:cNvPr>
          <p:cNvSpPr/>
          <p:nvPr/>
        </p:nvSpPr>
        <p:spPr>
          <a:xfrm rot="10800000">
            <a:off x="8384974" y="1799416"/>
            <a:ext cx="124364" cy="75187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2369D4D0-6975-4E6C-A185-1B63531AD5A5}"/>
              </a:ext>
            </a:extLst>
          </p:cNvPr>
          <p:cNvSpPr/>
          <p:nvPr/>
        </p:nvSpPr>
        <p:spPr>
          <a:xfrm>
            <a:off x="7293803" y="1857099"/>
            <a:ext cx="1193251" cy="372339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0000FF"/>
              </a:solidFill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2C927A5A-A5D0-497F-9202-FAB2CFBDF040}"/>
              </a:ext>
            </a:extLst>
          </p:cNvPr>
          <p:cNvSpPr txBox="1"/>
          <p:nvPr/>
        </p:nvSpPr>
        <p:spPr>
          <a:xfrm>
            <a:off x="8160978" y="341643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11/18(수)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11</a:t>
            </a: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  <a:endParaRPr lang="ko-KR" altLang="en-US" sz="1100" b="0" i="0" u="none" strike="noStrike" kern="1200" cap="none" spc="0" normalizeH="0" noProof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102" name="내용 개체 틀 20">
            <a:hlinkClick r:id="rId2" action="ppaction://hlinksldjump"/>
            <a:extLst>
              <a:ext uri="{FF2B5EF4-FFF2-40B4-BE49-F238E27FC236}">
                <a16:creationId xmlns:a16="http://schemas.microsoft.com/office/drawing/2014/main" id="{7198E502-1632-4BFC-B0FE-EF1F4C02F793}"/>
              </a:ext>
            </a:extLst>
          </p:cNvPr>
          <p:cNvSpPr txBox="1">
            <a:spLocks/>
          </p:cNvSpPr>
          <p:nvPr/>
        </p:nvSpPr>
        <p:spPr>
          <a:xfrm>
            <a:off x="8160980" y="172366"/>
            <a:ext cx="95539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 sz="1100" err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임성현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 S</a:t>
            </a:r>
            <a:endParaRPr lang="ko-KR" altLang="en-US" sz="1100" b="0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9" name="직사각형 28">
            <a:extLst>
              <a:ext uri="{FF2B5EF4-FFF2-40B4-BE49-F238E27FC236}">
                <a16:creationId xmlns:a16="http://schemas.microsoft.com/office/drawing/2014/main" id="{EB5952C9-F9C4-6586-B630-253159C7B80E}"/>
              </a:ext>
            </a:extLst>
          </p:cNvPr>
          <p:cNvSpPr/>
          <p:nvPr/>
        </p:nvSpPr>
        <p:spPr>
          <a:xfrm>
            <a:off x="5791656" y="247967"/>
            <a:ext cx="2569934" cy="246221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1000">
                <a:latin typeface="Arial Narrow"/>
                <a:ea typeface="LG스마트체 Regular"/>
              </a:rPr>
              <a:t>[ 과제번호 : </a:t>
            </a:r>
            <a:r>
              <a:rPr lang="en-US" altLang="ko-KR" sz="1000">
                <a:latin typeface="Arial Narrow"/>
                <a:ea typeface="LG스마트체 Regular"/>
              </a:rPr>
              <a:t>MC </a:t>
            </a:r>
            <a:r>
              <a:rPr lang="ko-KR" altLang="en-US" sz="1000">
                <a:latin typeface="Arial Narrow"/>
                <a:ea typeface="LG스마트체 Regular"/>
              </a:rPr>
              <a:t>자동보정</a:t>
            </a:r>
            <a:r>
              <a:rPr lang="en-US" altLang="ko-KR" sz="1000">
                <a:latin typeface="Arial Narrow"/>
                <a:ea typeface="LG스마트체 Regular"/>
              </a:rPr>
              <a:t>-#4</a:t>
            </a:r>
            <a:r>
              <a:rPr lang="ko-KR" altLang="en-US" sz="1000">
                <a:latin typeface="Arial Narrow"/>
                <a:ea typeface="LG스마트체 Regular"/>
              </a:rPr>
              <a:t>, 진행 상태 : </a:t>
            </a:r>
            <a:r>
              <a:rPr lang="ko-KR" altLang="en-US" sz="1000">
                <a:solidFill>
                  <a:srgbClr val="00B050"/>
                </a:solidFill>
                <a:latin typeface="Arial Narrow"/>
                <a:ea typeface="LG스마트체 Regular"/>
              </a:rPr>
              <a:t>●</a:t>
            </a:r>
            <a:r>
              <a:rPr lang="ko-KR" altLang="en-US" sz="1000">
                <a:latin typeface="Arial Narrow"/>
                <a:ea typeface="LG스마트체 Regular"/>
              </a:rPr>
              <a:t> ]</a:t>
            </a:r>
          </a:p>
        </p:txBody>
      </p:sp>
    </p:spTree>
    <p:extLst>
      <p:ext uri="{BB962C8B-B14F-4D97-AF65-F5344CB8AC3E}">
        <p14:creationId xmlns:p14="http://schemas.microsoft.com/office/powerpoint/2010/main" val="3258683450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8BA911D-85D8-47EA-B554-47FAA4B538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8644636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7566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77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67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(W50)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원통형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- End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부 미스매치 자동보정 로직 개발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NJ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 latinLnBrk="0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5,6,7, 11,12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~’25.07</a:t>
                      </a:r>
                      <a:br>
                        <a:rPr lang="en-US" altLang="ko-KR" sz="900" b="0" i="0" u="none" strike="sng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→ '25.10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 latinLnBrk="0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임성현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  <a:endParaRPr lang="en-US"/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김형준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김종환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P</a:t>
                      </a:r>
                      <a:endParaRPr lang="en-US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C31D98E6-88A0-419F-879E-6DDEAC448B05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63080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원통형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– End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부 미스매치 자동보정 로직 개발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(2/2)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4" name="제목 1">
            <a:extLst>
              <a:ext uri="{FF2B5EF4-FFF2-40B4-BE49-F238E27FC236}">
                <a16:creationId xmlns:a16="http://schemas.microsoft.com/office/drawing/2014/main" id="{5A00E96F-5888-4E2B-8163-B8CB44A01F98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_MC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자동보정팀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2B946E08-BA17-4FF0-BB32-A5E05CE9F7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2833801"/>
              </p:ext>
            </p:extLst>
          </p:nvPr>
        </p:nvGraphicFramePr>
        <p:xfrm>
          <a:off x="1424460" y="1092844"/>
          <a:ext cx="7180920" cy="54612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7200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753720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65618">
                <a:tc gridSpan="2"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rgbClr val="1414FE"/>
                          </a:solidFill>
                          <a:latin typeface="Arial Narrow"/>
                        </a:rPr>
                        <a:t>(W50) 특이사항 없습니다.</a:t>
                      </a:r>
                      <a:endParaRPr lang="en-US" sz="800" b="0" i="0" u="none" strike="noStrike" baseline="0" noProof="0">
                        <a:solidFill>
                          <a:srgbClr val="0000FF"/>
                        </a:solidFill>
                        <a:latin typeface="Arial Narrow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2953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886457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로직 개발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b="1" kern="12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3. </a:t>
                      </a:r>
                      <a:r>
                        <a:rPr lang="ko-KR" altLang="en-US" sz="800" b="1" kern="12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로직 </a:t>
                      </a:r>
                      <a:r>
                        <a:rPr lang="en-US" altLang="ko-KR" sz="800" b="1" kern="12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Flow</a:t>
                      </a:r>
                      <a:r>
                        <a:rPr lang="ko-KR" altLang="en-US" sz="800" b="1" kern="12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800" b="1" kern="12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Diagram</a:t>
                      </a: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1414FE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306E707B-F02B-4A7C-943C-D44F2A0170D9}"/>
              </a:ext>
            </a:extLst>
          </p:cNvPr>
          <p:cNvGraphicFramePr>
            <a:graphicFrameLocks noGrp="1"/>
          </p:cNvGraphicFramePr>
          <p:nvPr/>
        </p:nvGraphicFramePr>
        <p:xfrm>
          <a:off x="4423352" y="2410516"/>
          <a:ext cx="3888328" cy="3657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43600">
                  <a:extLst>
                    <a:ext uri="{9D8B030D-6E8A-4147-A177-3AD203B41FA5}">
                      <a16:colId xmlns:a16="http://schemas.microsoft.com/office/drawing/2014/main" val="1039087193"/>
                    </a:ext>
                  </a:extLst>
                </a:gridCol>
                <a:gridCol w="1616728">
                  <a:extLst>
                    <a:ext uri="{9D8B030D-6E8A-4147-A177-3AD203B41FA5}">
                      <a16:colId xmlns:a16="http://schemas.microsoft.com/office/drawing/2014/main" val="1189020819"/>
                    </a:ext>
                  </a:extLst>
                </a:gridCol>
                <a:gridCol w="1728000">
                  <a:extLst>
                    <a:ext uri="{9D8B030D-6E8A-4147-A177-3AD203B41FA5}">
                      <a16:colId xmlns:a16="http://schemas.microsoft.com/office/drawing/2014/main" val="111859338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테스트 조건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예상 결과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678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Case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1-1 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완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End mismatch &gt;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관리상한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Back Coating length SV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+ 0.1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1213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Case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1-2 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완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End mismatch &lt;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관리하한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Back Coating length SV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- 0.1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5064941"/>
                  </a:ext>
                </a:extLst>
              </a:tr>
            </a:tbl>
          </a:graphicData>
        </a:graphic>
      </p:graphicFrame>
      <p:sp>
        <p:nvSpPr>
          <p:cNvPr id="35" name="TextBox 34">
            <a:extLst>
              <a:ext uri="{FF2B5EF4-FFF2-40B4-BE49-F238E27FC236}">
                <a16:creationId xmlns:a16="http://schemas.microsoft.com/office/drawing/2014/main" id="{F2A500E2-45F9-4EF0-BE92-179BF7553868}"/>
              </a:ext>
            </a:extLst>
          </p:cNvPr>
          <p:cNvSpPr txBox="1"/>
          <p:nvPr/>
        </p:nvSpPr>
        <p:spPr>
          <a:xfrm>
            <a:off x="8160978" y="341643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11/18(수)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11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  <a:endParaRPr kumimoji="0" lang="ko-KR" altLang="en-US" sz="1100" b="0" i="0" u="none" strike="noStrike" kern="1200" cap="none" spc="0" normalizeH="0" noProof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graphicFrame>
        <p:nvGraphicFramePr>
          <p:cNvPr id="42" name="표 41">
            <a:extLst>
              <a:ext uri="{FF2B5EF4-FFF2-40B4-BE49-F238E27FC236}">
                <a16:creationId xmlns:a16="http://schemas.microsoft.com/office/drawing/2014/main" id="{DC00DC00-7B0D-4037-95E2-446FCEA5DC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9100025"/>
              </p:ext>
            </p:extLst>
          </p:nvPr>
        </p:nvGraphicFramePr>
        <p:xfrm>
          <a:off x="4438678" y="3002345"/>
          <a:ext cx="3890738" cy="14699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44000">
                  <a:extLst>
                    <a:ext uri="{9D8B030D-6E8A-4147-A177-3AD203B41FA5}">
                      <a16:colId xmlns:a16="http://schemas.microsoft.com/office/drawing/2014/main" val="1039087193"/>
                    </a:ext>
                  </a:extLst>
                </a:gridCol>
                <a:gridCol w="1618738">
                  <a:extLst>
                    <a:ext uri="{9D8B030D-6E8A-4147-A177-3AD203B41FA5}">
                      <a16:colId xmlns:a16="http://schemas.microsoft.com/office/drawing/2014/main" val="1189020819"/>
                    </a:ext>
                  </a:extLst>
                </a:gridCol>
                <a:gridCol w="1728000">
                  <a:extLst>
                    <a:ext uri="{9D8B030D-6E8A-4147-A177-3AD203B41FA5}">
                      <a16:colId xmlns:a16="http://schemas.microsoft.com/office/drawing/2014/main" val="1118593385"/>
                    </a:ext>
                  </a:extLst>
                </a:gridCol>
              </a:tblGrid>
              <a:tr h="95274"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테스트 조건</a:t>
                      </a: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예상 제어 결과</a:t>
                      </a: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678094"/>
                  </a:ext>
                </a:extLst>
              </a:tr>
              <a:tr h="142438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</a:rPr>
                        <a:t>Case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</a:rPr>
                        <a:t>2-1(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</a:rPr>
                        <a:t>완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TC Length = Target + 0.6, End MM = -0.2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TC Length SV – 0.1,</a:t>
                      </a:r>
                    </a:p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(100sec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이후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)BC </a:t>
                      </a:r>
                      <a:r>
                        <a:rPr lang="en-US" altLang="ko-KR" sz="800" err="1">
                          <a:solidFill>
                            <a:schemeClr val="tx1"/>
                          </a:solidFill>
                        </a:rPr>
                        <a:t>ngth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 SV – 0.1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1213152"/>
                  </a:ext>
                </a:extLst>
              </a:tr>
              <a:tr h="14339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1">
                          <a:solidFill>
                            <a:schemeClr val="tx1"/>
                          </a:solidFill>
                        </a:rPr>
                        <a:t>Case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</a:rPr>
                        <a:t>2-2(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</a:rPr>
                        <a:t>완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TC Length = Target + 0.6, End MM = +0.2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TC Length SV – 0.1 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5064941"/>
                  </a:ext>
                </a:extLst>
              </a:tr>
              <a:tr h="14339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1">
                          <a:solidFill>
                            <a:schemeClr val="tx1"/>
                          </a:solidFill>
                        </a:rPr>
                        <a:t>Case 2-3(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</a:rPr>
                        <a:t>완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TC Length= Target – 0.6, End MM = -0.2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TC Length SV + 0.1 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440911"/>
                  </a:ext>
                </a:extLst>
              </a:tr>
              <a:tr h="14339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1">
                          <a:solidFill>
                            <a:schemeClr val="tx1"/>
                          </a:solidFill>
                        </a:rPr>
                        <a:t>Case 2-4(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</a:rPr>
                        <a:t>완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1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TC Length= Target – 0.6, End MM = +0.2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TC Length SV + 0.1,</a:t>
                      </a:r>
                    </a:p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(100sec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이후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) BC Length SV + 0.1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5105157"/>
                  </a:ext>
                </a:extLst>
              </a:tr>
              <a:tr h="14339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1">
                          <a:solidFill>
                            <a:schemeClr val="tx1"/>
                          </a:solidFill>
                        </a:rPr>
                        <a:t>Case 3-1(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</a:rPr>
                        <a:t>완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1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Start MM = Target + 0.6, End MM = -0.2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TB position correct – 0.1</a:t>
                      </a: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9678527"/>
                  </a:ext>
                </a:extLst>
              </a:tr>
              <a:tr h="14339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1">
                          <a:solidFill>
                            <a:schemeClr val="tx1"/>
                          </a:solidFill>
                        </a:rPr>
                        <a:t>Case 3-2(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</a:rPr>
                        <a:t>완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1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Start MM = Target + 0.6, End MM = +0.2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err="1">
                          <a:solidFill>
                            <a:schemeClr val="tx1"/>
                          </a:solidFill>
                        </a:rPr>
                        <a:t>TBposition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 correct – 0.1, BC length SV + 0.1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068725"/>
                  </a:ext>
                </a:extLst>
              </a:tr>
              <a:tr h="14339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1">
                          <a:solidFill>
                            <a:schemeClr val="tx1"/>
                          </a:solidFill>
                        </a:rPr>
                        <a:t>Case 3-3(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</a:rPr>
                        <a:t>완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1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Start MM = Target – 0.6, End MM = -0.2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TB position correct + 0.1, BC length SV - 0.1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3791541"/>
                  </a:ext>
                </a:extLst>
              </a:tr>
              <a:tr h="14339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</a:rPr>
                        <a:t>Case 3-4(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</a:rPr>
                        <a:t>완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Start MM = Target – 0.6, End MM = +0.2 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TB position correct + 0.1</a:t>
                      </a: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8869597"/>
                  </a:ext>
                </a:extLst>
              </a:tr>
            </a:tbl>
          </a:graphicData>
        </a:graphic>
      </p:graphicFrame>
      <p:grpSp>
        <p:nvGrpSpPr>
          <p:cNvPr id="122" name="그룹 121">
            <a:extLst>
              <a:ext uri="{FF2B5EF4-FFF2-40B4-BE49-F238E27FC236}">
                <a16:creationId xmlns:a16="http://schemas.microsoft.com/office/drawing/2014/main" id="{6FEB005D-2AED-0AD6-130A-50E2F57439C4}"/>
              </a:ext>
            </a:extLst>
          </p:cNvPr>
          <p:cNvGrpSpPr/>
          <p:nvPr/>
        </p:nvGrpSpPr>
        <p:grpSpPr>
          <a:xfrm>
            <a:off x="1872902" y="2023330"/>
            <a:ext cx="1967121" cy="2448955"/>
            <a:chOff x="1872902" y="2023330"/>
            <a:chExt cx="1967121" cy="2171681"/>
          </a:xfrm>
        </p:grpSpPr>
        <p:sp>
          <p:nvSpPr>
            <p:cNvPr id="235" name="다이아몬드 234">
              <a:extLst>
                <a:ext uri="{FF2B5EF4-FFF2-40B4-BE49-F238E27FC236}">
                  <a16:creationId xmlns:a16="http://schemas.microsoft.com/office/drawing/2014/main" id="{9345C4C5-132D-4B55-8279-C36234E193DC}"/>
                </a:ext>
              </a:extLst>
            </p:cNvPr>
            <p:cNvSpPr/>
            <p:nvPr/>
          </p:nvSpPr>
          <p:spPr>
            <a:xfrm>
              <a:off x="2290941" y="2410516"/>
              <a:ext cx="828000" cy="360000"/>
            </a:xfrm>
            <a:prstGeom prst="diamond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noAutofit/>
            </a:bodyPr>
            <a:lstStyle/>
            <a:p>
              <a:pPr algn="ctr"/>
              <a:r>
                <a:rPr lang="en-US" altLang="ko-KR" sz="650" b="1">
                  <a:solidFill>
                    <a:schemeClr val="tx1"/>
                  </a:solidFill>
                  <a:latin typeface="+mn-ea"/>
                </a:rPr>
                <a:t>End mismatch PV</a:t>
              </a:r>
            </a:p>
            <a:p>
              <a:pPr algn="ctr"/>
              <a:r>
                <a:rPr lang="en-US" altLang="ko-KR" sz="650" b="1">
                  <a:solidFill>
                    <a:schemeClr val="tx1"/>
                  </a:solidFill>
                  <a:latin typeface="+mn-ea"/>
                </a:rPr>
                <a:t>spec out</a:t>
              </a:r>
            </a:p>
            <a:p>
              <a:pPr algn="ctr"/>
              <a:r>
                <a:rPr lang="en-US" altLang="ko-KR" sz="650" b="1">
                  <a:solidFill>
                    <a:schemeClr val="tx1"/>
                  </a:solidFill>
                  <a:latin typeface="+mn-ea"/>
                </a:rPr>
                <a:t>check</a:t>
              </a:r>
              <a:endParaRPr lang="ko-KR" altLang="en-US" sz="650" b="1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40" name="직선 화살표 연결선 239">
              <a:extLst>
                <a:ext uri="{FF2B5EF4-FFF2-40B4-BE49-F238E27FC236}">
                  <a16:creationId xmlns:a16="http://schemas.microsoft.com/office/drawing/2014/main" id="{DACB6BD5-64B6-4A1D-BA21-826AB0C9689A}"/>
                </a:ext>
              </a:extLst>
            </p:cNvPr>
            <p:cNvCxnSpPr>
              <a:cxnSpLocks/>
              <a:stCxn id="38" idx="2"/>
              <a:endCxn id="235" idx="0"/>
            </p:cNvCxnSpPr>
            <p:nvPr/>
          </p:nvCxnSpPr>
          <p:spPr>
            <a:xfrm>
              <a:off x="2704941" y="2275330"/>
              <a:ext cx="0" cy="13518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2" name="다이아몬드 241">
              <a:extLst>
                <a:ext uri="{FF2B5EF4-FFF2-40B4-BE49-F238E27FC236}">
                  <a16:creationId xmlns:a16="http://schemas.microsoft.com/office/drawing/2014/main" id="{F646DF30-F32A-44C1-BA8C-0BDE9CD354E9}"/>
                </a:ext>
              </a:extLst>
            </p:cNvPr>
            <p:cNvSpPr/>
            <p:nvPr/>
          </p:nvSpPr>
          <p:spPr>
            <a:xfrm>
              <a:off x="2290941" y="2905702"/>
              <a:ext cx="828000" cy="360000"/>
            </a:xfrm>
            <a:prstGeom prst="diamond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noAutofit/>
            </a:bodyPr>
            <a:lstStyle/>
            <a:p>
              <a:pPr algn="ctr"/>
              <a:r>
                <a:rPr lang="en-US" altLang="ko-KR" sz="650" b="1">
                  <a:solidFill>
                    <a:schemeClr val="tx1"/>
                  </a:solidFill>
                  <a:latin typeface="+mn-ea"/>
                </a:rPr>
                <a:t>End mismatch PV</a:t>
              </a:r>
            </a:p>
            <a:p>
              <a:pPr algn="ctr"/>
              <a:r>
                <a:rPr lang="en-US" altLang="ko-KR" sz="650" b="1">
                  <a:solidFill>
                    <a:schemeClr val="tx1"/>
                  </a:solidFill>
                  <a:latin typeface="+mn-ea"/>
                </a:rPr>
                <a:t>Control limit out</a:t>
              </a:r>
            </a:p>
            <a:p>
              <a:pPr algn="ctr"/>
              <a:r>
                <a:rPr lang="en-US" altLang="ko-KR" sz="650" b="1">
                  <a:solidFill>
                    <a:schemeClr val="tx1"/>
                  </a:solidFill>
                  <a:latin typeface="+mn-ea"/>
                </a:rPr>
                <a:t>check</a:t>
              </a:r>
            </a:p>
          </p:txBody>
        </p:sp>
        <p:cxnSp>
          <p:nvCxnSpPr>
            <p:cNvPr id="243" name="직선 화살표 연결선 242">
              <a:extLst>
                <a:ext uri="{FF2B5EF4-FFF2-40B4-BE49-F238E27FC236}">
                  <a16:creationId xmlns:a16="http://schemas.microsoft.com/office/drawing/2014/main" id="{6E138881-F3B4-405B-8C7D-7E427CB7AAB0}"/>
                </a:ext>
              </a:extLst>
            </p:cNvPr>
            <p:cNvCxnSpPr>
              <a:cxnSpLocks/>
              <a:stCxn id="235" idx="2"/>
              <a:endCxn id="242" idx="0"/>
            </p:cNvCxnSpPr>
            <p:nvPr/>
          </p:nvCxnSpPr>
          <p:spPr>
            <a:xfrm>
              <a:off x="2704941" y="2770516"/>
              <a:ext cx="0" cy="13518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직사각형 244">
              <a:extLst>
                <a:ext uri="{FF2B5EF4-FFF2-40B4-BE49-F238E27FC236}">
                  <a16:creationId xmlns:a16="http://schemas.microsoft.com/office/drawing/2014/main" id="{FC844500-F29D-4C75-8594-B61006B30618}"/>
                </a:ext>
              </a:extLst>
            </p:cNvPr>
            <p:cNvSpPr/>
            <p:nvPr/>
          </p:nvSpPr>
          <p:spPr>
            <a:xfrm>
              <a:off x="3410298" y="2471598"/>
              <a:ext cx="429725" cy="238851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noAutofit/>
            </a:bodyPr>
            <a:lstStyle/>
            <a:p>
              <a:pPr algn="ctr"/>
              <a:r>
                <a:rPr lang="ko-KR" altLang="en-US" sz="650">
                  <a:solidFill>
                    <a:schemeClr val="tx1"/>
                  </a:solidFill>
                  <a:latin typeface="+mn-ea"/>
                </a:rPr>
                <a:t>알람</a:t>
              </a:r>
              <a:endParaRPr lang="en-US" altLang="ko-KR" sz="65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ko-KR" altLang="en-US" sz="650">
                  <a:solidFill>
                    <a:schemeClr val="tx1"/>
                  </a:solidFill>
                  <a:latin typeface="+mn-ea"/>
                </a:rPr>
                <a:t>발생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BC256D49-5162-402B-BA07-3D07DDF16941}"/>
                </a:ext>
              </a:extLst>
            </p:cNvPr>
            <p:cNvSpPr txBox="1"/>
            <p:nvPr/>
          </p:nvSpPr>
          <p:spPr>
            <a:xfrm>
              <a:off x="3099043" y="2577255"/>
              <a:ext cx="291357" cy="223207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noAutofit/>
            </a:bodyPr>
            <a:lstStyle/>
            <a:p>
              <a:r>
                <a:rPr lang="en-US" altLang="ko-KR" sz="650" b="1">
                  <a:latin typeface="+mn-ea"/>
                </a:rPr>
                <a:t>Out of</a:t>
              </a:r>
            </a:p>
            <a:p>
              <a:r>
                <a:rPr lang="en-US" altLang="ko-KR" sz="650" b="1">
                  <a:latin typeface="+mn-ea"/>
                </a:rPr>
                <a:t>Spec.</a:t>
              </a:r>
              <a:endParaRPr lang="ko-KR" altLang="en-US" sz="650" b="1">
                <a:latin typeface="+mn-ea"/>
              </a:endParaRP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E1CA3793-6B9D-4D72-9F13-F018778BB4FD}"/>
                </a:ext>
              </a:extLst>
            </p:cNvPr>
            <p:cNvSpPr txBox="1"/>
            <p:nvPr/>
          </p:nvSpPr>
          <p:spPr>
            <a:xfrm>
              <a:off x="2350859" y="2760272"/>
              <a:ext cx="373396" cy="12612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noAutofit/>
            </a:bodyPr>
            <a:lstStyle/>
            <a:p>
              <a:r>
                <a:rPr lang="en-US" altLang="ko-KR" sz="650" b="1">
                  <a:latin typeface="+mn-ea"/>
                </a:rPr>
                <a:t>In Spec.</a:t>
              </a:r>
              <a:endParaRPr lang="ko-KR" altLang="en-US" sz="650" b="1">
                <a:latin typeface="+mn-ea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E4F6379D-344E-4CE9-80B9-C7352ACEF611}"/>
                </a:ext>
              </a:extLst>
            </p:cNvPr>
            <p:cNvSpPr txBox="1"/>
            <p:nvPr/>
          </p:nvSpPr>
          <p:spPr>
            <a:xfrm>
              <a:off x="3120888" y="3096844"/>
              <a:ext cx="429725" cy="125072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noAutofit/>
            </a:bodyPr>
            <a:lstStyle/>
            <a:p>
              <a:r>
                <a:rPr lang="en-US" altLang="ko-KR" sz="650" b="1">
                  <a:latin typeface="+mn-ea"/>
                </a:rPr>
                <a:t>In Control</a:t>
              </a:r>
              <a:endParaRPr lang="ko-KR" altLang="en-US" sz="650" b="1">
                <a:latin typeface="+mn-ea"/>
              </a:endParaRPr>
            </a:p>
          </p:txBody>
        </p:sp>
        <p:cxnSp>
          <p:nvCxnSpPr>
            <p:cNvPr id="249" name="직선 화살표 연결선 248">
              <a:extLst>
                <a:ext uri="{FF2B5EF4-FFF2-40B4-BE49-F238E27FC236}">
                  <a16:creationId xmlns:a16="http://schemas.microsoft.com/office/drawing/2014/main" id="{998E57FA-5FA6-4FC4-9F5F-C0EE717A79BE}"/>
                </a:ext>
              </a:extLst>
            </p:cNvPr>
            <p:cNvCxnSpPr>
              <a:cxnSpLocks/>
              <a:stCxn id="71" idx="2"/>
              <a:endCxn id="256" idx="0"/>
            </p:cNvCxnSpPr>
            <p:nvPr/>
          </p:nvCxnSpPr>
          <p:spPr>
            <a:xfrm flipH="1">
              <a:off x="2444939" y="3760888"/>
              <a:ext cx="260002" cy="182123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직사각형 255">
              <a:extLst>
                <a:ext uri="{FF2B5EF4-FFF2-40B4-BE49-F238E27FC236}">
                  <a16:creationId xmlns:a16="http://schemas.microsoft.com/office/drawing/2014/main" id="{9F4EC369-35BB-4A90-B2AB-F1E4BF51AE16}"/>
                </a:ext>
              </a:extLst>
            </p:cNvPr>
            <p:cNvSpPr/>
            <p:nvPr/>
          </p:nvSpPr>
          <p:spPr>
            <a:xfrm>
              <a:off x="2012939" y="3943011"/>
              <a:ext cx="864000" cy="2520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noAutofit/>
            </a:bodyPr>
            <a:lstStyle/>
            <a:p>
              <a:pPr algn="ctr"/>
              <a:r>
                <a:rPr lang="en-US" altLang="ko-KR" sz="650" b="1">
                  <a:solidFill>
                    <a:schemeClr val="tx1"/>
                  </a:solidFill>
                  <a:latin typeface="+mn-ea"/>
                </a:rPr>
                <a:t>Back coating length SV</a:t>
              </a:r>
            </a:p>
            <a:p>
              <a:pPr algn="ctr"/>
              <a:r>
                <a:rPr lang="ko-KR" altLang="en-US" sz="650" b="1">
                  <a:solidFill>
                    <a:schemeClr val="tx1"/>
                  </a:solidFill>
                  <a:latin typeface="+mn-ea"/>
                </a:rPr>
                <a:t>상승제어</a:t>
              </a: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40D9D344-DE1E-4358-83B0-C49DBC1A675F}"/>
                </a:ext>
              </a:extLst>
            </p:cNvPr>
            <p:cNvSpPr/>
            <p:nvPr/>
          </p:nvSpPr>
          <p:spPr>
            <a:xfrm>
              <a:off x="2272941" y="2023330"/>
              <a:ext cx="864000" cy="2520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noAutofit/>
            </a:bodyPr>
            <a:lstStyle/>
            <a:p>
              <a:pPr algn="ctr"/>
              <a:r>
                <a:rPr lang="en-US" altLang="ko-KR" sz="650" b="1">
                  <a:solidFill>
                    <a:schemeClr val="tx1"/>
                  </a:solidFill>
                  <a:latin typeface="+mn-ea"/>
                </a:rPr>
                <a:t>End mismatch PV </a:t>
              </a:r>
            </a:p>
            <a:p>
              <a:pPr algn="ctr"/>
              <a:r>
                <a:rPr lang="en-US" altLang="ko-KR" sz="650" b="1">
                  <a:solidFill>
                    <a:schemeClr val="tx1"/>
                  </a:solidFill>
                  <a:latin typeface="+mn-ea"/>
                </a:rPr>
                <a:t>Monitoring</a:t>
              </a:r>
            </a:p>
          </p:txBody>
        </p:sp>
        <p:cxnSp>
          <p:nvCxnSpPr>
            <p:cNvPr id="36" name="직선 화살표 연결선 35">
              <a:extLst>
                <a:ext uri="{FF2B5EF4-FFF2-40B4-BE49-F238E27FC236}">
                  <a16:creationId xmlns:a16="http://schemas.microsoft.com/office/drawing/2014/main" id="{190CCEF2-9581-4347-8D36-D94488BDC6C9}"/>
                </a:ext>
              </a:extLst>
            </p:cNvPr>
            <p:cNvCxnSpPr>
              <a:cxnSpLocks/>
              <a:stCxn id="235" idx="3"/>
              <a:endCxn id="245" idx="1"/>
            </p:cNvCxnSpPr>
            <p:nvPr/>
          </p:nvCxnSpPr>
          <p:spPr>
            <a:xfrm>
              <a:off x="3118941" y="2590516"/>
              <a:ext cx="291357" cy="508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46E2A4FA-891E-5E66-B0BC-6BCE6657909C}"/>
                </a:ext>
              </a:extLst>
            </p:cNvPr>
            <p:cNvSpPr/>
            <p:nvPr/>
          </p:nvSpPr>
          <p:spPr>
            <a:xfrm>
              <a:off x="1872902" y="2023330"/>
              <a:ext cx="293159" cy="252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noAutofit/>
            </a:bodyPr>
            <a:lstStyle/>
            <a:p>
              <a:pPr algn="ctr"/>
              <a:r>
                <a:rPr lang="ko-KR" altLang="en-US" sz="650" b="1">
                  <a:solidFill>
                    <a:schemeClr val="tx1"/>
                  </a:solidFill>
                  <a:latin typeface="+mn-ea"/>
                </a:rPr>
                <a:t>자동보정</a:t>
              </a:r>
              <a:endParaRPr lang="en-US" altLang="ko-KR" sz="650" b="1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ko-KR" sz="650" b="1">
                  <a:solidFill>
                    <a:schemeClr val="tx1"/>
                  </a:solidFill>
                  <a:latin typeface="+mn-ea"/>
                </a:rPr>
                <a:t>Start</a:t>
              </a:r>
            </a:p>
          </p:txBody>
        </p:sp>
        <p:sp>
          <p:nvSpPr>
            <p:cNvPr id="71" name="다이아몬드 70">
              <a:extLst>
                <a:ext uri="{FF2B5EF4-FFF2-40B4-BE49-F238E27FC236}">
                  <a16:creationId xmlns:a16="http://schemas.microsoft.com/office/drawing/2014/main" id="{6DE63718-C19E-1236-5DA6-72A73521F7DD}"/>
                </a:ext>
              </a:extLst>
            </p:cNvPr>
            <p:cNvSpPr/>
            <p:nvPr/>
          </p:nvSpPr>
          <p:spPr>
            <a:xfrm>
              <a:off x="2290941" y="3400888"/>
              <a:ext cx="828000" cy="360000"/>
            </a:xfrm>
            <a:prstGeom prst="diamond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noAutofit/>
            </a:bodyPr>
            <a:lstStyle/>
            <a:p>
              <a:pPr algn="ctr"/>
              <a:r>
                <a:rPr lang="en-US" altLang="ko-KR" sz="650" b="1">
                  <a:solidFill>
                    <a:schemeClr val="tx1"/>
                  </a:solidFill>
                  <a:latin typeface="+mn-ea"/>
                </a:rPr>
                <a:t>Control limit type</a:t>
              </a:r>
            </a:p>
            <a:p>
              <a:pPr algn="ctr"/>
              <a:r>
                <a:rPr lang="en-US" altLang="ko-KR" sz="650" b="1">
                  <a:solidFill>
                    <a:schemeClr val="tx1"/>
                  </a:solidFill>
                  <a:latin typeface="+mn-ea"/>
                </a:rPr>
                <a:t>check</a:t>
              </a:r>
            </a:p>
          </p:txBody>
        </p:sp>
        <p:cxnSp>
          <p:nvCxnSpPr>
            <p:cNvPr id="72" name="연결선: 꺾임 71">
              <a:extLst>
                <a:ext uri="{FF2B5EF4-FFF2-40B4-BE49-F238E27FC236}">
                  <a16:creationId xmlns:a16="http://schemas.microsoft.com/office/drawing/2014/main" id="{33F287BD-8845-77FA-5B2E-0C40C337B51D}"/>
                </a:ext>
              </a:extLst>
            </p:cNvPr>
            <p:cNvCxnSpPr>
              <a:cxnSpLocks/>
              <a:stCxn id="71" idx="3"/>
              <a:endCxn id="79" idx="0"/>
            </p:cNvCxnSpPr>
            <p:nvPr/>
          </p:nvCxnSpPr>
          <p:spPr>
            <a:xfrm>
              <a:off x="3118941" y="3580888"/>
              <a:ext cx="288582" cy="362123"/>
            </a:xfrm>
            <a:prstGeom prst="bentConnector2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B97D15E5-BB6E-8F51-0C8A-811FD9DF5A07}"/>
                </a:ext>
              </a:extLst>
            </p:cNvPr>
            <p:cNvSpPr/>
            <p:nvPr/>
          </p:nvSpPr>
          <p:spPr>
            <a:xfrm>
              <a:off x="2975523" y="3943011"/>
              <a:ext cx="864000" cy="2520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noAutofit/>
            </a:bodyPr>
            <a:lstStyle/>
            <a:p>
              <a:pPr algn="ctr"/>
              <a:r>
                <a:rPr lang="en-US" altLang="ko-KR" sz="650" b="1">
                  <a:solidFill>
                    <a:schemeClr val="tx1"/>
                  </a:solidFill>
                  <a:latin typeface="+mn-ea"/>
                </a:rPr>
                <a:t>Back coating length SV</a:t>
              </a:r>
            </a:p>
            <a:p>
              <a:pPr algn="ctr"/>
              <a:r>
                <a:rPr lang="ko-KR" altLang="en-US" sz="650" b="1">
                  <a:solidFill>
                    <a:schemeClr val="tx1"/>
                  </a:solidFill>
                  <a:latin typeface="+mn-ea"/>
                </a:rPr>
                <a:t>하강제어</a:t>
              </a:r>
            </a:p>
          </p:txBody>
        </p:sp>
        <p:cxnSp>
          <p:nvCxnSpPr>
            <p:cNvPr id="82" name="직선 화살표 연결선 81">
              <a:extLst>
                <a:ext uri="{FF2B5EF4-FFF2-40B4-BE49-F238E27FC236}">
                  <a16:creationId xmlns:a16="http://schemas.microsoft.com/office/drawing/2014/main" id="{EDC5DB64-7FF2-F321-DFCB-0BC380A7B4AF}"/>
                </a:ext>
              </a:extLst>
            </p:cNvPr>
            <p:cNvCxnSpPr>
              <a:cxnSpLocks/>
              <a:stCxn id="242" idx="2"/>
              <a:endCxn id="71" idx="0"/>
            </p:cNvCxnSpPr>
            <p:nvPr/>
          </p:nvCxnSpPr>
          <p:spPr>
            <a:xfrm>
              <a:off x="2704941" y="3265702"/>
              <a:ext cx="0" cy="13518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874C8A2-A861-27AC-EC20-B0666587C1F6}"/>
                </a:ext>
              </a:extLst>
            </p:cNvPr>
            <p:cNvSpPr txBox="1"/>
            <p:nvPr/>
          </p:nvSpPr>
          <p:spPr>
            <a:xfrm>
              <a:off x="2350859" y="3236157"/>
              <a:ext cx="411259" cy="203194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noAutofit/>
            </a:bodyPr>
            <a:lstStyle/>
            <a:p>
              <a:r>
                <a:rPr lang="en-US" altLang="ko-KR" sz="650" b="1">
                  <a:latin typeface="+mn-ea"/>
                </a:rPr>
                <a:t>Out of</a:t>
              </a:r>
            </a:p>
            <a:p>
              <a:r>
                <a:rPr lang="en-US" altLang="ko-KR" sz="650" b="1">
                  <a:latin typeface="+mn-ea"/>
                </a:rPr>
                <a:t>Control</a:t>
              </a:r>
              <a:endParaRPr lang="ko-KR" altLang="en-US" sz="650" b="1">
                <a:latin typeface="+mn-ea"/>
              </a:endParaRPr>
            </a:p>
          </p:txBody>
        </p:sp>
        <p:cxnSp>
          <p:nvCxnSpPr>
            <p:cNvPr id="91" name="연결선: 꺾임 90">
              <a:extLst>
                <a:ext uri="{FF2B5EF4-FFF2-40B4-BE49-F238E27FC236}">
                  <a16:creationId xmlns:a16="http://schemas.microsoft.com/office/drawing/2014/main" id="{1D596E68-7BEE-935D-4669-29500B09335A}"/>
                </a:ext>
              </a:extLst>
            </p:cNvPr>
            <p:cNvCxnSpPr>
              <a:cxnSpLocks/>
              <a:stCxn id="242" idx="3"/>
              <a:endCxn id="38" idx="3"/>
            </p:cNvCxnSpPr>
            <p:nvPr/>
          </p:nvCxnSpPr>
          <p:spPr>
            <a:xfrm flipV="1">
              <a:off x="3118941" y="2149330"/>
              <a:ext cx="18000" cy="936372"/>
            </a:xfrm>
            <a:prstGeom prst="bentConnector3">
              <a:avLst>
                <a:gd name="adj1" fmla="val 4580278"/>
              </a:avLst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화살표 연결선 105">
              <a:extLst>
                <a:ext uri="{FF2B5EF4-FFF2-40B4-BE49-F238E27FC236}">
                  <a16:creationId xmlns:a16="http://schemas.microsoft.com/office/drawing/2014/main" id="{7AF96AF6-8CE6-AD3D-C793-8A30F9A479FA}"/>
                </a:ext>
              </a:extLst>
            </p:cNvPr>
            <p:cNvCxnSpPr>
              <a:cxnSpLocks/>
              <a:stCxn id="56" idx="6"/>
              <a:endCxn id="38" idx="1"/>
            </p:cNvCxnSpPr>
            <p:nvPr/>
          </p:nvCxnSpPr>
          <p:spPr>
            <a:xfrm>
              <a:off x="2166061" y="2149331"/>
              <a:ext cx="106880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0AD881CA-6408-AF8B-8C4B-9DAEA9E7878E}"/>
                </a:ext>
              </a:extLst>
            </p:cNvPr>
            <p:cNvSpPr txBox="1"/>
            <p:nvPr/>
          </p:nvSpPr>
          <p:spPr>
            <a:xfrm>
              <a:off x="2090535" y="3735687"/>
              <a:ext cx="547604" cy="203194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noAutofit/>
            </a:bodyPr>
            <a:lstStyle/>
            <a:p>
              <a:r>
                <a:rPr lang="en-US" altLang="ko-KR" sz="650" b="1">
                  <a:latin typeface="+mn-ea"/>
                </a:rPr>
                <a:t>Upper Control</a:t>
              </a:r>
            </a:p>
            <a:p>
              <a:r>
                <a:rPr lang="en-US" altLang="ko-KR" sz="650" b="1">
                  <a:latin typeface="+mn-ea"/>
                </a:rPr>
                <a:t>Limit</a:t>
              </a:r>
              <a:endParaRPr lang="ko-KR" altLang="en-US" sz="650" b="1">
                <a:latin typeface="+mn-ea"/>
              </a:endParaRP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F923B239-A0FD-80B0-671F-FFB1B2D2EC80}"/>
                </a:ext>
              </a:extLst>
            </p:cNvPr>
            <p:cNvSpPr txBox="1"/>
            <p:nvPr/>
          </p:nvSpPr>
          <p:spPr>
            <a:xfrm>
              <a:off x="2825241" y="3735687"/>
              <a:ext cx="547604" cy="203194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noAutofit/>
            </a:bodyPr>
            <a:lstStyle/>
            <a:p>
              <a:pPr algn="r"/>
              <a:r>
                <a:rPr lang="en-US" altLang="ko-KR" sz="650" b="1">
                  <a:latin typeface="+mn-ea"/>
                </a:rPr>
                <a:t>Lower Control</a:t>
              </a:r>
            </a:p>
            <a:p>
              <a:pPr algn="r"/>
              <a:r>
                <a:rPr lang="en-US" altLang="ko-KR" sz="650" b="1">
                  <a:latin typeface="+mn-ea"/>
                </a:rPr>
                <a:t>Limit</a:t>
              </a:r>
              <a:endParaRPr lang="ko-KR" altLang="en-US" sz="650" b="1">
                <a:latin typeface="+mn-ea"/>
              </a:endParaRPr>
            </a:p>
          </p:txBody>
        </p:sp>
      </p:grp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13A40C50-926F-D599-74A8-831F977F88B1}"/>
              </a:ext>
            </a:extLst>
          </p:cNvPr>
          <p:cNvSpPr/>
          <p:nvPr/>
        </p:nvSpPr>
        <p:spPr>
          <a:xfrm>
            <a:off x="4369560" y="1695111"/>
            <a:ext cx="2754542" cy="615553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>
            <a:spAutoFit/>
          </a:bodyPr>
          <a:lstStyle/>
          <a:p>
            <a:pPr marL="0" marR="0" lvl="0" indent="0" algn="l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en-US" altLang="ko-KR" sz="800" b="1" baseline="0">
                <a:solidFill>
                  <a:schemeClr val="tx1"/>
                </a:solidFill>
                <a:latin typeface="Arial Narrow"/>
                <a:ea typeface="LG스마트체 Regular"/>
              </a:rPr>
              <a:t>4. </a:t>
            </a:r>
            <a:r>
              <a:rPr lang="ko-KR" altLang="en-US" sz="800" b="1" baseline="0">
                <a:solidFill>
                  <a:schemeClr val="tx1"/>
                </a:solidFill>
                <a:latin typeface="Arial Narrow"/>
                <a:ea typeface="LG스마트체 Regular"/>
              </a:rPr>
              <a:t>기능 검증</a:t>
            </a:r>
            <a:endParaRPr lang="en-US" altLang="ko-KR" sz="800" b="1" baseline="0">
              <a:solidFill>
                <a:schemeClr val="tx1"/>
              </a:solidFill>
              <a:latin typeface="Arial Narrow"/>
              <a:ea typeface="LG스마트체 Regular"/>
            </a:endParaRPr>
          </a:p>
          <a:p>
            <a:pPr marL="0" marR="0" lvl="0" indent="0" algn="l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en-US" altLang="ko-KR" sz="800" b="0" baseline="0">
                <a:solidFill>
                  <a:schemeClr val="tx1"/>
                </a:solidFill>
                <a:latin typeface="+mn-lt"/>
                <a:ea typeface="+mn-ea"/>
              </a:rPr>
              <a:t> -. </a:t>
            </a:r>
            <a:r>
              <a:rPr lang="ko-KR" altLang="en-US" sz="800" b="0" baseline="0">
                <a:solidFill>
                  <a:schemeClr val="tx1"/>
                </a:solidFill>
                <a:latin typeface="+mn-lt"/>
                <a:ea typeface="+mn-ea"/>
              </a:rPr>
              <a:t>법인과 협의하여 </a:t>
            </a:r>
            <a:r>
              <a:rPr lang="en-US" altLang="ko-KR" sz="800" b="0" baseline="0">
                <a:solidFill>
                  <a:schemeClr val="tx1"/>
                </a:solidFill>
                <a:latin typeface="+mn-lt"/>
                <a:ea typeface="+mn-ea"/>
              </a:rPr>
              <a:t>7/9 </a:t>
            </a:r>
            <a:r>
              <a:rPr lang="ko-KR" altLang="en-US" sz="800" b="0" baseline="0">
                <a:solidFill>
                  <a:schemeClr val="tx1"/>
                </a:solidFill>
                <a:latin typeface="+mn-lt"/>
                <a:ea typeface="+mn-ea"/>
              </a:rPr>
              <a:t>보정 컨셉 ①을 기능검증 완료하였습니다</a:t>
            </a:r>
            <a:r>
              <a:rPr lang="en-US" altLang="ko-KR" sz="800" b="0" baseline="0">
                <a:solidFill>
                  <a:schemeClr val="tx1"/>
                </a:solidFill>
                <a:latin typeface="+mn-lt"/>
                <a:ea typeface="+mn-ea"/>
              </a:rPr>
              <a:t>.</a:t>
            </a:r>
          </a:p>
          <a:p>
            <a:pPr marL="0" marR="0" lvl="0" indent="0" algn="l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en-US" altLang="ko-KR" sz="800" b="0" baseline="0">
                <a:solidFill>
                  <a:schemeClr val="tx1"/>
                </a:solidFill>
                <a:latin typeface="+mn-lt"/>
                <a:ea typeface="+mn-ea"/>
              </a:rPr>
              <a:t> -. 8/17 </a:t>
            </a:r>
            <a:r>
              <a:rPr lang="ko-KR" altLang="en-US" sz="800" b="0" baseline="0">
                <a:solidFill>
                  <a:schemeClr val="tx1"/>
                </a:solidFill>
                <a:latin typeface="+mn-lt"/>
                <a:ea typeface="+mn-ea"/>
              </a:rPr>
              <a:t>기능검증 테스트시</a:t>
            </a:r>
            <a:r>
              <a:rPr lang="en-US" altLang="ko-KR" sz="800" b="0" baseline="0">
                <a:solidFill>
                  <a:schemeClr val="tx1"/>
                </a:solidFill>
                <a:latin typeface="+mn-lt"/>
                <a:ea typeface="+mn-ea"/>
              </a:rPr>
              <a:t> </a:t>
            </a:r>
            <a:r>
              <a:rPr lang="ko-KR" altLang="en-US" sz="800" b="0" baseline="0">
                <a:solidFill>
                  <a:schemeClr val="tx1"/>
                </a:solidFill>
                <a:latin typeface="+mn-lt"/>
                <a:ea typeface="+mn-ea"/>
              </a:rPr>
              <a:t>②</a:t>
            </a:r>
            <a:r>
              <a:rPr lang="en-US" altLang="ko-KR" sz="800" b="0" baseline="0">
                <a:solidFill>
                  <a:schemeClr val="tx1"/>
                </a:solidFill>
                <a:latin typeface="+mn-lt"/>
                <a:ea typeface="+mn-ea"/>
              </a:rPr>
              <a:t>-1, </a:t>
            </a:r>
            <a:r>
              <a:rPr lang="ko-KR" altLang="en-US" sz="800" b="0" baseline="0">
                <a:solidFill>
                  <a:schemeClr val="tx1"/>
                </a:solidFill>
                <a:latin typeface="+mn-lt"/>
                <a:ea typeface="+mn-ea"/>
              </a:rPr>
              <a:t>③</a:t>
            </a:r>
            <a:r>
              <a:rPr lang="en-US" altLang="ko-KR" sz="800" b="0" baseline="0">
                <a:solidFill>
                  <a:schemeClr val="tx1"/>
                </a:solidFill>
                <a:latin typeface="+mn-lt"/>
                <a:ea typeface="+mn-ea"/>
              </a:rPr>
              <a:t>-4 </a:t>
            </a:r>
            <a:r>
              <a:rPr lang="ko-KR" altLang="en-US" sz="800" b="0" baseline="0">
                <a:solidFill>
                  <a:schemeClr val="tx1"/>
                </a:solidFill>
                <a:latin typeface="+mn-lt"/>
                <a:ea typeface="+mn-ea"/>
              </a:rPr>
              <a:t>케이스를 검증하였습니다</a:t>
            </a:r>
            <a:r>
              <a:rPr lang="en-US" altLang="ko-KR" sz="800" b="0" baseline="0">
                <a:solidFill>
                  <a:schemeClr val="tx1"/>
                </a:solidFill>
                <a:latin typeface="+mn-lt"/>
                <a:ea typeface="+mn-ea"/>
              </a:rPr>
              <a:t>.</a:t>
            </a:r>
          </a:p>
          <a:p>
            <a:pPr marL="0" marR="0" lvl="0" indent="0" algn="l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en-US" altLang="ko-KR" sz="800" b="0" baseline="0">
                <a:solidFill>
                  <a:schemeClr val="tx1"/>
                </a:solidFill>
                <a:latin typeface="Arial Narrow"/>
                <a:ea typeface="LG스마트체 Regular"/>
              </a:rPr>
              <a:t> -. End</a:t>
            </a:r>
            <a:r>
              <a:rPr lang="ko-KR" altLang="en-US" sz="800" b="0" baseline="0">
                <a:solidFill>
                  <a:schemeClr val="tx1"/>
                </a:solidFill>
                <a:latin typeface="Arial Narrow"/>
                <a:ea typeface="LG스마트체 Regular"/>
              </a:rPr>
              <a:t>부 미스매치 </a:t>
            </a:r>
            <a:r>
              <a:rPr lang="en-US" altLang="ko-KR" sz="800" b="0" baseline="0">
                <a:solidFill>
                  <a:schemeClr val="tx1"/>
                </a:solidFill>
                <a:latin typeface="Arial Narrow"/>
                <a:ea typeface="LG스마트체 Regular"/>
              </a:rPr>
              <a:t>Spec = -1.3 ~ +1.3</a:t>
            </a:r>
          </a:p>
          <a:p>
            <a:pPr marL="0" marR="0" lvl="0" indent="0" algn="l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en-US" altLang="ko-KR" sz="800" b="0" baseline="0">
                <a:solidFill>
                  <a:schemeClr val="tx1"/>
                </a:solidFill>
                <a:latin typeface="Arial Narrow"/>
                <a:ea typeface="LG스마트체 Regular"/>
              </a:rPr>
              <a:t> -. End</a:t>
            </a:r>
            <a:r>
              <a:rPr lang="ko-KR" altLang="en-US" sz="800" b="0" baseline="0">
                <a:solidFill>
                  <a:schemeClr val="tx1"/>
                </a:solidFill>
                <a:latin typeface="Arial Narrow"/>
                <a:ea typeface="LG스마트체 Regular"/>
              </a:rPr>
              <a:t>부 미스매치 관리범위 </a:t>
            </a:r>
            <a:r>
              <a:rPr lang="en-US" altLang="ko-KR" sz="800" b="0" baseline="0">
                <a:solidFill>
                  <a:schemeClr val="tx1"/>
                </a:solidFill>
                <a:latin typeface="Arial Narrow"/>
                <a:ea typeface="LG스마트체 Regular"/>
              </a:rPr>
              <a:t>= -0.5 ~ +0.5 (</a:t>
            </a:r>
            <a:r>
              <a:rPr lang="ko-KR" altLang="en-US" sz="800" b="0" baseline="0">
                <a:solidFill>
                  <a:schemeClr val="tx1"/>
                </a:solidFill>
                <a:latin typeface="Arial Narrow"/>
                <a:ea typeface="LG스마트체 Regular"/>
              </a:rPr>
              <a:t>법인과 협의</a:t>
            </a:r>
            <a:r>
              <a:rPr lang="en-US" altLang="ko-KR" sz="800" b="0" baseline="0">
                <a:solidFill>
                  <a:schemeClr val="tx1"/>
                </a:solidFill>
                <a:latin typeface="Arial Narrow"/>
                <a:ea typeface="LG스마트체 Regular"/>
              </a:rPr>
              <a:t>)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A53A997F-DEBF-23AB-5F01-BA7BED709F39}"/>
              </a:ext>
            </a:extLst>
          </p:cNvPr>
          <p:cNvSpPr/>
          <p:nvPr/>
        </p:nvSpPr>
        <p:spPr>
          <a:xfrm>
            <a:off x="5646410" y="2856043"/>
            <a:ext cx="2754542" cy="1231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>
            <a:spAutoFit/>
          </a:bodyPr>
          <a:lstStyle/>
          <a:p>
            <a:pPr marL="0" marR="0" lvl="0" indent="0" algn="l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en-US" altLang="ko-KR" sz="800">
                <a:solidFill>
                  <a:schemeClr val="tx1"/>
                </a:solidFill>
              </a:rPr>
              <a:t>TC : Top Coating, BC</a:t>
            </a:r>
            <a:r>
              <a:rPr lang="ko-KR" altLang="en-US" sz="800">
                <a:solidFill>
                  <a:schemeClr val="tx1"/>
                </a:solidFill>
              </a:rPr>
              <a:t> </a:t>
            </a:r>
            <a:r>
              <a:rPr lang="en-US" altLang="ko-KR" sz="800">
                <a:solidFill>
                  <a:schemeClr val="tx1"/>
                </a:solidFill>
              </a:rPr>
              <a:t>: Back Coating, </a:t>
            </a:r>
            <a:r>
              <a:rPr lang="en-US" altLang="ko-KR" sz="800" err="1">
                <a:solidFill>
                  <a:schemeClr val="tx1"/>
                </a:solidFill>
              </a:rPr>
              <a:t>TB:Top</a:t>
            </a:r>
            <a:r>
              <a:rPr lang="en-US" altLang="ko-KR" sz="800">
                <a:solidFill>
                  <a:schemeClr val="tx1"/>
                </a:solidFill>
              </a:rPr>
              <a:t> Bottom, MM : </a:t>
            </a:r>
            <a:r>
              <a:rPr lang="en-US" altLang="ko-KR" sz="800" err="1">
                <a:solidFill>
                  <a:schemeClr val="tx1"/>
                </a:solidFill>
              </a:rPr>
              <a:t>MissMatch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endParaRPr lang="en-US" altLang="ko-KR" sz="800" b="0" baseline="0">
              <a:solidFill>
                <a:schemeClr val="tx1"/>
              </a:solidFill>
              <a:latin typeface="Arial Narrow"/>
              <a:ea typeface="LG스마트체 Regular"/>
            </a:endParaRPr>
          </a:p>
        </p:txBody>
      </p:sp>
      <p:graphicFrame>
        <p:nvGraphicFramePr>
          <p:cNvPr id="125" name="표 124">
            <a:extLst>
              <a:ext uri="{FF2B5EF4-FFF2-40B4-BE49-F238E27FC236}">
                <a16:creationId xmlns:a16="http://schemas.microsoft.com/office/drawing/2014/main" id="{6009ED7A-0156-CEEC-6533-B09A05CD0E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4583134"/>
              </p:ext>
            </p:extLst>
          </p:nvPr>
        </p:nvGraphicFramePr>
        <p:xfrm>
          <a:off x="2258990" y="6076920"/>
          <a:ext cx="4855953" cy="38627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240">
                  <a:extLst>
                    <a:ext uri="{9D8B030D-6E8A-4147-A177-3AD203B41FA5}">
                      <a16:colId xmlns:a16="http://schemas.microsoft.com/office/drawing/2014/main" val="1039087193"/>
                    </a:ext>
                  </a:extLst>
                </a:gridCol>
                <a:gridCol w="803212">
                  <a:extLst>
                    <a:ext uri="{9D8B030D-6E8A-4147-A177-3AD203B41FA5}">
                      <a16:colId xmlns:a16="http://schemas.microsoft.com/office/drawing/2014/main" val="3283469492"/>
                    </a:ext>
                  </a:extLst>
                </a:gridCol>
                <a:gridCol w="338631">
                  <a:extLst>
                    <a:ext uri="{9D8B030D-6E8A-4147-A177-3AD203B41FA5}">
                      <a16:colId xmlns:a16="http://schemas.microsoft.com/office/drawing/2014/main" val="1189020819"/>
                    </a:ext>
                  </a:extLst>
                </a:gridCol>
                <a:gridCol w="962290">
                  <a:extLst>
                    <a:ext uri="{9D8B030D-6E8A-4147-A177-3AD203B41FA5}">
                      <a16:colId xmlns:a16="http://schemas.microsoft.com/office/drawing/2014/main" val="1118593385"/>
                    </a:ext>
                  </a:extLst>
                </a:gridCol>
                <a:gridCol w="962290">
                  <a:extLst>
                    <a:ext uri="{9D8B030D-6E8A-4147-A177-3AD203B41FA5}">
                      <a16:colId xmlns:a16="http://schemas.microsoft.com/office/drawing/2014/main" val="577128172"/>
                    </a:ext>
                  </a:extLst>
                </a:gridCol>
                <a:gridCol w="962290">
                  <a:extLst>
                    <a:ext uri="{9D8B030D-6E8A-4147-A177-3AD203B41FA5}">
                      <a16:colId xmlns:a16="http://schemas.microsoft.com/office/drawing/2014/main" val="2223302462"/>
                    </a:ext>
                  </a:extLst>
                </a:gridCol>
              </a:tblGrid>
              <a:tr h="95274">
                <a:tc gridSpan="6">
                  <a:txBody>
                    <a:bodyPr/>
                    <a:lstStyle/>
                    <a:p>
                      <a:pPr algn="ctr" latinLnBrk="1"/>
                      <a:r>
                        <a:rPr lang="en-US" altLang="ko-KR" sz="800" err="1">
                          <a:solidFill>
                            <a:schemeClr val="tx1"/>
                          </a:solidFill>
                        </a:rPr>
                        <a:t>Cpk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 marL="36000" marR="0" marT="0" marB="0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 marL="36000" marR="0" marT="0" marB="0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1040183"/>
                  </a:ext>
                </a:extLst>
              </a:tr>
              <a:tr h="9527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분류</a:t>
                      </a:r>
                    </a:p>
                  </a:txBody>
                  <a:tcPr marL="3600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연평균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(~3Q)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5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월</a:t>
                      </a:r>
                    </a:p>
                  </a:txBody>
                  <a:tcPr marL="3600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8월</a:t>
                      </a:r>
                    </a:p>
                  </a:txBody>
                  <a:tcPr marL="3600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9월 (20~30)</a:t>
                      </a:r>
                    </a:p>
                  </a:txBody>
                  <a:tcPr marL="36000" marR="0" marT="0" marB="0">
                    <a:lnL w="12700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10월 </a:t>
                      </a:r>
                      <a:r>
                        <a:rPr lang="en-US" altLang="ko-KR" sz="800" err="1">
                          <a:solidFill>
                            <a:schemeClr val="tx1"/>
                          </a:solidFill>
                        </a:rPr>
                        <a:t>검증</a:t>
                      </a:r>
                    </a:p>
                  </a:txBody>
                  <a:tcPr marL="36000" marR="0" marT="0" marB="0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678094"/>
                  </a:ext>
                </a:extLst>
              </a:tr>
              <a:tr h="14243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</a:rPr>
                        <a:t>QA 인라인검사​</a:t>
                      </a:r>
                    </a:p>
                  </a:txBody>
                  <a:tcPr marL="3600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1.76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1.35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3600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1.67</a:t>
                      </a:r>
                    </a:p>
                  </a:txBody>
                  <a:tcPr marL="3600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1.72</a:t>
                      </a:r>
                    </a:p>
                  </a:txBody>
                  <a:tcPr marL="36000" marR="0" marT="0" marB="0">
                    <a:lnL w="12700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1.94</a:t>
                      </a:r>
                    </a:p>
                  </a:txBody>
                  <a:tcPr marL="36000" marR="0" marT="0" marB="0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1213152"/>
                  </a:ext>
                </a:extLst>
              </a:tr>
            </a:tbl>
          </a:graphicData>
        </a:graphic>
      </p:graphicFrame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A9E09788-330A-BEDE-39B7-1977077A490B}"/>
              </a:ext>
            </a:extLst>
          </p:cNvPr>
          <p:cNvSpPr/>
          <p:nvPr/>
        </p:nvSpPr>
        <p:spPr>
          <a:xfrm>
            <a:off x="2098035" y="4669916"/>
            <a:ext cx="6302132" cy="1318712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>
            <a:noAutofit/>
          </a:bodyPr>
          <a:lstStyle/>
          <a:p>
            <a:pPr marL="0" marR="0" lvl="0" indent="0" algn="l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en-US" altLang="ko-KR" sz="800" b="1" baseline="0">
                <a:solidFill>
                  <a:schemeClr val="tx1"/>
                </a:solidFill>
                <a:latin typeface="Arial Narrow"/>
                <a:ea typeface="LG스마트체 Regular"/>
              </a:rPr>
              <a:t>5. </a:t>
            </a:r>
            <a:r>
              <a:rPr lang="ko-KR" altLang="en-US" sz="800" b="1" baseline="0">
                <a:solidFill>
                  <a:schemeClr val="tx1"/>
                </a:solidFill>
                <a:latin typeface="Arial Narrow"/>
                <a:ea typeface="LG스마트체 Regular"/>
              </a:rPr>
              <a:t>양산 모니터링</a:t>
            </a:r>
            <a:r>
              <a:rPr lang="en-US" altLang="ko-KR" sz="800" b="1" baseline="0">
                <a:solidFill>
                  <a:schemeClr val="tx1"/>
                </a:solidFill>
                <a:latin typeface="Arial Narrow"/>
                <a:ea typeface="LG스마트체 Regular"/>
              </a:rPr>
              <a:t>/</a:t>
            </a:r>
            <a:r>
              <a:rPr lang="ko-KR" altLang="en-US" sz="800" b="1" baseline="0">
                <a:solidFill>
                  <a:schemeClr val="tx1"/>
                </a:solidFill>
                <a:latin typeface="Arial Narrow"/>
                <a:ea typeface="LG스마트체 Regular"/>
              </a:rPr>
              <a:t>성능검증</a:t>
            </a:r>
            <a:r>
              <a:rPr lang="en-US" altLang="ko-KR" sz="800" b="1" baseline="0">
                <a:solidFill>
                  <a:schemeClr val="tx1"/>
                </a:solidFill>
                <a:latin typeface="Arial Narrow"/>
                <a:ea typeface="LG스마트체 Regular"/>
              </a:rPr>
              <a:t>/</a:t>
            </a:r>
            <a:r>
              <a:rPr lang="ko-KR" altLang="en-US" sz="800" b="1" baseline="0">
                <a:solidFill>
                  <a:schemeClr val="tx1"/>
                </a:solidFill>
                <a:latin typeface="Arial Narrow"/>
                <a:ea typeface="LG스마트체 Regular"/>
              </a:rPr>
              <a:t>개선</a:t>
            </a:r>
            <a:endParaRPr lang="en-US" altLang="ko-KR" sz="800" b="1" baseline="0">
              <a:solidFill>
                <a:schemeClr val="tx1"/>
              </a:solidFill>
              <a:latin typeface="Arial Narrow"/>
              <a:ea typeface="LG스마트체 Regular"/>
            </a:endParaRPr>
          </a:p>
          <a:p>
            <a:pPr latinLnBrk="0"/>
            <a:r>
              <a:rPr lang="ko-KR" altLang="en-US" sz="800">
                <a:solidFill>
                  <a:schemeClr val="tx1"/>
                </a:solidFill>
              </a:rPr>
              <a:t>1차 양산 적용 결과 공유 후, 추가 테스트 진행 중입니다.</a:t>
            </a:r>
            <a:br>
              <a:rPr lang="en-US" altLang="ko-KR" sz="800" b="0" baseline="0"/>
            </a:br>
            <a:r>
              <a:rPr lang="en-US" altLang="ko-KR" sz="800" b="0" baseline="0">
                <a:solidFill>
                  <a:schemeClr val="tx1"/>
                </a:solidFill>
                <a:latin typeface="+mn-lt"/>
                <a:ea typeface="+mn-ea"/>
              </a:rPr>
              <a:t>.-  </a:t>
            </a:r>
            <a:r>
              <a:rPr lang="en-US" altLang="ko-KR" sz="800">
                <a:solidFill>
                  <a:schemeClr val="tx1"/>
                </a:solidFill>
              </a:rPr>
              <a:t>1차 </a:t>
            </a:r>
            <a:r>
              <a:rPr lang="en-US" altLang="ko-KR" sz="800" err="1">
                <a:solidFill>
                  <a:schemeClr val="tx1"/>
                </a:solidFill>
              </a:rPr>
              <a:t>양산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적용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테스트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ko-KR" altLang="en-US" sz="800">
                <a:solidFill>
                  <a:schemeClr val="tx1"/>
                </a:solidFill>
              </a:rPr>
              <a:t>기간</a:t>
            </a:r>
            <a:r>
              <a:rPr lang="ko-KR" altLang="en-US" sz="800" b="0" baseline="0">
                <a:solidFill>
                  <a:schemeClr val="tx1"/>
                </a:solidFill>
                <a:latin typeface="+mn-lt"/>
                <a:ea typeface="+mn-ea"/>
              </a:rPr>
              <a:t>  </a:t>
            </a:r>
            <a:r>
              <a:rPr lang="en-US" altLang="ko-KR" sz="800" b="0" baseline="0">
                <a:solidFill>
                  <a:schemeClr val="tx1"/>
                </a:solidFill>
                <a:latin typeface="+mn-lt"/>
                <a:ea typeface="+mn-ea"/>
              </a:rPr>
              <a:t>: 09/01 ~ </a:t>
            </a:r>
            <a:r>
              <a:rPr lang="en-US" altLang="ko-KR" sz="800">
                <a:solidFill>
                  <a:schemeClr val="tx1"/>
                </a:solidFill>
              </a:rPr>
              <a:t>09/19</a:t>
            </a:r>
            <a:endParaRPr lang="en-US" altLang="ko-KR" sz="800" b="0" baseline="0">
              <a:solidFill>
                <a:schemeClr val="tx1"/>
              </a:solidFill>
              <a:latin typeface="+mn-lt"/>
              <a:ea typeface="+mn-ea"/>
            </a:endParaRPr>
          </a:p>
          <a:p>
            <a:pPr latinLnBrk="0"/>
            <a:r>
              <a:rPr lang="en-US" altLang="ko-KR" sz="800">
                <a:solidFill>
                  <a:schemeClr val="tx1"/>
                </a:solidFill>
              </a:rPr>
              <a:t>. - </a:t>
            </a:r>
            <a:r>
              <a:rPr lang="en-US" altLang="ko-KR" sz="800" err="1">
                <a:solidFill>
                  <a:schemeClr val="tx1"/>
                </a:solidFill>
              </a:rPr>
              <a:t>결과</a:t>
            </a:r>
            <a:r>
              <a:rPr lang="en-US" altLang="ko-KR" sz="800">
                <a:solidFill>
                  <a:schemeClr val="tx1"/>
                </a:solidFill>
              </a:rPr>
              <a:t> : CPK 1.67이상 </a:t>
            </a:r>
            <a:r>
              <a:rPr lang="en-US" altLang="ko-KR" sz="800" err="1">
                <a:solidFill>
                  <a:schemeClr val="tx1"/>
                </a:solidFill>
              </a:rPr>
              <a:t>수준으로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관리하였습니다</a:t>
            </a:r>
            <a:r>
              <a:rPr lang="en-US" altLang="ko-KR" sz="800">
                <a:solidFill>
                  <a:schemeClr val="tx1"/>
                </a:solidFill>
              </a:rPr>
              <a:t>.</a:t>
            </a:r>
          </a:p>
          <a:p>
            <a:r>
              <a:rPr lang="en-US" altLang="ko-KR" sz="800">
                <a:solidFill>
                  <a:schemeClr val="tx1"/>
                </a:solidFill>
              </a:rPr>
              <a:t>.- 2차 </a:t>
            </a:r>
            <a:r>
              <a:rPr lang="en-US" altLang="ko-KR" sz="800" err="1">
                <a:solidFill>
                  <a:schemeClr val="tx1"/>
                </a:solidFill>
              </a:rPr>
              <a:t>양산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적용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테스트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기간</a:t>
            </a:r>
            <a:r>
              <a:rPr lang="en-US" altLang="ko-KR" sz="800">
                <a:solidFill>
                  <a:schemeClr val="tx1"/>
                </a:solidFill>
              </a:rPr>
              <a:t> : 9/20 ~ 9/30</a:t>
            </a:r>
          </a:p>
          <a:p>
            <a:r>
              <a:rPr lang="en-US" altLang="ko-KR" sz="800">
                <a:solidFill>
                  <a:schemeClr val="tx1"/>
                </a:solidFill>
              </a:rPr>
              <a:t> - </a:t>
            </a:r>
            <a:r>
              <a:rPr lang="en-US" altLang="ko-KR" sz="800" err="1">
                <a:solidFill>
                  <a:schemeClr val="tx1"/>
                </a:solidFill>
              </a:rPr>
              <a:t>결과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분석</a:t>
            </a:r>
            <a:r>
              <a:rPr lang="en-US" altLang="ko-KR" sz="800">
                <a:solidFill>
                  <a:schemeClr val="tx1"/>
                </a:solidFill>
              </a:rPr>
              <a:t> ( ~10/1 ) : </a:t>
            </a:r>
            <a:r>
              <a:rPr lang="en-US" altLang="ko-KR" sz="800" err="1">
                <a:solidFill>
                  <a:schemeClr val="tx1"/>
                </a:solidFill>
              </a:rPr>
              <a:t>자주검사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결과</a:t>
            </a:r>
            <a:r>
              <a:rPr lang="en-US" altLang="ko-KR" sz="800">
                <a:solidFill>
                  <a:schemeClr val="tx1"/>
                </a:solidFill>
              </a:rPr>
              <a:t> CPK 1.72정도 </a:t>
            </a:r>
            <a:r>
              <a:rPr lang="en-US" altLang="ko-KR" sz="800" err="1">
                <a:solidFill>
                  <a:schemeClr val="tx1"/>
                </a:solidFill>
              </a:rPr>
              <a:t>나왔으며</a:t>
            </a:r>
            <a:r>
              <a:rPr lang="en-US" altLang="ko-KR" sz="800">
                <a:solidFill>
                  <a:schemeClr val="tx1"/>
                </a:solidFill>
              </a:rPr>
              <a:t>, </a:t>
            </a:r>
            <a:r>
              <a:rPr lang="en-US" altLang="ko-KR" sz="800" err="1">
                <a:solidFill>
                  <a:schemeClr val="tx1"/>
                </a:solidFill>
              </a:rPr>
              <a:t>수동보정보다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CPK가</a:t>
            </a:r>
            <a:r>
              <a:rPr lang="en-US" altLang="ko-KR" sz="800">
                <a:solidFill>
                  <a:schemeClr val="tx1"/>
                </a:solidFill>
              </a:rPr>
              <a:t> 더 </a:t>
            </a:r>
            <a:r>
              <a:rPr lang="en-US" altLang="ko-KR" sz="800" err="1">
                <a:solidFill>
                  <a:schemeClr val="tx1"/>
                </a:solidFill>
              </a:rPr>
              <a:t>높아질</a:t>
            </a:r>
            <a:r>
              <a:rPr lang="en-US" altLang="ko-KR" sz="800">
                <a:solidFill>
                  <a:schemeClr val="tx1"/>
                </a:solidFill>
              </a:rPr>
              <a:t> 수 </a:t>
            </a:r>
            <a:r>
              <a:rPr lang="en-US" altLang="ko-KR" sz="800" err="1">
                <a:solidFill>
                  <a:schemeClr val="tx1"/>
                </a:solidFill>
              </a:rPr>
              <a:t>있게</a:t>
            </a:r>
            <a:r>
              <a:rPr lang="en-US" altLang="ko-KR" sz="800">
                <a:solidFill>
                  <a:schemeClr val="tx1"/>
                </a:solidFill>
              </a:rPr>
              <a:t> Control limit </a:t>
            </a:r>
            <a:r>
              <a:rPr lang="en-US" altLang="ko-KR" sz="800" err="1">
                <a:solidFill>
                  <a:schemeClr val="tx1"/>
                </a:solidFill>
              </a:rPr>
              <a:t>setup후</a:t>
            </a:r>
            <a:r>
              <a:rPr lang="en-US" altLang="ko-KR" sz="800">
                <a:solidFill>
                  <a:schemeClr val="tx1"/>
                </a:solidFill>
              </a:rPr>
              <a:t> </a:t>
            </a:r>
            <a:r>
              <a:rPr lang="en-US" altLang="ko-KR" sz="800" err="1">
                <a:solidFill>
                  <a:schemeClr val="tx1"/>
                </a:solidFill>
              </a:rPr>
              <a:t>추가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테스트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진행중에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있습니다</a:t>
            </a:r>
            <a:r>
              <a:rPr lang="en-US" altLang="ko-KR" sz="800">
                <a:solidFill>
                  <a:schemeClr val="tx1"/>
                </a:solidFill>
              </a:rPr>
              <a:t>.</a:t>
            </a:r>
          </a:p>
          <a:p>
            <a:r>
              <a:rPr lang="en-US" altLang="ko-KR" sz="800">
                <a:solidFill>
                  <a:schemeClr val="tx1"/>
                </a:solidFill>
              </a:rPr>
              <a:t>※ CPK </a:t>
            </a:r>
            <a:r>
              <a:rPr lang="en-US" altLang="ko-KR" sz="800" err="1">
                <a:solidFill>
                  <a:schemeClr val="tx1"/>
                </a:solidFill>
              </a:rPr>
              <a:t>기준</a:t>
            </a:r>
            <a:r>
              <a:rPr lang="en-US" altLang="ko-KR" sz="800">
                <a:solidFill>
                  <a:schemeClr val="tx1"/>
                </a:solidFill>
              </a:rPr>
              <a:t> : </a:t>
            </a:r>
            <a:r>
              <a:rPr lang="en-US" altLang="ko-KR" sz="800" err="1">
                <a:solidFill>
                  <a:schemeClr val="tx1"/>
                </a:solidFill>
              </a:rPr>
              <a:t>QA에서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수집한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인라인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데이터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CPK를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기준으로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검증하는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것으로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협의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완료하였습니다</a:t>
            </a:r>
            <a:r>
              <a:rPr lang="en-US" altLang="ko-KR" sz="800">
                <a:solidFill>
                  <a:schemeClr val="tx1"/>
                </a:solidFill>
              </a:rPr>
              <a:t>.</a:t>
            </a:r>
          </a:p>
          <a:p>
            <a:r>
              <a:rPr lang="en-US" altLang="ko-KR" sz="800">
                <a:solidFill>
                  <a:schemeClr val="tx1"/>
                </a:solidFill>
              </a:rPr>
              <a:t>     - QA </a:t>
            </a:r>
            <a:r>
              <a:rPr lang="en-US" altLang="ko-KR" sz="800" err="1">
                <a:solidFill>
                  <a:schemeClr val="tx1"/>
                </a:solidFill>
              </a:rPr>
              <a:t>인라인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데이터에서는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필터링을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하지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않고</a:t>
            </a:r>
            <a:r>
              <a:rPr lang="en-US" altLang="ko-KR" sz="800">
                <a:solidFill>
                  <a:schemeClr val="tx1"/>
                </a:solidFill>
              </a:rPr>
              <a:t> RAW </a:t>
            </a:r>
            <a:r>
              <a:rPr lang="en-US" altLang="ko-KR" sz="800" err="1">
                <a:solidFill>
                  <a:schemeClr val="tx1"/>
                </a:solidFill>
              </a:rPr>
              <a:t>Data로</a:t>
            </a:r>
            <a:r>
              <a:rPr lang="en-US" altLang="ko-KR" sz="800">
                <a:solidFill>
                  <a:schemeClr val="tx1"/>
                </a:solidFill>
              </a:rPr>
              <a:t> CPK </a:t>
            </a:r>
            <a:r>
              <a:rPr lang="en-US" altLang="ko-KR" sz="800" err="1">
                <a:solidFill>
                  <a:schemeClr val="tx1"/>
                </a:solidFill>
              </a:rPr>
              <a:t>계산을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합니다</a:t>
            </a:r>
            <a:r>
              <a:rPr lang="en-US" altLang="ko-KR" sz="800">
                <a:solidFill>
                  <a:schemeClr val="tx1"/>
                </a:solidFill>
              </a:rPr>
              <a:t>.</a:t>
            </a:r>
          </a:p>
          <a:p>
            <a:r>
              <a:rPr lang="en-US" altLang="ko-KR" sz="800">
                <a:solidFill>
                  <a:schemeClr val="tx1"/>
                </a:solidFill>
              </a:rPr>
              <a:t>- 3차 </a:t>
            </a:r>
            <a:r>
              <a:rPr lang="en-US" altLang="ko-KR" sz="800" err="1">
                <a:solidFill>
                  <a:schemeClr val="tx1"/>
                </a:solidFill>
              </a:rPr>
              <a:t>양산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적용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테스트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기간</a:t>
            </a:r>
            <a:r>
              <a:rPr lang="en-US" altLang="ko-KR" sz="800">
                <a:solidFill>
                  <a:schemeClr val="tx1"/>
                </a:solidFill>
              </a:rPr>
              <a:t> : 10/15~10/25</a:t>
            </a:r>
          </a:p>
          <a:p>
            <a:r>
              <a:rPr lang="en-US" altLang="ko-KR" sz="800">
                <a:solidFill>
                  <a:srgbClr val="0000FF"/>
                </a:solidFill>
              </a:rPr>
              <a:t>- </a:t>
            </a:r>
            <a:r>
              <a:rPr lang="en-US" altLang="ko-KR" sz="800">
                <a:solidFill>
                  <a:schemeClr val="tx1"/>
                </a:solidFill>
              </a:rPr>
              <a:t>Test </a:t>
            </a:r>
            <a:r>
              <a:rPr lang="en-US" altLang="ko-KR" sz="800" err="1">
                <a:solidFill>
                  <a:schemeClr val="tx1"/>
                </a:solidFill>
              </a:rPr>
              <a:t>결과</a:t>
            </a:r>
            <a:r>
              <a:rPr lang="en-US" altLang="ko-KR" sz="800">
                <a:solidFill>
                  <a:schemeClr val="tx1"/>
                </a:solidFill>
              </a:rPr>
              <a:t> CPK 1.94로 </a:t>
            </a:r>
            <a:r>
              <a:rPr lang="en-US" altLang="ko-KR" sz="800" err="1">
                <a:solidFill>
                  <a:schemeClr val="tx1"/>
                </a:solidFill>
              </a:rPr>
              <a:t>상승하여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검증</a:t>
            </a:r>
            <a:r>
              <a:rPr lang="en-US" altLang="ko-KR" sz="800">
                <a:solidFill>
                  <a:schemeClr val="tx1"/>
                </a:solidFill>
              </a:rPr>
              <a:t> </a:t>
            </a:r>
            <a:r>
              <a:rPr lang="en-US" altLang="ko-KR" sz="800" err="1">
                <a:solidFill>
                  <a:schemeClr val="tx1"/>
                </a:solidFill>
              </a:rPr>
              <a:t>완료하였습니다</a:t>
            </a:r>
            <a:r>
              <a:rPr lang="en-US" altLang="ko-KR" sz="800">
                <a:solidFill>
                  <a:schemeClr val="tx1"/>
                </a:solidFill>
              </a:rPr>
              <a:t>.</a:t>
            </a:r>
            <a:endParaRPr lang="en-US">
              <a:solidFill>
                <a:schemeClr val="tx1"/>
              </a:solidFill>
            </a:endParaRPr>
          </a:p>
          <a:p>
            <a:r>
              <a:rPr lang="en-US" altLang="ko-KR" sz="800">
                <a:solidFill>
                  <a:srgbClr val="0000FF"/>
                </a:solidFill>
              </a:rPr>
              <a:t>- </a:t>
            </a:r>
            <a:r>
              <a:rPr lang="en-US" altLang="ko-KR" sz="800">
                <a:solidFill>
                  <a:schemeClr val="tx1"/>
                </a:solidFill>
              </a:rPr>
              <a:t>수평전개 완료하였습니다.(11/5)</a:t>
            </a:r>
            <a:endParaRPr lang="en-US">
              <a:solidFill>
                <a:schemeClr val="tx1"/>
              </a:solidFill>
            </a:endParaRPr>
          </a:p>
        </p:txBody>
      </p:sp>
      <p:sp>
        <p:nvSpPr>
          <p:cNvPr id="6" name="내용 개체 틀 20">
            <a:hlinkClick r:id="rId2" action="ppaction://hlinksldjump"/>
            <a:extLst>
              <a:ext uri="{FF2B5EF4-FFF2-40B4-BE49-F238E27FC236}">
                <a16:creationId xmlns:a16="http://schemas.microsoft.com/office/drawing/2014/main" id="{8372B6C2-94EA-AA7C-06FE-3BE6DB1C6142}"/>
              </a:ext>
            </a:extLst>
          </p:cNvPr>
          <p:cNvSpPr txBox="1">
            <a:spLocks/>
          </p:cNvSpPr>
          <p:nvPr/>
        </p:nvSpPr>
        <p:spPr>
          <a:xfrm>
            <a:off x="8160979" y="172366"/>
            <a:ext cx="95539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 sz="1100" err="1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임성현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 S</a:t>
            </a:r>
            <a:endParaRPr lang="ko-KR" altLang="en-US" sz="1100" b="0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8" name="직사각형 28">
            <a:extLst>
              <a:ext uri="{FF2B5EF4-FFF2-40B4-BE49-F238E27FC236}">
                <a16:creationId xmlns:a16="http://schemas.microsoft.com/office/drawing/2014/main" id="{162C1C65-9BB7-7FD7-A619-322B5758BF6C}"/>
              </a:ext>
            </a:extLst>
          </p:cNvPr>
          <p:cNvSpPr/>
          <p:nvPr/>
        </p:nvSpPr>
        <p:spPr>
          <a:xfrm>
            <a:off x="5791656" y="247967"/>
            <a:ext cx="2569934" cy="246221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1000">
                <a:latin typeface="Arial Narrow"/>
                <a:ea typeface="LG스마트체 Regular"/>
              </a:rPr>
              <a:t>[ 과제번호 : </a:t>
            </a:r>
            <a:r>
              <a:rPr lang="en-US" altLang="ko-KR" sz="1000">
                <a:latin typeface="Arial Narrow"/>
                <a:ea typeface="LG스마트체 Regular"/>
              </a:rPr>
              <a:t>MC </a:t>
            </a:r>
            <a:r>
              <a:rPr lang="ko-KR" altLang="en-US" sz="1000">
                <a:latin typeface="Arial Narrow"/>
                <a:ea typeface="LG스마트체 Regular"/>
              </a:rPr>
              <a:t>자동보정</a:t>
            </a:r>
            <a:r>
              <a:rPr lang="en-US" altLang="ko-KR" sz="1000">
                <a:latin typeface="Arial Narrow"/>
                <a:ea typeface="LG스마트체 Regular"/>
              </a:rPr>
              <a:t>-#4</a:t>
            </a:r>
            <a:r>
              <a:rPr lang="ko-KR" altLang="en-US" sz="1000">
                <a:latin typeface="Arial Narrow"/>
                <a:ea typeface="LG스마트체 Regular"/>
              </a:rPr>
              <a:t>, 진행 상태 : </a:t>
            </a:r>
            <a:r>
              <a:rPr lang="ko-KR" altLang="en-US" sz="1000">
                <a:solidFill>
                  <a:srgbClr val="00B050"/>
                </a:solidFill>
                <a:latin typeface="Arial Narrow"/>
                <a:ea typeface="LG스마트체 Regular"/>
              </a:rPr>
              <a:t>●</a:t>
            </a:r>
            <a:r>
              <a:rPr lang="ko-KR" altLang="en-US" sz="1000">
                <a:latin typeface="Arial Narrow"/>
                <a:ea typeface="LG스마트체 Regular"/>
              </a:rPr>
              <a:t> ]</a:t>
            </a:r>
          </a:p>
        </p:txBody>
      </p:sp>
    </p:spTree>
    <p:extLst>
      <p:ext uri="{BB962C8B-B14F-4D97-AF65-F5344CB8AC3E}">
        <p14:creationId xmlns:p14="http://schemas.microsoft.com/office/powerpoint/2010/main" val="1214493206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6432728"/>
              </p:ext>
            </p:extLst>
          </p:nvPr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7632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12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67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(W50)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IM </a:t>
                      </a: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전극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Biz</a:t>
                      </a:r>
                      <a:br>
                        <a:rPr lang="en-US"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대상라인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공정 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 적용 및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운영 대응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EP1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#1,</a:t>
                      </a: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#2,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#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7,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#8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’25.06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나영준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김종환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682372" cy="215444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IM </a:t>
            </a:r>
            <a:r>
              <a:rPr kumimoji="0" lang="en-US" altLang="ko-KR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전극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Biz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대상라인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코터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공정 자동보정 적용 및 운영 대응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(EP1)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_MC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8176466" y="332404"/>
            <a:ext cx="165429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11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/19(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수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6" name="내용 개체 틀 20">
            <a:extLst>
              <a:ext uri="{FF2B5EF4-FFF2-40B4-BE49-F238E27FC236}">
                <a16:creationId xmlns:a16="http://schemas.microsoft.com/office/drawing/2014/main" id="{2E5A4060-B852-4162-AF14-442A1BA20FF1}"/>
              </a:ext>
            </a:extLst>
          </p:cNvPr>
          <p:cNvSpPr txBox="1">
            <a:spLocks/>
          </p:cNvSpPr>
          <p:nvPr/>
        </p:nvSpPr>
        <p:spPr>
          <a:xfrm>
            <a:off x="8176466" y="163127"/>
            <a:ext cx="95539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나영준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CBC900AD-236A-4693-9843-ADEE82E4D6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9341227"/>
              </p:ext>
            </p:extLst>
          </p:nvPr>
        </p:nvGraphicFramePr>
        <p:xfrm>
          <a:off x="1419997" y="1092844"/>
          <a:ext cx="7210982" cy="523031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412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238570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278756">
                <a:tc grid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금주</a:t>
                      </a:r>
                      <a:r>
                        <a:rPr 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W50</a:t>
                      </a:r>
                      <a:r>
                        <a:rPr 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특이사항 없습니다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  <a:r>
                        <a:rPr 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 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16119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  <a:endParaRPr lang="en-US" altLang="ko-KR"/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713707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수평전개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전체 계획</a:t>
                      </a: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배경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]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OC1 IM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전극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Biz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대상라인에서 양극 절연 코팅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Gap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불량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(Slurry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코팅 폭과 절연폭사이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Gap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존재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이 다발하는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Issue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가 발생하여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소형 생산센터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김정수 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로부터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OC1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대상라인에 대한 절연코팅 자동보정 기능 적용을 요청 받았습니다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.(10/02)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이후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NFF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생산으로 부터 코터 로딩량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폭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미스매치 자동보정에 대한 요청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(11/01)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을 받아 적용 준비중에 있으며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로딩량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폭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미스매치 자동보정 적용을 위한 전장 공사 및 프로그램 셋업 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PC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기반 절연코팅 자동보정 기술도 동시에 적용하고자 합니다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endParaRPr lang="en-US" altLang="ko-KR" sz="900" b="0" baseline="0">
                        <a:solidFill>
                          <a:srgbClr val="000000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특이사항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① IT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인프라는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VM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적용 예정이며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자동보정용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네트웍 인프라 공사가 추가적으로 필요합니다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※ VM 구성,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전장공사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 케이블 공사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각 자동보정 항목에 따른 검사기 데이터 연동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진행사항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]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PC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(VM)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기반 자동보정 수평전개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동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, 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동 현장 검토를 통하여 코터 설비와 검사기 간의 네트워크 구성 현황을 확인하였습니다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.(11/19)</a:t>
                      </a:r>
                    </a:p>
                    <a:p>
                      <a:pPr marL="0" marR="0" lvl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   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개 호기 대상으로 자동보정 적용을 위해 필요한 투자비와 상세 내역을 검토하여 생산팀에 공유하였습니다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.(11/19)</a:t>
                      </a: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   NFF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생산팀과 대상 호기 별 적용 일정 및 자동보정 필요 항목에 대하여 논의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.(12/04)</a:t>
                      </a:r>
                    </a:p>
                    <a:p>
                      <a:pPr lvl="0" algn="l" latinLnBrk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공정제어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DX/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생산팀과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EDGE PC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VM, 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중 어떠한 시스템을 기반으로 현장 구성을 진행할지 논의하였습니다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.(12/04~05)</a:t>
                      </a:r>
                    </a:p>
                    <a:p>
                      <a:pPr lvl="0" algn="l" latinLnBrk="0"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생산팀과 회의를 통해서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VM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기반으로 자동보정 셋업을 진행하는 것으로 사양을 확정하였습니다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.(1/17)</a:t>
                      </a:r>
                    </a:p>
                    <a:p>
                      <a:pPr lvl="0" algn="l" latinLnBrk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투자 항목 별 견적 수집 후 ERRC 진행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하여 생산팀에 공유하였습니다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.(02/07)</a:t>
                      </a:r>
                    </a:p>
                    <a:p>
                      <a:pPr lvl="0" algn="l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PC(VM)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기반 자동보정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구성을 위한 투자 품의 진행 하였습니다.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(02/21)</a:t>
                      </a:r>
                      <a:endParaRPr lang="en-US" b="0">
                        <a:solidFill>
                          <a:schemeClr val="tx1"/>
                        </a:solidFill>
                      </a:endParaRPr>
                    </a:p>
                    <a:p>
                      <a:pPr lvl="0" algn="l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생산팀 협의하에 2동 7, 8호기 대상 FA망 구성 목적의 전장 공사를 진행 하였습니다.(~04/13)</a:t>
                      </a:r>
                    </a:p>
                    <a:p>
                      <a:pPr lvl="0" algn="l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4동 1, 2호기 대상으로 FA망 구성 공사 진행 하겠습니다.(0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4/23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lvl="0" algn="l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업체 요청으로 생산팀 협의하에 공사 일정을 변경 하였습니다.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코터 PLC 프로그램 셋업 완료 하였습니다.(04/27)</a:t>
                      </a:r>
                    </a:p>
                    <a:p>
                      <a:pPr lvl="0" algn="l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  코터 비전 검사기 및 Webgauge 데이터 VM 연동을 위한 CNS 작업 일정 소요로 데이터 검증 일정 변경 하였습니다.(~05/23)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양극 1호기 대상 코터&amp;절연코터 자동보정 기능 검증 진행하였습니다.(5/30)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IM 생산 계획이 변동되어 현재 전체 설비 부동입니다.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생산팀 협의하에 차후 라인 운영 계획에 따른 자동보정 운영 대응 하도록 하겠습니다.</a:t>
                      </a: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7B27AE19-E5C6-4459-B2EC-3D16BF6224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7883195"/>
              </p:ext>
            </p:extLst>
          </p:nvPr>
        </p:nvGraphicFramePr>
        <p:xfrm>
          <a:off x="2572744" y="1895056"/>
          <a:ext cx="5876047" cy="440537"/>
        </p:xfrm>
        <a:graphic>
          <a:graphicData uri="http://schemas.openxmlformats.org/drawingml/2006/table">
            <a:tbl>
              <a:tblPr/>
              <a:tblGrid>
                <a:gridCol w="626546">
                  <a:extLst>
                    <a:ext uri="{9D8B030D-6E8A-4147-A177-3AD203B41FA5}">
                      <a16:colId xmlns:a16="http://schemas.microsoft.com/office/drawing/2014/main" val="1895017513"/>
                    </a:ext>
                  </a:extLst>
                </a:gridCol>
                <a:gridCol w="585787">
                  <a:extLst>
                    <a:ext uri="{9D8B030D-6E8A-4147-A177-3AD203B41FA5}">
                      <a16:colId xmlns:a16="http://schemas.microsoft.com/office/drawing/2014/main" val="2255484262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1526744065"/>
                    </a:ext>
                  </a:extLst>
                </a:gridCol>
                <a:gridCol w="662691">
                  <a:extLst>
                    <a:ext uri="{9D8B030D-6E8A-4147-A177-3AD203B41FA5}">
                      <a16:colId xmlns:a16="http://schemas.microsoft.com/office/drawing/2014/main" val="620879064"/>
                    </a:ext>
                  </a:extLst>
                </a:gridCol>
                <a:gridCol w="662691">
                  <a:extLst>
                    <a:ext uri="{9D8B030D-6E8A-4147-A177-3AD203B41FA5}">
                      <a16:colId xmlns:a16="http://schemas.microsoft.com/office/drawing/2014/main" val="3419323453"/>
                    </a:ext>
                  </a:extLst>
                </a:gridCol>
                <a:gridCol w="755650">
                  <a:extLst>
                    <a:ext uri="{9D8B030D-6E8A-4147-A177-3AD203B41FA5}">
                      <a16:colId xmlns:a16="http://schemas.microsoft.com/office/drawing/2014/main" val="932271773"/>
                    </a:ext>
                  </a:extLst>
                </a:gridCol>
                <a:gridCol w="755650">
                  <a:extLst>
                    <a:ext uri="{9D8B030D-6E8A-4147-A177-3AD203B41FA5}">
                      <a16:colId xmlns:a16="http://schemas.microsoft.com/office/drawing/2014/main" val="3516870043"/>
                    </a:ext>
                  </a:extLst>
                </a:gridCol>
                <a:gridCol w="662691">
                  <a:extLst>
                    <a:ext uri="{9D8B030D-6E8A-4147-A177-3AD203B41FA5}">
                      <a16:colId xmlns:a16="http://schemas.microsoft.com/office/drawing/2014/main" val="1582675740"/>
                    </a:ext>
                  </a:extLst>
                </a:gridCol>
                <a:gridCol w="662691">
                  <a:extLst>
                    <a:ext uri="{9D8B030D-6E8A-4147-A177-3AD203B41FA5}">
                      <a16:colId xmlns:a16="http://schemas.microsoft.com/office/drawing/2014/main" val="1336250242"/>
                    </a:ext>
                  </a:extLst>
                </a:gridCol>
              </a:tblGrid>
              <a:tr h="5466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baseline="0">
                          <a:solidFill>
                            <a:srgbClr val="000000"/>
                          </a:solidFill>
                          <a:effectLst/>
                        </a:rPr>
                        <a:t>Site</a:t>
                      </a:r>
                    </a:p>
                  </a:txBody>
                  <a:tcPr marL="9525" marR="9525" marT="9525" marB="0" anchor="ctr">
                    <a:lnL w="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baseline="0">
                          <a:solidFill>
                            <a:srgbClr val="000000"/>
                          </a:solidFill>
                          <a:effectLst/>
                        </a:rPr>
                        <a:t>보정 </a:t>
                      </a:r>
                      <a:r>
                        <a:rPr lang="en-US" altLang="ko-KR" sz="900" u="none" strike="noStrike" baseline="0">
                          <a:solidFill>
                            <a:srgbClr val="000000"/>
                          </a:solidFill>
                          <a:effectLst/>
                        </a:rPr>
                        <a:t>System</a:t>
                      </a:r>
                      <a:endParaRPr lang="ko-KR" altLang="en-US" sz="900" u="none" strike="noStrike" baseline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9525" marR="9525" marT="9525" marB="0" anchor="ctr">
                    <a:lnL w="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baseline="0">
                          <a:solidFill>
                            <a:srgbClr val="000000"/>
                          </a:solidFill>
                          <a:effectLst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baseline="0">
                          <a:solidFill>
                            <a:srgbClr val="000000"/>
                          </a:solidFill>
                          <a:effectLst/>
                        </a:rPr>
                        <a:t>견적 검토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baseline="0">
                          <a:solidFill>
                            <a:srgbClr val="000000"/>
                          </a:solidFill>
                          <a:effectLst/>
                        </a:rPr>
                        <a:t>전장공사</a:t>
                      </a:r>
                      <a:endParaRPr lang="en-US" sz="900" u="none" strike="noStrike" baseline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baseline="0">
                          <a:solidFill>
                            <a:srgbClr val="000000"/>
                          </a:solidFill>
                          <a:effectLst/>
                        </a:rPr>
                        <a:t>프로그램 셋업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baseline="0">
                          <a:solidFill>
                            <a:srgbClr val="000000"/>
                          </a:solidFill>
                          <a:effectLst/>
                        </a:rPr>
                        <a:t>데이터 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baseline="0">
                          <a:solidFill>
                            <a:srgbClr val="000000"/>
                          </a:solidFill>
                          <a:effectLst/>
                        </a:rPr>
                        <a:t>시운전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baseline="0">
                          <a:solidFill>
                            <a:srgbClr val="000000"/>
                          </a:solidFill>
                          <a:effectLst/>
                        </a:rPr>
                        <a:t>양산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6364275"/>
                  </a:ext>
                </a:extLst>
              </a:tr>
              <a:tr h="147167">
                <a:tc rowSpan="2"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900"/>
                        <a:t>ESOC1</a:t>
                      </a:r>
                    </a:p>
                  </a:txBody>
                  <a:tcPr marL="0" marR="0" marT="0" marB="0" anchor="ctr" horzOverflow="overflow">
                    <a:lnL w="0">
                      <a:noFill/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baseline="0">
                          <a:solidFill>
                            <a:srgbClr val="000000"/>
                          </a:solidFill>
                          <a:effectLst/>
                        </a:rPr>
                        <a:t>PC(VM)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baseline="0">
                          <a:solidFill>
                            <a:srgbClr val="000000"/>
                          </a:solidFill>
                          <a:effectLst/>
                        </a:rPr>
                        <a:t>코터</a:t>
                      </a:r>
                      <a:endParaRPr lang="en-US" altLang="ko-KR" sz="900" u="none" strike="noStrike" baseline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strike="noStrike" baseline="0">
                          <a:solidFill>
                            <a:srgbClr val="000000"/>
                          </a:solidFill>
                          <a:effectLst/>
                        </a:rPr>
                        <a:t>‘25.02.07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u="none" strike="noStrike" baseline="0" noProof="0">
                          <a:solidFill>
                            <a:srgbClr val="000000"/>
                          </a:solidFill>
                          <a:effectLst/>
                        </a:rPr>
                        <a:t>‘25.04</a:t>
                      </a:r>
                      <a:r>
                        <a:rPr lang="en-US" altLang="ko-KR" sz="900" u="none" strike="noStrike" baseline="0">
                          <a:solidFill>
                            <a:srgbClr val="000000"/>
                          </a:solidFill>
                          <a:effectLst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baseline="0" noProof="0">
                          <a:solidFill>
                            <a:srgbClr val="000000"/>
                          </a:solidFill>
                          <a:effectLst/>
                        </a:rPr>
                        <a:t>‘25.05</a:t>
                      </a:r>
                      <a:endParaRPr lang="en-US" altLang="ko-KR" sz="900" u="none" strike="noStrike" baseline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900" u="none" strike="noStrike" baseline="0" noProof="0">
                          <a:solidFill>
                            <a:srgbClr val="000000"/>
                          </a:solidFill>
                          <a:effectLst/>
                        </a:rPr>
                        <a:t>‘25.05</a:t>
                      </a:r>
                      <a:endParaRPr lang="en-US">
                        <a:solidFill>
                          <a:srgbClr val="000000"/>
                        </a:solidFill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u="none" strike="noStrike" baseline="0">
                          <a:solidFill>
                            <a:srgbClr val="1414FE"/>
                          </a:solidFill>
                          <a:effectLst/>
                        </a:rPr>
                        <a:t>TBD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</a:rPr>
                        <a:t>TBD</a:t>
                      </a:r>
                      <a:endParaRPr lang="en-US" b="0">
                        <a:solidFill>
                          <a:srgbClr val="1414FE"/>
                        </a:solidFill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314615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baseline="0">
                          <a:solidFill>
                            <a:srgbClr val="000000"/>
                          </a:solidFill>
                          <a:effectLst/>
                        </a:rPr>
                        <a:t>절연코터</a:t>
                      </a:r>
                      <a:endParaRPr lang="en-US" altLang="ko-KR" sz="900" u="none" strike="noStrike" baseline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strike="noStrike" baseline="0">
                          <a:solidFill>
                            <a:srgbClr val="000000"/>
                          </a:solidFill>
                          <a:effectLst/>
                        </a:rPr>
                        <a:t>‘25.02.07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strike="noStrike" baseline="0" noProof="0">
                          <a:solidFill>
                            <a:srgbClr val="000000"/>
                          </a:solidFill>
                          <a:effectLst/>
                        </a:rPr>
                        <a:t>‘25.04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strike="noStrike" baseline="0" noProof="0">
                          <a:solidFill>
                            <a:srgbClr val="000000"/>
                          </a:solidFill>
                          <a:effectLst/>
                        </a:rPr>
                        <a:t>‘25.05</a:t>
                      </a:r>
                      <a:endParaRPr lang="en-US">
                        <a:solidFill>
                          <a:srgbClr val="000000"/>
                        </a:solidFill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900" u="none" strike="noStrike" baseline="0" noProof="0">
                          <a:solidFill>
                            <a:srgbClr val="000000"/>
                          </a:solidFill>
                          <a:effectLst/>
                        </a:rPr>
                        <a:t>‘25.05</a:t>
                      </a:r>
                      <a:endParaRPr lang="en-US">
                        <a:solidFill>
                          <a:srgbClr val="000000"/>
                        </a:solidFill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</a:rPr>
                        <a:t>TBD</a:t>
                      </a:r>
                      <a:endParaRPr lang="en-US" b="0">
                        <a:solidFill>
                          <a:srgbClr val="1414FE"/>
                        </a:solidFill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</a:rPr>
                        <a:t>TBD</a:t>
                      </a:r>
                      <a:endParaRPr lang="en-US" sz="900" b="0" u="none" strike="noStrike" baseline="0" noProof="0">
                        <a:solidFill>
                          <a:srgbClr val="1414FE"/>
                        </a:solidFill>
                        <a:effectLst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7768603"/>
                  </a:ext>
                </a:extLst>
              </a:tr>
            </a:tbl>
          </a:graphicData>
        </a:graphic>
      </p:graphicFrame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D62950E2-ECD3-455F-B7B3-F6AB3E987C4E}"/>
              </a:ext>
            </a:extLst>
          </p:cNvPr>
          <p:cNvCxnSpPr>
            <a:cxnSpLocks/>
          </p:cNvCxnSpPr>
          <p:nvPr/>
        </p:nvCxnSpPr>
        <p:spPr>
          <a:xfrm flipH="1">
            <a:off x="7118957" y="2048198"/>
            <a:ext cx="1" cy="274268"/>
          </a:xfrm>
          <a:prstGeom prst="line">
            <a:avLst/>
          </a:prstGeom>
          <a:ln w="158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이등변 삼각형 21">
            <a:extLst>
              <a:ext uri="{FF2B5EF4-FFF2-40B4-BE49-F238E27FC236}">
                <a16:creationId xmlns:a16="http://schemas.microsoft.com/office/drawing/2014/main" id="{C0F79FB5-25E6-4939-8AFF-04E7C7A4FD53}"/>
              </a:ext>
            </a:extLst>
          </p:cNvPr>
          <p:cNvSpPr/>
          <p:nvPr/>
        </p:nvSpPr>
        <p:spPr>
          <a:xfrm rot="10800000">
            <a:off x="7064864" y="2035549"/>
            <a:ext cx="108189" cy="67060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938BB9B-2B04-4C96-A7C5-F21B50681B95}"/>
              </a:ext>
            </a:extLst>
          </p:cNvPr>
          <p:cNvSpPr/>
          <p:nvPr/>
        </p:nvSpPr>
        <p:spPr>
          <a:xfrm>
            <a:off x="3785335" y="1731918"/>
            <a:ext cx="466525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*VM(Virtual Machine) :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컴퓨터 안에 여러 개의 가상의 컴퓨터를 만드는 기술</a:t>
            </a:r>
            <a:r>
              <a:rPr lang="en-US" altLang="ko-KR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하드웨어 자원을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효율적으로 활용 가능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" name="직사각형 8">
            <a:extLst>
              <a:ext uri="{FF2B5EF4-FFF2-40B4-BE49-F238E27FC236}">
                <a16:creationId xmlns:a16="http://schemas.microsoft.com/office/drawing/2014/main" id="{AC84E63D-3EF7-333D-605A-A1FA2F86A77C}"/>
              </a:ext>
            </a:extLst>
          </p:cNvPr>
          <p:cNvSpPr/>
          <p:nvPr/>
        </p:nvSpPr>
        <p:spPr>
          <a:xfrm>
            <a:off x="5726457" y="271305"/>
            <a:ext cx="256993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[ 과제번호 : MC 자동보정-#4, 진행 상태 : </a:t>
            </a:r>
            <a:r>
              <a:rPr lang="ko-KR" altLang="en-US" sz="1000">
                <a:solidFill>
                  <a:srgbClr val="00B05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●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]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45AF29D-3ACE-40AA-80FF-6AA10574BC78}"/>
              </a:ext>
            </a:extLst>
          </p:cNvPr>
          <p:cNvSpPr txBox="1"/>
          <p:nvPr/>
        </p:nvSpPr>
        <p:spPr>
          <a:xfrm>
            <a:off x="5664150" y="2506770"/>
            <a:ext cx="2671585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>
                <a:latin typeface="Arial Narrow"/>
                <a:ea typeface="LG스마트체 Regular"/>
              </a:rPr>
              <a:t>※ </a:t>
            </a:r>
            <a:r>
              <a:rPr lang="ko-KR" altLang="en-US" sz="800">
                <a:latin typeface="Arial Narrow"/>
                <a:ea typeface="LG스마트체 Regular"/>
              </a:rPr>
              <a:t>생산 일정을 고려한 셋업 조율로 목표일정 조정하였습니다</a:t>
            </a:r>
            <a:r>
              <a:rPr lang="en-US" altLang="ko-KR" sz="800">
                <a:latin typeface="Arial Narrow"/>
                <a:ea typeface="LG스마트체 Regular"/>
              </a:rPr>
              <a:t>. </a:t>
            </a:r>
            <a:r>
              <a:rPr lang="ko-KR" altLang="en-US" sz="800">
                <a:latin typeface="Arial Narrow"/>
                <a:ea typeface="LG스마트체 Regular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98987606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DD7634A-5B1A-0AA9-D4B2-0C9DB54DC6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8908090"/>
              </p:ext>
            </p:extLst>
          </p:nvPr>
        </p:nvGraphicFramePr>
        <p:xfrm>
          <a:off x="125047" y="866775"/>
          <a:ext cx="9645354" cy="5747089"/>
        </p:xfrm>
        <a:graphic>
          <a:graphicData uri="http://schemas.openxmlformats.org/drawingml/2006/table">
            <a:tbl>
              <a:tblPr/>
              <a:tblGrid>
                <a:gridCol w="7632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12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67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56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 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주요 알람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공지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인프라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HM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GM1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GM2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NB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NA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‘25.12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(GM1)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함경호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(w/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생산공정운영팀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조민수 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17C8E1EB-A487-3B8D-F26E-0A34A968FB7F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13895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자동보정 주요 알람 공지 인프라 구축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운영환경 개선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(1/2)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" name="제목 1">
            <a:extLst>
              <a:ext uri="{FF2B5EF4-FFF2-40B4-BE49-F238E27FC236}">
                <a16:creationId xmlns:a16="http://schemas.microsoft.com/office/drawing/2014/main" id="{ECE47DAD-AC77-2190-8286-65A7EFEB4CA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_MC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자동보정팀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F7A6BBF7-8871-322E-E6B8-FB752E7001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4269564"/>
              </p:ext>
            </p:extLst>
          </p:nvPr>
        </p:nvGraphicFramePr>
        <p:xfrm>
          <a:off x="1444232" y="1111892"/>
          <a:ext cx="7205746" cy="547940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707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234039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230628">
                <a:tc gridSpan="2"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금주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(W51),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특이사항 및 핵심내용 없습니다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endParaRPr lang="en-US" altLang="ko-KR" sz="1000" b="0" baseline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  <a:cs typeface="Malgun Gothic Semilight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17236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5031543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운영환경 개선</a:t>
                      </a:r>
                      <a:endParaRPr lang="en-US" altLang="ko-KR" sz="900" b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배경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0" indent="0" latinLnBrk="0"/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공정 안정화에 자동보정이 상시 기여할 수 있도록 자동보정 활용이 불가능한 상황을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FMCS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또는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Control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Room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 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알람팝업솔루션에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표시하여 문제점을 조기 파악하여 조치할 수 있게 하겠습니다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</a:p>
                    <a:p>
                      <a:pPr latinLnBrk="0"/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특이사항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0" indent="0" latinLnBrk="0"/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구성이 필요한 법인을 두가지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Type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으로 분류하였습니다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 Type 1(Control </a:t>
                      </a:r>
                      <a:r>
                        <a:rPr lang="en-US" altLang="ko-KR" sz="900" b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Romm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알람 팝업 솔루션이 투자되지 않은 법인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은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FMCS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에 알람을 표시하는 방안으로 검토하고 있으며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Type 2(Control Room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알람팝업솔루션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투자된 법인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는 알람 팝업 솔루션에 알람을 표시하는 방안으로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검토하고 있습니다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 (w/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생산공정운영팀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조민수님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br>
                        <a:rPr lang="en-US" altLang="ko-KR" sz="900" b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) Type1(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ESHM / ESNA / ESNB / ESGM1 / ESGM2 / ESWA) </a:t>
                      </a:r>
                      <a:br>
                        <a:rPr lang="en-US" altLang="ko-KR" sz="900" b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FMCS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자동보정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Auto On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상태 표시 진행 중 →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PLC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수정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–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히라노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완료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(3/22), PNT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NB 1,2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/ WA 3,4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호 완료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(4/4)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br>
                        <a:rPr lang="en-US" altLang="ko-KR" sz="900" b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Auto On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상태 정보를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eIoT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 연동 신청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(4/8),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eIoT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연동 완료 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FMCS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 연동 신청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(4/11), FMCS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연동 데이터의 정합성 점검 완료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(4/30)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FMCS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연계 개발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CSR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을 작성하여 담당자에게 전달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(5/9,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생산공정운영팀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정원빈 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), </a:t>
                      </a:r>
                      <a:r>
                        <a:rPr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GM1 </a:t>
                      </a:r>
                      <a:r>
                        <a:rPr lang="ko-KR" altLang="en-US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투자 심의 후 기능개발 진행 예정</a:t>
                      </a:r>
                      <a:r>
                        <a:rPr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(7</a:t>
                      </a:r>
                      <a:r>
                        <a:rPr lang="ko-KR" altLang="en-US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월</a:t>
                      </a:r>
                      <a:r>
                        <a:rPr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marL="0" indent="0" latinLnBrk="0"/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※ Auto On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상태표시를 위한 연동 순서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/Status: PLC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작업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→ </a:t>
                      </a:r>
                      <a:r>
                        <a:rPr lang="en-US" altLang="ko-KR" sz="90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eIoT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연동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→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FMCS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연동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→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FMCS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시스템 연계 개발 요청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진행중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br>
                        <a:rPr lang="en-US" altLang="ko-KR" sz="900" b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GM1 FMCS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투자 추진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생산공정운영팀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과정에서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MES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팀의 보류 요청이 있었습니다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※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사유는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FMCS 1.0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→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FMCS 2.0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전환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(12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예정으로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1.0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에 대한 투자는 보류 하겠다는 의견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생산공정운영팀과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FMCS 2.0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오픈 전에 개발 진행하여 탑재하는 방향으로 재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논의하였고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MES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팀과 요건 협의하여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2.0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에 반영할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예정입니다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.(GM1, 12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br>
                        <a:rPr lang="ko-KR" altLang="en-US" sz="90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 </a:t>
                      </a:r>
                      <a:r>
                        <a:rPr lang="ko-KR" altLang="en-US" sz="80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  </a:t>
                      </a:r>
                      <a:endParaRPr lang="en-US" altLang="ko-KR" sz="8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latinLnBrk="0"/>
                      <a:endParaRPr lang="en-US" altLang="ko-KR" sz="8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latinLnBrk="0"/>
                      <a:endParaRPr lang="en-US" altLang="ko-KR" sz="800" b="0">
                        <a:solidFill>
                          <a:srgbClr val="1414FE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latinLnBrk="0"/>
                      <a:r>
                        <a:rPr lang="en-US" altLang="ko-KR" sz="800" b="0">
                          <a:solidFill>
                            <a:srgbClr val="1414FE"/>
                          </a:solidFill>
                          <a:latin typeface="Arial Narrow"/>
                          <a:ea typeface="LG스마트체 Regular"/>
                        </a:rPr>
                        <a:t>      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※ ESMI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법인은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Auto On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상태 표시를 위한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PLC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작업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연초 출장 시 완료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), IoT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연동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(8/25,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), FMCS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연동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(~9/5, </a:t>
                      </a:r>
                      <a:r>
                        <a:rPr lang="ko-KR" altLang="en-US" sz="800" b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조민수님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진행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진행 중입니다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800" b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   FMCS 2.0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오픈 시 동일한 요건이 반영될 예정입니다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92075" indent="-92075" latinLnBrk="0"/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</a:t>
                      </a: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E84BBEBE-9DC2-FE61-B7BB-F2C04FC8ED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0344762"/>
              </p:ext>
            </p:extLst>
          </p:nvPr>
        </p:nvGraphicFramePr>
        <p:xfrm>
          <a:off x="3018882" y="4643886"/>
          <a:ext cx="5650764" cy="1891996"/>
        </p:xfrm>
        <a:graphic>
          <a:graphicData uri="http://schemas.openxmlformats.org/drawingml/2006/table">
            <a:tbl>
              <a:tblPr/>
              <a:tblGrid>
                <a:gridCol w="505193">
                  <a:extLst>
                    <a:ext uri="{9D8B030D-6E8A-4147-A177-3AD203B41FA5}">
                      <a16:colId xmlns:a16="http://schemas.microsoft.com/office/drawing/2014/main" val="220383895"/>
                    </a:ext>
                  </a:extLst>
                </a:gridCol>
                <a:gridCol w="1171120">
                  <a:extLst>
                    <a:ext uri="{9D8B030D-6E8A-4147-A177-3AD203B41FA5}">
                      <a16:colId xmlns:a16="http://schemas.microsoft.com/office/drawing/2014/main" val="2054364824"/>
                    </a:ext>
                  </a:extLst>
                </a:gridCol>
                <a:gridCol w="501246">
                  <a:extLst>
                    <a:ext uri="{9D8B030D-6E8A-4147-A177-3AD203B41FA5}">
                      <a16:colId xmlns:a16="http://schemas.microsoft.com/office/drawing/2014/main" val="656518437"/>
                    </a:ext>
                  </a:extLst>
                </a:gridCol>
                <a:gridCol w="694641">
                  <a:extLst>
                    <a:ext uri="{9D8B030D-6E8A-4147-A177-3AD203B41FA5}">
                      <a16:colId xmlns:a16="http://schemas.microsoft.com/office/drawing/2014/main" val="2757825567"/>
                    </a:ext>
                  </a:extLst>
                </a:gridCol>
                <a:gridCol w="694641">
                  <a:extLst>
                    <a:ext uri="{9D8B030D-6E8A-4147-A177-3AD203B41FA5}">
                      <a16:colId xmlns:a16="http://schemas.microsoft.com/office/drawing/2014/main" val="4262152522"/>
                    </a:ext>
                  </a:extLst>
                </a:gridCol>
                <a:gridCol w="694641">
                  <a:extLst>
                    <a:ext uri="{9D8B030D-6E8A-4147-A177-3AD203B41FA5}">
                      <a16:colId xmlns:a16="http://schemas.microsoft.com/office/drawing/2014/main" val="973788907"/>
                    </a:ext>
                  </a:extLst>
                </a:gridCol>
                <a:gridCol w="694641">
                  <a:extLst>
                    <a:ext uri="{9D8B030D-6E8A-4147-A177-3AD203B41FA5}">
                      <a16:colId xmlns:a16="http://schemas.microsoft.com/office/drawing/2014/main" val="3070269541"/>
                    </a:ext>
                  </a:extLst>
                </a:gridCol>
                <a:gridCol w="694641">
                  <a:extLst>
                    <a:ext uri="{9D8B030D-6E8A-4147-A177-3AD203B41FA5}">
                      <a16:colId xmlns:a16="http://schemas.microsoft.com/office/drawing/2014/main" val="285681903"/>
                    </a:ext>
                  </a:extLst>
                </a:gridCol>
              </a:tblGrid>
              <a:tr h="162958"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</a:t>
                      </a: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0775018"/>
                  </a:ext>
                </a:extLst>
              </a:tr>
              <a:tr h="16295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단계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업무내용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주관부서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4Q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1Q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2Q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3Q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4Q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792981"/>
                  </a:ext>
                </a:extLst>
              </a:tr>
              <a:tr h="31321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[1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단계</a:t>
                      </a: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]</a:t>
                      </a:r>
                      <a:b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알람 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Interface</a:t>
                      </a:r>
                      <a:b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구성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1.</a:t>
                      </a: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알람 공지 항목 선정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자동보정담당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24599150"/>
                  </a:ext>
                </a:extLst>
              </a:tr>
              <a:tr h="3132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2. EDGE PC ↔ PLC I/F</a:t>
                      </a: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작업 진행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자동보정담당</a:t>
                      </a:r>
                    </a:p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생산센터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32628567"/>
                  </a:ext>
                </a:extLst>
              </a:tr>
              <a:tr h="31321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[2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단계</a:t>
                      </a: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]</a:t>
                      </a:r>
                      <a:b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EIF 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연동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3. PLC ↔ EIF I/F </a:t>
                      </a: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작업 진행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자동보정담당</a:t>
                      </a:r>
                    </a:p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생산센터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42113846"/>
                  </a:ext>
                </a:extLst>
              </a:tr>
              <a:tr h="3132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4. EIF </a:t>
                      </a: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↔ </a:t>
                      </a:r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FMCS I/F </a:t>
                      </a: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작업 진행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자동보정담당</a:t>
                      </a:r>
                    </a:p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생산센터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37534419"/>
                  </a:ext>
                </a:extLst>
              </a:tr>
              <a:tr h="31321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[3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단계</a:t>
                      </a: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]</a:t>
                      </a:r>
                      <a:b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시스템 연계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5. FMCS </a:t>
                      </a: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시스템 연계 </a:t>
                      </a:r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: Auto On </a:t>
                      </a:r>
                      <a:b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OFF </a:t>
                      </a: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개발 요청</a:t>
                      </a:r>
                      <a:endParaRPr lang="en-US" altLang="ko-KR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생산센터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t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85472978"/>
                  </a:ext>
                </a:extLst>
              </a:tr>
            </a:tbl>
          </a:graphicData>
        </a:graphic>
      </p:graphicFrame>
      <p:sp>
        <p:nvSpPr>
          <p:cNvPr id="9" name="모서리가 둥근 직사각형 9">
            <a:extLst>
              <a:ext uri="{FF2B5EF4-FFF2-40B4-BE49-F238E27FC236}">
                <a16:creationId xmlns:a16="http://schemas.microsoft.com/office/drawing/2014/main" id="{111847AA-DA9B-1F2A-579A-2A053802AC07}"/>
              </a:ext>
            </a:extLst>
          </p:cNvPr>
          <p:cNvSpPr/>
          <p:nvPr/>
        </p:nvSpPr>
        <p:spPr>
          <a:xfrm>
            <a:off x="2627693" y="4640409"/>
            <a:ext cx="373665" cy="1876425"/>
          </a:xfrm>
          <a:prstGeom prst="roundRect">
            <a:avLst>
              <a:gd name="adj" fmla="val 5320"/>
            </a:avLst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-8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알람 인프라 구축</a:t>
            </a:r>
            <a:endParaRPr kumimoji="0" lang="en-US" altLang="ko-KR" sz="900" b="1" i="0" u="none" strike="noStrike" kern="0" cap="none" spc="-8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B9218E2C-2351-9B9B-76A2-5B41AF966C22}"/>
              </a:ext>
            </a:extLst>
          </p:cNvPr>
          <p:cNvGrpSpPr/>
          <p:nvPr/>
        </p:nvGrpSpPr>
        <p:grpSpPr>
          <a:xfrm>
            <a:off x="7469265" y="4461661"/>
            <a:ext cx="1020212" cy="146840"/>
            <a:chOff x="7413982" y="3774366"/>
            <a:chExt cx="1020212" cy="146840"/>
          </a:xfrm>
        </p:grpSpPr>
        <p:sp>
          <p:nvSpPr>
            <p:cNvPr id="11" name="화살표: 오각형 10">
              <a:extLst>
                <a:ext uri="{FF2B5EF4-FFF2-40B4-BE49-F238E27FC236}">
                  <a16:creationId xmlns:a16="http://schemas.microsoft.com/office/drawing/2014/main" id="{111447D3-9BE3-52AF-969C-7A7A6C89CF9A}"/>
                </a:ext>
              </a:extLst>
            </p:cNvPr>
            <p:cNvSpPr/>
            <p:nvPr/>
          </p:nvSpPr>
          <p:spPr>
            <a:xfrm>
              <a:off x="7413982" y="3778956"/>
              <a:ext cx="305993" cy="138861"/>
            </a:xfrm>
            <a:prstGeom prst="homePlate">
              <a:avLst>
                <a:gd name="adj" fmla="val 18270"/>
              </a:avLst>
            </a:prstGeom>
            <a:solidFill>
              <a:schemeClr val="bg1">
                <a:lumMod val="8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miter lim="800000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87095" rtl="0" eaLnBrk="1" fontAlgn="auto" latinLnBrk="0" hangingPunct="1">
                <a:lnSpc>
                  <a:spcPct val="90000"/>
                </a:lnSpc>
                <a:spcBef>
                  <a:spcPts val="108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완료</a:t>
              </a:r>
              <a:endParaRPr kumimoji="0" lang="en-US" altLang="ko-KR" sz="9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12" name="화살표: 오각형 11">
              <a:extLst>
                <a:ext uri="{FF2B5EF4-FFF2-40B4-BE49-F238E27FC236}">
                  <a16:creationId xmlns:a16="http://schemas.microsoft.com/office/drawing/2014/main" id="{90CBE2D4-FFEA-5D74-7FFA-B2682CB9DBE1}"/>
                </a:ext>
              </a:extLst>
            </p:cNvPr>
            <p:cNvSpPr/>
            <p:nvPr/>
          </p:nvSpPr>
          <p:spPr>
            <a:xfrm>
              <a:off x="7771091" y="3778956"/>
              <a:ext cx="305993" cy="138861"/>
            </a:xfrm>
            <a:prstGeom prst="homePlate">
              <a:avLst>
                <a:gd name="adj" fmla="val 18270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miter lim="800000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87095" rtl="0" eaLnBrk="1" fontAlgn="auto" latinLnBrk="0" hangingPunct="1">
                <a:lnSpc>
                  <a:spcPct val="90000"/>
                </a:lnSpc>
                <a:spcBef>
                  <a:spcPts val="108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진행</a:t>
              </a:r>
              <a:endParaRPr kumimoji="0" lang="en-US" altLang="ko-KR" sz="9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13" name="화살표: 오각형 12">
              <a:extLst>
                <a:ext uri="{FF2B5EF4-FFF2-40B4-BE49-F238E27FC236}">
                  <a16:creationId xmlns:a16="http://schemas.microsoft.com/office/drawing/2014/main" id="{E94ED8D7-7F89-7AC1-54A8-FD2940A5E1E1}"/>
                </a:ext>
              </a:extLst>
            </p:cNvPr>
            <p:cNvSpPr/>
            <p:nvPr/>
          </p:nvSpPr>
          <p:spPr>
            <a:xfrm>
              <a:off x="8128201" y="3774366"/>
              <a:ext cx="305993" cy="146840"/>
            </a:xfrm>
            <a:prstGeom prst="homePlate">
              <a:avLst>
                <a:gd name="adj" fmla="val 18270"/>
              </a:avLst>
            </a:prstGeom>
            <a:noFill/>
            <a:ln w="952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ysDash"/>
              <a:miter lim="800000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87095" rtl="0" eaLnBrk="1" fontAlgn="auto" latinLnBrk="0" hangingPunct="1">
                <a:lnSpc>
                  <a:spcPct val="90000"/>
                </a:lnSpc>
                <a:spcBef>
                  <a:spcPts val="108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착수전</a:t>
              </a:r>
              <a:endParaRPr kumimoji="0" lang="en-US" altLang="ko-KR" sz="9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1206B18D-640E-238E-3642-DB69FC9D043A}"/>
              </a:ext>
            </a:extLst>
          </p:cNvPr>
          <p:cNvSpPr txBox="1"/>
          <p:nvPr/>
        </p:nvSpPr>
        <p:spPr>
          <a:xfrm>
            <a:off x="2549778" y="4430379"/>
            <a:ext cx="486921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표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1] FMCS 2.0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자동보정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Auto On 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상태 표시 구축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*APC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적용 법인은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APC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활용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597E053-F9CB-035F-9F74-4183962587C6}"/>
              </a:ext>
            </a:extLst>
          </p:cNvPr>
          <p:cNvSpPr/>
          <p:nvPr/>
        </p:nvSpPr>
        <p:spPr>
          <a:xfrm>
            <a:off x="8706297" y="4766095"/>
            <a:ext cx="1025746" cy="1754249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F325D1B-17E0-CC5A-68C4-F4C2080FEE76}"/>
              </a:ext>
            </a:extLst>
          </p:cNvPr>
          <p:cNvSpPr/>
          <p:nvPr/>
        </p:nvSpPr>
        <p:spPr>
          <a:xfrm>
            <a:off x="8888819" y="6327476"/>
            <a:ext cx="720000" cy="14400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EDGE PC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06AEFDA-6687-786E-CE55-3F72C3D46F11}"/>
              </a:ext>
            </a:extLst>
          </p:cNvPr>
          <p:cNvSpPr/>
          <p:nvPr/>
        </p:nvSpPr>
        <p:spPr>
          <a:xfrm>
            <a:off x="8888819" y="5924340"/>
            <a:ext cx="720000" cy="14400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설비 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Main PLC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22AAD12-D501-4011-4FC8-AF1476B5D486}"/>
              </a:ext>
            </a:extLst>
          </p:cNvPr>
          <p:cNvSpPr/>
          <p:nvPr/>
        </p:nvSpPr>
        <p:spPr>
          <a:xfrm>
            <a:off x="8888819" y="5521205"/>
            <a:ext cx="720000" cy="14400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EIF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253BAFC-1DCE-0473-BF5A-5B9C3E6190C3}"/>
              </a:ext>
            </a:extLst>
          </p:cNvPr>
          <p:cNvSpPr/>
          <p:nvPr/>
        </p:nvSpPr>
        <p:spPr>
          <a:xfrm>
            <a:off x="9272528" y="5118070"/>
            <a:ext cx="396000" cy="14400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b="1">
                <a:solidFill>
                  <a:sysClr val="windowText" lastClr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FMCS</a:t>
            </a:r>
            <a:endParaRPr kumimoji="0" lang="en-US" altLang="ko-KR" sz="800" b="1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76C3CE74-6635-FDFD-BDB3-8D292A8F8A14}"/>
              </a:ext>
            </a:extLst>
          </p:cNvPr>
          <p:cNvSpPr/>
          <p:nvPr/>
        </p:nvSpPr>
        <p:spPr>
          <a:xfrm>
            <a:off x="8847782" y="5118070"/>
            <a:ext cx="396000" cy="14400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ROS</a:t>
            </a:r>
          </a:p>
        </p:txBody>
      </p: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2139E68A-E37C-6D15-E630-9F74B9E4E680}"/>
              </a:ext>
            </a:extLst>
          </p:cNvPr>
          <p:cNvCxnSpPr>
            <a:cxnSpLocks/>
            <a:stCxn id="16" idx="0"/>
            <a:endCxn id="17" idx="2"/>
          </p:cNvCxnSpPr>
          <p:nvPr/>
        </p:nvCxnSpPr>
        <p:spPr>
          <a:xfrm flipV="1">
            <a:off x="9248819" y="6068340"/>
            <a:ext cx="0" cy="2591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화살표 연결선 21">
            <a:extLst>
              <a:ext uri="{FF2B5EF4-FFF2-40B4-BE49-F238E27FC236}">
                <a16:creationId xmlns:a16="http://schemas.microsoft.com/office/drawing/2014/main" id="{0218C453-1F7D-003D-D87E-706F55927F05}"/>
              </a:ext>
            </a:extLst>
          </p:cNvPr>
          <p:cNvCxnSpPr>
            <a:cxnSpLocks/>
            <a:stCxn id="17" idx="0"/>
            <a:endCxn id="18" idx="2"/>
          </p:cNvCxnSpPr>
          <p:nvPr/>
        </p:nvCxnSpPr>
        <p:spPr>
          <a:xfrm flipV="1">
            <a:off x="9248819" y="5665205"/>
            <a:ext cx="0" cy="25913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B9CF45DA-D62E-F244-7760-4DE9CC76F9DA}"/>
              </a:ext>
            </a:extLst>
          </p:cNvPr>
          <p:cNvCxnSpPr>
            <a:cxnSpLocks/>
            <a:endCxn id="19" idx="2"/>
          </p:cNvCxnSpPr>
          <p:nvPr/>
        </p:nvCxnSpPr>
        <p:spPr>
          <a:xfrm flipV="1">
            <a:off x="9470528" y="5262070"/>
            <a:ext cx="0" cy="25913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633293F3-36CB-40EF-3305-CFB9C883E6CB}"/>
              </a:ext>
            </a:extLst>
          </p:cNvPr>
          <p:cNvCxnSpPr>
            <a:cxnSpLocks/>
          </p:cNvCxnSpPr>
          <p:nvPr/>
        </p:nvCxnSpPr>
        <p:spPr>
          <a:xfrm flipV="1">
            <a:off x="9070274" y="5248467"/>
            <a:ext cx="0" cy="25913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제목 9">
            <a:extLst>
              <a:ext uri="{FF2B5EF4-FFF2-40B4-BE49-F238E27FC236}">
                <a16:creationId xmlns:a16="http://schemas.microsoft.com/office/drawing/2014/main" id="{7CB04F59-31EF-FE8F-A4EE-55C2B66AFA99}"/>
              </a:ext>
            </a:extLst>
          </p:cNvPr>
          <p:cNvSpPr txBox="1">
            <a:spLocks/>
          </p:cNvSpPr>
          <p:nvPr/>
        </p:nvSpPr>
        <p:spPr>
          <a:xfrm>
            <a:off x="8732526" y="4790298"/>
            <a:ext cx="985846" cy="23083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lIns="0" rIns="0">
            <a:spAutoFit/>
          </a:bodyPr>
          <a:lstStyle/>
          <a:p>
            <a:pPr marL="0" marR="0" lvl="0" indent="0" algn="ctr" defTabSz="844083" rtl="0" eaLnBrk="0" fontAlgn="base" latinLnBrk="1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알람 연결 계통 모식도</a:t>
            </a:r>
            <a:endParaRPr kumimoji="1" lang="en-US" altLang="ko-KR" sz="9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6" name="화살표: 오각형 25">
            <a:extLst>
              <a:ext uri="{FF2B5EF4-FFF2-40B4-BE49-F238E27FC236}">
                <a16:creationId xmlns:a16="http://schemas.microsoft.com/office/drawing/2014/main" id="{9451C51D-1D54-EBD8-5573-70650C78A9F3}"/>
              </a:ext>
            </a:extLst>
          </p:cNvPr>
          <p:cNvSpPr/>
          <p:nvPr/>
        </p:nvSpPr>
        <p:spPr>
          <a:xfrm>
            <a:off x="5250180" y="4992070"/>
            <a:ext cx="645583" cy="292129"/>
          </a:xfrm>
          <a:prstGeom prst="homePlate">
            <a:avLst>
              <a:gd name="adj" fmla="val 18270"/>
            </a:avLst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wrap="none" lIns="0" tIns="0" rIns="0" bIns="0" rtlCol="0" anchor="ctr" anchorCtr="0">
            <a:noAutofit/>
          </a:bodyPr>
          <a:lstStyle/>
          <a:p>
            <a:pPr marL="0" marR="0" lvl="0" indent="0" algn="ctr" defTabSz="987095" rtl="0" eaLnBrk="1" fontAlgn="auto" latinLnBrk="0" hangingPunct="1">
              <a:lnSpc>
                <a:spcPts val="864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알람 공지 항목 </a:t>
            </a:r>
            <a:endParaRPr kumimoji="0" lang="en-US" altLang="ko-KR" sz="7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ctr" defTabSz="987095" rtl="0" eaLnBrk="1" fontAlgn="auto" latinLnBrk="0" hangingPunct="1">
              <a:lnSpc>
                <a:spcPts val="864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선정 표준화</a:t>
            </a:r>
            <a:r>
              <a:rPr kumimoji="0" lang="en-US" altLang="ko-KR" sz="7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</a:p>
          <a:p>
            <a:pPr marL="0" marR="0" lvl="0" indent="0" algn="ctr" defTabSz="987095" rtl="0" eaLnBrk="1" fontAlgn="auto" latinLnBrk="0" hangingPunct="1">
              <a:lnSpc>
                <a:spcPts val="864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정합화 </a:t>
            </a:r>
            <a:r>
              <a:rPr kumimoji="0" lang="en-US" altLang="ko-KR" sz="7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(~12/30)</a:t>
            </a:r>
          </a:p>
        </p:txBody>
      </p:sp>
      <p:sp>
        <p:nvSpPr>
          <p:cNvPr id="27" name="화살표: 오각형 26">
            <a:extLst>
              <a:ext uri="{FF2B5EF4-FFF2-40B4-BE49-F238E27FC236}">
                <a16:creationId xmlns:a16="http://schemas.microsoft.com/office/drawing/2014/main" id="{3DCE1E2B-AA04-96E1-FE95-2CDA5799822B}"/>
              </a:ext>
            </a:extLst>
          </p:cNvPr>
          <p:cNvSpPr/>
          <p:nvPr/>
        </p:nvSpPr>
        <p:spPr>
          <a:xfrm>
            <a:off x="5894706" y="5307807"/>
            <a:ext cx="600074" cy="126000"/>
          </a:xfrm>
          <a:prstGeom prst="homePlate">
            <a:avLst>
              <a:gd name="adj" fmla="val 18270"/>
            </a:avLst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wrap="none" lIns="0" tIns="0" rIns="0" bIns="0" rtlCol="0" anchor="ctr" anchorCtr="0">
            <a:noAutofit/>
          </a:bodyPr>
          <a:lstStyle/>
          <a:p>
            <a:pPr marL="0" marR="0" lvl="0" indent="0" algn="ctr" defTabSz="987095" rtl="0" eaLnBrk="1" fontAlgn="auto" latinLnBrk="0" hangingPunct="1">
              <a:lnSpc>
                <a:spcPts val="864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완료</a:t>
            </a:r>
            <a:r>
              <a:rPr lang="en-US" altLang="ko-KR" sz="7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(2/17), GM1</a:t>
            </a:r>
          </a:p>
        </p:txBody>
      </p:sp>
      <p:sp>
        <p:nvSpPr>
          <p:cNvPr id="28" name="이등변 삼각형 27">
            <a:extLst>
              <a:ext uri="{FF2B5EF4-FFF2-40B4-BE49-F238E27FC236}">
                <a16:creationId xmlns:a16="http://schemas.microsoft.com/office/drawing/2014/main" id="{E8148AA5-41FC-2936-D3AA-BE853F5659F8}"/>
              </a:ext>
            </a:extLst>
          </p:cNvPr>
          <p:cNvSpPr/>
          <p:nvPr/>
        </p:nvSpPr>
        <p:spPr>
          <a:xfrm rot="10800000">
            <a:off x="8429630" y="4835891"/>
            <a:ext cx="136485" cy="133670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BF3DA2E-9871-4566-2E25-16434DD36F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7652021"/>
              </p:ext>
            </p:extLst>
          </p:nvPr>
        </p:nvGraphicFramePr>
        <p:xfrm>
          <a:off x="2682259" y="3848690"/>
          <a:ext cx="5621913" cy="274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2000">
                  <a:extLst>
                    <a:ext uri="{9D8B030D-6E8A-4147-A177-3AD203B41FA5}">
                      <a16:colId xmlns:a16="http://schemas.microsoft.com/office/drawing/2014/main" val="285267448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688167405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677900134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1822825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250499847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662171166"/>
                    </a:ext>
                  </a:extLst>
                </a:gridCol>
                <a:gridCol w="1409913">
                  <a:extLst>
                    <a:ext uri="{9D8B030D-6E8A-4147-A177-3AD203B41FA5}">
                      <a16:colId xmlns:a16="http://schemas.microsoft.com/office/drawing/2014/main" val="3641736880"/>
                    </a:ext>
                  </a:extLst>
                </a:gridCol>
              </a:tblGrid>
              <a:tr h="25806"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</a:rPr>
                        <a:t>◐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</a:rPr>
                        <a:t>진행 중</a:t>
                      </a:r>
                      <a:endParaRPr lang="ko-KR" altLang="en-US" sz="900" b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ESWA</a:t>
                      </a:r>
                      <a:endParaRPr lang="ko-KR" altLang="en-US" sz="900" b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ESGM1</a:t>
                      </a:r>
                      <a:endParaRPr lang="ko-KR" altLang="en-US" sz="900" b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ESGM2</a:t>
                      </a:r>
                      <a:endParaRPr lang="ko-KR" altLang="en-US" sz="900" b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ESMI</a:t>
                      </a:r>
                      <a:endParaRPr lang="ko-KR" altLang="en-US" sz="900" b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ESHM</a:t>
                      </a:r>
                      <a:endParaRPr lang="ko-KR" altLang="en-US" sz="900" b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필요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Activity</a:t>
                      </a:r>
                      <a:endParaRPr lang="ko-KR" altLang="en-US" sz="900" b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7929629"/>
                  </a:ext>
                </a:extLst>
              </a:tr>
              <a:tr h="25806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Type 1 - FMCS 2.0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표시</a:t>
                      </a: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◐</a:t>
                      </a: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◐</a:t>
                      </a: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◐</a:t>
                      </a: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◐</a:t>
                      </a: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◐</a:t>
                      </a: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알람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EIF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연동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, PLC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수정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</a:rPr>
                        <a:t>등</a:t>
                      </a:r>
                      <a:endParaRPr lang="en-US" altLang="ko-KR" sz="900" b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135828"/>
                  </a:ext>
                </a:extLst>
              </a:tr>
            </a:tbl>
          </a:graphicData>
        </a:graphic>
      </p:graphicFrame>
      <p:sp>
        <p:nvSpPr>
          <p:cNvPr id="30" name="직사각형 28">
            <a:extLst>
              <a:ext uri="{FF2B5EF4-FFF2-40B4-BE49-F238E27FC236}">
                <a16:creationId xmlns:a16="http://schemas.microsoft.com/office/drawing/2014/main" id="{BAC2A325-7D00-1ABA-B5A2-865C9994F0F5}"/>
              </a:ext>
            </a:extLst>
          </p:cNvPr>
          <p:cNvSpPr/>
          <p:nvPr/>
        </p:nvSpPr>
        <p:spPr>
          <a:xfrm>
            <a:off x="5765800" y="249969"/>
            <a:ext cx="256993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[ 과제번호 :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MC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-#5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, 진행 상태 : </a:t>
            </a:r>
            <a:r>
              <a:rPr lang="ko-KR" altLang="en-US" sz="1000">
                <a:solidFill>
                  <a:srgbClr val="00B05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●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]</a:t>
            </a:r>
          </a:p>
        </p:txBody>
      </p:sp>
      <p:sp>
        <p:nvSpPr>
          <p:cNvPr id="31" name="화살표: 오각형 30">
            <a:extLst>
              <a:ext uri="{FF2B5EF4-FFF2-40B4-BE49-F238E27FC236}">
                <a16:creationId xmlns:a16="http://schemas.microsoft.com/office/drawing/2014/main" id="{071CEB11-A331-E79F-737A-63266739C4A1}"/>
              </a:ext>
            </a:extLst>
          </p:cNvPr>
          <p:cNvSpPr/>
          <p:nvPr/>
        </p:nvSpPr>
        <p:spPr>
          <a:xfrm>
            <a:off x="6251259" y="5446012"/>
            <a:ext cx="401002" cy="137372"/>
          </a:xfrm>
          <a:prstGeom prst="homePlate">
            <a:avLst>
              <a:gd name="adj" fmla="val 18270"/>
            </a:avLst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wrap="none" lIns="0" tIns="0" rIns="0" bIns="0" rtlCol="0" anchor="ctr" anchorCtr="0">
            <a:noAutofit/>
          </a:bodyPr>
          <a:lstStyle/>
          <a:p>
            <a:pPr algn="ctr" defTabSz="987095" latinLnBrk="0">
              <a:lnSpc>
                <a:spcPts val="864"/>
              </a:lnSpc>
              <a:defRPr/>
            </a:pPr>
            <a:r>
              <a:rPr lang="ko-KR" altLang="en-US" sz="7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완료 </a:t>
            </a:r>
            <a:r>
              <a:rPr lang="en-US" altLang="ko-KR" sz="7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(4/4)</a:t>
            </a:r>
          </a:p>
        </p:txBody>
      </p:sp>
      <p:sp>
        <p:nvSpPr>
          <p:cNvPr id="32" name="화살표: 오각형 31">
            <a:extLst>
              <a:ext uri="{FF2B5EF4-FFF2-40B4-BE49-F238E27FC236}">
                <a16:creationId xmlns:a16="http://schemas.microsoft.com/office/drawing/2014/main" id="{19AECE3C-1D70-A895-55B2-A82C26DEDE1E}"/>
              </a:ext>
            </a:extLst>
          </p:cNvPr>
          <p:cNvSpPr/>
          <p:nvPr/>
        </p:nvSpPr>
        <p:spPr>
          <a:xfrm>
            <a:off x="6708459" y="5617462"/>
            <a:ext cx="214955" cy="270000"/>
          </a:xfrm>
          <a:prstGeom prst="homePlate">
            <a:avLst>
              <a:gd name="adj" fmla="val 18270"/>
            </a:avLst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wrap="none" lIns="0" tIns="0" rIns="0" bIns="0" rtlCol="0" anchor="ctr" anchorCtr="0">
            <a:noAutofit/>
          </a:bodyPr>
          <a:lstStyle/>
          <a:p>
            <a:pPr algn="ctr" defTabSz="987095" latinLnBrk="0">
              <a:lnSpc>
                <a:spcPts val="864"/>
              </a:lnSpc>
              <a:defRPr/>
            </a:pPr>
            <a:r>
              <a:rPr lang="ko-KR" altLang="en-US" sz="7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완료 </a:t>
            </a:r>
            <a:endParaRPr lang="en-US" altLang="ko-KR" sz="700" kern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 defTabSz="987095" latinLnBrk="0">
              <a:lnSpc>
                <a:spcPts val="864"/>
              </a:lnSpc>
              <a:defRPr/>
            </a:pPr>
            <a:r>
              <a:rPr lang="en-US" altLang="ko-KR" sz="7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(4/11)</a:t>
            </a:r>
          </a:p>
        </p:txBody>
      </p:sp>
      <p:sp>
        <p:nvSpPr>
          <p:cNvPr id="33" name="화살표: 오각형 32">
            <a:extLst>
              <a:ext uri="{FF2B5EF4-FFF2-40B4-BE49-F238E27FC236}">
                <a16:creationId xmlns:a16="http://schemas.microsoft.com/office/drawing/2014/main" id="{A1991C69-A4BC-0805-05DC-2245D7E46DE4}"/>
              </a:ext>
            </a:extLst>
          </p:cNvPr>
          <p:cNvSpPr/>
          <p:nvPr/>
        </p:nvSpPr>
        <p:spPr>
          <a:xfrm>
            <a:off x="6755145" y="5932717"/>
            <a:ext cx="346696" cy="270000"/>
          </a:xfrm>
          <a:prstGeom prst="homePlate">
            <a:avLst>
              <a:gd name="adj" fmla="val 18270"/>
            </a:avLst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wrap="none" lIns="0" tIns="0" rIns="0" bIns="0" rtlCol="0" anchor="ctr" anchorCtr="0">
            <a:noAutofit/>
          </a:bodyPr>
          <a:lstStyle/>
          <a:p>
            <a:pPr lvl="0" algn="ctr" defTabSz="987095" latinLnBrk="0">
              <a:lnSpc>
                <a:spcPts val="864"/>
              </a:lnSpc>
              <a:defRPr/>
            </a:pPr>
            <a:r>
              <a:rPr lang="ko-KR" altLang="en-US" sz="7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완료 </a:t>
            </a:r>
            <a:endParaRPr lang="en-US" altLang="ko-KR" sz="700" kern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lvl="0" algn="ctr" defTabSz="987095" latinLnBrk="0">
              <a:lnSpc>
                <a:spcPts val="864"/>
              </a:lnSpc>
              <a:defRPr/>
            </a:pPr>
            <a:r>
              <a:rPr lang="en-US" altLang="ko-KR" sz="7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(4/30)</a:t>
            </a:r>
          </a:p>
        </p:txBody>
      </p:sp>
      <p:sp>
        <p:nvSpPr>
          <p:cNvPr id="34" name="화살표: 오각형 33">
            <a:extLst>
              <a:ext uri="{FF2B5EF4-FFF2-40B4-BE49-F238E27FC236}">
                <a16:creationId xmlns:a16="http://schemas.microsoft.com/office/drawing/2014/main" id="{D8D7C8A0-971A-6BFB-2B9E-6E92B356A3B4}"/>
              </a:ext>
            </a:extLst>
          </p:cNvPr>
          <p:cNvSpPr/>
          <p:nvPr/>
        </p:nvSpPr>
        <p:spPr>
          <a:xfrm>
            <a:off x="7099608" y="6249894"/>
            <a:ext cx="1579571" cy="270000"/>
          </a:xfrm>
          <a:prstGeom prst="homePlate">
            <a:avLst>
              <a:gd name="adj" fmla="val 18270"/>
            </a:avLst>
          </a:prstGeom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prstDash val="sysDash"/>
            <a:miter lim="800000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lvl="0" algn="ctr" defTabSz="987095" latinLnBrk="0">
              <a:lnSpc>
                <a:spcPts val="700"/>
              </a:lnSpc>
              <a:defRPr/>
            </a:pPr>
            <a:r>
              <a: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rPr>
              <a:t>GM1 </a:t>
            </a:r>
            <a:r>
              <a:rPr lang="ko-KR" altLang="en-US" sz="700">
                <a:latin typeface="Arial Narrow" panose="020B0606020202030204" pitchFamily="34" charset="0"/>
                <a:ea typeface="LG스마트체 Regular" panose="020B0600000101010101" pitchFamily="50" charset="-127"/>
              </a:rPr>
              <a:t>완료 </a:t>
            </a:r>
            <a:r>
              <a: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rPr>
              <a:t>Target (12</a:t>
            </a:r>
            <a:r>
              <a:rPr lang="ko-KR" altLang="en-US" sz="700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en-US" altLang="ko-KR" sz="7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</a:p>
          <a:p>
            <a:pPr lvl="0" algn="ctr" defTabSz="987095" latinLnBrk="0">
              <a:lnSpc>
                <a:spcPts val="700"/>
              </a:lnSpc>
              <a:defRPr/>
            </a:pPr>
            <a:r>
              <a:rPr lang="en-US" altLang="ko-KR" sz="7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7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생산공정운영팀</a:t>
            </a:r>
            <a:r>
              <a:rPr lang="en-US" altLang="ko-KR" sz="7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en-US" altLang="ko-KR" sz="600" kern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0D1FACA-3B71-23A9-9563-64AF19E5F707}"/>
              </a:ext>
            </a:extLst>
          </p:cNvPr>
          <p:cNvSpPr/>
          <p:nvPr/>
        </p:nvSpPr>
        <p:spPr>
          <a:xfrm>
            <a:off x="6558014" y="5355411"/>
            <a:ext cx="569067" cy="92333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>
            <a:spAutoFit/>
          </a:bodyPr>
          <a:lstStyle/>
          <a:p>
            <a:pPr defTabSz="987095" latinLnBrk="0"/>
            <a:r>
              <a:rPr lang="en-US" altLang="ko-KR" sz="6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FMCS UI</a:t>
            </a:r>
            <a:r>
              <a:rPr lang="ko-KR" altLang="en-US" sz="6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구축 준비</a:t>
            </a:r>
            <a:endParaRPr lang="en-US" altLang="ko-KR" sz="600" kern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1DA1375-6BA4-12DE-5169-8E2DD862B58E}"/>
              </a:ext>
            </a:extLst>
          </p:cNvPr>
          <p:cNvCxnSpPr>
            <a:cxnSpLocks/>
          </p:cNvCxnSpPr>
          <p:nvPr/>
        </p:nvCxnSpPr>
        <p:spPr>
          <a:xfrm>
            <a:off x="8497872" y="4980134"/>
            <a:ext cx="0" cy="1555748"/>
          </a:xfrm>
          <a:prstGeom prst="line">
            <a:avLst/>
          </a:prstGeom>
          <a:ln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54D5FD6-9AE9-2D00-B72D-1BF61C8FFEE6}"/>
              </a:ext>
            </a:extLst>
          </p:cNvPr>
          <p:cNvSpPr/>
          <p:nvPr/>
        </p:nvSpPr>
        <p:spPr>
          <a:xfrm>
            <a:off x="5954154" y="5099533"/>
            <a:ext cx="1487587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>
            <a:spAutoFit/>
          </a:bodyPr>
          <a:lstStyle/>
          <a:p>
            <a:pPr lvl="0" defTabSz="987095" latinLnBrk="0">
              <a:defRPr/>
            </a:pPr>
            <a:r>
              <a:rPr lang="en-US" altLang="ko-KR" sz="6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GM1,</a:t>
            </a:r>
            <a:r>
              <a:rPr lang="ko-KR" altLang="en-US" sz="6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알람 팝업 구축 준비 완료 했으나</a:t>
            </a:r>
            <a:r>
              <a:rPr lang="en-US" altLang="ko-KR" sz="6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br>
              <a:rPr lang="en-US" altLang="ko-KR" sz="6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6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Control Room</a:t>
            </a:r>
            <a:r>
              <a:rPr lang="ko-KR" altLang="en-US" sz="6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운영방안 협의 시 까지 </a:t>
            </a:r>
            <a:r>
              <a:rPr lang="en-US" altLang="ko-KR" sz="6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Holding </a:t>
            </a:r>
            <a:r>
              <a:rPr lang="ko-KR" altLang="en-US" sz="6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됨</a:t>
            </a:r>
            <a:endParaRPr lang="en-US" altLang="ko-KR" sz="600" kern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8765733F-73A2-81BD-BC8C-3BE9F9D5F6AE}"/>
              </a:ext>
            </a:extLst>
          </p:cNvPr>
          <p:cNvSpPr txBox="1"/>
          <p:nvPr/>
        </p:nvSpPr>
        <p:spPr>
          <a:xfrm>
            <a:off x="8162352" y="332405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lvl="0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12/16(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수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) 18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40" name="내용 개체 틀 20">
            <a:extLst>
              <a:ext uri="{FF2B5EF4-FFF2-40B4-BE49-F238E27FC236}">
                <a16:creationId xmlns:a16="http://schemas.microsoft.com/office/drawing/2014/main" id="{D0897BD2-4C5E-250F-8DDC-5E16F30279C2}"/>
              </a:ext>
            </a:extLst>
          </p:cNvPr>
          <p:cNvSpPr txBox="1">
            <a:spLocks/>
          </p:cNvSpPr>
          <p:nvPr/>
        </p:nvSpPr>
        <p:spPr>
          <a:xfrm>
            <a:off x="8153318" y="163128"/>
            <a:ext cx="94416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0"/>
              </a:spcBef>
              <a:defRPr/>
            </a:pPr>
            <a:r>
              <a:rPr lang="ko-KR" altLang="en-US" sz="1100">
                <a:solidFill>
                  <a:prstClr val="black"/>
                </a:solidFill>
                <a:latin typeface="LG스마트체 Regular"/>
                <a:cs typeface="Malgun Gothic Semilight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latin typeface="LG스마트체 Regular"/>
                <a:cs typeface="Malgun Gothic Semilight"/>
              </a:rPr>
              <a:t>: </a:t>
            </a:r>
            <a:r>
              <a:rPr lang="ko-KR" altLang="en-US" sz="1100" err="1">
                <a:solidFill>
                  <a:prstClr val="black"/>
                </a:solidFill>
                <a:latin typeface="LG스마트체 Regular"/>
                <a:cs typeface="Malgun Gothic Semilight"/>
              </a:rPr>
              <a:t>함경호</a:t>
            </a:r>
            <a:r>
              <a:rPr lang="en-US" altLang="ko-KR" sz="1100">
                <a:solidFill>
                  <a:prstClr val="black"/>
                </a:solidFill>
                <a:latin typeface="LG스마트체 Regular"/>
                <a:cs typeface="Malgun Gothic Semilight"/>
              </a:rPr>
              <a:t>P</a:t>
            </a:r>
            <a:endParaRPr lang="ko-KR" altLang="en-US" sz="1100">
              <a:solidFill>
                <a:prstClr val="black"/>
              </a:solidFill>
              <a:latin typeface="LG스마트체 Regular"/>
              <a:cs typeface="Malgun Gothic Semilight" panose="020B0502040204020203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38742533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874F4904-490C-92A6-9694-09DC8FF304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2888414"/>
              </p:ext>
            </p:extLst>
          </p:nvPr>
        </p:nvGraphicFramePr>
        <p:xfrm>
          <a:off x="125047" y="866775"/>
          <a:ext cx="9645354" cy="5747089"/>
        </p:xfrm>
        <a:graphic>
          <a:graphicData uri="http://schemas.openxmlformats.org/drawingml/2006/table">
            <a:tbl>
              <a:tblPr/>
              <a:tblGrid>
                <a:gridCol w="7632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12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67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56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자동보정 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주요 알람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공지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인프라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HM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GM1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GM2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NB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NA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‘25.12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(GM1)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함경호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(w/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생산공정운영팀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조민수 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DEED0BD0-E82A-D99D-F37B-F63DE3380136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13895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자동보정 주요 알람 공지 인프라 구축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0" lang="ko-KR" altLang="en-US" sz="14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운영환경 개선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(2/2)</a:t>
            </a:r>
            <a:endParaRPr kumimoji="0" lang="ko-KR" altLang="en-US" sz="1400" b="1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9" name="제목 1">
            <a:extLst>
              <a:ext uri="{FF2B5EF4-FFF2-40B4-BE49-F238E27FC236}">
                <a16:creationId xmlns:a16="http://schemas.microsoft.com/office/drawing/2014/main" id="{995DE790-05A8-BB7B-9FD4-CCD416C7737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2297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_MC</a:t>
            </a:r>
            <a:r>
              <a:rPr kumimoji="1" lang="ko-KR" altLang="en-US" sz="1800" b="1" i="0" u="none" strike="noStrike" kern="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자동보정팀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BEDE071C-F35F-E4A4-7A2B-D5E251FB36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5549921"/>
              </p:ext>
            </p:extLst>
          </p:nvPr>
        </p:nvGraphicFramePr>
        <p:xfrm>
          <a:off x="1444232" y="1111895"/>
          <a:ext cx="7205746" cy="54889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707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234039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230301">
                <a:tc gridSpan="2"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금주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(W51)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특이사항 및 핵심내용 없습니다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  <a:endParaRPr lang="en-US" altLang="ko-KR" sz="1000" b="0" baseline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14660"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5043969">
                <a:tc>
                  <a:txBody>
                    <a:bodyPr/>
                    <a:lstStyle/>
                    <a:p>
                      <a:pPr algn="ctr" latinLnBrk="0"/>
                      <a:endParaRPr lang="en-US" altLang="ko-KR" sz="9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[FMCS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모니터링 반영 안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–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 심의 후 아래 요건으로 반영 예정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~GM1, ’25.07]</a:t>
                      </a:r>
                    </a:p>
                    <a:p>
                      <a:r>
                        <a:rPr lang="ko-KR" altLang="en-US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err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자동보정 </a:t>
                      </a:r>
                      <a: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AUTO ON MODE</a:t>
                      </a:r>
                      <a:r>
                        <a:rPr lang="ko-KR" altLang="en-US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 미사용 상태로 전환된 경우 자동보정 아이콘을 점멸하도록 구성하여 연속생산</a:t>
                      </a:r>
                      <a: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</a:t>
                      </a:r>
                      <a: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 </a:t>
                      </a:r>
                      <a:b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해당 모드 가 사용으로 전환될 수 있도록 안내하고자 함</a:t>
                      </a:r>
                      <a: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 FMCS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자동보정 상태 표시 현황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(e.g. ESWA 4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※ GM1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은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FMCS 2.0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으로 </a:t>
                      </a:r>
                      <a:r>
                        <a:rPr kumimoji="0" lang="ko-KR" altLang="en-US" sz="9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변경됨에따라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3D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이미지로 탑재될 예정입니다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사양 구체화되면 내용 변경하겠습니다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endParaRPr lang="en-US" altLang="ko-KR" sz="9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※ </a:t>
                      </a:r>
                      <a:r>
                        <a:rPr kumimoji="0" lang="ko-KR" altLang="en-US" sz="9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코터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자동보정 상태 표시 설명</a:t>
                      </a:r>
                      <a:endParaRPr kumimoji="0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ko-KR" altLang="en-US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→ 모니터링 아이콘은 총 </a:t>
                      </a:r>
                      <a:r>
                        <a:rPr lang="ko-KR" altLang="en-US" sz="900" err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네개의</a:t>
                      </a:r>
                      <a:r>
                        <a:rPr lang="ko-KR" altLang="en-US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자동보정 기능의 </a:t>
                      </a:r>
                      <a: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ON/OFF </a:t>
                      </a:r>
                      <a:r>
                        <a:rPr lang="ko-KR" altLang="en-US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여부를 색으로 표현하고 있음</a:t>
                      </a:r>
                      <a:endParaRPr lang="en-US" altLang="ko-KR" sz="90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1. TOP GAP/BEND/RPM Autonomous Control Status</a:t>
                      </a:r>
                    </a:p>
                    <a:p>
                      <a: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2. TOP CPC Autonomous Control Status</a:t>
                      </a:r>
                      <a:b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3. BACK GAP/BEND/RPM Autonomous Control Status</a:t>
                      </a:r>
                    </a:p>
                    <a:p>
                      <a:r>
                        <a:rPr lang="en-US" altLang="ko-KR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4. BACK CPC Autonomous Control Status</a:t>
                      </a: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0"/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400B98A3-0817-E82D-7F29-5CEFB68F9955}"/>
              </a:ext>
            </a:extLst>
          </p:cNvPr>
          <p:cNvSpPr txBox="1"/>
          <p:nvPr/>
        </p:nvSpPr>
        <p:spPr>
          <a:xfrm>
            <a:off x="1444232" y="1942609"/>
            <a:ext cx="842198" cy="230832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진행사항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0CE359D4-F42B-37B5-38CE-E3233EBF53B8}"/>
              </a:ext>
            </a:extLst>
          </p:cNvPr>
          <p:cNvGrpSpPr/>
          <p:nvPr/>
        </p:nvGrpSpPr>
        <p:grpSpPr>
          <a:xfrm>
            <a:off x="2517125" y="2544207"/>
            <a:ext cx="3038849" cy="1749497"/>
            <a:chOff x="489542" y="1927981"/>
            <a:chExt cx="4735168" cy="2383746"/>
          </a:xfrm>
        </p:grpSpPr>
        <p:pic>
          <p:nvPicPr>
            <p:cNvPr id="16" name="그림 15">
              <a:extLst>
                <a:ext uri="{FF2B5EF4-FFF2-40B4-BE49-F238E27FC236}">
                  <a16:creationId xmlns:a16="http://schemas.microsoft.com/office/drawing/2014/main" id="{B8F547E9-87AD-3872-8626-61FAC2DE670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89542" y="1927981"/>
              <a:ext cx="4040783" cy="2383746"/>
            </a:xfrm>
            <a:prstGeom prst="rect">
              <a:avLst/>
            </a:prstGeom>
          </p:spPr>
        </p:pic>
        <p:sp>
          <p:nvSpPr>
            <p:cNvPr id="17" name="사다리꼴 6">
              <a:extLst>
                <a:ext uri="{FF2B5EF4-FFF2-40B4-BE49-F238E27FC236}">
                  <a16:creationId xmlns:a16="http://schemas.microsoft.com/office/drawing/2014/main" id="{B955464A-9C54-875D-27B1-A5725B75B064}"/>
                </a:ext>
              </a:extLst>
            </p:cNvPr>
            <p:cNvSpPr/>
            <p:nvPr/>
          </p:nvSpPr>
          <p:spPr>
            <a:xfrm rot="5400000" flipV="1">
              <a:off x="3243488" y="2126326"/>
              <a:ext cx="2025655" cy="1936788"/>
            </a:xfrm>
            <a:custGeom>
              <a:avLst/>
              <a:gdLst>
                <a:gd name="connsiteX0" fmla="*/ 0 w 4255103"/>
                <a:gd name="connsiteY0" fmla="*/ 1906438 h 1906438"/>
                <a:gd name="connsiteX1" fmla="*/ 1337423 w 4255103"/>
                <a:gd name="connsiteY1" fmla="*/ 0 h 1906438"/>
                <a:gd name="connsiteX2" fmla="*/ 2917680 w 4255103"/>
                <a:gd name="connsiteY2" fmla="*/ 0 h 1906438"/>
                <a:gd name="connsiteX3" fmla="*/ 4255103 w 4255103"/>
                <a:gd name="connsiteY3" fmla="*/ 1906438 h 1906438"/>
                <a:gd name="connsiteX4" fmla="*/ 0 w 4255103"/>
                <a:gd name="connsiteY4" fmla="*/ 1906438 h 1906438"/>
                <a:gd name="connsiteX0" fmla="*/ 0 w 4255103"/>
                <a:gd name="connsiteY0" fmla="*/ 1906438 h 1906438"/>
                <a:gd name="connsiteX1" fmla="*/ 1337423 w 4255103"/>
                <a:gd name="connsiteY1" fmla="*/ 0 h 1906438"/>
                <a:gd name="connsiteX2" fmla="*/ 1658224 w 4255103"/>
                <a:gd name="connsiteY2" fmla="*/ 17253 h 1906438"/>
                <a:gd name="connsiteX3" fmla="*/ 4255103 w 4255103"/>
                <a:gd name="connsiteY3" fmla="*/ 1906438 h 1906438"/>
                <a:gd name="connsiteX4" fmla="*/ 0 w 4255103"/>
                <a:gd name="connsiteY4" fmla="*/ 1906438 h 1906438"/>
                <a:gd name="connsiteX0" fmla="*/ 0 w 4255103"/>
                <a:gd name="connsiteY0" fmla="*/ 1912089 h 1912089"/>
                <a:gd name="connsiteX1" fmla="*/ 1337423 w 4255103"/>
                <a:gd name="connsiteY1" fmla="*/ 5651 h 1912089"/>
                <a:gd name="connsiteX2" fmla="*/ 3070580 w 4255103"/>
                <a:gd name="connsiteY2" fmla="*/ 0 h 1912089"/>
                <a:gd name="connsiteX3" fmla="*/ 4255103 w 4255103"/>
                <a:gd name="connsiteY3" fmla="*/ 1912089 h 1912089"/>
                <a:gd name="connsiteX4" fmla="*/ 0 w 4255103"/>
                <a:gd name="connsiteY4" fmla="*/ 1912089 h 1912089"/>
                <a:gd name="connsiteX0" fmla="*/ 0 w 4255103"/>
                <a:gd name="connsiteY0" fmla="*/ 1912089 h 1912089"/>
                <a:gd name="connsiteX1" fmla="*/ 2852665 w 4255103"/>
                <a:gd name="connsiteY1" fmla="*/ 28556 h 1912089"/>
                <a:gd name="connsiteX2" fmla="*/ 3070580 w 4255103"/>
                <a:gd name="connsiteY2" fmla="*/ 0 h 1912089"/>
                <a:gd name="connsiteX3" fmla="*/ 4255103 w 4255103"/>
                <a:gd name="connsiteY3" fmla="*/ 1912089 h 1912089"/>
                <a:gd name="connsiteX4" fmla="*/ 0 w 4255103"/>
                <a:gd name="connsiteY4" fmla="*/ 1912089 h 1912089"/>
                <a:gd name="connsiteX0" fmla="*/ 0 w 4255103"/>
                <a:gd name="connsiteY0" fmla="*/ 1883533 h 1883533"/>
                <a:gd name="connsiteX1" fmla="*/ 2852665 w 4255103"/>
                <a:gd name="connsiteY1" fmla="*/ 0 h 1883533"/>
                <a:gd name="connsiteX2" fmla="*/ 3154761 w 4255103"/>
                <a:gd name="connsiteY2" fmla="*/ 5800 h 1883533"/>
                <a:gd name="connsiteX3" fmla="*/ 4255103 w 4255103"/>
                <a:gd name="connsiteY3" fmla="*/ 1883533 h 1883533"/>
                <a:gd name="connsiteX4" fmla="*/ 0 w 4255103"/>
                <a:gd name="connsiteY4" fmla="*/ 1883533 h 1883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55103" h="1883533">
                  <a:moveTo>
                    <a:pt x="0" y="1883533"/>
                  </a:moveTo>
                  <a:lnTo>
                    <a:pt x="2852665" y="0"/>
                  </a:lnTo>
                  <a:lnTo>
                    <a:pt x="3154761" y="5800"/>
                  </a:lnTo>
                  <a:lnTo>
                    <a:pt x="4255103" y="1883533"/>
                  </a:lnTo>
                  <a:lnTo>
                    <a:pt x="0" y="188353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DDD01346-2778-E77E-C50E-E8A5C76F35DD}"/>
                </a:ext>
              </a:extLst>
            </p:cNvPr>
            <p:cNvSpPr/>
            <p:nvPr/>
          </p:nvSpPr>
          <p:spPr>
            <a:xfrm>
              <a:off x="3077042" y="3165089"/>
              <a:ext cx="210880" cy="521540"/>
            </a:xfrm>
            <a:prstGeom prst="ellipse">
              <a:avLst/>
            </a:prstGeom>
            <a:noFill/>
            <a:ln w="28575">
              <a:solidFill>
                <a:srgbClr val="00B0F0"/>
              </a:solidFill>
              <a:prstDash val="dash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C0EE4338-2FAC-1FD5-70C4-D6752F769F4B}"/>
              </a:ext>
            </a:extLst>
          </p:cNvPr>
          <p:cNvGrpSpPr/>
          <p:nvPr/>
        </p:nvGrpSpPr>
        <p:grpSpPr>
          <a:xfrm>
            <a:off x="5651727" y="2641530"/>
            <a:ext cx="2906568" cy="1031238"/>
            <a:chOff x="5640075" y="2380386"/>
            <a:chExt cx="4616350" cy="1585549"/>
          </a:xfrm>
        </p:grpSpPr>
        <p:pic>
          <p:nvPicPr>
            <p:cNvPr id="21" name="그림 20">
              <a:extLst>
                <a:ext uri="{FF2B5EF4-FFF2-40B4-BE49-F238E27FC236}">
                  <a16:creationId xmlns:a16="http://schemas.microsoft.com/office/drawing/2014/main" id="{1C9D4FE5-0935-B0B2-03E9-1728F6BA2EE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5848842" y="2938374"/>
              <a:ext cx="4034458" cy="1027561"/>
            </a:xfrm>
            <a:prstGeom prst="rect">
              <a:avLst/>
            </a:prstGeom>
          </p:spPr>
        </p:pic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A839EDA9-4EB3-9782-FA83-0C36A6FA843A}"/>
                </a:ext>
              </a:extLst>
            </p:cNvPr>
            <p:cNvSpPr/>
            <p:nvPr/>
          </p:nvSpPr>
          <p:spPr>
            <a:xfrm>
              <a:off x="9521710" y="2902117"/>
              <a:ext cx="449942" cy="1030515"/>
            </a:xfrm>
            <a:prstGeom prst="rect">
              <a:avLst/>
            </a:prstGeom>
            <a:noFill/>
            <a:ln w="1270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A59C57A6-35ED-DD3E-F615-DBA76533921E}"/>
                </a:ext>
              </a:extLst>
            </p:cNvPr>
            <p:cNvSpPr txBox="1"/>
            <p:nvPr/>
          </p:nvSpPr>
          <p:spPr>
            <a:xfrm>
              <a:off x="5640075" y="2380386"/>
              <a:ext cx="4616350" cy="5678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900" u="sng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AUTO</a:t>
              </a:r>
              <a:r>
                <a:rPr lang="ko-KR" altLang="en-US" sz="900" u="sng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900" u="sng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ON</a:t>
              </a:r>
              <a:r>
                <a:rPr lang="ko-KR" altLang="en-US" sz="900" u="sng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900" u="sng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MODE</a:t>
              </a:r>
              <a:r>
                <a:rPr lang="ko-KR" altLang="en-US" sz="900" u="sng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미사용 시 </a:t>
              </a:r>
              <a:endParaRPr lang="en-US" altLang="ko-KR" sz="900" u="sng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r"/>
              <a:r>
                <a:rPr lang="ko-KR" altLang="en-US" sz="900" u="sng" err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코터</a:t>
              </a:r>
              <a:r>
                <a:rPr lang="ko-KR" altLang="en-US" sz="900" u="sng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자동보정 모니터링 </a:t>
              </a:r>
              <a:r>
                <a:rPr lang="en-US" altLang="ko-KR" sz="900" u="sng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PC</a:t>
              </a:r>
              <a:r>
                <a:rPr lang="ko-KR" altLang="en-US" sz="900" u="sng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아이콘을 점멸하도록 수정하겠음</a:t>
              </a:r>
            </a:p>
          </p:txBody>
        </p:sp>
      </p:grp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D0BC52E-A19E-3913-1749-5B321441B8D7}"/>
              </a:ext>
            </a:extLst>
          </p:cNvPr>
          <p:cNvSpPr/>
          <p:nvPr/>
        </p:nvSpPr>
        <p:spPr>
          <a:xfrm>
            <a:off x="5827911" y="4784751"/>
            <a:ext cx="4057770" cy="95565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97E013D-7D5D-6309-C9FE-0D66AC65CC76}"/>
              </a:ext>
            </a:extLst>
          </p:cNvPr>
          <p:cNvSpPr txBox="1"/>
          <p:nvPr/>
        </p:nvSpPr>
        <p:spPr>
          <a:xfrm>
            <a:off x="5935178" y="5540882"/>
            <a:ext cx="1661032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700" u="sng">
                <a:latin typeface="Arial Narrow" panose="020B0606020202030204" pitchFamily="34" charset="0"/>
                <a:ea typeface="LG스마트체 Regular" panose="020B0600000101010101" pitchFamily="50" charset="-127"/>
              </a:rPr>
              <a:t>※ AUTO ON MODE </a:t>
            </a:r>
            <a:r>
              <a:rPr lang="ko-KR" altLang="en-US" sz="700" u="sng">
                <a:latin typeface="Arial Narrow" panose="020B0606020202030204" pitchFamily="34" charset="0"/>
                <a:ea typeface="LG스마트체 Regular" panose="020B0600000101010101" pitchFamily="50" charset="-127"/>
              </a:rPr>
              <a:t>미사용 시 아이콘 점멸</a:t>
            </a:r>
          </a:p>
        </p:txBody>
      </p:sp>
      <p:pic>
        <p:nvPicPr>
          <p:cNvPr id="26" name="그림 25">
            <a:extLst>
              <a:ext uri="{FF2B5EF4-FFF2-40B4-BE49-F238E27FC236}">
                <a16:creationId xmlns:a16="http://schemas.microsoft.com/office/drawing/2014/main" id="{7BF82865-4898-6633-BFE1-04273F21D23B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950280" y="4963822"/>
            <a:ext cx="462294" cy="272333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55DD6824-48EE-8E0A-CD63-94E5042E3AD7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929511" y="4963822"/>
            <a:ext cx="462294" cy="272333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1D231A86-A272-6CA1-A330-72C6445F1634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950280" y="5304455"/>
            <a:ext cx="462294" cy="272333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3FE342B3-7483-4036-CD31-50FAD5005755}"/>
              </a:ext>
            </a:extLst>
          </p:cNvPr>
          <p:cNvPicPr>
            <a:picLocks noChangeAspect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929511" y="5304455"/>
            <a:ext cx="462294" cy="272333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574CA7B4-1A42-168A-F579-0F3B279B8416}"/>
              </a:ext>
            </a:extLst>
          </p:cNvPr>
          <p:cNvSpPr txBox="1"/>
          <p:nvPr/>
        </p:nvSpPr>
        <p:spPr>
          <a:xfrm>
            <a:off x="6336024" y="4932868"/>
            <a:ext cx="163217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Coater is working(machine Green)</a:t>
            </a:r>
          </a:p>
          <a:p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+ DX ON (4 signal on)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F80B3A2-7A47-048D-8254-FDF3E332B065}"/>
              </a:ext>
            </a:extLst>
          </p:cNvPr>
          <p:cNvSpPr txBox="1"/>
          <p:nvPr/>
        </p:nvSpPr>
        <p:spPr>
          <a:xfrm>
            <a:off x="8348405" y="4932868"/>
            <a:ext cx="158530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Coater is working(machine Green)</a:t>
            </a:r>
          </a:p>
          <a:p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+ DX ON (1~3 signal out of 4)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ED026F8-63ED-AC70-EEEE-F093C3675C10}"/>
              </a:ext>
            </a:extLst>
          </p:cNvPr>
          <p:cNvSpPr txBox="1"/>
          <p:nvPr/>
        </p:nvSpPr>
        <p:spPr>
          <a:xfrm>
            <a:off x="6336024" y="5253623"/>
            <a:ext cx="163217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Coater is working(machine Green)</a:t>
            </a:r>
          </a:p>
          <a:p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+ DX Off (4 signal off)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041B9EC9-C13C-E31D-099F-C13DF040A672}"/>
              </a:ext>
            </a:extLst>
          </p:cNvPr>
          <p:cNvSpPr txBox="1"/>
          <p:nvPr/>
        </p:nvSpPr>
        <p:spPr>
          <a:xfrm>
            <a:off x="8348405" y="5253623"/>
            <a:ext cx="14936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Coater is not working</a:t>
            </a:r>
          </a:p>
          <a:p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(machine is not Green)</a:t>
            </a:r>
          </a:p>
        </p:txBody>
      </p:sp>
      <p:sp>
        <p:nvSpPr>
          <p:cNvPr id="36" name="Rectangle 11">
            <a:extLst>
              <a:ext uri="{FF2B5EF4-FFF2-40B4-BE49-F238E27FC236}">
                <a16:creationId xmlns:a16="http://schemas.microsoft.com/office/drawing/2014/main" id="{9539AFBB-A46B-8E46-797B-E18D1515AE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8436" y="4632393"/>
            <a:ext cx="2804746" cy="272562"/>
          </a:xfrm>
          <a:prstGeom prst="rect">
            <a:avLst/>
          </a:prstGeom>
          <a:solidFill>
            <a:srgbClr val="FFFFFF">
              <a:lumMod val="85000"/>
            </a:srgbClr>
          </a:solidFill>
          <a:ln w="9525">
            <a:solidFill>
              <a:srgbClr val="808080"/>
            </a:solidFill>
            <a:miter lim="800000"/>
            <a:headEnd/>
            <a:tailEnd/>
          </a:ln>
        </p:spPr>
        <p:txBody>
          <a:bodyPr wrap="none" lIns="33231" tIns="33231" rIns="33231" bIns="33231" anchor="ctr"/>
          <a:lstStyle/>
          <a:p>
            <a:pPr algn="ctr" defTabSz="844083" latinLnBrk="0">
              <a:defRPr/>
            </a:pPr>
            <a:r>
              <a:rPr lang="ko-KR" altLang="en-US" sz="9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색 표시 요건</a:t>
            </a:r>
            <a:endParaRPr lang="en-US" altLang="ko-KR" sz="900" b="1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06A6308-D199-E0C9-63F4-0C9EB0AE3FB7}"/>
              </a:ext>
            </a:extLst>
          </p:cNvPr>
          <p:cNvSpPr txBox="1"/>
          <p:nvPr/>
        </p:nvSpPr>
        <p:spPr>
          <a:xfrm>
            <a:off x="8162352" y="332405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lvl="0">
              <a:defRPr/>
            </a:pP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12/16(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18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38" name="내용 개체 틀 20">
            <a:extLst>
              <a:ext uri="{FF2B5EF4-FFF2-40B4-BE49-F238E27FC236}">
                <a16:creationId xmlns:a16="http://schemas.microsoft.com/office/drawing/2014/main" id="{B9FC8B7E-FF18-13E3-B75E-0654989E5EC2}"/>
              </a:ext>
            </a:extLst>
          </p:cNvPr>
          <p:cNvSpPr txBox="1">
            <a:spLocks/>
          </p:cNvSpPr>
          <p:nvPr/>
        </p:nvSpPr>
        <p:spPr>
          <a:xfrm>
            <a:off x="8153318" y="163128"/>
            <a:ext cx="94416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0"/>
              </a:spcBef>
              <a:defRPr/>
            </a:pP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 sz="1100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함경호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P</a:t>
            </a:r>
            <a:endParaRPr lang="ko-KR" altLang="en-US" sz="11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40" name="직사각형 28">
            <a:extLst>
              <a:ext uri="{FF2B5EF4-FFF2-40B4-BE49-F238E27FC236}">
                <a16:creationId xmlns:a16="http://schemas.microsoft.com/office/drawing/2014/main" id="{8EB0BA54-B448-25A7-8806-6775CEFD57CD}"/>
              </a:ext>
            </a:extLst>
          </p:cNvPr>
          <p:cNvSpPr/>
          <p:nvPr/>
        </p:nvSpPr>
        <p:spPr>
          <a:xfrm>
            <a:off x="5765800" y="249969"/>
            <a:ext cx="2387192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[ 과제번호 :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MC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-#5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, 진행 상태 : </a:t>
            </a:r>
            <a:r>
              <a:rPr lang="ko-KR" altLang="en-US" sz="1000">
                <a:solidFill>
                  <a:srgbClr val="00B05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●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]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B087C090-3582-009F-03A6-25FAAA4ED015}"/>
              </a:ext>
            </a:extLst>
          </p:cNvPr>
          <p:cNvSpPr txBox="1"/>
          <p:nvPr/>
        </p:nvSpPr>
        <p:spPr>
          <a:xfrm>
            <a:off x="6006690" y="5713269"/>
            <a:ext cx="207460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아이콘 클릭 시 자동보정 상세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Pop up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표시</a:t>
            </a: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1F537B9B-83F2-DDB1-A988-0F8686945B17}"/>
              </a:ext>
            </a:extLst>
          </p:cNvPr>
          <p:cNvGrpSpPr/>
          <p:nvPr/>
        </p:nvGrpSpPr>
        <p:grpSpPr>
          <a:xfrm>
            <a:off x="5853282" y="5927424"/>
            <a:ext cx="2796696" cy="658215"/>
            <a:chOff x="9629548" y="4953195"/>
            <a:chExt cx="3052516" cy="695001"/>
          </a:xfrm>
        </p:grpSpPr>
        <p:pic>
          <p:nvPicPr>
            <p:cNvPr id="43" name="그림 42">
              <a:extLst>
                <a:ext uri="{FF2B5EF4-FFF2-40B4-BE49-F238E27FC236}">
                  <a16:creationId xmlns:a16="http://schemas.microsoft.com/office/drawing/2014/main" id="{3AF90AA1-BDFA-ACA8-D28A-1FF228C4D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629548" y="4953195"/>
              <a:ext cx="1363572" cy="693876"/>
            </a:xfrm>
            <a:prstGeom prst="rect">
              <a:avLst/>
            </a:prstGeom>
          </p:spPr>
        </p:pic>
        <p:pic>
          <p:nvPicPr>
            <p:cNvPr id="44" name="그림 43">
              <a:extLst>
                <a:ext uri="{FF2B5EF4-FFF2-40B4-BE49-F238E27FC236}">
                  <a16:creationId xmlns:a16="http://schemas.microsoft.com/office/drawing/2014/main" id="{2E4A3408-0224-25F7-06F9-69A68750EB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962640" y="4954320"/>
              <a:ext cx="1719424" cy="693876"/>
            </a:xfrm>
            <a:prstGeom prst="rect">
              <a:avLst/>
            </a:prstGeom>
          </p:spPr>
        </p:pic>
      </p:grpSp>
      <p:cxnSp>
        <p:nvCxnSpPr>
          <p:cNvPr id="45" name="연결선: 꺾임 44">
            <a:extLst>
              <a:ext uri="{FF2B5EF4-FFF2-40B4-BE49-F238E27FC236}">
                <a16:creationId xmlns:a16="http://schemas.microsoft.com/office/drawing/2014/main" id="{ABE6C802-7BDB-395F-2C10-5B6B6288D7FE}"/>
              </a:ext>
            </a:extLst>
          </p:cNvPr>
          <p:cNvCxnSpPr>
            <a:cxnSpLocks/>
            <a:endCxn id="36" idx="0"/>
          </p:cNvCxnSpPr>
          <p:nvPr/>
        </p:nvCxnSpPr>
        <p:spPr>
          <a:xfrm rot="5400000">
            <a:off x="7562603" y="3990974"/>
            <a:ext cx="959625" cy="323212"/>
          </a:xfrm>
          <a:prstGeom prst="bentConnector3">
            <a:avLst>
              <a:gd name="adj1" fmla="val 50000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6" name="그림 45">
            <a:extLst>
              <a:ext uri="{FF2B5EF4-FFF2-40B4-BE49-F238E27FC236}">
                <a16:creationId xmlns:a16="http://schemas.microsoft.com/office/drawing/2014/main" id="{C1165AAB-73E6-F1FF-8131-C0E26AA99B0B}"/>
              </a:ext>
            </a:extLst>
          </p:cNvPr>
          <p:cNvPicPr>
            <a:picLocks noChangeAspect="1"/>
          </p:cNvPicPr>
          <p:nvPr/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853282" y="5767705"/>
            <a:ext cx="219291" cy="1291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4317814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제목 1"/>
          <p:cNvSpPr txBox="1">
            <a:spLocks/>
          </p:cNvSpPr>
          <p:nvPr/>
        </p:nvSpPr>
        <p:spPr>
          <a:xfrm>
            <a:off x="124961" y="27246"/>
            <a:ext cx="2278188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solidFill>
                  <a:schemeClr val="tx1"/>
                </a:solidFill>
                <a:cs typeface="Malgun Gothic Semilight"/>
              </a:rPr>
              <a:t>4.RSND</a:t>
            </a:r>
            <a:r>
              <a:rPr kumimoji="1" lang="ko-KR" altLang="en-US" sz="1800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cs typeface="Malgun Gothic Semilight"/>
              </a:rPr>
              <a:t>자동보정팀</a:t>
            </a:r>
            <a:r>
              <a:rPr kumimoji="1" lang="en-US" altLang="ko-KR" sz="1800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cs typeface="Malgun Gothic Semilight"/>
              </a:rPr>
              <a:t>(1/2)</a:t>
            </a:r>
            <a:endParaRPr kumimoji="1" lang="ko-KR" altLang="en-US" sz="1800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cs typeface="Malgun Gothic Semilight"/>
            </a:endParaRPr>
          </a:p>
        </p:txBody>
      </p:sp>
      <p:sp>
        <p:nvSpPr>
          <p:cNvPr id="13" name="실행 단추: 홈으로 이동 1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39965842-3172-44BA-B98B-4DF8E85B92A8}"/>
              </a:ext>
            </a:extLst>
          </p:cNvPr>
          <p:cNvSpPr/>
          <p:nvPr/>
        </p:nvSpPr>
        <p:spPr>
          <a:xfrm>
            <a:off x="9513455" y="132021"/>
            <a:ext cx="292852" cy="292852"/>
          </a:xfrm>
          <a:prstGeom prst="actionButtonHo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" name="TextBox 18">
            <a:extLst>
              <a:ext uri="{FF2B5EF4-FFF2-40B4-BE49-F238E27FC236}">
                <a16:creationId xmlns:a16="http://schemas.microsoft.com/office/drawing/2014/main" id="{CEBB0812-F196-46E5-A546-53F25D17E7E5}"/>
              </a:ext>
            </a:extLst>
          </p:cNvPr>
          <p:cNvSpPr txBox="1"/>
          <p:nvPr/>
        </p:nvSpPr>
        <p:spPr>
          <a:xfrm>
            <a:off x="108684" y="585960"/>
            <a:ext cx="9814900" cy="270843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kumimoji="1" lang="en-US" sz="1000" b="1" kern="0">
                <a:latin typeface="+mj-ea"/>
                <a:ea typeface="+mj-ea"/>
                <a:cs typeface="Malgun Gothic Semilight"/>
              </a:rPr>
              <a:t>1.</a:t>
            </a:r>
            <a:r>
              <a:rPr kumimoji="1" lang="ko-KR" altLang="en-US" sz="1000" b="1" kern="0">
                <a:latin typeface="+mj-ea"/>
                <a:ea typeface="+mj-ea"/>
                <a:cs typeface="Malgun Gothic Semilight"/>
              </a:rPr>
              <a:t> 신규공법</a:t>
            </a:r>
            <a:r>
              <a:rPr kumimoji="1" lang="en-US" altLang="ko-KR" sz="1000" b="1" kern="0">
                <a:latin typeface="+mj-ea"/>
                <a:cs typeface="Malgun Gothic Semilight"/>
              </a:rPr>
              <a:t> DNC </a:t>
            </a:r>
            <a:r>
              <a:rPr kumimoji="1" lang="ko-KR" altLang="en-US" sz="1000" b="1" kern="0">
                <a:latin typeface="+mj-ea"/>
                <a:cs typeface="Malgun Gothic Semilight"/>
              </a:rPr>
              <a:t>공정</a:t>
            </a:r>
            <a:r>
              <a:rPr kumimoji="1" lang="ko-KR" altLang="en-US" sz="1000" b="1" kern="0">
                <a:latin typeface="+mj-ea"/>
                <a:ea typeface="+mj-ea"/>
                <a:cs typeface="Malgun Gothic Semilight"/>
              </a:rPr>
              <a:t> 및 각형 대응</a:t>
            </a:r>
            <a:r>
              <a:rPr kumimoji="1" lang="en-US" altLang="ko-KR" sz="1000" b="1" kern="0">
                <a:latin typeface="+mj-ea"/>
                <a:ea typeface="+mj-ea"/>
                <a:cs typeface="Malgun Gothic Semilight"/>
              </a:rPr>
              <a:t>(</a:t>
            </a:r>
            <a:r>
              <a:rPr kumimoji="1" lang="en-US" altLang="ko-KR" sz="1000" b="1" kern="0">
                <a:latin typeface="+mj-ea"/>
                <a:cs typeface="Malgun Gothic Semilight"/>
              </a:rPr>
              <a:t>HG ,</a:t>
            </a:r>
            <a:r>
              <a:rPr kumimoji="1" lang="en-US" altLang="ko-KR" sz="1000" b="1" kern="0">
                <a:latin typeface="+mj-ea"/>
                <a:ea typeface="+mj-ea"/>
                <a:cs typeface="Malgun Gothic Semilight"/>
              </a:rPr>
              <a:t>EP1 </a:t>
            </a:r>
            <a:r>
              <a:rPr kumimoji="1" lang="ko-KR" altLang="en-US" sz="1000" b="1" kern="0">
                <a:latin typeface="+mj-ea"/>
                <a:ea typeface="+mj-ea"/>
                <a:cs typeface="Malgun Gothic Semilight"/>
              </a:rPr>
              <a:t>각형 </a:t>
            </a:r>
            <a:r>
              <a:rPr kumimoji="1" lang="en-US" altLang="ko-KR" sz="1000" b="1" kern="0">
                <a:latin typeface="+mj-ea"/>
                <a:ea typeface="+mj-ea"/>
                <a:cs typeface="Malgun Gothic Semilight"/>
              </a:rPr>
              <a:t>Pilot)</a:t>
            </a:r>
            <a:endParaRPr lang="en-US" altLang="ko-KR" sz="1000" b="1" kern="0">
              <a:latin typeface="+mj-ea"/>
              <a:ea typeface="+mj-ea"/>
              <a:cs typeface="Malgun Gothic Semilight"/>
            </a:endParaRPr>
          </a:p>
          <a:p>
            <a:pPr>
              <a:defRPr/>
            </a:pP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     </a:t>
            </a:r>
            <a:r>
              <a:rPr lang="en-US" altLang="ko-KR" sz="1000">
                <a:latin typeface="+mn-ea"/>
              </a:rPr>
              <a:t>DNC </a:t>
            </a:r>
            <a:r>
              <a:rPr lang="ko-KR" altLang="en-US" sz="1000">
                <a:latin typeface="+mn-ea"/>
              </a:rPr>
              <a:t>공정은 </a:t>
            </a:r>
            <a:r>
              <a:rPr lang="en-US" altLang="ko-KR" sz="1000">
                <a:latin typeface="+mn-ea"/>
              </a:rPr>
              <a:t>Vision 2</a:t>
            </a:r>
            <a:r>
              <a:rPr lang="ko-KR" altLang="en-US" sz="1000">
                <a:latin typeface="+mn-ea"/>
              </a:rPr>
              <a:t>개</a:t>
            </a:r>
            <a:r>
              <a:rPr lang="en-US" altLang="ko-KR" sz="1000">
                <a:latin typeface="+mn-ea"/>
              </a:rPr>
              <a:t>(</a:t>
            </a:r>
            <a:r>
              <a:rPr lang="ko-KR" altLang="en-US" sz="1000">
                <a:latin typeface="+mn-ea"/>
              </a:rPr>
              <a:t>표면</a:t>
            </a:r>
            <a:r>
              <a:rPr lang="en-US" altLang="ko-KR" sz="100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치수</a:t>
            </a:r>
            <a:r>
              <a:rPr lang="en-US" altLang="ko-KR" sz="1000">
                <a:latin typeface="+mn-ea"/>
              </a:rPr>
              <a:t>)</a:t>
            </a:r>
            <a:r>
              <a:rPr lang="ko-KR" altLang="en-US" sz="1000">
                <a:latin typeface="+mn-ea"/>
              </a:rPr>
              <a:t>에서 데이터를 취득하고</a:t>
            </a:r>
            <a:r>
              <a:rPr lang="en-US" altLang="ko-KR" sz="1000">
                <a:latin typeface="+mn-ea"/>
              </a:rPr>
              <a:t>, PLC 1</a:t>
            </a:r>
            <a:r>
              <a:rPr lang="ko-KR" altLang="en-US" sz="1000">
                <a:latin typeface="+mn-ea"/>
              </a:rPr>
              <a:t>개</a:t>
            </a:r>
            <a:r>
              <a:rPr lang="en-US" altLang="ko-KR" sz="1000">
                <a:latin typeface="+mn-ea"/>
              </a:rPr>
              <a:t>(</a:t>
            </a:r>
            <a:r>
              <a:rPr lang="ko-KR" altLang="en-US" sz="1000" err="1">
                <a:latin typeface="+mn-ea"/>
              </a:rPr>
              <a:t>본기</a:t>
            </a:r>
            <a:r>
              <a:rPr lang="en-US" altLang="ko-KR" sz="1000">
                <a:latin typeface="+mn-ea"/>
              </a:rPr>
              <a:t>)</a:t>
            </a:r>
            <a:r>
              <a:rPr lang="ko-KR" altLang="en-US" sz="1000">
                <a:latin typeface="+mn-ea"/>
              </a:rPr>
              <a:t>를 통해 제어기 </a:t>
            </a:r>
            <a:r>
              <a:rPr lang="en-US" altLang="ko-KR" sz="1000">
                <a:latin typeface="+mn-ea"/>
              </a:rPr>
              <a:t>3</a:t>
            </a:r>
            <a:r>
              <a:rPr lang="ko-KR" altLang="en-US" sz="1000">
                <a:latin typeface="+mn-ea"/>
              </a:rPr>
              <a:t>개</a:t>
            </a:r>
            <a:r>
              <a:rPr lang="en-US" altLang="ko-KR" sz="1000">
                <a:latin typeface="+mn-ea"/>
              </a:rPr>
              <a:t>(EPC, Feeder, Cutter)</a:t>
            </a:r>
            <a:r>
              <a:rPr lang="ko-KR" altLang="en-US" sz="1000">
                <a:latin typeface="+mn-ea"/>
              </a:rPr>
              <a:t>를 자동 보정하는 방식입니다</a:t>
            </a:r>
            <a:r>
              <a:rPr lang="en-US" altLang="ko-KR" sz="1000">
                <a:latin typeface="+mn-ea"/>
              </a:rPr>
              <a:t>.</a:t>
            </a:r>
          </a:p>
          <a:p>
            <a:pPr>
              <a:defRPr/>
            </a:pP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      - HG 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법인에서 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DNC 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자동보정을 신규 개발완료(8/19) 하였고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, ESEP1 OC4에서 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각형 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Pilot 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반영 진행 중입니다.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(10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월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) </a:t>
            </a:r>
            <a:endParaRPr lang="en-US" altLang="ko-KR" sz="1000" kern="0">
              <a:latin typeface="+mj-ea"/>
              <a:ea typeface="+mj-ea"/>
              <a:cs typeface="Malgun Gothic Semilight"/>
            </a:endParaRPr>
          </a:p>
          <a:p>
            <a:pPr>
              <a:defRPr/>
            </a:pPr>
            <a:r>
              <a:rPr lang="en-US" sz="1000" kern="0">
                <a:latin typeface="Arial Narrow"/>
                <a:ea typeface="+mj-ea"/>
                <a:cs typeface="Malgun Gothic Semilight"/>
              </a:rPr>
              <a:t>          EP1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각형</a:t>
            </a:r>
            <a:r>
              <a:rPr lang="en-US" sz="1000" kern="0" err="1">
                <a:latin typeface="Arial Narrow"/>
                <a:ea typeface="+mj-ea"/>
                <a:cs typeface="Malgun Gothic Semilight"/>
              </a:rPr>
              <a:t>Pilot</a:t>
            </a:r>
            <a:r>
              <a:rPr lang="en-US" sz="1000" kern="0">
                <a:latin typeface="Arial Narrow"/>
                <a:ea typeface="+mj-ea"/>
                <a:cs typeface="Malgun Gothic Semilight"/>
              </a:rPr>
              <a:t> DNC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설비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입고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완료</a:t>
            </a:r>
            <a:r>
              <a:rPr lang="en-US" sz="1000" kern="0">
                <a:latin typeface="Arial Narrow"/>
                <a:ea typeface="+mj-ea"/>
                <a:cs typeface="Malgun Gothic Semilight"/>
              </a:rPr>
              <a:t>,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각형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Arial Narrow"/>
                <a:ea typeface="+mj-ea"/>
                <a:cs typeface="Malgun Gothic Semilight"/>
              </a:rPr>
              <a:t>DNC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는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기존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Arial Narrow"/>
                <a:ea typeface="+mj-ea"/>
                <a:cs typeface="Malgun Gothic Semilight"/>
              </a:rPr>
              <a:t>HG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법인에서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자동보정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개발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완료한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Arial Narrow"/>
                <a:ea typeface="+mj-ea"/>
                <a:cs typeface="Malgun Gothic Semilight"/>
              </a:rPr>
              <a:t>DNC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와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설비社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및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구조적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차이가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있어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즉시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적용이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힘들고</a:t>
            </a:r>
            <a:r>
              <a:rPr lang="en-US" sz="1000" kern="0">
                <a:latin typeface="Arial Narrow"/>
                <a:ea typeface="+mj-ea"/>
                <a:cs typeface="Malgun Gothic Semilight"/>
              </a:rPr>
              <a:t>,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각형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Arial Narrow"/>
                <a:ea typeface="+mj-ea"/>
                <a:cs typeface="Malgun Gothic Semilight"/>
              </a:rPr>
              <a:t>DNC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에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맞는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프로그램</a:t>
            </a:r>
            <a:r>
              <a:rPr lang="en-US" sz="1000" kern="0">
                <a:latin typeface="+mj-ea"/>
                <a:ea typeface="LG Smart_H Regular"/>
                <a:cs typeface="Malgun Gothic Semilight"/>
              </a:rPr>
              <a:t> </a:t>
            </a:r>
            <a:r>
              <a:rPr lang="en-US" sz="1000" kern="0" err="1">
                <a:latin typeface="+mj-ea"/>
                <a:ea typeface="LG Smart_H Regular"/>
                <a:cs typeface="Malgun Gothic Semilight"/>
              </a:rPr>
              <a:t>변환필요</a:t>
            </a:r>
            <a:r>
              <a:rPr lang="en-US" sz="1000" kern="0">
                <a:latin typeface="Arial Narrow"/>
                <a:ea typeface="+mj-ea"/>
                <a:cs typeface="Malgun Gothic Semilight"/>
              </a:rPr>
              <a:t>.</a:t>
            </a:r>
            <a:endParaRPr lang="en-US">
              <a:latin typeface="Arial Narrow"/>
              <a:ea typeface="+mj-ea"/>
              <a:cs typeface="Malgun Gothic Semilight"/>
            </a:endParaRPr>
          </a:p>
          <a:p>
            <a:pPr>
              <a:defRPr/>
            </a:pPr>
            <a:r>
              <a:rPr lang="en-US" sz="1000" kern="0">
                <a:latin typeface="Arial Narrow"/>
                <a:ea typeface="LG스마트체 Regular"/>
                <a:cs typeface="Malgun Gothic Semilight"/>
              </a:rPr>
              <a:t>          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음극</a:t>
            </a:r>
            <a:r>
              <a:rPr lang="en-US" sz="1000" kern="0">
                <a:latin typeface="Arial Narrow"/>
                <a:ea typeface="LG스마트체 Regular"/>
                <a:cs typeface="Malgun Gothic Semilight"/>
              </a:rPr>
              <a:t> (1-3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호기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) 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등속구간 기능 검증 완료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(10/17)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 하였습니다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. IM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向 샘플 생산동안 가속구간 보정 기능 검증 및 모니터링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, VOE 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대응 진행 중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(11/17~12/20*)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입니다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.</a:t>
            </a:r>
          </a:p>
          <a:p>
            <a:pPr lvl="0"/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         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전구간 성능검증 결과  공정능력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(Tab Side 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평균 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Cpk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0.836 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→ 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2.089)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개선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및 불량률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(Tab Side 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평균 불량률 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2.488% 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→ 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0.935%) 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감소를 확인 하였습니다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.</a:t>
            </a:r>
          </a:p>
          <a:p>
            <a:pPr lvl="0"/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          [</a:t>
            </a:r>
            <a:r>
              <a:rPr lang="ko-KR" altLang="en-US" sz="1000" b="1" kern="0">
                <a:latin typeface="Arial Narrow"/>
                <a:ea typeface="LG스마트체 Regular"/>
                <a:cs typeface="Malgun Gothic Semilight"/>
              </a:rPr>
              <a:t>성능 분석 결과</a:t>
            </a:r>
            <a:r>
              <a:rPr lang="en-US" altLang="ko-KR" sz="1000" b="1" kern="0">
                <a:latin typeface="Arial Narrow"/>
                <a:ea typeface="LG스마트체 Regular"/>
                <a:cs typeface="Malgun Gothic Semilight"/>
              </a:rPr>
              <a:t>]</a:t>
            </a:r>
          </a:p>
          <a:p>
            <a:pPr lvl="0"/>
            <a:endParaRPr lang="en-US" altLang="ko-KR" sz="1000" kern="0">
              <a:latin typeface="Arial Narrow"/>
              <a:ea typeface="LG스마트체 Regular"/>
              <a:cs typeface="Malgun Gothic Semilight"/>
            </a:endParaRPr>
          </a:p>
          <a:p>
            <a:pPr lvl="0"/>
            <a:endParaRPr lang="en-US" altLang="ko-KR" sz="1000" kern="0">
              <a:latin typeface="Arial Narrow"/>
              <a:ea typeface="LG스마트체 Regular"/>
              <a:cs typeface="Malgun Gothic Semilight"/>
            </a:endParaRPr>
          </a:p>
          <a:p>
            <a:pPr lvl="0"/>
            <a:endParaRPr lang="en-US" altLang="ko-KR" sz="1000" kern="0">
              <a:latin typeface="Arial Narrow"/>
              <a:ea typeface="LG스마트체 Regular"/>
              <a:cs typeface="Malgun Gothic Semilight"/>
            </a:endParaRPr>
          </a:p>
          <a:p>
            <a:pPr lvl="0"/>
            <a:endParaRPr lang="en-US" altLang="ko-KR" sz="1000" kern="0">
              <a:latin typeface="Arial Narrow"/>
              <a:ea typeface="LG스마트체 Regular"/>
              <a:cs typeface="Malgun Gothic Semilight"/>
            </a:endParaRPr>
          </a:p>
          <a:p>
            <a:pPr lvl="0"/>
            <a:endParaRPr lang="en-US" altLang="ko-KR" sz="1000" kern="0">
              <a:latin typeface="Arial Narrow"/>
              <a:ea typeface="LG스마트체 Regular"/>
              <a:cs typeface="Malgun Gothic Semilight"/>
            </a:endParaRPr>
          </a:p>
          <a:p>
            <a:pPr lvl="0"/>
            <a:endParaRPr lang="en-US" altLang="ko-KR" sz="1000" kern="0">
              <a:latin typeface="Arial Narrow"/>
              <a:ea typeface="LG스마트체 Regular"/>
              <a:cs typeface="Malgun Gothic Semilight"/>
            </a:endParaRPr>
          </a:p>
          <a:p>
            <a:pPr lvl="0"/>
            <a:endParaRPr lang="en-US" altLang="ko-KR" sz="1000" kern="0">
              <a:latin typeface="Arial Narrow"/>
              <a:ea typeface="LG스마트체 Regular"/>
              <a:cs typeface="Malgun Gothic Semilight"/>
            </a:endParaRPr>
          </a:p>
          <a:p>
            <a:pPr lvl="0"/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          * 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잔여 불량은 가속구간에서 전극 사행의 원인으로 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Tab Side 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불량이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발생하는 것을 확인하였습니다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.(12/9)</a:t>
            </a:r>
            <a:endParaRPr lang="en-US" altLang="ko-KR" sz="1000" kern="0">
              <a:cs typeface="Malgun Gothic Semilight"/>
            </a:endParaRPr>
          </a:p>
          <a:p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              </a:t>
            </a:r>
            <a:r>
              <a:rPr lang="ko-KR" altLang="en-US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가속구간 </a:t>
            </a:r>
            <a:r>
              <a:rPr lang="en-US" altLang="ko-KR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EPC </a:t>
            </a:r>
            <a:r>
              <a:rPr lang="ko-KR" altLang="en-US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자동보정을 신규 적용</a:t>
            </a:r>
            <a:r>
              <a:rPr lang="en-US" altLang="ko-KR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(12/11)</a:t>
            </a:r>
            <a:r>
              <a:rPr lang="ko-KR" altLang="en-US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하여 기능검증 완료하였습니다(12/12). 파라미터 최적화 및 불량 개선 효과를 검증 중입니다</a:t>
            </a:r>
            <a:r>
              <a:rPr lang="en-US" altLang="ko-KR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. (~12/19)</a:t>
            </a:r>
          </a:p>
          <a:p>
            <a:pPr lvl="0"/>
            <a:r>
              <a:rPr lang="en-US" altLang="ko-KR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            </a:t>
            </a:r>
            <a:r>
              <a:rPr lang="en-US" altLang="ko-KR" sz="1000" kern="0">
                <a:solidFill>
                  <a:srgbClr val="006600"/>
                </a:solidFill>
                <a:latin typeface="Arial Narrow"/>
                <a:ea typeface="LG스마트체 Regular"/>
                <a:cs typeface="Malgun Gothic Semilight"/>
              </a:rPr>
              <a:t>※ </a:t>
            </a:r>
            <a:r>
              <a:rPr lang="ko-KR" altLang="en-US" sz="1000" kern="0">
                <a:solidFill>
                  <a:srgbClr val="006600"/>
                </a:solidFill>
                <a:latin typeface="Arial Narrow"/>
                <a:ea typeface="LG스마트체 Regular"/>
                <a:cs typeface="Malgun Gothic Semilight"/>
              </a:rPr>
              <a:t>가</a:t>
            </a:r>
            <a:r>
              <a:rPr lang="en-US" altLang="ko-KR" sz="1000" kern="0">
                <a:solidFill>
                  <a:srgbClr val="006600"/>
                </a:solidFill>
                <a:latin typeface="Arial Narrow"/>
                <a:ea typeface="LG스마트체 Regular"/>
                <a:cs typeface="Malgun Gothic Semilight"/>
              </a:rPr>
              <a:t>/</a:t>
            </a:r>
            <a:r>
              <a:rPr lang="ko-KR" altLang="en-US" sz="1000" kern="0">
                <a:solidFill>
                  <a:srgbClr val="006600"/>
                </a:solidFill>
                <a:latin typeface="Arial Narrow"/>
                <a:ea typeface="LG스마트체 Regular"/>
                <a:cs typeface="Malgun Gothic Semilight"/>
              </a:rPr>
              <a:t>감속 중 전극 사행 발생 경향이 일정하여</a:t>
            </a:r>
            <a:r>
              <a:rPr lang="en-US" altLang="ko-KR" sz="1000" kern="0">
                <a:solidFill>
                  <a:srgbClr val="006600"/>
                </a:solidFill>
                <a:latin typeface="Arial Narrow"/>
                <a:ea typeface="LG스마트체 Regular"/>
                <a:cs typeface="Malgun Gothic Semilight"/>
              </a:rPr>
              <a:t>, EPC</a:t>
            </a:r>
            <a:r>
              <a:rPr lang="ko-KR" altLang="en-US" sz="1000" kern="0">
                <a:solidFill>
                  <a:srgbClr val="006600"/>
                </a:solidFill>
                <a:latin typeface="Arial Narrow"/>
                <a:ea typeface="LG스마트체 Regular"/>
                <a:cs typeface="Malgun Gothic Semilight"/>
              </a:rPr>
              <a:t>를 통해 </a:t>
            </a:r>
            <a:r>
              <a:rPr lang="en-US" altLang="ko-KR" sz="1000" kern="0">
                <a:solidFill>
                  <a:srgbClr val="006600"/>
                </a:solidFill>
                <a:latin typeface="Arial Narrow"/>
                <a:ea typeface="LG스마트체 Regular"/>
                <a:cs typeface="Malgun Gothic Semilight"/>
              </a:rPr>
              <a:t>Data </a:t>
            </a:r>
            <a:r>
              <a:rPr lang="ko-KR" altLang="en-US" sz="1000" kern="0">
                <a:solidFill>
                  <a:srgbClr val="006600"/>
                </a:solidFill>
                <a:latin typeface="Arial Narrow"/>
                <a:ea typeface="LG스마트체 Regular"/>
                <a:cs typeface="Malgun Gothic Semilight"/>
              </a:rPr>
              <a:t>수집 후 </a:t>
            </a:r>
            <a:r>
              <a:rPr lang="en-US" altLang="ko-KR" sz="1000" kern="0">
                <a:solidFill>
                  <a:srgbClr val="006600"/>
                </a:solidFill>
                <a:latin typeface="Arial Narrow"/>
                <a:ea typeface="LG스마트체 Regular"/>
                <a:cs typeface="Malgun Gothic Semilight"/>
              </a:rPr>
              <a:t>EPC </a:t>
            </a:r>
            <a:r>
              <a:rPr lang="ko-KR" altLang="en-US" sz="1000" kern="0">
                <a:solidFill>
                  <a:srgbClr val="006600"/>
                </a:solidFill>
                <a:latin typeface="Arial Narrow"/>
                <a:ea typeface="LG스마트체 Regular"/>
                <a:cs typeface="Malgun Gothic Semilight"/>
              </a:rPr>
              <a:t>보정을 통해 사행에 대한 개선</a:t>
            </a:r>
            <a:endParaRPr lang="en-US" altLang="ko-KR" sz="1000" kern="0">
              <a:solidFill>
                <a:srgbClr val="006600"/>
              </a:solidFill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7" name="TextBox 14">
            <a:extLst>
              <a:ext uri="{FF2B5EF4-FFF2-40B4-BE49-F238E27FC236}">
                <a16:creationId xmlns:a16="http://schemas.microsoft.com/office/drawing/2014/main" id="{D821E10A-0C78-4207-A9F0-1E710F88D2CF}"/>
              </a:ext>
            </a:extLst>
          </p:cNvPr>
          <p:cNvSpPr txBox="1"/>
          <p:nvPr/>
        </p:nvSpPr>
        <p:spPr>
          <a:xfrm>
            <a:off x="108684" y="3314972"/>
            <a:ext cx="9814900" cy="4001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kumimoji="1" lang="en-US" altLang="ko-KR" sz="1000" b="1" kern="0">
                <a:latin typeface="+mj-ea"/>
                <a:ea typeface="+mj-ea"/>
                <a:cs typeface="Malgun Gothic Semilight"/>
              </a:rPr>
              <a:t>2.</a:t>
            </a:r>
            <a:r>
              <a:rPr kumimoji="1" lang="ko-KR" altLang="en-US" sz="1000" b="1" kern="0">
                <a:latin typeface="+mj-ea"/>
                <a:ea typeface="+mj-ea"/>
                <a:cs typeface="Malgun Gothic Semilight"/>
              </a:rPr>
              <a:t> 소형 자동보정 신규 개발 및 고도화</a:t>
            </a:r>
            <a:r>
              <a:rPr kumimoji="1" lang="en-US" altLang="ko-KR" sz="1000" b="1" kern="0">
                <a:latin typeface="+mj-ea"/>
                <a:ea typeface="+mj-ea"/>
                <a:cs typeface="Malgun Gothic Semilight"/>
              </a:rPr>
              <a:t>(NJ </a:t>
            </a:r>
            <a:r>
              <a:rPr kumimoji="1" lang="ko-KR" altLang="en-US" sz="1000" b="1" kern="0" err="1">
                <a:latin typeface="+mj-ea"/>
                <a:ea typeface="+mj-ea"/>
                <a:cs typeface="Malgun Gothic Semilight"/>
              </a:rPr>
              <a:t>코터</a:t>
            </a:r>
            <a:r>
              <a:rPr kumimoji="1" lang="en-US" altLang="ko-KR" sz="1000" b="1" kern="0">
                <a:latin typeface="+mj-ea"/>
                <a:ea typeface="+mj-ea"/>
                <a:cs typeface="Malgun Gothic Semilight"/>
              </a:rPr>
              <a:t>, </a:t>
            </a:r>
            <a:r>
              <a:rPr kumimoji="1" lang="ko-KR" altLang="en-US" sz="1000" b="1" kern="0">
                <a:latin typeface="+mj-ea"/>
                <a:ea typeface="+mj-ea"/>
                <a:cs typeface="Malgun Gothic Semilight"/>
              </a:rPr>
              <a:t>롤프레스</a:t>
            </a:r>
            <a:r>
              <a:rPr kumimoji="1" lang="en-US" altLang="ko-KR" sz="1000" b="1" kern="0">
                <a:latin typeface="+mj-ea"/>
                <a:ea typeface="+mj-ea"/>
                <a:cs typeface="Malgun Gothic Semilight"/>
              </a:rPr>
              <a:t>, </a:t>
            </a:r>
            <a:r>
              <a:rPr kumimoji="1" lang="ko-KR" altLang="en-US" sz="1000" b="1" kern="0" err="1">
                <a:latin typeface="+mj-ea"/>
                <a:ea typeface="+mj-ea"/>
                <a:cs typeface="Malgun Gothic Semilight"/>
              </a:rPr>
              <a:t>테이핑</a:t>
            </a:r>
            <a:r>
              <a:rPr kumimoji="1" lang="en-US" altLang="ko-KR" sz="1000" b="1" kern="0">
                <a:latin typeface="+mj-ea"/>
                <a:ea typeface="+mj-ea"/>
                <a:cs typeface="Malgun Gothic Semilight"/>
              </a:rPr>
              <a:t>, </a:t>
            </a:r>
            <a:r>
              <a:rPr kumimoji="1" lang="ko-KR" altLang="en-US" sz="1000" b="1" kern="0">
                <a:latin typeface="+mj-ea"/>
                <a:ea typeface="+mj-ea"/>
                <a:cs typeface="Malgun Gothic Semilight"/>
              </a:rPr>
              <a:t>SUS CAN ZZS 공정</a:t>
            </a:r>
            <a:r>
              <a:rPr kumimoji="1" lang="en-US" altLang="ko-KR" sz="1000" b="1" kern="0">
                <a:latin typeface="+mj-ea"/>
                <a:ea typeface="+mj-ea"/>
                <a:cs typeface="Malgun Gothic Semilight"/>
              </a:rPr>
              <a:t>)</a:t>
            </a:r>
          </a:p>
          <a:p>
            <a:pPr>
              <a:defRPr/>
            </a:pPr>
            <a:r>
              <a:rPr kumimoji="1" lang="en-US" sz="1000" b="1" kern="0">
                <a:latin typeface="+mj-ea"/>
                <a:ea typeface="+mj-ea"/>
                <a:cs typeface="Malgun Gothic Semilight"/>
              </a:rPr>
              <a:t> </a:t>
            </a:r>
            <a:r>
              <a:rPr kumimoji="1" lang="ko-KR" altLang="en-US" sz="1000" b="1" kern="0">
                <a:latin typeface="+mj-ea"/>
                <a:ea typeface="+mj-ea"/>
                <a:cs typeface="Malgun Gothic Semilight"/>
              </a:rPr>
              <a:t>   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업무 영역 확장을 위해 </a:t>
            </a:r>
            <a:r>
              <a:rPr kumimoji="1" lang="ko-KR" altLang="en-US" sz="1000" kern="0" err="1">
                <a:latin typeface="+mj-ea"/>
                <a:ea typeface="+mj-ea"/>
                <a:cs typeface="Malgun Gothic Semilight"/>
              </a:rPr>
              <a:t>코터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, </a:t>
            </a:r>
            <a:r>
              <a:rPr kumimoji="1" lang="ko-KR" altLang="en-US" sz="1000" kern="0" err="1">
                <a:latin typeface="+mj-ea"/>
                <a:ea typeface="+mj-ea"/>
                <a:cs typeface="Malgun Gothic Semilight"/>
              </a:rPr>
              <a:t>테이핑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,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 소형 파우치 </a:t>
            </a:r>
            <a:r>
              <a:rPr kumimoji="1" lang="ko-KR" altLang="en-US" sz="1000" kern="0" err="1">
                <a:latin typeface="+mj-ea"/>
                <a:ea typeface="+mj-ea"/>
                <a:cs typeface="Malgun Gothic Semilight"/>
              </a:rPr>
              <a:t>노칭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  공정 자동보정 신규 개발 및 롤프레스 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M53F 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대응 관련 로직 고도화 진행 중</a:t>
            </a:r>
            <a:endParaRPr kumimoji="1" lang="en-US" sz="1000" kern="0">
              <a:latin typeface="+mj-ea"/>
              <a:ea typeface="+mj-ea"/>
              <a:cs typeface="Malgun Gothic Semilight"/>
            </a:endParaRPr>
          </a:p>
        </p:txBody>
      </p:sp>
      <p:sp>
        <p:nvSpPr>
          <p:cNvPr id="9" name="직사각형 7">
            <a:extLst>
              <a:ext uri="{FF2B5EF4-FFF2-40B4-BE49-F238E27FC236}">
                <a16:creationId xmlns:a16="http://schemas.microsoft.com/office/drawing/2014/main" id="{4145FC8D-C6C9-45B8-973C-895B707DDCF9}"/>
              </a:ext>
            </a:extLst>
          </p:cNvPr>
          <p:cNvSpPr/>
          <p:nvPr/>
        </p:nvSpPr>
        <p:spPr>
          <a:xfrm>
            <a:off x="464646" y="3891909"/>
            <a:ext cx="9423205" cy="553998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000">
                <a:latin typeface="+mn-ea"/>
              </a:rPr>
              <a:t>ZZS </a:t>
            </a:r>
            <a:r>
              <a:rPr lang="ko-KR" altLang="en-US" sz="1000">
                <a:latin typeface="+mn-ea"/>
              </a:rPr>
              <a:t>설비 社는 </a:t>
            </a:r>
            <a:r>
              <a:rPr lang="en-US" altLang="ko-KR" sz="1000">
                <a:latin typeface="+mn-ea"/>
              </a:rPr>
              <a:t>Lead </a:t>
            </a:r>
            <a:r>
              <a:rPr lang="ko-KR" altLang="en-US" sz="1000">
                <a:latin typeface="+mn-ea"/>
              </a:rPr>
              <a:t>와 </a:t>
            </a:r>
            <a:r>
              <a:rPr lang="en-US" altLang="ko-KR" sz="1000">
                <a:latin typeface="+mn-ea"/>
              </a:rPr>
              <a:t>YS </a:t>
            </a:r>
            <a:r>
              <a:rPr lang="ko-KR" altLang="en-US" sz="1000">
                <a:latin typeface="+mn-ea"/>
              </a:rPr>
              <a:t>가 있습니다</a:t>
            </a:r>
            <a:r>
              <a:rPr lang="en-US" altLang="ko-KR" sz="1000">
                <a:latin typeface="+mn-ea"/>
              </a:rPr>
              <a:t>. 10</a:t>
            </a:r>
            <a:r>
              <a:rPr lang="ko-KR" altLang="en-US" sz="1000">
                <a:latin typeface="+mn-ea"/>
              </a:rPr>
              <a:t>월 </a:t>
            </a:r>
            <a:r>
              <a:rPr lang="en-US" altLang="ko-KR" sz="1000">
                <a:latin typeface="+mn-ea"/>
              </a:rPr>
              <a:t>Lead </a:t>
            </a:r>
            <a:r>
              <a:rPr lang="ko-KR" altLang="en-US" sz="1000">
                <a:latin typeface="+mn-ea"/>
              </a:rPr>
              <a:t>社 대상 </a:t>
            </a:r>
            <a:r>
              <a:rPr lang="en-US" altLang="ko-KR" sz="1000" err="1">
                <a:latin typeface="+mn-ea"/>
              </a:rPr>
              <a:t>대표호기</a:t>
            </a:r>
            <a:r>
              <a:rPr lang="en-US" altLang="ko-KR" sz="1000">
                <a:latin typeface="+mn-ea"/>
              </a:rPr>
              <a:t> 3일 </a:t>
            </a:r>
            <a:r>
              <a:rPr lang="en-US" altLang="ko-KR" sz="1000" err="1">
                <a:latin typeface="+mn-ea"/>
              </a:rPr>
              <a:t>기준</a:t>
            </a:r>
            <a:r>
              <a:rPr lang="en-US" altLang="ko-KR" sz="1000">
                <a:latin typeface="+mn-ea"/>
              </a:rPr>
              <a:t> Data </a:t>
            </a:r>
            <a:r>
              <a:rPr lang="en-US" altLang="ko-KR" sz="1000" err="1">
                <a:latin typeface="+mn-ea"/>
              </a:rPr>
              <a:t>산포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개선</a:t>
            </a:r>
            <a:r>
              <a:rPr lang="en-US" altLang="ko-KR" sz="1000">
                <a:latin typeface="+mn-ea"/>
              </a:rPr>
              <a:t> 및 </a:t>
            </a:r>
            <a:r>
              <a:rPr lang="en-US" altLang="ko-KR" sz="1000" err="1">
                <a:latin typeface="+mn-ea"/>
              </a:rPr>
              <a:t>어깨선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불량</a:t>
            </a:r>
            <a:r>
              <a:rPr lang="en-US" altLang="ko-KR" sz="1000">
                <a:latin typeface="+mn-ea"/>
              </a:rPr>
              <a:t> 78% </a:t>
            </a:r>
            <a:r>
              <a:rPr lang="en-US" altLang="ko-KR" sz="1000" err="1">
                <a:latin typeface="+mn-ea"/>
              </a:rPr>
              <a:t>개선</a:t>
            </a:r>
            <a:r>
              <a:rPr lang="en-US" altLang="ko-KR" sz="1000">
                <a:latin typeface="+mn-ea"/>
              </a:rPr>
              <a:t>(6.05% →1.32%) </a:t>
            </a:r>
            <a:r>
              <a:rPr lang="ko-KR" altLang="en-US" sz="1000">
                <a:latin typeface="+mn-ea"/>
              </a:rPr>
              <a:t>진행하였습니다</a:t>
            </a:r>
            <a:r>
              <a:rPr lang="en-US" altLang="ko-KR" sz="1000">
                <a:latin typeface="+mn-ea"/>
              </a:rPr>
              <a:t>.</a:t>
            </a:r>
            <a:r>
              <a:rPr lang="ko-KR" altLang="en-US" sz="1000">
                <a:latin typeface="+mn-ea"/>
              </a:rPr>
              <a:t> </a:t>
            </a:r>
            <a:endParaRPr lang="en-US" altLang="ko-KR" sz="1000">
              <a:latin typeface="+mn-ea"/>
            </a:endParaRPr>
          </a:p>
          <a:p>
            <a:r>
              <a:rPr lang="ko-KR" altLang="en-US" sz="1000">
                <a:latin typeface="+mn-ea"/>
              </a:rPr>
              <a:t>잔여 불량률 </a:t>
            </a:r>
            <a:r>
              <a:rPr lang="en-US" altLang="ko-KR" sz="1000">
                <a:latin typeface="+mn-ea"/>
              </a:rPr>
              <a:t>1.32%</a:t>
            </a:r>
            <a:r>
              <a:rPr lang="ko-KR" altLang="en-US" sz="1000">
                <a:latin typeface="+mn-ea"/>
              </a:rPr>
              <a:t> 중 </a:t>
            </a:r>
            <a:r>
              <a:rPr lang="en-US" altLang="ko-KR" sz="1000">
                <a:latin typeface="+mn-ea"/>
              </a:rPr>
              <a:t>0.5%</a:t>
            </a:r>
            <a:r>
              <a:rPr lang="ko-KR" altLang="en-US" sz="1000">
                <a:latin typeface="+mn-ea"/>
              </a:rPr>
              <a:t>는 등속구간</a:t>
            </a:r>
            <a:r>
              <a:rPr lang="en-US" altLang="ko-KR" sz="1000">
                <a:latin typeface="+mn-ea"/>
              </a:rPr>
              <a:t>, </a:t>
            </a:r>
            <a:r>
              <a:rPr lang="ko-KR" altLang="en-US" sz="1000">
                <a:latin typeface="+mn-ea"/>
              </a:rPr>
              <a:t>나머지 </a:t>
            </a:r>
            <a:r>
              <a:rPr lang="en-US" altLang="ko-KR" sz="1000">
                <a:latin typeface="+mn-ea"/>
              </a:rPr>
              <a:t>0.8%</a:t>
            </a:r>
            <a:r>
              <a:rPr lang="ko-KR" altLang="en-US" sz="1000">
                <a:latin typeface="+mn-ea"/>
              </a:rPr>
              <a:t>는 재료교체 구간에서 발생하고 있습니다</a:t>
            </a:r>
            <a:r>
              <a:rPr lang="en-US" altLang="ko-KR" sz="1000">
                <a:latin typeface="+mn-ea"/>
              </a:rPr>
              <a:t>.</a:t>
            </a:r>
          </a:p>
          <a:p>
            <a:r>
              <a:rPr lang="ko-KR" altLang="en-US" sz="1000">
                <a:latin typeface="+mn-ea"/>
              </a:rPr>
              <a:t>불량률이 높은 재료교체구간 로직 고도화를 진행 예정입니다</a:t>
            </a:r>
            <a:r>
              <a:rPr lang="en-US" altLang="ko-KR" sz="1000">
                <a:latin typeface="+mn-ea"/>
              </a:rPr>
              <a:t>.(‘26</a:t>
            </a:r>
            <a:r>
              <a:rPr lang="ko-KR" altLang="en-US" sz="1000">
                <a:latin typeface="+mn-ea"/>
              </a:rPr>
              <a:t>년 </a:t>
            </a:r>
            <a:r>
              <a:rPr lang="en-US" altLang="ko-KR" sz="1000">
                <a:latin typeface="+mn-ea"/>
              </a:rPr>
              <a:t>1</a:t>
            </a:r>
            <a:r>
              <a:rPr lang="ko-KR" altLang="en-US" sz="1000">
                <a:latin typeface="+mn-ea"/>
              </a:rPr>
              <a:t>월 검증</a:t>
            </a:r>
            <a:r>
              <a:rPr lang="en-US" altLang="ko-KR" sz="1000">
                <a:latin typeface="+mn-ea"/>
              </a:rPr>
              <a:t>)</a:t>
            </a:r>
          </a:p>
        </p:txBody>
      </p:sp>
      <p:sp>
        <p:nvSpPr>
          <p:cNvPr id="10" name="TextBox 24">
            <a:extLst>
              <a:ext uri="{FF2B5EF4-FFF2-40B4-BE49-F238E27FC236}">
                <a16:creationId xmlns:a16="http://schemas.microsoft.com/office/drawing/2014/main" id="{69004F27-E6DB-42A4-871C-962201D04A3C}"/>
              </a:ext>
            </a:extLst>
          </p:cNvPr>
          <p:cNvSpPr txBox="1"/>
          <p:nvPr/>
        </p:nvSpPr>
        <p:spPr>
          <a:xfrm>
            <a:off x="323047" y="3699196"/>
            <a:ext cx="9814900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ko-KR" altLang="en-US" sz="1000" b="1" kern="0">
                <a:latin typeface="+mj-ea"/>
                <a:cs typeface="Malgun Gothic Semilight"/>
              </a:rPr>
              <a:t>① 소형 파우치 </a:t>
            </a:r>
            <a:r>
              <a:rPr kumimoji="1" lang="en-US" altLang="ko-KR" sz="1000" b="1" kern="0">
                <a:latin typeface="+mj-ea"/>
                <a:cs typeface="Malgun Gothic Semilight"/>
              </a:rPr>
              <a:t>SUS CAN ZZS</a:t>
            </a:r>
            <a:r>
              <a:rPr kumimoji="1" lang="ko-KR" altLang="en-US" sz="1000" b="1" kern="0">
                <a:latin typeface="+mj-ea"/>
                <a:cs typeface="Malgun Gothic Semilight"/>
              </a:rPr>
              <a:t> 자동보정 고도화</a:t>
            </a:r>
            <a:r>
              <a:rPr kumimoji="1" lang="en-US" altLang="ko-KR" sz="1000" b="1" kern="0">
                <a:latin typeface="+mj-ea"/>
                <a:cs typeface="Malgun Gothic Semilight"/>
              </a:rPr>
              <a:t>(NJ)</a:t>
            </a:r>
          </a:p>
        </p:txBody>
      </p:sp>
      <p:sp>
        <p:nvSpPr>
          <p:cNvPr id="11" name="TextBox 18">
            <a:extLst>
              <a:ext uri="{FF2B5EF4-FFF2-40B4-BE49-F238E27FC236}">
                <a16:creationId xmlns:a16="http://schemas.microsoft.com/office/drawing/2014/main" id="{3274C080-3787-0A27-C67B-6746657330A6}"/>
              </a:ext>
            </a:extLst>
          </p:cNvPr>
          <p:cNvSpPr txBox="1"/>
          <p:nvPr/>
        </p:nvSpPr>
        <p:spPr>
          <a:xfrm>
            <a:off x="144417" y="5237717"/>
            <a:ext cx="9814900" cy="4001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kumimoji="1" lang="en-US" sz="1000" b="1" kern="0">
                <a:latin typeface="+mj-ea"/>
                <a:ea typeface="+mj-ea"/>
                <a:cs typeface="Malgun Gothic Semilight"/>
              </a:rPr>
              <a:t>3.</a:t>
            </a:r>
            <a:r>
              <a:rPr kumimoji="1" lang="ko-KR" altLang="en-US" sz="1000" b="1" kern="0">
                <a:latin typeface="+mj-ea"/>
                <a:ea typeface="+mj-ea"/>
                <a:cs typeface="Malgun Gothic Semilight"/>
              </a:rPr>
              <a:t> </a:t>
            </a:r>
            <a:r>
              <a:rPr kumimoji="1" lang="ko-KR" altLang="en-US" sz="1000" b="1">
                <a:latin typeface="Arial Narrow"/>
              </a:rPr>
              <a:t>신규 법인 자동보정 적용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    </a:t>
            </a:r>
          </a:p>
          <a:p>
            <a:pPr>
              <a:defRPr/>
            </a:pP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    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① 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HG 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롤프레스 자동보정 진행 현황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(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스트레스 런 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’26/03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 예정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) </a:t>
            </a:r>
            <a:r>
              <a:rPr kumimoji="1" lang="en-US" altLang="ko-KR" sz="700" kern="0">
                <a:solidFill>
                  <a:srgbClr val="006600"/>
                </a:solidFill>
                <a:latin typeface="+mj-ea"/>
                <a:ea typeface="+mj-ea"/>
                <a:cs typeface="Malgun Gothic Semilight"/>
              </a:rPr>
              <a:t>*25.12.16 </a:t>
            </a:r>
            <a:r>
              <a:rPr kumimoji="1" lang="ko-KR" altLang="en-US" sz="700" kern="0">
                <a:solidFill>
                  <a:srgbClr val="006600"/>
                </a:solidFill>
                <a:latin typeface="+mj-ea"/>
                <a:ea typeface="+mj-ea"/>
                <a:cs typeface="Malgun Gothic Semilight"/>
              </a:rPr>
              <a:t>확인 기준 기존 </a:t>
            </a:r>
            <a:r>
              <a:rPr kumimoji="1" lang="en-US" altLang="ko-KR" sz="700" kern="0">
                <a:solidFill>
                  <a:srgbClr val="006600"/>
                </a:solidFill>
                <a:latin typeface="+mj-ea"/>
                <a:ea typeface="+mj-ea"/>
                <a:cs typeface="Malgun Gothic Semilight"/>
              </a:rPr>
              <a:t>2</a:t>
            </a:r>
            <a:r>
              <a:rPr kumimoji="1" lang="ko-KR" altLang="en-US" sz="700" kern="0">
                <a:solidFill>
                  <a:srgbClr val="006600"/>
                </a:solidFill>
                <a:latin typeface="+mj-ea"/>
                <a:ea typeface="+mj-ea"/>
                <a:cs typeface="Malgun Gothic Semilight"/>
              </a:rPr>
              <a:t>월에서 </a:t>
            </a:r>
            <a:r>
              <a:rPr kumimoji="1" lang="en-US" altLang="ko-KR" sz="700" kern="0">
                <a:solidFill>
                  <a:srgbClr val="006600"/>
                </a:solidFill>
                <a:latin typeface="+mj-ea"/>
                <a:ea typeface="+mj-ea"/>
                <a:cs typeface="Malgun Gothic Semilight"/>
              </a:rPr>
              <a:t>3</a:t>
            </a:r>
            <a:r>
              <a:rPr kumimoji="1" lang="ko-KR" altLang="en-US" sz="700" kern="0">
                <a:solidFill>
                  <a:srgbClr val="006600"/>
                </a:solidFill>
                <a:latin typeface="+mj-ea"/>
                <a:ea typeface="+mj-ea"/>
                <a:cs typeface="Malgun Gothic Semilight"/>
              </a:rPr>
              <a:t>월로 변경되었음을 확인하였습니다</a:t>
            </a:r>
            <a:r>
              <a:rPr kumimoji="1" lang="en-US" altLang="ko-KR" sz="700" kern="0">
                <a:solidFill>
                  <a:srgbClr val="006600"/>
                </a:solidFill>
                <a:latin typeface="+mj-ea"/>
                <a:ea typeface="+mj-ea"/>
                <a:cs typeface="Malgun Gothic Semilight"/>
              </a:rPr>
              <a:t>.</a:t>
            </a:r>
            <a:endParaRPr kumimoji="1" lang="en-US" altLang="ko-KR" sz="1000" kern="0">
              <a:solidFill>
                <a:srgbClr val="006600"/>
              </a:solidFill>
              <a:latin typeface="+mj-ea"/>
              <a:ea typeface="+mj-ea"/>
              <a:cs typeface="Malgun Gothic Semilight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00712CB-B099-86DB-9D6F-E91A2DDF6AB5}"/>
              </a:ext>
            </a:extLst>
          </p:cNvPr>
          <p:cNvSpPr txBox="1"/>
          <p:nvPr/>
        </p:nvSpPr>
        <p:spPr>
          <a:xfrm>
            <a:off x="507829" y="5564259"/>
            <a:ext cx="7462833" cy="553998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>
              <a:defRPr/>
            </a:pPr>
            <a:r>
              <a:rPr lang="ko-KR" altLang="en-US" sz="1000"/>
              <a:t>원격 진행사항 </a:t>
            </a:r>
            <a:r>
              <a:rPr lang="en-US" altLang="ko-KR" sz="1000"/>
              <a:t>: ESHG </a:t>
            </a:r>
            <a:r>
              <a:rPr lang="ko-KR" altLang="en-US" sz="1000"/>
              <a:t>원격 </a:t>
            </a:r>
            <a:r>
              <a:rPr lang="en-US" altLang="ko-KR" sz="1000"/>
              <a:t>PLC </a:t>
            </a:r>
            <a:r>
              <a:rPr lang="ko-KR" altLang="en-US" sz="1000"/>
              <a:t>수정 가능하도록 시스템 설치 하였습니다 </a:t>
            </a:r>
            <a:r>
              <a:rPr lang="en-US" altLang="ko-KR" sz="1000"/>
              <a:t>(11/10 </a:t>
            </a:r>
            <a:r>
              <a:rPr lang="ko-KR" altLang="en-US" sz="1000"/>
              <a:t>롤프레스</a:t>
            </a:r>
            <a:r>
              <a:rPr lang="en-US" altLang="ko-KR" sz="1000"/>
              <a:t>)</a:t>
            </a:r>
            <a:br>
              <a:rPr lang="en-US" altLang="ko-KR" sz="1000"/>
            </a:br>
            <a:r>
              <a:rPr lang="ko-KR" altLang="en-US" sz="1000"/>
              <a:t>법인 측과 논의 하여</a:t>
            </a:r>
            <a:r>
              <a:rPr lang="en-US" altLang="ko-KR" sz="1000"/>
              <a:t>, </a:t>
            </a:r>
            <a:r>
              <a:rPr lang="ko-KR" altLang="en-US" sz="1000"/>
              <a:t>성능검증을 위해 원격 자동보정 테스트 진행 예정입니다</a:t>
            </a:r>
            <a:r>
              <a:rPr lang="en-US" altLang="ko-KR" sz="1000"/>
              <a:t>.(12</a:t>
            </a:r>
            <a:r>
              <a:rPr lang="ko-KR" altLang="en-US" sz="1000"/>
              <a:t>월 이내 완료 목표</a:t>
            </a:r>
            <a:r>
              <a:rPr lang="en-US" altLang="ko-KR" sz="1000"/>
              <a:t>)</a:t>
            </a:r>
          </a:p>
          <a:p>
            <a:pPr>
              <a:defRPr/>
            </a:pPr>
            <a:r>
              <a:rPr lang="ko-KR" altLang="en-US" sz="1000"/>
              <a:t>원격제어 </a:t>
            </a:r>
            <a:r>
              <a:rPr lang="en-US" altLang="ko-KR" sz="1000"/>
              <a:t>PC </a:t>
            </a:r>
            <a:r>
              <a:rPr lang="ko-KR" altLang="en-US" sz="1000"/>
              <a:t>연결 불가 이슈 관련 </a:t>
            </a:r>
            <a:r>
              <a:rPr lang="en-US" altLang="ko-KR" sz="1000"/>
              <a:t>: </a:t>
            </a:r>
            <a:r>
              <a:rPr lang="ko-KR" altLang="en-US" sz="1000"/>
              <a:t>법인 </a:t>
            </a:r>
            <a:r>
              <a:rPr lang="en-US" altLang="ko-KR" sz="1000"/>
              <a:t>PI </a:t>
            </a:r>
            <a:r>
              <a:rPr lang="ko-KR" altLang="en-US" sz="1000"/>
              <a:t>팀과 소통하여 공장 내 </a:t>
            </a:r>
            <a:r>
              <a:rPr lang="en-US" altLang="ko-KR" sz="1000"/>
              <a:t>FA </a:t>
            </a:r>
            <a:r>
              <a:rPr lang="ko-KR" altLang="en-US" sz="1000"/>
              <a:t>망 무선연결 이상 유무를 확인 중입니다</a:t>
            </a:r>
            <a:r>
              <a:rPr lang="en-US" altLang="ko-KR" sz="1000"/>
              <a:t>.(~12/19)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66A2E4A-B0EE-42EA-53F0-6C0F0FDC2111}"/>
              </a:ext>
            </a:extLst>
          </p:cNvPr>
          <p:cNvSpPr txBox="1"/>
          <p:nvPr/>
        </p:nvSpPr>
        <p:spPr>
          <a:xfrm>
            <a:off x="457872" y="4375842"/>
            <a:ext cx="8271089" cy="861774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r>
              <a:rPr lang="ko-KR" altLang="en-US" sz="1000"/>
              <a:t>최근에 애플의 결정으로 </a:t>
            </a:r>
            <a:r>
              <a:rPr lang="en-US" altLang="ko-KR" sz="1000"/>
              <a:t>X4163 </a:t>
            </a:r>
            <a:r>
              <a:rPr lang="ko-KR" altLang="en-US" sz="1000"/>
              <a:t>모델의 </a:t>
            </a:r>
            <a:r>
              <a:rPr lang="en-US" altLang="ko-KR" sz="1000"/>
              <a:t>Drop</a:t>
            </a:r>
            <a:r>
              <a:rPr lang="ko-KR" altLang="en-US" sz="1000"/>
              <a:t>이 결정되었습니다</a:t>
            </a:r>
            <a:r>
              <a:rPr lang="en-US" altLang="ko-KR" sz="1000"/>
              <a:t>. </a:t>
            </a:r>
          </a:p>
          <a:p>
            <a:r>
              <a:rPr lang="ko-KR" altLang="en-US" sz="1000"/>
              <a:t>그래서 계획된 차기 빌드 시 </a:t>
            </a:r>
            <a:r>
              <a:rPr lang="en-US" altLang="ko-KR" sz="1000"/>
              <a:t>EGL2 (Lead</a:t>
            </a:r>
            <a:r>
              <a:rPr lang="ko-KR" altLang="en-US" sz="1000"/>
              <a:t>社</a:t>
            </a:r>
            <a:r>
              <a:rPr lang="en-US" altLang="ko-KR" sz="1000"/>
              <a:t>) </a:t>
            </a:r>
            <a:r>
              <a:rPr lang="ko-KR" altLang="en-US" sz="1000"/>
              <a:t>라인의 가동여부가 아직 결정되지 않고 있습니다</a:t>
            </a:r>
            <a:r>
              <a:rPr lang="en-US" altLang="ko-KR" sz="1000"/>
              <a:t>. X4063</a:t>
            </a:r>
            <a:r>
              <a:rPr lang="ko-KR" altLang="en-US" sz="1000"/>
              <a:t>모델의 변경을 검토하고 있습니다</a:t>
            </a:r>
            <a:r>
              <a:rPr lang="en-US" altLang="ko-KR" sz="1000"/>
              <a:t>.</a:t>
            </a:r>
          </a:p>
          <a:p>
            <a:r>
              <a:rPr lang="en-US" altLang="ko-KR" sz="1000"/>
              <a:t>(Lead</a:t>
            </a:r>
            <a:r>
              <a:rPr lang="ko-KR" altLang="en-US" sz="1000"/>
              <a:t>社 설비는 </a:t>
            </a:r>
            <a:r>
              <a:rPr lang="en-US" altLang="ko-KR" sz="1000"/>
              <a:t>X4163 </a:t>
            </a:r>
            <a:r>
              <a:rPr lang="ko-KR" altLang="en-US" sz="1000"/>
              <a:t>모델 진행</a:t>
            </a:r>
            <a:r>
              <a:rPr lang="en-US" altLang="ko-KR" sz="1000"/>
              <a:t>, YS</a:t>
            </a:r>
            <a:r>
              <a:rPr lang="ko-KR" altLang="en-US" sz="1000"/>
              <a:t>社 설비는 </a:t>
            </a:r>
            <a:r>
              <a:rPr lang="en-US" altLang="ko-KR" sz="1000"/>
              <a:t>X4063 </a:t>
            </a:r>
            <a:r>
              <a:rPr lang="ko-KR" altLang="en-US" sz="1000"/>
              <a:t>모델 진행 했었습니다</a:t>
            </a:r>
            <a:r>
              <a:rPr lang="en-US" altLang="ko-KR" sz="1000"/>
              <a:t>.)</a:t>
            </a:r>
          </a:p>
          <a:p>
            <a:r>
              <a:rPr lang="en-US" sz="1000"/>
              <a:t>YS</a:t>
            </a:r>
            <a:r>
              <a:rPr lang="ko-KR" altLang="en-US" sz="1000"/>
              <a:t>社 설비 </a:t>
            </a:r>
            <a:r>
              <a:rPr lang="en-US" altLang="ko-KR" sz="1000"/>
              <a:t>Tab Neck </a:t>
            </a:r>
            <a:r>
              <a:rPr lang="ko-KR" altLang="en-US" sz="1000"/>
              <a:t> 불량 분석 시</a:t>
            </a:r>
            <a:r>
              <a:rPr lang="en-US" altLang="ko-KR" sz="1000"/>
              <a:t>(2</a:t>
            </a:r>
            <a:r>
              <a:rPr lang="ko-KR" altLang="en-US" sz="1000"/>
              <a:t>주 기간</a:t>
            </a:r>
            <a:r>
              <a:rPr lang="en-US" altLang="ko-KR" sz="1000"/>
              <a:t>)</a:t>
            </a:r>
            <a:r>
              <a:rPr lang="en-US" sz="1000"/>
              <a:t>, </a:t>
            </a:r>
            <a:r>
              <a:rPr lang="ko-KR" altLang="en-US" sz="1000"/>
              <a:t>전체 </a:t>
            </a:r>
            <a:r>
              <a:rPr lang="en-US" altLang="ko-KR" sz="1000"/>
              <a:t>0.95% </a:t>
            </a:r>
            <a:r>
              <a:rPr lang="ko-KR" altLang="en-US" sz="1000"/>
              <a:t>중 재료교체 불량률 </a:t>
            </a:r>
            <a:r>
              <a:rPr lang="en-US" altLang="ko-KR" sz="1000"/>
              <a:t>0.28%, </a:t>
            </a:r>
            <a:r>
              <a:rPr lang="ko-KR" altLang="en-US" sz="1000"/>
              <a:t>등속구간 </a:t>
            </a:r>
            <a:r>
              <a:rPr lang="en-US" altLang="ko-KR" sz="1000"/>
              <a:t>0.67%</a:t>
            </a:r>
            <a:r>
              <a:rPr lang="ko-KR" altLang="en-US" sz="1000"/>
              <a:t>로 확인했습니다</a:t>
            </a:r>
            <a:r>
              <a:rPr lang="en-US" altLang="ko-KR" sz="1000"/>
              <a:t>.</a:t>
            </a:r>
          </a:p>
          <a:p>
            <a:r>
              <a:rPr lang="ko-KR" altLang="en-US" sz="1000"/>
              <a:t>불량이 높은 등속구간 우선순위로  분석 진행 중입니다</a:t>
            </a:r>
            <a:r>
              <a:rPr lang="en-US" altLang="ko-KR" sz="1000"/>
              <a:t>.(~12/19)</a:t>
            </a:r>
            <a:endParaRPr lang="en-US" sz="1000"/>
          </a:p>
        </p:txBody>
      </p:sp>
      <p:sp>
        <p:nvSpPr>
          <p:cNvPr id="18" name="TextBox 18">
            <a:extLst>
              <a:ext uri="{FF2B5EF4-FFF2-40B4-BE49-F238E27FC236}">
                <a16:creationId xmlns:a16="http://schemas.microsoft.com/office/drawing/2014/main" id="{FA5B1F63-17C0-4730-91BE-1A7B79249914}"/>
              </a:ext>
            </a:extLst>
          </p:cNvPr>
          <p:cNvSpPr txBox="1"/>
          <p:nvPr/>
        </p:nvSpPr>
        <p:spPr>
          <a:xfrm>
            <a:off x="144417" y="6068815"/>
            <a:ext cx="9814900" cy="553998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    ② 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HG DNC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 자동보정 진행 현황</a:t>
            </a:r>
            <a:endParaRPr kumimoji="1" lang="en-US" altLang="ko-KR" sz="1000" kern="0">
              <a:latin typeface="+mj-ea"/>
              <a:ea typeface="+mj-ea"/>
              <a:cs typeface="Malgun Gothic Semilight"/>
            </a:endParaRPr>
          </a:p>
          <a:p>
            <a:pPr>
              <a:defRPr/>
            </a:pP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          Trial Run ‘26/01, Stress Run ‘26/03 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예정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, 12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월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5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일부터 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DNC 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공정 가동으로 원격지원 모니터링 예정</a:t>
            </a:r>
            <a:br>
              <a:rPr kumimoji="1" lang="en-US" altLang="ko-KR" sz="1000" kern="0">
                <a:latin typeface="+mj-ea"/>
                <a:ea typeface="+mj-ea"/>
                <a:cs typeface="Malgun Gothic Semilight"/>
              </a:rPr>
            </a:b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          ’25/12 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中 법인과 일정 협의하여 설비 안정화 후 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X,Y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축 등속구간 자동보정 </a:t>
            </a:r>
            <a:r>
              <a:rPr kumimoji="1" lang="ko-KR" altLang="en-US" sz="1000" kern="0" err="1">
                <a:latin typeface="+mj-ea"/>
                <a:ea typeface="+mj-ea"/>
                <a:cs typeface="Malgun Gothic Semilight"/>
              </a:rPr>
              <a:t>재검증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 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및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 X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축 </a:t>
            </a:r>
            <a:r>
              <a:rPr kumimoji="1" lang="ko-KR" altLang="en-US" sz="1000" kern="0" err="1">
                <a:latin typeface="+mj-ea"/>
                <a:ea typeface="+mj-ea"/>
                <a:cs typeface="Malgun Gothic Semilight"/>
              </a:rPr>
              <a:t>가감속구간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 고도화 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Logic 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반영 및 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test 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예정입니다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. (</a:t>
            </a:r>
            <a:r>
              <a:rPr kumimoji="1" lang="en-US" altLang="ko-KR" sz="1000" kern="0" err="1">
                <a:latin typeface="+mj-ea"/>
                <a:ea typeface="+mj-ea"/>
                <a:cs typeface="Malgun Gothic Semilight"/>
              </a:rPr>
              <a:t>w.AZS</a:t>
            </a:r>
            <a:r>
              <a:rPr kumimoji="1" lang="ko-KR" altLang="en-US" sz="1000" kern="0">
                <a:latin typeface="+mj-ea"/>
                <a:ea typeface="+mj-ea"/>
                <a:cs typeface="Malgun Gothic Semilight"/>
              </a:rPr>
              <a:t>공정기술팀</a:t>
            </a:r>
            <a:r>
              <a:rPr kumimoji="1" lang="en-US" altLang="ko-KR" sz="1000" kern="0">
                <a:latin typeface="+mj-ea"/>
                <a:ea typeface="+mj-ea"/>
                <a:cs typeface="Malgun Gothic Semilight"/>
              </a:rPr>
              <a:t>)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7DB081E0-BDF1-0743-750B-968E1E0A84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4574088"/>
              </p:ext>
            </p:extLst>
          </p:nvPr>
        </p:nvGraphicFramePr>
        <p:xfrm>
          <a:off x="2027170" y="1664737"/>
          <a:ext cx="5851660" cy="965223"/>
        </p:xfrm>
        <a:graphic>
          <a:graphicData uri="http://schemas.openxmlformats.org/drawingml/2006/table">
            <a:tbl>
              <a:tblPr/>
              <a:tblGrid>
                <a:gridCol w="1444943">
                  <a:extLst>
                    <a:ext uri="{9D8B030D-6E8A-4147-A177-3AD203B41FA5}">
                      <a16:colId xmlns:a16="http://schemas.microsoft.com/office/drawing/2014/main" val="1676499113"/>
                    </a:ext>
                  </a:extLst>
                </a:gridCol>
                <a:gridCol w="1444943">
                  <a:extLst>
                    <a:ext uri="{9D8B030D-6E8A-4147-A177-3AD203B41FA5}">
                      <a16:colId xmlns:a16="http://schemas.microsoft.com/office/drawing/2014/main" val="1953272699"/>
                    </a:ext>
                  </a:extLst>
                </a:gridCol>
                <a:gridCol w="1480887">
                  <a:extLst>
                    <a:ext uri="{9D8B030D-6E8A-4147-A177-3AD203B41FA5}">
                      <a16:colId xmlns:a16="http://schemas.microsoft.com/office/drawing/2014/main" val="951379278"/>
                    </a:ext>
                  </a:extLst>
                </a:gridCol>
                <a:gridCol w="1480887">
                  <a:extLst>
                    <a:ext uri="{9D8B030D-6E8A-4147-A177-3AD203B41FA5}">
                      <a16:colId xmlns:a16="http://schemas.microsoft.com/office/drawing/2014/main" val="2520610132"/>
                    </a:ext>
                  </a:extLst>
                </a:gridCol>
              </a:tblGrid>
              <a:tr h="269083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88852" marR="88852" marT="44426" marB="44426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(16000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tab)</a:t>
                      </a:r>
                    </a:p>
                  </a:txBody>
                  <a:tcPr marL="9018" marR="9018" marT="90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(2500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tab)</a:t>
                      </a:r>
                    </a:p>
                  </a:txBody>
                  <a:tcPr marL="9018" marR="9018" marT="90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4399693"/>
                  </a:ext>
                </a:extLst>
              </a:tr>
              <a:tr h="174035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Tab Side Left</a:t>
                      </a:r>
                    </a:p>
                  </a:txBody>
                  <a:tcPr marL="88852" marR="88852" marT="44426" marB="44426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Cpk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018" marR="9018" marT="90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0.79 </a:t>
                      </a:r>
                    </a:p>
                  </a:txBody>
                  <a:tcPr marL="9018" marR="9018" marT="90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2.13 (↑1.34)</a:t>
                      </a:r>
                    </a:p>
                  </a:txBody>
                  <a:tcPr marL="9018" marR="9018" marT="90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5715651"/>
                  </a:ext>
                </a:extLst>
              </a:tr>
              <a:tr h="1740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불량률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(%)</a:t>
                      </a:r>
                    </a:p>
                  </a:txBody>
                  <a:tcPr marL="9018" marR="9018" marT="90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3.07 </a:t>
                      </a:r>
                    </a:p>
                  </a:txBody>
                  <a:tcPr marL="9018" marR="9018" marT="90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0.36 (↓2.71)</a:t>
                      </a:r>
                    </a:p>
                  </a:txBody>
                  <a:tcPr marL="9018" marR="9018" marT="90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841356"/>
                  </a:ext>
                </a:extLst>
              </a:tr>
              <a:tr h="174035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Tab Side Right</a:t>
                      </a:r>
                    </a:p>
                  </a:txBody>
                  <a:tcPr marL="88852" marR="88852" marT="44426" marB="44426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Cpk</a:t>
                      </a:r>
                    </a:p>
                  </a:txBody>
                  <a:tcPr marL="9018" marR="9018" marT="90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0.76 </a:t>
                      </a:r>
                    </a:p>
                  </a:txBody>
                  <a:tcPr marL="9018" marR="9018" marT="90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2.05 (↑1.29)</a:t>
                      </a:r>
                    </a:p>
                  </a:txBody>
                  <a:tcPr marL="9018" marR="9018" marT="90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2351499"/>
                  </a:ext>
                </a:extLst>
              </a:tr>
              <a:tr h="1740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불량률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(%)</a:t>
                      </a:r>
                    </a:p>
                  </a:txBody>
                  <a:tcPr marL="9018" marR="9018" marT="90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3.83 </a:t>
                      </a:r>
                    </a:p>
                  </a:txBody>
                  <a:tcPr marL="9018" marR="9018" marT="90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1.51 (↓2.32)</a:t>
                      </a:r>
                    </a:p>
                  </a:txBody>
                  <a:tcPr marL="9018" marR="9018" marT="90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929104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5786264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C212F8-8603-1C0E-5B14-BD33872DCF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제목 1">
            <a:extLst>
              <a:ext uri="{FF2B5EF4-FFF2-40B4-BE49-F238E27FC236}">
                <a16:creationId xmlns:a16="http://schemas.microsoft.com/office/drawing/2014/main" id="{116BADB3-39D0-90FA-8C8F-766864D32904}"/>
              </a:ext>
            </a:extLst>
          </p:cNvPr>
          <p:cNvSpPr txBox="1">
            <a:spLocks/>
          </p:cNvSpPr>
          <p:nvPr/>
        </p:nvSpPr>
        <p:spPr>
          <a:xfrm>
            <a:off x="124961" y="27246"/>
            <a:ext cx="2278188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solidFill>
                  <a:schemeClr val="tx1"/>
                </a:solidFill>
                <a:cs typeface="Malgun Gothic Semilight"/>
              </a:rPr>
              <a:t>4.RSND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cs typeface="Malgun Gothic Semilight"/>
              </a:rPr>
              <a:t>자동보정팀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cs typeface="Malgun Gothic Semilight"/>
              </a:rPr>
              <a:t>(2/2)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cs typeface="Malgun Gothic Semilight"/>
            </a:endParaRPr>
          </a:p>
        </p:txBody>
      </p:sp>
      <p:sp>
        <p:nvSpPr>
          <p:cNvPr id="13" name="실행 단추: 홈으로 이동 1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288A02FF-70B5-F899-BFF9-BECCD2D85C6A}"/>
              </a:ext>
            </a:extLst>
          </p:cNvPr>
          <p:cNvSpPr/>
          <p:nvPr/>
        </p:nvSpPr>
        <p:spPr>
          <a:xfrm>
            <a:off x="9513455" y="132021"/>
            <a:ext cx="292852" cy="292852"/>
          </a:xfrm>
          <a:prstGeom prst="actionButtonHo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" name="TextBox 18">
            <a:extLst>
              <a:ext uri="{FF2B5EF4-FFF2-40B4-BE49-F238E27FC236}">
                <a16:creationId xmlns:a16="http://schemas.microsoft.com/office/drawing/2014/main" id="{5FFE56CF-CC3C-4CB8-AE23-4CE66F4223A6}"/>
              </a:ext>
            </a:extLst>
          </p:cNvPr>
          <p:cNvSpPr txBox="1"/>
          <p:nvPr/>
        </p:nvSpPr>
        <p:spPr>
          <a:xfrm>
            <a:off x="124961" y="408960"/>
            <a:ext cx="9814900" cy="209288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kumimoji="1" lang="en-US" sz="1000" b="1" kern="0">
                <a:latin typeface="Arial Narrow"/>
                <a:ea typeface="LG스마트체 Regular"/>
                <a:cs typeface="Malgun Gothic Semilight"/>
              </a:rPr>
              <a:t>4.</a:t>
            </a:r>
            <a:r>
              <a:rPr kumimoji="1" lang="ko-KR" altLang="en-US" sz="1000" b="1" kern="0">
                <a:latin typeface="Arial Narrow"/>
                <a:ea typeface="LG스마트체 Regular"/>
                <a:cs typeface="Malgun Gothic Semilight"/>
              </a:rPr>
              <a:t> 자동보정 </a:t>
            </a:r>
            <a:r>
              <a:rPr kumimoji="1" lang="en-US" altLang="ko-KR" sz="1000" b="1" kern="0">
                <a:latin typeface="Arial Narrow"/>
                <a:ea typeface="LG스마트체 Regular"/>
                <a:cs typeface="Malgun Gothic Semilight"/>
              </a:rPr>
              <a:t>Pilot Line </a:t>
            </a:r>
            <a:r>
              <a:rPr kumimoji="1" lang="ko-KR" altLang="en-US" sz="1000" b="1" kern="0">
                <a:latin typeface="Arial Narrow"/>
                <a:ea typeface="LG스마트체 Regular"/>
                <a:cs typeface="Malgun Gothic Semilight"/>
              </a:rPr>
              <a:t>대응</a:t>
            </a:r>
            <a:endParaRPr kumimoji="1" lang="en-US" altLang="ko-KR" sz="1000" b="1" kern="0">
              <a:latin typeface="Arial Narrow"/>
              <a:ea typeface="LG스마트체 Regular"/>
              <a:cs typeface="Malgun Gothic Semilight"/>
            </a:endParaRPr>
          </a:p>
          <a:p>
            <a:pPr>
              <a:defRPr/>
            </a:pPr>
            <a:r>
              <a:rPr kumimoji="1" lang="en-US" altLang="ko-KR" sz="1000" b="1" kern="0">
                <a:latin typeface="Arial Narrow"/>
                <a:ea typeface="LG스마트체 Regular"/>
                <a:cs typeface="Malgun Gothic Semilight"/>
              </a:rPr>
              <a:t>   </a:t>
            </a:r>
            <a:r>
              <a:rPr kumimoji="1" lang="ko-KR" altLang="en-US" sz="1000" b="1" kern="0">
                <a:latin typeface="Arial Narrow"/>
                <a:ea typeface="LG스마트체 Regular"/>
                <a:cs typeface="Malgun Gothic Semilight"/>
              </a:rPr>
              <a:t>① </a:t>
            </a:r>
            <a:r>
              <a:rPr kumimoji="1" lang="ko-KR" altLang="en-US" sz="1000" b="1" kern="0" err="1">
                <a:latin typeface="Arial Narrow"/>
                <a:ea typeface="LG스마트체 Regular"/>
                <a:cs typeface="Malgun Gothic Semilight"/>
              </a:rPr>
              <a:t>마더라인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    </a:t>
            </a:r>
            <a:endParaRPr lang="en-US" altLang="ko-KR" sz="1000" kern="0">
              <a:latin typeface="Arial Narrow"/>
              <a:ea typeface="LG스마트체 Regular"/>
              <a:cs typeface="Malgun Gothic Semilight"/>
            </a:endParaRPr>
          </a:p>
          <a:p>
            <a:pPr>
              <a:defRPr/>
            </a:pP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   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   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-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 롤프레스</a:t>
            </a:r>
            <a:endParaRPr kumimoji="1" lang="en-US" altLang="ko-KR" sz="1000" kern="0">
              <a:latin typeface="Arial Narrow"/>
              <a:ea typeface="LG스마트체 Regular"/>
              <a:cs typeface="Malgun Gothic Semilight"/>
            </a:endParaRPr>
          </a:p>
          <a:p>
            <a:pPr lvl="0"/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           : </a:t>
            </a:r>
            <a:r>
              <a:rPr lang="ko-KR" altLang="en-US" sz="1000" err="1">
                <a:latin typeface="Arial Narrow"/>
                <a:ea typeface="LG스마트체 Regular"/>
              </a:rPr>
              <a:t>마더라인</a:t>
            </a:r>
            <a:r>
              <a:rPr lang="ko-KR" altLang="en-US" sz="1000">
                <a:latin typeface="Arial Narrow"/>
                <a:ea typeface="LG스마트체 Regular"/>
              </a:rPr>
              <a:t> 양극 1호기 APC 검증 완료했습니다.(8/28)</a:t>
            </a:r>
          </a:p>
          <a:p>
            <a:r>
              <a:rPr lang="en-US" altLang="ko-KR" sz="1000">
                <a:latin typeface="Arial Narrow"/>
                <a:ea typeface="LG스마트체 Regular"/>
              </a:rPr>
              <a:t>             </a:t>
            </a:r>
            <a:r>
              <a:rPr lang="ko-KR" altLang="ko-KR" sz="1000">
                <a:latin typeface="Arial Narrow"/>
                <a:ea typeface="LG스마트체 Regular"/>
              </a:rPr>
              <a:t>음극 </a:t>
            </a:r>
            <a:r>
              <a:rPr lang="ko-KR" altLang="ko-KR" sz="1000" err="1">
                <a:latin typeface="Arial Narrow"/>
                <a:ea typeface="LG스마트체 Regular"/>
              </a:rPr>
              <a:t>설비사</a:t>
            </a:r>
            <a:r>
              <a:rPr lang="en-US" altLang="ko-KR" sz="1000">
                <a:latin typeface="Arial Narrow"/>
                <a:ea typeface="LG스마트체 Regular"/>
              </a:rPr>
              <a:t>(PNT)</a:t>
            </a:r>
            <a:r>
              <a:rPr lang="ko-KR" altLang="ko-KR" sz="1000">
                <a:latin typeface="Arial Narrow"/>
                <a:ea typeface="LG스마트체 Regular"/>
              </a:rPr>
              <a:t> </a:t>
            </a:r>
            <a:r>
              <a:rPr lang="en-US" altLang="ko-KR" sz="1000">
                <a:latin typeface="Arial Narrow"/>
                <a:ea typeface="LG스마트체 Regular"/>
              </a:rPr>
              <a:t>1차롤 GAP </a:t>
            </a:r>
            <a:r>
              <a:rPr lang="en-US" altLang="ko-KR" sz="1000" err="1">
                <a:latin typeface="Arial Narrow"/>
                <a:ea typeface="LG스마트체 Regular"/>
              </a:rPr>
              <a:t>제어</a:t>
            </a:r>
            <a:r>
              <a:rPr lang="en-US" altLang="ko-KR" sz="1000"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latin typeface="Arial Narrow"/>
                <a:ea typeface="LG스마트체 Regular"/>
              </a:rPr>
              <a:t>관련</a:t>
            </a:r>
            <a:r>
              <a:rPr lang="en-US" altLang="ko-KR" sz="1000">
                <a:latin typeface="Arial Narrow"/>
                <a:ea typeface="LG스마트체 Regular"/>
              </a:rPr>
              <a:t> PLC </a:t>
            </a:r>
            <a:r>
              <a:rPr lang="en-US" altLang="ko-KR" sz="1000" err="1">
                <a:latin typeface="Arial Narrow"/>
                <a:ea typeface="LG스마트체 Regular"/>
              </a:rPr>
              <a:t>프로그램</a:t>
            </a:r>
            <a:r>
              <a:rPr lang="en-US" altLang="ko-KR" sz="1000"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latin typeface="Arial Narrow"/>
                <a:ea typeface="LG스마트체 Regular"/>
              </a:rPr>
              <a:t>누락으로</a:t>
            </a:r>
            <a:r>
              <a:rPr lang="en-US" altLang="ko-KR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해당사항 적용 완료이후로 검증일정 연기됐습니다.</a:t>
            </a:r>
            <a:r>
              <a:rPr lang="en-US" altLang="ko-KR" sz="1000">
                <a:latin typeface="Arial Narrow"/>
                <a:ea typeface="LG스마트체 Regular"/>
              </a:rPr>
              <a:t>(9/16~9/18▶12</a:t>
            </a:r>
            <a:r>
              <a:rPr lang="ko-KR" altLang="en-US" sz="1000">
                <a:latin typeface="Arial Narrow"/>
                <a:ea typeface="LG스마트체 Regular"/>
              </a:rPr>
              <a:t>월</a:t>
            </a:r>
            <a:r>
              <a:rPr lang="en-US" altLang="ko-KR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중순</a:t>
            </a:r>
            <a:r>
              <a:rPr lang="en-US" altLang="ko-KR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협의중</a:t>
            </a:r>
            <a:r>
              <a:rPr lang="en-US" altLang="ko-KR" sz="1000">
                <a:latin typeface="Arial Narrow"/>
                <a:ea typeface="LG스마트체 Regular"/>
              </a:rPr>
              <a:t>)</a:t>
            </a:r>
            <a:r>
              <a:rPr lang="ko-KR" altLang="en-US" sz="1000">
                <a:latin typeface="Arial Narrow"/>
                <a:ea typeface="LG스마트체 Regular"/>
              </a:rPr>
              <a:t>→검증 완료했습니다.(</a:t>
            </a:r>
            <a:r>
              <a:rPr lang="en-US" altLang="ko-KR" sz="1000">
                <a:latin typeface="Arial Narrow"/>
                <a:ea typeface="LG스마트체 Regular"/>
              </a:rPr>
              <a:t>10/21)</a:t>
            </a:r>
          </a:p>
          <a:p>
            <a:r>
              <a:rPr lang="en-US" altLang="ko-KR" sz="1000">
                <a:latin typeface="Arial Narrow"/>
                <a:ea typeface="LG스마트체 Regular"/>
              </a:rPr>
              <a:t>             </a:t>
            </a:r>
            <a:r>
              <a:rPr lang="ko-KR" altLang="en-US" sz="1000" err="1">
                <a:latin typeface="Arial Narrow"/>
                <a:ea typeface="LG스마트체 Regular"/>
                <a:cs typeface="Malgun Gothic Semilight"/>
              </a:rPr>
              <a:t>마더라인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 롤프레스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음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,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양극 </a:t>
            </a:r>
            <a:r>
              <a:rPr lang="en-US" sz="1000">
                <a:latin typeface="Arial Narrow"/>
                <a:ea typeface="LG스마트체 Regular"/>
                <a:cs typeface="Malgun Gothic Semilight"/>
              </a:rPr>
              <a:t>2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호기 </a:t>
            </a:r>
            <a:r>
              <a:rPr lang="en-US" sz="1000">
                <a:latin typeface="Arial Narrow"/>
                <a:ea typeface="LG스마트체 Regular"/>
                <a:cs typeface="Malgun Gothic Semilight"/>
              </a:rPr>
              <a:t>APC 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자동보정 적용 및 기능 검증 완료했습니다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.(11/28)</a:t>
            </a:r>
            <a:endParaRPr lang="ko-KR" altLang="en-US" sz="1000">
              <a:latin typeface="Arial Narrow"/>
              <a:ea typeface="LG스마트체 Regular"/>
              <a:cs typeface="Malgun Gothic Semilight"/>
            </a:endParaRPr>
          </a:p>
          <a:p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 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      -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ko-KR" altLang="en-US" sz="1000" kern="0" err="1">
                <a:latin typeface="Arial Narrow"/>
                <a:ea typeface="LG스마트체 Regular"/>
                <a:cs typeface="Malgun Gothic Semilight"/>
              </a:rPr>
              <a:t>노칭</a:t>
            </a:r>
            <a:endParaRPr lang="en-US" altLang="ko-KR" sz="1000" kern="0">
              <a:latin typeface="Arial Narrow"/>
              <a:ea typeface="LG스마트체 Regular"/>
              <a:cs typeface="Malgun Gothic Semilight"/>
            </a:endParaRPr>
          </a:p>
          <a:p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            : </a:t>
            </a:r>
            <a:r>
              <a:rPr kumimoji="1" lang="ko-KR" altLang="en-US" sz="1000" kern="0" err="1">
                <a:latin typeface="Arial Narrow"/>
                <a:ea typeface="LG스마트체 Regular"/>
                <a:cs typeface="Malgun Gothic Semilight"/>
              </a:rPr>
              <a:t>마더라인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 음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/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양극 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APC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및 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PLC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자동보정 로직 적용 완료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(10/17),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기능 및 성능 검증은 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1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월 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26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일부터 가능</a:t>
            </a:r>
            <a:endParaRPr lang="en-US" altLang="ko-KR" sz="1000" kern="0">
              <a:latin typeface="Arial Narrow"/>
              <a:ea typeface="LG스마트체 Regular"/>
              <a:cs typeface="Malgun Gothic Semilight"/>
            </a:endParaRPr>
          </a:p>
          <a:p>
            <a:r>
              <a:rPr lang="en-US" altLang="ko-KR" sz="1000">
                <a:latin typeface="Arial Narrow"/>
                <a:ea typeface="LG스마트체 Regular"/>
              </a:rPr>
              <a:t>    </a:t>
            </a:r>
            <a:r>
              <a:rPr lang="ko-KR" altLang="en-US" sz="1000">
                <a:latin typeface="Arial Narrow"/>
                <a:ea typeface="LG스마트체 Regular"/>
              </a:rPr>
              <a:t>② </a:t>
            </a:r>
            <a:r>
              <a:rPr lang="ko-KR" altLang="en-US" sz="1000" err="1">
                <a:latin typeface="Arial Narrow"/>
                <a:ea typeface="LG스마트체 Regular"/>
              </a:rPr>
              <a:t>전고체</a:t>
            </a:r>
            <a:r>
              <a:rPr lang="ko-KR" altLang="en-US" sz="1000">
                <a:latin typeface="Arial Narrow"/>
                <a:ea typeface="LG스마트체 Regular"/>
              </a:rPr>
              <a:t> 라인</a:t>
            </a:r>
            <a:endParaRPr lang="en-US" altLang="ko-KR" sz="1000">
              <a:latin typeface="Arial Narrow"/>
              <a:ea typeface="LG스마트체 Regular"/>
            </a:endParaRPr>
          </a:p>
          <a:p>
            <a:r>
              <a:rPr lang="en-US" altLang="ko-KR" sz="1000">
                <a:latin typeface="Arial Narrow"/>
                <a:ea typeface="LG스마트체 Regular"/>
              </a:rPr>
              <a:t>         - </a:t>
            </a:r>
            <a:r>
              <a:rPr lang="ko-KR" altLang="en-US" sz="1000">
                <a:latin typeface="Arial Narrow"/>
                <a:ea typeface="LG스마트체 Regular"/>
              </a:rPr>
              <a:t>롤프레스</a:t>
            </a:r>
            <a:endParaRPr lang="en-US" altLang="ko-KR" sz="1000">
              <a:latin typeface="Arial Narrow"/>
              <a:ea typeface="LG스마트체 Regular"/>
            </a:endParaRPr>
          </a:p>
          <a:p>
            <a:r>
              <a:rPr lang="en-US" altLang="ko-KR" sz="1000">
                <a:latin typeface="Arial Narrow"/>
                <a:ea typeface="LG스마트체 Regular"/>
              </a:rPr>
              <a:t>               : 1</a:t>
            </a:r>
            <a:r>
              <a:rPr lang="ko-KR" altLang="en-US" sz="1000">
                <a:latin typeface="Arial Narrow"/>
                <a:ea typeface="LG스마트체 Regular"/>
              </a:rPr>
              <a:t>라인 양극</a:t>
            </a:r>
            <a:r>
              <a:rPr lang="en-US" altLang="ko-KR" sz="1000">
                <a:latin typeface="Arial Narrow"/>
                <a:ea typeface="LG스마트체 Regular"/>
              </a:rPr>
              <a:t>1</a:t>
            </a:r>
            <a:r>
              <a:rPr lang="ko-KR" altLang="en-US" sz="1000">
                <a:latin typeface="Arial Narrow"/>
                <a:ea typeface="LG스마트체 Regular"/>
              </a:rPr>
              <a:t>대만 입고</a:t>
            </a:r>
            <a:r>
              <a:rPr lang="en-US" altLang="ko-KR" sz="1000">
                <a:latin typeface="Arial Narrow"/>
                <a:ea typeface="LG스마트체 Regular"/>
              </a:rPr>
              <a:t>, </a:t>
            </a:r>
            <a:r>
              <a:rPr lang="ko-KR" altLang="en-US" sz="1000">
                <a:latin typeface="Arial Narrow"/>
                <a:ea typeface="LG스마트체 Regular"/>
              </a:rPr>
              <a:t>신규 설비社</a:t>
            </a:r>
            <a:r>
              <a:rPr lang="en-US" altLang="ko-KR" sz="1000">
                <a:latin typeface="Arial Narrow"/>
                <a:ea typeface="LG스마트체 Regular"/>
              </a:rPr>
              <a:t>(</a:t>
            </a:r>
            <a:r>
              <a:rPr lang="ko-KR" altLang="en-US" sz="1000">
                <a:latin typeface="Arial Narrow"/>
                <a:ea typeface="LG스마트체 Regular"/>
              </a:rPr>
              <a:t>한화 모멘텀</a:t>
            </a:r>
            <a:r>
              <a:rPr lang="en-US" altLang="ko-KR" sz="1000">
                <a:latin typeface="Arial Narrow"/>
                <a:ea typeface="LG스마트체 Regular"/>
              </a:rPr>
              <a:t>)</a:t>
            </a:r>
            <a:r>
              <a:rPr lang="ko-KR" altLang="en-US" sz="1000">
                <a:latin typeface="Arial Narrow"/>
                <a:ea typeface="LG스마트체 Regular"/>
              </a:rPr>
              <a:t>로 자동보정 기준정보 표준화를 위한 </a:t>
            </a:r>
            <a:r>
              <a:rPr lang="en-US" altLang="ko-KR" sz="1000">
                <a:latin typeface="Arial Narrow"/>
                <a:ea typeface="LG스마트체 Regular"/>
              </a:rPr>
              <a:t>PLC </a:t>
            </a:r>
            <a:r>
              <a:rPr lang="ko-KR" altLang="en-US" sz="1000">
                <a:latin typeface="Arial Narrow"/>
                <a:ea typeface="LG스마트체 Regular"/>
              </a:rPr>
              <a:t>분석 완료</a:t>
            </a:r>
            <a:r>
              <a:rPr lang="en-US" altLang="ko-KR" sz="1000">
                <a:latin typeface="Arial Narrow"/>
                <a:ea typeface="LG스마트체 Regular"/>
              </a:rPr>
              <a:t>(11/11), </a:t>
            </a:r>
            <a:r>
              <a:rPr lang="ko-KR" altLang="en-US" sz="1000">
                <a:latin typeface="Arial Narrow"/>
                <a:ea typeface="LG스마트체 Regular"/>
              </a:rPr>
              <a:t>현장 내방 후 제어 담당자 통해 설비 데이터 정합성, </a:t>
            </a:r>
            <a:r>
              <a:rPr lang="ko-KR" altLang="en-US" sz="1000" err="1">
                <a:latin typeface="Arial Narrow"/>
                <a:ea typeface="LG스마트체 Regular"/>
              </a:rPr>
              <a:t>출력단</a:t>
            </a:r>
            <a:r>
              <a:rPr lang="ko-KR" altLang="en-US" sz="1000">
                <a:latin typeface="Arial Narrow"/>
                <a:ea typeface="LG스마트체 Regular"/>
              </a:rPr>
              <a:t> 등 확인 후</a:t>
            </a:r>
            <a:br>
              <a:rPr lang="en-US" altLang="ko-KR" sz="1000">
                <a:latin typeface="Arial Narrow"/>
                <a:ea typeface="LG스마트체 Regular"/>
              </a:rPr>
            </a:br>
            <a:r>
              <a:rPr lang="en-US" altLang="ko-KR" sz="1000">
                <a:latin typeface="Arial Narrow"/>
                <a:ea typeface="LG스마트체 Regular"/>
              </a:rPr>
              <a:t>                 </a:t>
            </a:r>
            <a:r>
              <a:rPr lang="en-US" altLang="ko-KR" sz="1000">
                <a:solidFill>
                  <a:srgbClr val="0000FF"/>
                </a:solidFill>
              </a:rPr>
              <a:t>12</a:t>
            </a:r>
            <a:r>
              <a:rPr lang="ko-KR" altLang="en-US" sz="1000">
                <a:solidFill>
                  <a:srgbClr val="0000FF"/>
                </a:solidFill>
              </a:rPr>
              <a:t>월 </a:t>
            </a:r>
            <a:r>
              <a:rPr lang="en-US" altLang="ko-KR" sz="1000">
                <a:solidFill>
                  <a:srgbClr val="0000FF"/>
                </a:solidFill>
              </a:rPr>
              <a:t>3,4</a:t>
            </a:r>
            <a:r>
              <a:rPr lang="ko-KR" altLang="en-US" sz="1000">
                <a:solidFill>
                  <a:srgbClr val="0000FF"/>
                </a:solidFill>
              </a:rPr>
              <a:t>주차 냉간 압연</a:t>
            </a:r>
            <a:r>
              <a:rPr lang="en-US" altLang="ko-KR" sz="1000">
                <a:solidFill>
                  <a:srgbClr val="0000FF"/>
                </a:solidFill>
              </a:rPr>
              <a:t>, </a:t>
            </a:r>
            <a:r>
              <a:rPr lang="ko-KR" altLang="en-US" sz="1000">
                <a:solidFill>
                  <a:srgbClr val="0000FF"/>
                </a:solidFill>
              </a:rPr>
              <a:t>탭 프레스</a:t>
            </a:r>
            <a:r>
              <a:rPr lang="en-US" altLang="ko-KR" sz="1000">
                <a:solidFill>
                  <a:srgbClr val="0000FF"/>
                </a:solidFill>
              </a:rPr>
              <a:t>, </a:t>
            </a:r>
            <a:r>
              <a:rPr lang="ko-KR" altLang="en-US" sz="1000">
                <a:solidFill>
                  <a:srgbClr val="0000FF"/>
                </a:solidFill>
              </a:rPr>
              <a:t>검사기</a:t>
            </a:r>
            <a:r>
              <a:rPr lang="en-US" altLang="ko-KR" sz="1000">
                <a:solidFill>
                  <a:srgbClr val="0000FF"/>
                </a:solidFill>
              </a:rPr>
              <a:t>, </a:t>
            </a:r>
            <a:r>
              <a:rPr lang="ko-KR" altLang="en-US" sz="1000">
                <a:solidFill>
                  <a:srgbClr val="0000FF"/>
                </a:solidFill>
              </a:rPr>
              <a:t>롤 클리너 등 추가적인 테스트 일정이 수립</a:t>
            </a:r>
            <a:r>
              <a:rPr lang="en-US" altLang="ko-KR" sz="1000">
                <a:solidFill>
                  <a:srgbClr val="0000FF"/>
                </a:solidFill>
              </a:rPr>
              <a:t>(w.</a:t>
            </a:r>
            <a:r>
              <a:rPr lang="ko-KR" altLang="en-US" sz="1000">
                <a:solidFill>
                  <a:srgbClr val="0000FF"/>
                </a:solidFill>
              </a:rPr>
              <a:t>선행설비기술팀</a:t>
            </a:r>
            <a:r>
              <a:rPr lang="en-US" altLang="ko-KR" sz="1000">
                <a:solidFill>
                  <a:srgbClr val="0000FF"/>
                </a:solidFill>
              </a:rPr>
              <a:t>)</a:t>
            </a:r>
            <a:r>
              <a:rPr lang="ko-KR" altLang="en-US" sz="1000">
                <a:solidFill>
                  <a:srgbClr val="0000FF"/>
                </a:solidFill>
              </a:rPr>
              <a:t>되어 </a:t>
            </a:r>
            <a:r>
              <a:rPr lang="en-US" altLang="ko-KR" sz="1000">
                <a:solidFill>
                  <a:srgbClr val="0000FF"/>
                </a:solidFill>
              </a:rPr>
              <a:t>APC </a:t>
            </a:r>
            <a:r>
              <a:rPr lang="ko-KR" altLang="en-US" sz="1000">
                <a:solidFill>
                  <a:srgbClr val="0000FF"/>
                </a:solidFill>
              </a:rPr>
              <a:t>자동보정  적용 일정이 변경 변경되었습니다.</a:t>
            </a:r>
            <a:r>
              <a:rPr lang="en-US" altLang="ko-KR" sz="1000">
                <a:solidFill>
                  <a:srgbClr val="0000FF"/>
                </a:solidFill>
              </a:rPr>
              <a:t>(26/1/5~)</a:t>
            </a:r>
            <a:br>
              <a:rPr lang="ko-KR" altLang="en-US" sz="1000"/>
            </a:br>
            <a:endParaRPr lang="en-US" altLang="ko-KR" sz="1000">
              <a:latin typeface="Arial Narrow"/>
              <a:ea typeface="LG스마트체 Regular"/>
            </a:endParaRPr>
          </a:p>
        </p:txBody>
      </p:sp>
      <p:sp>
        <p:nvSpPr>
          <p:cNvPr id="8" name="TextBox 18">
            <a:extLst>
              <a:ext uri="{FF2B5EF4-FFF2-40B4-BE49-F238E27FC236}">
                <a16:creationId xmlns:a16="http://schemas.microsoft.com/office/drawing/2014/main" id="{3FD84678-0133-40B2-9FFB-B2D70B8D548E}"/>
              </a:ext>
            </a:extLst>
          </p:cNvPr>
          <p:cNvSpPr txBox="1"/>
          <p:nvPr/>
        </p:nvSpPr>
        <p:spPr>
          <a:xfrm>
            <a:off x="115377" y="3078202"/>
            <a:ext cx="9824352" cy="255454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kumimoji="1" lang="en-US" sz="1000" b="1" kern="0">
                <a:latin typeface="Arial Narrow"/>
                <a:ea typeface="LG스마트체 Regular"/>
                <a:cs typeface="Malgun Gothic Semilight"/>
              </a:rPr>
              <a:t>6.</a:t>
            </a:r>
            <a:r>
              <a:rPr kumimoji="1" lang="ko-KR" altLang="en-US" sz="1000" b="1" kern="0">
                <a:latin typeface="Arial Narrow"/>
                <a:ea typeface="LG스마트체 Regular"/>
                <a:cs typeface="Malgun Gothic Semilight"/>
              </a:rPr>
              <a:t> 로직 고도화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</a:p>
          <a:p>
            <a:pPr>
              <a:defRPr/>
            </a:pPr>
            <a:r>
              <a:rPr lang="ko-KR" altLang="en-US" sz="1000">
                <a:latin typeface="Arial Narrow"/>
                <a:ea typeface="LG스마트체 Regular"/>
              </a:rPr>
              <a:t>     ① WA 대상 </a:t>
            </a:r>
            <a:r>
              <a:rPr lang="ko-KR" altLang="en-US" sz="1000" err="1">
                <a:latin typeface="Arial Narrow"/>
                <a:ea typeface="LG스마트체 Regular"/>
              </a:rPr>
              <a:t>Roll</a:t>
            </a:r>
            <a:r>
              <a:rPr lang="ko-KR" altLang="en-US" sz="1000">
                <a:latin typeface="Arial Narrow"/>
                <a:ea typeface="LG스마트체 Regular"/>
              </a:rPr>
              <a:t> </a:t>
            </a:r>
            <a:r>
              <a:rPr lang="ko-KR" altLang="en-US" sz="1000" err="1">
                <a:latin typeface="Arial Narrow"/>
                <a:ea typeface="LG스마트체 Regular"/>
              </a:rPr>
              <a:t>Press</a:t>
            </a:r>
            <a:r>
              <a:rPr lang="ko-KR" altLang="en-US" sz="1000">
                <a:latin typeface="Arial Narrow"/>
                <a:ea typeface="LG스마트체 Regular"/>
              </a:rPr>
              <a:t> 단선 개선을 위한 </a:t>
            </a:r>
            <a:r>
              <a:rPr lang="ko-KR" altLang="en-US" sz="1000" err="1">
                <a:latin typeface="Arial Narrow"/>
                <a:ea typeface="LG스마트체 Regular"/>
              </a:rPr>
              <a:t>Tension</a:t>
            </a:r>
            <a:r>
              <a:rPr lang="ko-KR" altLang="en-US" sz="1000">
                <a:latin typeface="Arial Narrow"/>
                <a:ea typeface="LG스마트체 Regular"/>
              </a:rPr>
              <a:t> 보정 로직 검토 </a:t>
            </a:r>
          </a:p>
          <a:p>
            <a:pPr>
              <a:defRPr/>
            </a:pPr>
            <a:r>
              <a:rPr lang="ko-KR" altLang="en-US" sz="1000">
                <a:latin typeface="Arial Narrow"/>
                <a:ea typeface="LG스마트체 Regular"/>
              </a:rPr>
              <a:t>        </a:t>
            </a:r>
            <a:r>
              <a:rPr lang="en-US" altLang="ko-KR" sz="1000">
                <a:latin typeface="Arial Narrow"/>
                <a:ea typeface="LG스마트체 Regular"/>
              </a:rPr>
              <a:t>- </a:t>
            </a:r>
            <a:r>
              <a:rPr lang="en-US" altLang="ko-KR" sz="1000" err="1">
                <a:latin typeface="Arial Narrow"/>
                <a:ea typeface="LG스마트체 Regular"/>
              </a:rPr>
              <a:t>배경</a:t>
            </a:r>
            <a:r>
              <a:rPr lang="en-US" altLang="ko-KR" sz="1000">
                <a:latin typeface="Arial Narrow"/>
                <a:ea typeface="LG스마트체 Regular"/>
              </a:rPr>
              <a:t> : </a:t>
            </a:r>
            <a:r>
              <a:rPr lang="en-US" altLang="ko-KR" sz="1000" err="1">
                <a:latin typeface="Arial Narrow"/>
                <a:ea typeface="LG스마트체 Regular"/>
              </a:rPr>
              <a:t>전극FDC팀과</a:t>
            </a:r>
            <a:r>
              <a:rPr lang="en-US" altLang="ko-KR" sz="1000"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latin typeface="Arial Narrow"/>
                <a:ea typeface="LG스마트체 Regular"/>
              </a:rPr>
              <a:t>WA기술팀이</a:t>
            </a:r>
            <a:r>
              <a:rPr lang="en-US" altLang="ko-KR" sz="1000">
                <a:latin typeface="Arial Narrow"/>
                <a:ea typeface="LG스마트체 Regular"/>
              </a:rPr>
              <a:t> Roll Press OS / DS Tension </a:t>
            </a:r>
            <a:r>
              <a:rPr lang="en-US" altLang="ko-KR" sz="1000" err="1">
                <a:latin typeface="Arial Narrow"/>
                <a:ea typeface="LG스마트체 Regular"/>
              </a:rPr>
              <a:t>차이가</a:t>
            </a:r>
            <a:r>
              <a:rPr lang="en-US" altLang="ko-KR" sz="1000"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latin typeface="Arial Narrow"/>
                <a:ea typeface="LG스마트체 Regular"/>
              </a:rPr>
              <a:t>크게</a:t>
            </a:r>
            <a:r>
              <a:rPr lang="en-US" altLang="ko-KR" sz="1000">
                <a:latin typeface="Arial Narrow"/>
                <a:ea typeface="LG스마트체 Regular"/>
              </a:rPr>
              <a:t> 날 때 </a:t>
            </a:r>
            <a:r>
              <a:rPr lang="en-US" altLang="ko-KR" sz="1000" err="1">
                <a:latin typeface="Arial Narrow"/>
                <a:ea typeface="LG스마트체 Regular"/>
              </a:rPr>
              <a:t>단선</a:t>
            </a:r>
            <a:r>
              <a:rPr lang="en-US" altLang="ko-KR" sz="1000"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latin typeface="Arial Narrow"/>
                <a:ea typeface="LG스마트체 Regular"/>
              </a:rPr>
              <a:t>확률이</a:t>
            </a:r>
            <a:r>
              <a:rPr lang="en-US" altLang="ko-KR" sz="1000"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latin typeface="Arial Narrow"/>
                <a:ea typeface="LG스마트체 Regular"/>
              </a:rPr>
              <a:t>급격하게</a:t>
            </a:r>
            <a:r>
              <a:rPr lang="en-US" altLang="ko-KR" sz="1000"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latin typeface="Arial Narrow"/>
                <a:ea typeface="LG스마트체 Regular"/>
              </a:rPr>
              <a:t>올라가는</a:t>
            </a:r>
            <a:r>
              <a:rPr lang="en-US" altLang="ko-KR" sz="1000"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latin typeface="Arial Narrow"/>
                <a:ea typeface="LG스마트체 Regular"/>
              </a:rPr>
              <a:t>것을</a:t>
            </a:r>
            <a:r>
              <a:rPr lang="en-US" altLang="ko-KR" sz="1000"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latin typeface="Arial Narrow"/>
                <a:ea typeface="LG스마트체 Regular"/>
              </a:rPr>
              <a:t>분석하여</a:t>
            </a:r>
            <a:r>
              <a:rPr lang="en-US" altLang="ko-KR" sz="1000"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latin typeface="Arial Narrow"/>
                <a:ea typeface="LG스마트체 Regular"/>
              </a:rPr>
              <a:t>공유받았습니다</a:t>
            </a:r>
            <a:r>
              <a:rPr lang="en-US" altLang="ko-KR" sz="1000">
                <a:latin typeface="Arial Narrow"/>
                <a:ea typeface="LG스마트체 Regular"/>
              </a:rPr>
              <a:t>.</a:t>
            </a:r>
          </a:p>
          <a:p>
            <a:pPr>
              <a:defRPr/>
            </a:pPr>
            <a:r>
              <a:rPr lang="ko-KR" altLang="en-US" sz="1000">
                <a:latin typeface="Arial Narrow"/>
                <a:ea typeface="LG스마트체 Regular"/>
              </a:rPr>
              <a:t>        </a:t>
            </a:r>
            <a:r>
              <a:rPr lang="en-US" altLang="ko-KR" sz="1000">
                <a:latin typeface="Arial Narrow"/>
                <a:ea typeface="LG스마트체 Regular"/>
              </a:rPr>
              <a:t>              </a:t>
            </a:r>
            <a:r>
              <a:rPr lang="en-US" altLang="ko-KR" sz="1000" err="1">
                <a:latin typeface="Arial Narrow"/>
                <a:ea typeface="LG스마트체 Regular"/>
              </a:rPr>
              <a:t>현재</a:t>
            </a:r>
            <a:r>
              <a:rPr lang="en-US" altLang="ko-KR" sz="1000">
                <a:latin typeface="Arial Narrow"/>
                <a:ea typeface="LG스마트체 Regular"/>
              </a:rPr>
              <a:t> </a:t>
            </a:r>
            <a:r>
              <a:rPr lang="en-US" sz="1000">
                <a:latin typeface="Arial Narrow"/>
                <a:ea typeface="LG스마트체 Regular"/>
              </a:rPr>
              <a:t>OS / DS Tension </a:t>
            </a:r>
            <a:r>
              <a:rPr lang="ko-KR" altLang="en-US" sz="1000">
                <a:latin typeface="Arial Narrow"/>
                <a:ea typeface="LG스마트체 Regular"/>
              </a:rPr>
              <a:t>차이가</a:t>
            </a:r>
            <a:r>
              <a:rPr lang="en-US" sz="1000">
                <a:latin typeface="Arial Narrow"/>
                <a:ea typeface="LG스마트체 Regular"/>
              </a:rPr>
              <a:t> 20N</a:t>
            </a:r>
            <a:r>
              <a:rPr lang="ko-KR" altLang="en-US" sz="1000">
                <a:latin typeface="Arial Narrow"/>
                <a:ea typeface="LG스마트체 Regular"/>
              </a:rPr>
              <a:t>이</a:t>
            </a:r>
            <a:r>
              <a:rPr lang="en-US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나면</a:t>
            </a:r>
            <a:r>
              <a:rPr lang="en-US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알람을</a:t>
            </a:r>
            <a:r>
              <a:rPr lang="en-US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발생시켜</a:t>
            </a:r>
            <a:r>
              <a:rPr lang="en-US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작업자를</a:t>
            </a:r>
            <a:r>
              <a:rPr lang="en-US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통해</a:t>
            </a:r>
            <a:r>
              <a:rPr lang="en-US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수동으로</a:t>
            </a:r>
            <a:r>
              <a:rPr lang="en-US" sz="1000">
                <a:latin typeface="Arial Narrow"/>
                <a:ea typeface="LG스마트체 Regular"/>
              </a:rPr>
              <a:t> Gap</a:t>
            </a:r>
            <a:r>
              <a:rPr lang="ko-KR" altLang="en-US" sz="1000">
                <a:latin typeface="Arial Narrow"/>
                <a:ea typeface="LG스마트체 Regular"/>
              </a:rPr>
              <a:t>을</a:t>
            </a:r>
            <a:r>
              <a:rPr lang="en-US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낮추는</a:t>
            </a:r>
            <a:r>
              <a:rPr lang="en-US" sz="1000">
                <a:latin typeface="Arial Narrow"/>
                <a:ea typeface="LG스마트체 Regular"/>
              </a:rPr>
              <a:t> </a:t>
            </a:r>
            <a:r>
              <a:rPr lang="en-US" sz="1000" err="1">
                <a:latin typeface="Arial Narrow"/>
                <a:ea typeface="LG스마트체 Regular"/>
              </a:rPr>
              <a:t>제어를</a:t>
            </a:r>
            <a:r>
              <a:rPr lang="en-US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진행하고</a:t>
            </a:r>
            <a:r>
              <a:rPr lang="en-US" sz="1000">
                <a:latin typeface="Arial Narrow"/>
                <a:ea typeface="LG스마트체 Regular"/>
              </a:rPr>
              <a:t> </a:t>
            </a:r>
            <a:r>
              <a:rPr lang="ko-KR" altLang="en-US" sz="1000">
                <a:latin typeface="Arial Narrow"/>
                <a:ea typeface="LG스마트체 Regular"/>
              </a:rPr>
              <a:t>있습니다.</a:t>
            </a:r>
            <a:endParaRPr lang="en-US" altLang="ko-KR" sz="1000"/>
          </a:p>
          <a:p>
            <a:pPr>
              <a:defRPr/>
            </a:pPr>
            <a:r>
              <a:rPr lang="ko-KR" altLang="en-US" sz="1000">
                <a:latin typeface="Arial Narrow"/>
                <a:ea typeface="LG스마트체 Regular"/>
              </a:rPr>
              <a:t>        -  진행 현황 : 전극 </a:t>
            </a:r>
            <a:r>
              <a:rPr lang="ko-KR" altLang="en-US" sz="1000" err="1">
                <a:latin typeface="Arial Narrow"/>
                <a:ea typeface="LG스마트체 Regular"/>
              </a:rPr>
              <a:t>FDC팀과</a:t>
            </a:r>
            <a:r>
              <a:rPr lang="ko-KR" altLang="en-US" sz="1000">
                <a:latin typeface="Arial Narrow"/>
                <a:ea typeface="LG스마트체 Regular"/>
              </a:rPr>
              <a:t> 미팅을 통해 </a:t>
            </a:r>
            <a:r>
              <a:rPr lang="ko-KR" altLang="en-US" sz="1000" err="1">
                <a:latin typeface="Arial Narrow"/>
                <a:ea typeface="LG스마트체 Regular"/>
              </a:rPr>
              <a:t>Tension</a:t>
            </a:r>
            <a:r>
              <a:rPr lang="ko-KR" altLang="en-US" sz="1000">
                <a:latin typeface="Arial Narrow"/>
                <a:ea typeface="LG스마트체 Regular"/>
              </a:rPr>
              <a:t> OS / DS 편차와 단선의 관계에 대한 분석 결과 공유 받았습니다(11/14)</a:t>
            </a:r>
          </a:p>
          <a:p>
            <a:pPr>
              <a:defRPr/>
            </a:pPr>
            <a:r>
              <a:rPr lang="ko-KR" altLang="en-US" sz="1000">
                <a:latin typeface="Arial Narrow"/>
                <a:ea typeface="LG스마트체 Regular"/>
              </a:rPr>
              <a:t>                               팀 자체적으로 </a:t>
            </a:r>
            <a:r>
              <a:rPr lang="ko-KR" altLang="en-US" sz="1000" err="1">
                <a:latin typeface="Arial Narrow"/>
                <a:ea typeface="LG스마트체 Regular"/>
              </a:rPr>
              <a:t>Tension</a:t>
            </a:r>
            <a:r>
              <a:rPr lang="ko-KR" altLang="en-US" sz="1000">
                <a:latin typeface="Arial Narrow"/>
                <a:ea typeface="LG스마트체 Regular"/>
              </a:rPr>
              <a:t> PV 데이터에 대해 </a:t>
            </a:r>
            <a:r>
              <a:rPr lang="ko-KR" altLang="en-US" sz="1000" err="1">
                <a:latin typeface="Arial Narrow"/>
                <a:ea typeface="LG스마트체 Regular"/>
              </a:rPr>
              <a:t>PLC프로그램을</a:t>
            </a:r>
            <a:r>
              <a:rPr lang="ko-KR" altLang="en-US" sz="1000">
                <a:latin typeface="Arial Narrow"/>
                <a:ea typeface="LG스마트체 Regular"/>
              </a:rPr>
              <a:t> 분석하여 아날로그 데이터를 평균 처리 하고 2차로 이동평균처리를 통해서 </a:t>
            </a:r>
            <a:r>
              <a:rPr lang="ko-KR" altLang="en-US" sz="1000" err="1">
                <a:latin typeface="Arial Narrow"/>
                <a:ea typeface="LG스마트체 Regular"/>
              </a:rPr>
              <a:t>PV값이</a:t>
            </a:r>
            <a:r>
              <a:rPr lang="ko-KR" altLang="en-US" sz="1000">
                <a:latin typeface="Arial Narrow"/>
                <a:ea typeface="LG스마트체 Regular"/>
              </a:rPr>
              <a:t> 산출됨을 확인하였습니다.(11/20)</a:t>
            </a:r>
            <a:endParaRPr lang="ko-KR"/>
          </a:p>
          <a:p>
            <a:pPr>
              <a:defRPr/>
            </a:pPr>
            <a:r>
              <a:rPr lang="ko-KR" altLang="en-US" sz="1000">
                <a:latin typeface="Arial Narrow"/>
                <a:ea typeface="LG스마트체 Regular"/>
              </a:rPr>
              <a:t>                               이동평균에 의해 </a:t>
            </a:r>
            <a:r>
              <a:rPr lang="ko-KR" altLang="en-US" sz="1000" err="1">
                <a:latin typeface="Arial Narrow"/>
                <a:ea typeface="LG스마트체 Regular"/>
              </a:rPr>
              <a:t>PV가</a:t>
            </a:r>
            <a:r>
              <a:rPr lang="ko-KR" altLang="en-US" sz="1000">
                <a:latin typeface="Arial Narrow"/>
                <a:ea typeface="LG스마트체 Regular"/>
              </a:rPr>
              <a:t> 둔감한 점을 감안하여 RAW 데이터를 </a:t>
            </a:r>
            <a:r>
              <a:rPr lang="ko-KR" altLang="en-US" sz="1000" err="1">
                <a:latin typeface="Arial Narrow"/>
                <a:ea typeface="LG스마트체 Regular"/>
              </a:rPr>
              <a:t>FDC에</a:t>
            </a:r>
            <a:r>
              <a:rPr lang="ko-KR" altLang="en-US" sz="1000">
                <a:latin typeface="Arial Narrow"/>
                <a:ea typeface="LG스마트체 Regular"/>
              </a:rPr>
              <a:t> 추가로 연동할 예정입니다. </a:t>
            </a:r>
            <a:r>
              <a:rPr lang="en-US" altLang="ko-KR" sz="1000">
                <a:latin typeface="Arial Narrow"/>
                <a:ea typeface="LG스마트체 Regular"/>
              </a:rPr>
              <a:t>WA 7-2,7-3</a:t>
            </a:r>
            <a:r>
              <a:rPr lang="ko-KR" altLang="en-US" sz="1000">
                <a:latin typeface="Arial Narrow"/>
                <a:ea typeface="LG스마트체 Regular"/>
              </a:rPr>
              <a:t>호기 대상 대표호기 선정 후 프로그램 추가 관련 진행 중입니다</a:t>
            </a:r>
            <a:r>
              <a:rPr lang="en-US" altLang="ko-KR" sz="1000">
                <a:latin typeface="Arial Narrow"/>
                <a:ea typeface="LG스마트체 Regular"/>
              </a:rPr>
              <a:t>.(12/12)</a:t>
            </a:r>
            <a:br>
              <a:rPr lang="en-US" altLang="ko-KR" sz="1000">
                <a:latin typeface="Arial Narrow"/>
                <a:ea typeface="LG스마트체 Regular"/>
              </a:rPr>
            </a:br>
            <a:r>
              <a:rPr lang="en-US" altLang="ko-KR" sz="1000">
                <a:latin typeface="Arial Narrow"/>
                <a:ea typeface="LG스마트체 Regular"/>
              </a:rPr>
              <a:t>                               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Tension RAW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데이터 취득을 위한 PLC 프로그램 로직 설계 완료 하였으며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법인 제어 담당자 공유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(12/11),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기준정보 변경 요청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(12/12)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완료 하였습니다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. </a:t>
            </a:r>
            <a:br>
              <a:rPr lang="en-US" altLang="ko-KR" sz="1000">
                <a:latin typeface="Arial Narrow"/>
                <a:ea typeface="LG스마트체 Regular"/>
              </a:rPr>
            </a:b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                                프로그램 적용 여부 회신 요청하였습니다.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(12/16) </a:t>
            </a:r>
            <a:r>
              <a:rPr lang="en-US" altLang="ko-KR" sz="1000" err="1">
                <a:solidFill>
                  <a:srgbClr val="0000FF"/>
                </a:solidFill>
                <a:latin typeface="Arial Narrow"/>
                <a:ea typeface="LG스마트체 Regular"/>
              </a:rPr>
              <a:t>적용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solidFill>
                  <a:srgbClr val="0000FF"/>
                </a:solidFill>
                <a:latin typeface="Arial Narrow"/>
                <a:ea typeface="LG스마트체 Regular"/>
              </a:rPr>
              <a:t>완료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 시 RAW </a:t>
            </a:r>
            <a:r>
              <a:rPr lang="en-US" altLang="ko-KR" sz="1000" err="1">
                <a:solidFill>
                  <a:srgbClr val="0000FF"/>
                </a:solidFill>
                <a:latin typeface="Arial Narrow"/>
                <a:ea typeface="LG스마트체 Regular"/>
              </a:rPr>
              <a:t>DATA를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solidFill>
                  <a:srgbClr val="0000FF"/>
                </a:solidFill>
                <a:latin typeface="Arial Narrow"/>
                <a:ea typeface="LG스마트체 Regular"/>
              </a:rPr>
              <a:t>통해단선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solidFill>
                  <a:srgbClr val="0000FF"/>
                </a:solidFill>
                <a:latin typeface="Arial Narrow"/>
                <a:ea typeface="LG스마트체 Regular"/>
              </a:rPr>
              <a:t>GAP과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solidFill>
                  <a:srgbClr val="0000FF"/>
                </a:solidFill>
                <a:latin typeface="Arial Narrow"/>
                <a:ea typeface="LG스마트체 Regular"/>
              </a:rPr>
              <a:t>Tension의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solidFill>
                  <a:srgbClr val="0000FF"/>
                </a:solidFill>
                <a:latin typeface="Arial Narrow"/>
                <a:ea typeface="LG스마트체 Regular"/>
              </a:rPr>
              <a:t>상관관계를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solidFill>
                  <a:srgbClr val="0000FF"/>
                </a:solidFill>
                <a:latin typeface="Arial Narrow"/>
                <a:ea typeface="LG스마트체 Regular"/>
              </a:rPr>
              <a:t>분석할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 err="1">
                <a:solidFill>
                  <a:srgbClr val="0000FF"/>
                </a:solidFill>
                <a:latin typeface="Arial Narrow"/>
                <a:ea typeface="LG스마트체 Regular"/>
              </a:rPr>
              <a:t>예정입니다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.(~12/30)</a:t>
            </a:r>
          </a:p>
          <a:p>
            <a:pPr>
              <a:defRPr/>
            </a:pPr>
            <a:r>
              <a:rPr lang="en-US" altLang="ko-KR" sz="1000">
                <a:latin typeface="Arial Narrow"/>
                <a:ea typeface="LG스마트체 Regular"/>
              </a:rPr>
              <a:t>    </a:t>
            </a:r>
            <a:r>
              <a:rPr lang="ko-KR" altLang="en-US" sz="1000">
                <a:latin typeface="Arial Narrow"/>
                <a:ea typeface="LG스마트체 Regular"/>
              </a:rPr>
              <a:t>② </a:t>
            </a:r>
            <a:r>
              <a:rPr lang="en-US" altLang="ko-KR" sz="1000">
                <a:latin typeface="Arial Narrow"/>
                <a:ea typeface="LG스마트체 Regular"/>
              </a:rPr>
              <a:t>WA1~2</a:t>
            </a:r>
            <a:r>
              <a:rPr lang="ko-KR" altLang="en-US" sz="1000">
                <a:latin typeface="Arial Narrow"/>
                <a:ea typeface="LG스마트체 Regular"/>
              </a:rPr>
              <a:t>동 </a:t>
            </a:r>
            <a:r>
              <a:rPr lang="en-US" altLang="ko-KR" sz="1000">
                <a:latin typeface="Arial Narrow"/>
                <a:ea typeface="LG스마트체 Regular"/>
              </a:rPr>
              <a:t>APC </a:t>
            </a:r>
            <a:r>
              <a:rPr lang="ko-KR" altLang="en-US" sz="1000">
                <a:latin typeface="Arial Narrow"/>
                <a:ea typeface="LG스마트체 Regular"/>
              </a:rPr>
              <a:t>전환</a:t>
            </a:r>
            <a:endParaRPr lang="en-US" altLang="ko-KR" sz="1000">
              <a:latin typeface="Arial Narrow"/>
              <a:ea typeface="LG스마트체 Regular"/>
            </a:endParaRPr>
          </a:p>
          <a:p>
            <a:pPr>
              <a:defRPr/>
            </a:pPr>
            <a:r>
              <a:rPr lang="ko-KR" altLang="en-US" sz="1000">
                <a:latin typeface="Arial Narrow"/>
                <a:ea typeface="LG스마트체 Regular"/>
              </a:rPr>
              <a:t>         </a:t>
            </a:r>
            <a:r>
              <a:rPr lang="en-US" altLang="ko-KR" sz="1000">
                <a:latin typeface="Arial Narrow"/>
                <a:ea typeface="LG스마트체 Regular"/>
              </a:rPr>
              <a:t>- WA1</a:t>
            </a:r>
            <a:r>
              <a:rPr lang="ko-KR" altLang="en-US" sz="1000">
                <a:latin typeface="Arial Narrow"/>
                <a:ea typeface="LG스마트체 Regular"/>
              </a:rPr>
              <a:t>동 </a:t>
            </a:r>
            <a:r>
              <a:rPr lang="ko-KR" altLang="en-US" sz="1000" err="1">
                <a:latin typeface="Arial Narrow"/>
                <a:ea typeface="LG스마트체 Regular"/>
              </a:rPr>
              <a:t>노칭</a:t>
            </a:r>
            <a:r>
              <a:rPr lang="ko-KR" altLang="en-US" sz="1000">
                <a:latin typeface="Arial Narrow"/>
                <a:ea typeface="LG스마트체 Regular"/>
              </a:rPr>
              <a:t> 공정 </a:t>
            </a:r>
            <a:r>
              <a:rPr lang="en-US" altLang="ko-KR" sz="1000">
                <a:latin typeface="Arial Narrow"/>
                <a:ea typeface="LG스마트체 Regular"/>
              </a:rPr>
              <a:t>APC </a:t>
            </a:r>
            <a:r>
              <a:rPr lang="ko-KR" altLang="en-US" sz="1000">
                <a:latin typeface="Arial Narrow"/>
                <a:ea typeface="LG스마트체 Regular"/>
              </a:rPr>
              <a:t>신규 적용을 위해 </a:t>
            </a:r>
            <a:r>
              <a:rPr lang="ko-KR" altLang="en-US" sz="1000" err="1">
                <a:latin typeface="Arial Narrow"/>
                <a:ea typeface="LG스마트체 Regular"/>
              </a:rPr>
              <a:t>옴론</a:t>
            </a:r>
            <a:r>
              <a:rPr lang="ko-KR" altLang="en-US" sz="1000">
                <a:latin typeface="Arial Narrow"/>
                <a:ea typeface="LG스마트체 Regular"/>
              </a:rPr>
              <a:t> </a:t>
            </a:r>
            <a:r>
              <a:rPr lang="en-US" altLang="ko-KR" sz="1000">
                <a:latin typeface="Arial Narrow"/>
                <a:ea typeface="LG스마트체 Regular"/>
              </a:rPr>
              <a:t>PLC </a:t>
            </a:r>
            <a:r>
              <a:rPr lang="ko-KR" altLang="en-US" sz="1000">
                <a:latin typeface="Arial Narrow"/>
                <a:ea typeface="LG스마트체 Regular"/>
              </a:rPr>
              <a:t>사양서 작성 완료하였습니다</a:t>
            </a:r>
            <a:r>
              <a:rPr lang="en-US" altLang="ko-KR" sz="1000">
                <a:latin typeface="Arial Narrow"/>
                <a:ea typeface="LG스마트체 Regular"/>
              </a:rPr>
              <a:t>.(11/28</a:t>
            </a:r>
            <a:r>
              <a:rPr lang="ko-KR" altLang="en-US" sz="1000">
                <a:latin typeface="Arial Narrow"/>
                <a:ea typeface="LG스마트체 Regular"/>
              </a:rPr>
              <a:t>일 완료</a:t>
            </a:r>
            <a:r>
              <a:rPr lang="en-US" altLang="ko-KR" sz="1000">
                <a:latin typeface="Arial Narrow"/>
                <a:ea typeface="LG스마트체 Regular"/>
              </a:rPr>
              <a:t>, </a:t>
            </a:r>
            <a:r>
              <a:rPr lang="ko-KR" altLang="en-US" sz="1000" err="1">
                <a:latin typeface="Arial Narrow"/>
                <a:ea typeface="LG스마트체 Regular"/>
              </a:rPr>
              <a:t>옴론</a:t>
            </a:r>
            <a:r>
              <a:rPr lang="ko-KR" altLang="en-US" sz="1000">
                <a:latin typeface="Arial Narrow"/>
                <a:ea typeface="LG스마트체 Regular"/>
              </a:rPr>
              <a:t> </a:t>
            </a:r>
            <a:r>
              <a:rPr lang="en-US" altLang="ko-KR" sz="1000">
                <a:latin typeface="Arial Narrow"/>
                <a:ea typeface="LG스마트체 Regular"/>
              </a:rPr>
              <a:t>PLC</a:t>
            </a:r>
            <a:r>
              <a:rPr lang="ko-KR" altLang="en-US" sz="1000">
                <a:latin typeface="Arial Narrow"/>
                <a:ea typeface="LG스마트체 Regular"/>
              </a:rPr>
              <a:t> 기반 </a:t>
            </a:r>
            <a:r>
              <a:rPr lang="en-US" altLang="ko-KR" sz="1000">
                <a:latin typeface="Arial Narrow"/>
                <a:ea typeface="LG스마트체 Regular"/>
              </a:rPr>
              <a:t>APC </a:t>
            </a:r>
            <a:r>
              <a:rPr lang="ko-KR" altLang="en-US" sz="1000">
                <a:latin typeface="Arial Narrow"/>
                <a:ea typeface="LG스마트체 Regular"/>
              </a:rPr>
              <a:t>최초 적용</a:t>
            </a:r>
            <a:r>
              <a:rPr lang="en-US" altLang="ko-KR" sz="1000">
                <a:latin typeface="Arial Narrow"/>
                <a:ea typeface="LG스마트체 Regular"/>
              </a:rPr>
              <a:t>)</a:t>
            </a:r>
          </a:p>
          <a:p>
            <a:pPr>
              <a:defRPr/>
            </a:pPr>
            <a:r>
              <a:rPr lang="en-US" altLang="ko-KR" sz="1000">
                <a:latin typeface="Arial Narrow"/>
                <a:ea typeface="LG스마트체 Regular"/>
              </a:rPr>
              <a:t>            : WA</a:t>
            </a:r>
            <a:r>
              <a:rPr lang="ko-KR" altLang="en-US" sz="1000">
                <a:latin typeface="Arial Narrow"/>
                <a:ea typeface="LG스마트체 Regular"/>
              </a:rPr>
              <a:t>법인 </a:t>
            </a:r>
            <a:r>
              <a:rPr lang="en-US" altLang="ko-KR" sz="1000">
                <a:latin typeface="Arial Narrow"/>
                <a:ea typeface="LG스마트체 Regular"/>
              </a:rPr>
              <a:t>PLC </a:t>
            </a:r>
            <a:r>
              <a:rPr lang="ko-KR" altLang="en-US" sz="1000">
                <a:latin typeface="Arial Narrow"/>
                <a:ea typeface="LG스마트체 Regular"/>
              </a:rPr>
              <a:t>수정 요청하였습니다</a:t>
            </a:r>
            <a:r>
              <a:rPr lang="en-US" altLang="ko-KR" sz="1000">
                <a:latin typeface="Arial Narrow"/>
                <a:ea typeface="LG스마트체 Regular"/>
              </a:rPr>
              <a:t>(12/3)   </a:t>
            </a:r>
          </a:p>
          <a:p>
            <a:pPr>
              <a:defRPr/>
            </a:pP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         - WA1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동 롤프레스 공정 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PLC 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수정 진행 중입니다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.(12/12) APC 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적용은 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12/19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까지 목표로 하고 있습니다</a:t>
            </a: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.</a:t>
            </a:r>
          </a:p>
          <a:p>
            <a:pPr>
              <a:defRPr/>
            </a:pPr>
            <a:r>
              <a:rPr lang="en-US" altLang="ko-KR" sz="1000">
                <a:latin typeface="Arial Narrow"/>
                <a:ea typeface="LG스마트체 Regular"/>
                <a:cs typeface="Malgun Gothic Semilight"/>
              </a:rPr>
              <a:t>    </a:t>
            </a:r>
            <a:r>
              <a:rPr lang="ko-KR" altLang="en-US" sz="100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③ 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MI2</a:t>
            </a:r>
            <a:r>
              <a:rPr lang="ko-KR" altLang="en-US" sz="1000" err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에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적용 되어있는 로직 고도화 사항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(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가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/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감속 로직 및 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Parameter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분리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, Zone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두께제어 기능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)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을 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MI_LS, ST 등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수평전개 진행중입니다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.(MI_LS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음극완료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,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양극 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~12/19)</a:t>
            </a:r>
          </a:p>
        </p:txBody>
      </p:sp>
      <p:sp>
        <p:nvSpPr>
          <p:cNvPr id="10" name="TextBox 18">
            <a:extLst>
              <a:ext uri="{FF2B5EF4-FFF2-40B4-BE49-F238E27FC236}">
                <a16:creationId xmlns:a16="http://schemas.microsoft.com/office/drawing/2014/main" id="{6147300D-9DAE-4829-8783-4A59CE1CF601}"/>
              </a:ext>
            </a:extLst>
          </p:cNvPr>
          <p:cNvSpPr txBox="1"/>
          <p:nvPr/>
        </p:nvSpPr>
        <p:spPr>
          <a:xfrm>
            <a:off x="123758" y="5383154"/>
            <a:ext cx="9814900" cy="1323439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kumimoji="1" lang="en-US" sz="1000" b="1" kern="0">
                <a:latin typeface="Arial Narrow"/>
                <a:ea typeface="LG스마트체 Regular"/>
                <a:cs typeface="Malgun Gothic Semilight"/>
              </a:rPr>
              <a:t>7.</a:t>
            </a:r>
            <a:r>
              <a:rPr kumimoji="1" lang="ko-KR" altLang="en-US" sz="1000" b="1" kern="0">
                <a:latin typeface="Arial Narrow"/>
                <a:ea typeface="LG스마트체 Regular"/>
                <a:cs typeface="Malgun Gothic Semilight"/>
              </a:rPr>
              <a:t> 팀 지원 업무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진행 중</a:t>
            </a:r>
            <a:endParaRPr kumimoji="1" lang="en-US" altLang="ko-KR" sz="1000" kern="0">
              <a:latin typeface="Arial Narrow"/>
              <a:ea typeface="LG스마트체 Regular"/>
              <a:cs typeface="Malgun Gothic Semilight"/>
            </a:endParaRPr>
          </a:p>
          <a:p>
            <a:pPr>
              <a:defRPr/>
            </a:pP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   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①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패키지 전해액 </a:t>
            </a:r>
            <a:r>
              <a:rPr kumimoji="1" lang="ko-KR" altLang="en-US" sz="1000" kern="0" err="1">
                <a:latin typeface="Arial Narrow"/>
                <a:ea typeface="LG스마트체 Regular"/>
                <a:cs typeface="Malgun Gothic Semilight"/>
              </a:rPr>
              <a:t>주액량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 </a:t>
            </a:r>
            <a:endParaRPr kumimoji="1" lang="en-US" altLang="ko-KR" sz="1000" kern="0">
              <a:latin typeface="Arial Narrow"/>
              <a:ea typeface="LG스마트체 Regular"/>
              <a:cs typeface="Malgun Gothic Semilight"/>
            </a:endParaRPr>
          </a:p>
          <a:p>
            <a:pPr>
              <a:defRPr/>
            </a:pP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       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전법인 대상 수평전개를 위해 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PLC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프로그램 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제작 사양서 작성 완료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(9/17)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하였고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,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수평 전개 일정 협의 및 법인 별 담당자 확정 시 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PLC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요청 하여 분석 예정입니다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.</a:t>
            </a:r>
            <a:endParaRPr lang="en-US" altLang="ko-KR" sz="1000" kern="0">
              <a:latin typeface="Arial Narrow"/>
              <a:ea typeface="LG스마트체 Regular"/>
              <a:cs typeface="Malgun Gothic Semilight"/>
            </a:endParaRPr>
          </a:p>
          <a:p>
            <a:pPr>
              <a:defRPr/>
            </a:pP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        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MI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법인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네트워크망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정상화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이후로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테스트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일정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변경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필요하여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 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일정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수립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중입니다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.(~12/27) WA 8동의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경우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대표호기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(27라인, 2대)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기준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자동보정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PLC프로그램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적용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완료하였습니다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. </a:t>
            </a:r>
            <a:br>
              <a:rPr lang="en-US" altLang="ko-KR" sz="1000" kern="0"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      HD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대표호기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(1-1)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기준으로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자동보정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기능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검증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latin typeface="Arial Narrow"/>
                <a:ea typeface="LG스마트체 Regular"/>
                <a:cs typeface="Malgun Gothic Semilight"/>
              </a:rPr>
              <a:t>완료하였습니다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.(11/26) , MI </a:t>
            </a:r>
            <a:r>
              <a:rPr lang="ko-KR" altLang="en-US" sz="1000" kern="0">
                <a:latin typeface="Arial Narrow"/>
                <a:ea typeface="LG스마트체 Regular"/>
                <a:cs typeface="Malgun Gothic Semilight"/>
              </a:rPr>
              <a:t>대표호기 기능검증 일정 수립하여 테스트 예정입니다</a:t>
            </a:r>
            <a:r>
              <a:rPr lang="en-US" altLang="ko-KR" sz="1000" kern="0">
                <a:latin typeface="Arial Narrow"/>
                <a:ea typeface="LG스마트체 Regular"/>
                <a:cs typeface="Malgun Gothic Semilight"/>
              </a:rPr>
              <a:t>.(12/11), </a:t>
            </a:r>
            <a:r>
              <a:rPr lang="en-US" altLang="ko-KR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WA 3동 </a:t>
            </a:r>
            <a:r>
              <a:rPr lang="en-US" altLang="ko-KR" sz="1000" kern="0" err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ESS대상</a:t>
            </a:r>
            <a:r>
              <a:rPr lang="en-US" altLang="ko-KR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설비인</a:t>
            </a:r>
            <a:r>
              <a:rPr lang="en-US" altLang="ko-KR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4,5LINE에 </a:t>
            </a:r>
            <a:r>
              <a:rPr lang="en-US" altLang="ko-KR" sz="1000" kern="0" err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자동보정</a:t>
            </a:r>
            <a:r>
              <a:rPr lang="en-US" altLang="ko-KR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br>
              <a:rPr lang="en-US" altLang="ko-KR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</a:br>
            <a:r>
              <a:rPr lang="en-US" altLang="ko-KR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      </a:t>
            </a:r>
            <a:r>
              <a:rPr lang="en-US" altLang="ko-KR" sz="1000" kern="0" err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적용을</a:t>
            </a:r>
            <a:r>
              <a:rPr lang="en-US" altLang="ko-KR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위해</a:t>
            </a:r>
            <a:r>
              <a:rPr lang="en-US" altLang="ko-KR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PLC </a:t>
            </a:r>
            <a:r>
              <a:rPr lang="en-US" altLang="ko-KR" sz="1000" kern="0" err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프로그램</a:t>
            </a:r>
            <a:r>
              <a:rPr lang="en-US" altLang="ko-KR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(</a:t>
            </a:r>
            <a:r>
              <a:rPr lang="en-US" altLang="ko-KR" sz="1000" kern="0" err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R시리즈</a:t>
            </a:r>
            <a:r>
              <a:rPr lang="en-US" altLang="ko-KR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) </a:t>
            </a:r>
            <a:r>
              <a:rPr lang="en-US" altLang="ko-KR" sz="1000" kern="0" err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분석을</a:t>
            </a:r>
            <a:r>
              <a:rPr lang="en-US" altLang="ko-KR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진행</a:t>
            </a:r>
            <a:r>
              <a:rPr lang="en-US" altLang="ko-KR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 sz="1000" kern="0" err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중입니다</a:t>
            </a:r>
            <a:r>
              <a:rPr lang="en-US" altLang="ko-KR" sz="1000" kern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.(~12/26)</a:t>
            </a:r>
          </a:p>
          <a:p>
            <a:pPr>
              <a:defRPr/>
            </a:pP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   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② 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MI2 </a:t>
            </a:r>
            <a:r>
              <a:rPr kumimoji="1" lang="ko-KR" altLang="en-US" sz="1000" kern="0" err="1">
                <a:latin typeface="Arial Narrow"/>
                <a:ea typeface="LG스마트체 Regular"/>
                <a:cs typeface="Malgun Gothic Semilight"/>
              </a:rPr>
              <a:t>노칭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 자동보정 예측모델 기반 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Para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최적화</a:t>
            </a:r>
            <a:endParaRPr kumimoji="1" lang="en-US" altLang="ko-KR" sz="1000" kern="0">
              <a:latin typeface="Arial Narrow"/>
              <a:ea typeface="LG스마트체 Regular"/>
              <a:cs typeface="Malgun Gothic Semilight"/>
            </a:endParaRPr>
          </a:p>
          <a:p>
            <a:pPr>
              <a:defRPr/>
            </a:pP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       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MI2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대상 자동보정 로직 적용을 위해 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PLC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프로그램 설계 및 개발 지원완료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, </a:t>
            </a:r>
            <a:r>
              <a:rPr kumimoji="1" lang="ko-KR" altLang="en-US" sz="1000" kern="0">
                <a:latin typeface="Arial Narrow"/>
                <a:ea typeface="LG스마트체 Regular"/>
                <a:cs typeface="Malgun Gothic Semilight"/>
              </a:rPr>
              <a:t>생산 중 검증 시 추가 지원 예정</a:t>
            </a:r>
            <a:r>
              <a:rPr kumimoji="1" lang="en-US" altLang="ko-KR" sz="1000" kern="0">
                <a:latin typeface="Arial Narrow"/>
                <a:ea typeface="LG스마트체 Regular"/>
                <a:cs typeface="Malgun Gothic Semilight"/>
              </a:rPr>
              <a:t>(~11/28)    </a:t>
            </a:r>
            <a:endParaRPr lang="en-US" altLang="ko-KR" sz="1000" kern="0"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81A53F2-FAE5-4B0C-B202-354D50155062}"/>
              </a:ext>
            </a:extLst>
          </p:cNvPr>
          <p:cNvSpPr txBox="1"/>
          <p:nvPr/>
        </p:nvSpPr>
        <p:spPr>
          <a:xfrm>
            <a:off x="1589180" y="5635828"/>
            <a:ext cx="1830837" cy="1246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With </a:t>
            </a:r>
            <a:r>
              <a:rPr lang="ko-KR" altLang="en-US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조립자동보정팀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F248C4F-2F02-4800-9B82-07CF0DC2F951}"/>
              </a:ext>
            </a:extLst>
          </p:cNvPr>
          <p:cNvSpPr txBox="1"/>
          <p:nvPr/>
        </p:nvSpPr>
        <p:spPr>
          <a:xfrm>
            <a:off x="2749866" y="6373624"/>
            <a:ext cx="1830837" cy="1246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With </a:t>
            </a:r>
            <a:r>
              <a:rPr lang="ko-KR" altLang="en-US" sz="9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자동보정선행개발팀</a:t>
            </a:r>
          </a:p>
        </p:txBody>
      </p:sp>
      <p:sp>
        <p:nvSpPr>
          <p:cNvPr id="18" name="TextBox 18">
            <a:extLst>
              <a:ext uri="{FF2B5EF4-FFF2-40B4-BE49-F238E27FC236}">
                <a16:creationId xmlns:a16="http://schemas.microsoft.com/office/drawing/2014/main" id="{3BBB4B0D-7B81-43F6-9A05-343C5774335F}"/>
              </a:ext>
            </a:extLst>
          </p:cNvPr>
          <p:cNvSpPr txBox="1"/>
          <p:nvPr/>
        </p:nvSpPr>
        <p:spPr>
          <a:xfrm>
            <a:off x="108671" y="2435341"/>
            <a:ext cx="9814900" cy="707886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US" sz="1000" b="1" kern="0">
                <a:latin typeface="Arial Narrow"/>
                <a:ea typeface="LG스마트체 Regular"/>
                <a:cs typeface="Malgun Gothic Semilight"/>
              </a:rPr>
              <a:t>5.</a:t>
            </a:r>
            <a:r>
              <a:rPr kumimoji="1" lang="ko-KR" altLang="en-US" sz="1000" b="1" kern="0" err="1">
                <a:latin typeface="Arial Narrow"/>
                <a:ea typeface="LG스마트체 Regular"/>
                <a:cs typeface="Malgun Gothic Semilight"/>
              </a:rPr>
              <a:t>동시슬리터</a:t>
            </a:r>
            <a:r>
              <a:rPr kumimoji="1" lang="ko-KR" altLang="en-US" sz="1000" b="1" kern="0">
                <a:latin typeface="Arial Narrow"/>
                <a:ea typeface="LG스마트체 Regular"/>
                <a:cs typeface="Malgun Gothic Semilight"/>
              </a:rPr>
              <a:t> 자동보정 대응(2170 H52A 대상)</a:t>
            </a:r>
            <a:br>
              <a:rPr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</a:rPr>
            </a:b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ea typeface="+mn-ea"/>
                <a:cs typeface="+mn-cs"/>
              </a:rPr>
              <a:t>    </a:t>
            </a:r>
            <a:r>
              <a:rPr lang="en-US" altLang="ko-KR" sz="1000">
                <a:latin typeface="+mn-ea"/>
              </a:rPr>
              <a:t>-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ea typeface="+mn-ea"/>
                <a:cs typeface="+mn-cs"/>
              </a:rPr>
              <a:t> </a:t>
            </a:r>
            <a:r>
              <a:rPr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동시슬리터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 </a:t>
            </a:r>
            <a:r>
              <a:rPr lang="ko-KR" altLang="en-US" sz="1000">
                <a:solidFill>
                  <a:srgbClr val="0000FF"/>
                </a:solidFill>
                <a:latin typeface="+mn-ea"/>
              </a:rPr>
              <a:t>CPC 이후 </a:t>
            </a:r>
            <a:r>
              <a:rPr lang="ko-KR" altLang="en-US" sz="1000" err="1">
                <a:solidFill>
                  <a:srgbClr val="0000FF"/>
                </a:solidFill>
                <a:latin typeface="+mn-ea"/>
              </a:rPr>
              <a:t>샌딩롤</a:t>
            </a:r>
            <a:r>
              <a:rPr lang="ko-KR" altLang="en-US" sz="1000">
                <a:solidFill>
                  <a:srgbClr val="0000FF"/>
                </a:solidFill>
                <a:latin typeface="+mn-ea"/>
              </a:rPr>
              <a:t>(원단 슬립 방지)추가되면서 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기존 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CPC 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기반 </a:t>
            </a:r>
            <a:r>
              <a:rPr lang="ko-KR" altLang="en-US" sz="1000">
                <a:solidFill>
                  <a:srgbClr val="0000FF"/>
                </a:solidFill>
                <a:latin typeface="+mn-ea"/>
              </a:rPr>
              <a:t>제어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 </a:t>
            </a:r>
            <a:r>
              <a:rPr lang="ko-KR" altLang="en-US" sz="1000">
                <a:solidFill>
                  <a:srgbClr val="0000FF"/>
                </a:solidFill>
                <a:latin typeface="+mn-ea"/>
              </a:rPr>
              <a:t>시 원단의 이동이 더디게 되면서 자동보정 제어를 위해 사용하기가 어려워졌습니다.</a:t>
            </a:r>
            <a:r>
              <a:rPr lang="en-US" altLang="ko-KR" sz="1000">
                <a:solidFill>
                  <a:srgbClr val="0000FF"/>
                </a:solidFill>
                <a:latin typeface="+mn-ea"/>
              </a:rPr>
              <a:t> </a:t>
            </a:r>
            <a:br>
              <a:rPr lang="en-US" altLang="ko-KR" sz="1000">
                <a:solidFill>
                  <a:srgbClr val="0000FF"/>
                </a:solidFill>
                <a:latin typeface="+mn-ea"/>
              </a:rPr>
            </a:br>
            <a:r>
              <a:rPr lang="ko-KR" altLang="en-US" sz="1000">
                <a:solidFill>
                  <a:srgbClr val="0000FF"/>
                </a:solidFill>
                <a:latin typeface="+mn-ea"/>
              </a:rPr>
              <a:t>      이를 해결하기 위해 동시슬리터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 자동보정을 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EPC 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제어 방식으로 전환하여 프로그램 수정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 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및 적용하였고 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OC3 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음극호기 대상으로</a:t>
            </a:r>
            <a:r>
              <a:rPr lang="ko-KR" altLang="en-US" sz="1000">
                <a:solidFill>
                  <a:srgbClr val="0000FF"/>
                </a:solidFill>
                <a:latin typeface="+mn-ea"/>
              </a:rPr>
              <a:t> 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테스트 완료했습니다</a:t>
            </a:r>
            <a:r>
              <a:rPr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.(12/12) </a:t>
            </a:r>
            <a:br>
              <a:rPr lang="en-US" altLang="ko-KR" sz="1000">
                <a:solidFill>
                  <a:srgbClr val="0000FF"/>
                </a:solidFill>
                <a:latin typeface="+mn-ea"/>
              </a:rPr>
            </a:br>
            <a:r>
              <a:rPr lang="ko-KR" altLang="en-US" sz="1000">
                <a:solidFill>
                  <a:srgbClr val="0000FF"/>
                </a:solidFill>
                <a:latin typeface="+mn-ea"/>
              </a:rPr>
              <a:t>      </a:t>
            </a:r>
            <a:r>
              <a:rPr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현재 생산에 </a:t>
            </a:r>
            <a:r>
              <a:rPr lang="ko-KR" altLang="en-US" sz="1000">
                <a:solidFill>
                  <a:srgbClr val="0000FF"/>
                </a:solidFill>
                <a:latin typeface="+mn-ea"/>
              </a:rPr>
              <a:t>자동보정 사용 중이며 특이사항 없을 시 </a:t>
            </a:r>
            <a:r>
              <a:rPr lang="en-US" altLang="ko-KR" sz="1000">
                <a:solidFill>
                  <a:srgbClr val="0000FF"/>
                </a:solidFill>
                <a:latin typeface="+mn-ea"/>
              </a:rPr>
              <a:t>OC2 </a:t>
            </a:r>
            <a:r>
              <a:rPr lang="ko-KR" altLang="en-US" sz="1000">
                <a:solidFill>
                  <a:srgbClr val="0000FF"/>
                </a:solidFill>
                <a:latin typeface="+mn-ea"/>
              </a:rPr>
              <a:t>양극호기에 수평전개 예정입니다</a:t>
            </a:r>
            <a:r>
              <a:rPr lang="en-US" altLang="ko-KR" sz="100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>
              <a:ea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79642539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표 1">
            <a:extLst>
              <a:ext uri="{FF2B5EF4-FFF2-40B4-BE49-F238E27FC236}">
                <a16:creationId xmlns:a16="http://schemas.microsoft.com/office/drawing/2014/main" id="{9264D16C-9C91-4D66-A165-E98F03FD5E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590593"/>
              </p:ext>
            </p:extLst>
          </p:nvPr>
        </p:nvGraphicFramePr>
        <p:xfrm>
          <a:off x="65025" y="866476"/>
          <a:ext cx="9790855" cy="5595523"/>
        </p:xfrm>
        <a:graphic>
          <a:graphicData uri="http://schemas.openxmlformats.org/drawingml/2006/table">
            <a:tbl>
              <a:tblPr/>
              <a:tblGrid>
                <a:gridCol w="7419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5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30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271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2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37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+mn-ea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</a:rPr>
                        <a:t>(W51)</a:t>
                      </a: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768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Roll Press</a:t>
                      </a:r>
                    </a:p>
                    <a:p>
                      <a:pPr algn="ctr" fontAlgn="ctr"/>
                      <a:r>
                        <a:rPr lang="en-US" altLang="ko-KR" sz="900" b="0">
                          <a:latin typeface="+mn-ea"/>
                          <a:ea typeface="+mn-ea"/>
                        </a:rPr>
                        <a:t>Pilot line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대응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EP1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EP2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>
                        <a:lnSpc>
                          <a:spcPts val="1100"/>
                        </a:lnSpc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(W51)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핵심 내용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전고체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Pilot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설비 추가적인 기능 테스트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냉간 압연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탭 프레스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검사기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롤 클리너 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로  인한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자동보정 검증 일정 변경 되었습니다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. (26/1/5~)</a:t>
                      </a:r>
                    </a:p>
                  </a:txBody>
                  <a:tcPr marL="36000" marR="144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’25.12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박상하P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김치완S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정소영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  <a:tr h="1395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08085907"/>
                  </a:ext>
                </a:extLst>
              </a:tr>
              <a:tr h="49288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배경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롤프레스 공정에서 재조건조정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감속구간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등속구간의 전극 두께 품질 편차를 최소화 하기 위한 자동보정 개발을 완료하고 수평전개를 진행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. Global site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에 자동보정을 적용 후 발생하는 이슈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VOE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대응을 진행하고 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진행 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  <a:cs typeface="+mn-cs"/>
                        </a:rPr>
                        <a:t>1. EP1(OC1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  <a:cs typeface="+mn-cs"/>
                        </a:rPr>
                        <a:t>동) 건식(음극)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  <a:cs typeface="+mn-cs"/>
                        </a:rPr>
                        <a:t>Pilot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  <a:cs typeface="+mn-cs"/>
                        </a:rPr>
                        <a:t>자동보정 수평전개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  <a:cs typeface="+mn-cs"/>
                        </a:rPr>
                        <a:t>( ~8월 31일)(일정 공유 예정)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  <a:cs typeface="+mn-cs"/>
                        </a:rPr>
                        <a:t> 1) 음극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  <a:cs typeface="+mn-cs"/>
                        </a:rPr>
                        <a:t>건식 대응을 위한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  <a:cs typeface="+mn-cs"/>
                        </a:rPr>
                        <a:t>Pilot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  <a:cs typeface="+mn-cs"/>
                        </a:rPr>
                        <a:t>설비가 입고 예정이며, 자동보정을 적용해달라는 니즈가 있었습니다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  <a:cs typeface="+mn-cs"/>
                        </a:rPr>
                        <a:t>.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  <a:cs typeface="+mn-cs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  <a:cs typeface="+mn-cs"/>
                        </a:rPr>
                        <a:t>기존 설비랑 다른 점은 설비 PLC가 미쓰비시 Q시리즈에서 R시리즈로 변경되었습니다. (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특이사항 : PLC R시리즈 기반 자동보정 프로그램 설계 필요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)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ptos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  <a:cs typeface="+mn-cs"/>
                        </a:rPr>
                        <a:t>    그리고 설비 메이커 또한 양극은 PNT였으나 음극은 한화 모멘텀으로 변경되어 자동보정 관련 기본 사양 프로그램에 대해 전반적인 검토가 필요할 것으로 예상됩니다. 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2. EP1(OC4동) 전고체 Pilot 자동보정 수평전개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 1) 건식(음극) Pilot  설비와 같이 미쓰비시 R시리즈에 한화 모멘텀 메이커의 설비입니다.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       설비 차이점은 기존에 메인롤 스펙이 700Φ X 800L(표준폭)이었으나 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700Φ X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450L 로 변경되어 폭이 매우 짧아졌습니다.</a:t>
                      </a:r>
                      <a:endParaRPr lang="ko-KR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ptos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       이를 통해 선압을 매우 높게 올렸다고 확인 받았는데, 자동보정 관점에서 차이점이 있을지 검토해보도록 하겠습니다.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       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특이사항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: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PLC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R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시리즈 기반 자동보정 프로그램 설계 필요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,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메인롤 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폭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800L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450L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→ 최신 PLC 프로그램 공유 예정(10/16) / 두께 측정기 연동 작업(10/20~21) 예정되어 있으며, APC 통신을 위한 케이블 포설 대기 중입니다.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→ 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적용하기 위한 선행 작업인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IT 연동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테스트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(EIF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팀 주관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일정 공유 요청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기존 일정 내(~10/24) 완료되지 않았습니다. IT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연동테스트 가능 일정 공유를 요청하였으며 이에 따라 자동보정 적용 일정을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~11/28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로 변경하였습니다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. IT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연동 테스트 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OC4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동 현장 내방 후 제어 담당자와 논의하여 설비 데이터 올바른지 여부와 출력단 확인 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프로그램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, HMI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적용 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.(11/17) APC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자동보정 로직 검증은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IT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연동 테스트 완료되면 진행할 예정으로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일정 공유 대기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.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선행설비기술팀 냉간 압연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탭 프레스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검사기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라밸러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롤클리너 등 추가 테스트 일정이 수립되어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,12/15~12/24)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로 인한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자동보정 검증 일정 지연되었으며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자동보정 검증 일정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(26/1/5~)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수립 되었습니다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3. EP2 </a:t>
                      </a:r>
                      <a:r>
                        <a:rPr lang="ko-KR" altLang="en-US" sz="900" b="0" i="0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마더라인 자동보정 적용 검토</a:t>
                      </a:r>
                      <a:endParaRPr lang="en-US" altLang="ko-KR" sz="900" b="0" i="0" kern="1200" noProof="0">
                        <a:solidFill>
                          <a:schemeClr val="tx1"/>
                        </a:solidFill>
                        <a:effectLst/>
                        <a:latin typeface="Aptos Narrow"/>
                        <a:ea typeface="LG스마트체 Regular"/>
                        <a:cs typeface="+mn-cs"/>
                      </a:endParaRPr>
                    </a:p>
                    <a:p>
                      <a:pPr marL="0" algn="l" defTabSz="914400" rtl="0" eaLnBrk="1" latinLnBrk="1" hangingPunct="1">
                        <a:lnSpc>
                          <a:spcPct val="100000"/>
                        </a:lnSpc>
                      </a:pP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1)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설비 메이커 변경으로 인한 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PLC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프로그램 변경 예정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 (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신규업체 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아바코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, HYLN)</a:t>
                      </a:r>
                    </a:p>
                    <a:p>
                      <a:pPr marL="0" algn="l" rtl="0" eaLnBrk="1" latinLnBrk="1" hangingPunct="1">
                        <a:lnSpc>
                          <a:spcPct val="100000"/>
                        </a:lnSpc>
                      </a:pP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   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-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두께측정기 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그림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공초점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),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설비 생산 속도 변경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기존 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110m/min), Roll Gap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하중 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Spec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 상향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(440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→ 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550 Ton),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역압 하중 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Spec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상향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(250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→ 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270 Ton)</a:t>
                      </a:r>
                    </a:p>
                    <a:p>
                      <a:pPr marL="0" algn="l" rtl="0" eaLnBrk="1" latinLnBrk="1" hangingPunct="1">
                        <a:lnSpc>
                          <a:spcPct val="100000"/>
                        </a:lnSpc>
                      </a:pP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  → 실린더 외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내경 변경에 따른 하중을 압력으로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(Ton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→ 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Bar) </a:t>
                      </a:r>
                      <a:r>
                        <a:rPr lang="ko-KR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→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단위 환산 수식 재검토 필요</a:t>
                      </a:r>
                      <a:endParaRPr lang="en-US" altLang="ko-KR" sz="900" b="0" i="0" kern="1200">
                        <a:solidFill>
                          <a:schemeClr val="tx1"/>
                        </a:solidFill>
                        <a:effectLst/>
                        <a:latin typeface="Aptos Narrow"/>
                        <a:ea typeface="LG스마트체 Regular"/>
                        <a:cs typeface="+mn-cs"/>
                      </a:endParaRPr>
                    </a:p>
                    <a:p>
                      <a:pPr marL="0" lvl="0" algn="l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  2) 음극 롤프레스</a:t>
                      </a:r>
                      <a:br>
                        <a:rPr lang="ko-KR" altLang="en-US" sz="900" b="0" i="0" kern="1200">
                          <a:solidFill>
                            <a:srgbClr val="0000FF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kern="1200">
                          <a:solidFill>
                            <a:srgbClr val="0000FF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  </a:t>
                      </a:r>
                      <a:r>
                        <a:rPr lang="ko-KR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→ 음극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 1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호기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(PNT)</a:t>
                      </a:r>
                      <a:r>
                        <a:rPr lang="ko-KR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1차롤 GAP 제어 관련 PLC 프로그램 누락으로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해당사항 적용 완료이후로 검증일정 연기됐습니다.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(9/16~9/18▶10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월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중순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협의중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)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ptos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ptos Narrow"/>
                          <a:ea typeface="LG스마트체 Regular"/>
                        </a:rPr>
                        <a:t> 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→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누락된 1차롤 Gap 제어 관련 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PLC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프로그램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적용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 후 APC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자동보정 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검증 진행 중 입니다. (10/13~10/17) → APC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자동보정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 현장 기능 검증 완료(10/17)</a:t>
                      </a:r>
                      <a:br>
                        <a:rPr 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ptos Narrow"/>
                        </a:rPr>
                      </a:br>
                      <a:r>
                        <a:rPr 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ptos Narrow"/>
                        </a:rPr>
                        <a:t>  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</a:rPr>
                        <a:t>→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음극 2호기(PNT) APC 자동보정 적용 및 기능 검증 완료하였습니다.(11/27)</a:t>
                      </a:r>
                      <a:b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  3)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양극 롤프레스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ptos Narrow"/>
                        <a:ea typeface="LG스마트체 Regular"/>
                      </a:endParaRPr>
                    </a:p>
                    <a:p>
                      <a:pPr marL="0" lvl="0" algn="l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  → 양극 1호기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아바코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  <a:cs typeface="+mn-cs"/>
                        </a:rPr>
                        <a:t> APC 검증 완료했습니다.(8/28)</a:t>
                      </a: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  →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양극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2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호기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2호기 셋업되어 APC 적용 및 검증 일정 수립하였습니다.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양극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2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호기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(Hyln)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업체 제어 담당자와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APC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자동보정 적용 관련하여 논의 진행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(11/6)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① 자동보정 설명 ②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프로그램 요청 ③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사용 가능한 주소 범위 할당 요청 ④ 서보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Unit Maker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社 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(Moog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社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Parker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社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⑤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HMI Maker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社 확인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프로페이스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Wein View)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등 관련하여 논의 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중국 업체 통역사와 소통하며 설비 데이터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Type, Address,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두께 측정 통신 맵 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정보 공유를 통해 기준정보 작성 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  <a:t>.(11/18)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ptos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APC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자동보정 대응하기 위한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PLC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프로그램 설계 완료하였으며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설비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ID, IP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주소 공유 받아 기준정보 등록 완료 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.(11/25) 양/음극 2호기 APC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자동보정 검증 진행 중 입니다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ptos Narrow"/>
                          <a:ea typeface="LG스마트체 Regular"/>
                        </a:rPr>
                        <a:t>. (11/26~12/2) 양극 2호기(Hyln) APC 자동보정 적용 및 기능 검증 완료하였습니다.(11/28)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30344813"/>
                  </a:ext>
                </a:extLst>
              </a:tr>
            </a:tbl>
          </a:graphicData>
        </a:graphic>
      </p:graphicFrame>
      <p:sp>
        <p:nvSpPr>
          <p:cNvPr id="30" name="내용 개체 틀 20">
            <a:extLst>
              <a:ext uri="{FF2B5EF4-FFF2-40B4-BE49-F238E27FC236}">
                <a16:creationId xmlns:a16="http://schemas.microsoft.com/office/drawing/2014/main" id="{6F0A1984-ACC2-4062-BE1D-9FBF00C4EB71}"/>
              </a:ext>
            </a:extLst>
          </p:cNvPr>
          <p:cNvSpPr txBox="1">
            <a:spLocks/>
          </p:cNvSpPr>
          <p:nvPr/>
        </p:nvSpPr>
        <p:spPr>
          <a:xfrm>
            <a:off x="108656" y="593629"/>
            <a:ext cx="274273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Roll Press Pilot line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자동보정 대응</a:t>
            </a:r>
          </a:p>
        </p:txBody>
      </p:sp>
      <p:sp>
        <p:nvSpPr>
          <p:cNvPr id="39" name="내용 개체 틀 20">
            <a:extLst>
              <a:ext uri="{FF2B5EF4-FFF2-40B4-BE49-F238E27FC236}">
                <a16:creationId xmlns:a16="http://schemas.microsoft.com/office/drawing/2014/main" id="{BD947726-D688-4BA1-ABAE-873172B470A3}"/>
              </a:ext>
            </a:extLst>
          </p:cNvPr>
          <p:cNvSpPr txBox="1">
            <a:spLocks/>
          </p:cNvSpPr>
          <p:nvPr/>
        </p:nvSpPr>
        <p:spPr>
          <a:xfrm>
            <a:off x="8327917" y="184945"/>
            <a:ext cx="856004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en-US" altLang="ko-KR" sz="1000" err="1">
                <a:solidFill>
                  <a:prstClr val="black"/>
                </a:solidFill>
                <a:latin typeface="+mn-ea"/>
              </a:rPr>
              <a:t>박상하P</a:t>
            </a:r>
            <a:endParaRPr lang="ko-KR" altLang="en-US" sz="1000" b="0" i="0" u="none" strike="noStrike" kern="1200" cap="none" spc="0" normalizeH="0" baseline="0" noProof="0" err="1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4" name="제목 1">
            <a:extLst>
              <a:ext uri="{FF2B5EF4-FFF2-40B4-BE49-F238E27FC236}">
                <a16:creationId xmlns:a16="http://schemas.microsoft.com/office/drawing/2014/main" id="{D60B0DFA-A921-4761-8166-DC577D55354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5FD397E3-3603-4A80-8568-8CD74BA34CD9}"/>
              </a:ext>
            </a:extLst>
          </p:cNvPr>
          <p:cNvSpPr/>
          <p:nvPr/>
        </p:nvSpPr>
        <p:spPr>
          <a:xfrm>
            <a:off x="5889625" y="273933"/>
            <a:ext cx="2207656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RSND-#1, 진행 상태 : </a:t>
            </a:r>
            <a:r>
              <a:rPr lang="ko-KR" altLang="en-US" sz="10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1000">
                <a:latin typeface="+mn-ea"/>
              </a:rPr>
              <a:t>]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3FC2A76-41EE-4125-BB0D-9C5F9F46FD99}"/>
              </a:ext>
            </a:extLst>
          </p:cNvPr>
          <p:cNvSpPr txBox="1"/>
          <p:nvPr/>
        </p:nvSpPr>
        <p:spPr>
          <a:xfrm>
            <a:off x="8320225" y="350877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14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3211266544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표 1">
            <a:extLst>
              <a:ext uri="{FF2B5EF4-FFF2-40B4-BE49-F238E27FC236}">
                <a16:creationId xmlns:a16="http://schemas.microsoft.com/office/drawing/2014/main" id="{C7335BD5-3A55-44AE-BC93-06CEDE9FCA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660286"/>
              </p:ext>
            </p:extLst>
          </p:nvPr>
        </p:nvGraphicFramePr>
        <p:xfrm>
          <a:off x="65025" y="875711"/>
          <a:ext cx="9777536" cy="5573040"/>
        </p:xfrm>
        <a:graphic>
          <a:graphicData uri="http://schemas.openxmlformats.org/drawingml/2006/table">
            <a:tbl>
              <a:tblPr/>
              <a:tblGrid>
                <a:gridCol w="7479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00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90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106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948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175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4490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Roll Press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APC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 개발 및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수평전개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WA</a:t>
                      </a:r>
                    </a:p>
                    <a:p>
                      <a:pPr lvl="0" algn="ctr" defTabSz="914400">
                        <a:buNone/>
                        <a:tabLst/>
                        <a:defRPr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EP1</a:t>
                      </a: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EP2</a:t>
                      </a: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>
                        <a:lnSpc>
                          <a:spcPts val="1100"/>
                        </a:lnSpc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(W51) 핵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심 내용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특이사항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’25.4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정대영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박상하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김치완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정소영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  <a:tr h="2106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08085907"/>
                  </a:ext>
                </a:extLst>
              </a:tr>
              <a:tr h="491610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배경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  <a:endParaRPr lang="ko-KR" altLang="en-US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APC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적용을 위해 기존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PLC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 개발된 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재조건조정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감속구간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등속구간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로직을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Python 으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 개발하여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ESWA 4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동에 적용 했습니다.(24년 7월)</a:t>
                      </a:r>
                      <a:b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이후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해당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프로그램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수평전개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고도화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진행중입니다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사항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1)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Gap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고도화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수평전개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Operation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TDR중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ESWA PNT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설비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(3,4라인)를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대상으로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SIDE부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ZONE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두께를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우선적으로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제어하기위해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Gap자동보정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고도화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(Zone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두께보정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)을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적용했습니다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ZONE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두께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제어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검증일정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생산계획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변경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(10/17 → 10/22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변경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됨에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따라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CIS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설비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양극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6-3호기 Zone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두께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제어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검증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하였습니다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(10/ 23)</a:t>
                      </a:r>
                      <a:b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양극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5,6,7라인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설비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총 9대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수평전개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하였습니다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b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추가적으로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양극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6-3호기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대상으로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가/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감속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분리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고도화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검증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하였습니다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.(10/23)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양극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5,6라인 총 6대 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수평전개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하였습니다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양극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7-1호기 10/27~10/31 4일간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데이터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통하여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효과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분석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진행하였습니다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[Roll Press APC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자동보정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수평전개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(3/3) Page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참고</a:t>
                      </a:r>
                      <a:b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음극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7-1호기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기준으로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CIS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음극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(Tandem,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두께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측정기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1대)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설비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수평전개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진행을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위해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로직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준비 완료 하였습니다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(11/7)</a:t>
                      </a:r>
                      <a:b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생산일정 고려하여 검증 일정 수립할 예정으로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법인에서 일정 공유 받기로 하였습니다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b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WA1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 설비 기준정보 신규 등록 및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WA3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APC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자동보정 고도화를 위한 기준정보 수정 진행하였습니다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(11/11)</a:t>
                      </a:r>
                      <a:b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WA2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 음극 등속구간 자동보정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(AUTO GAP)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고도화 버전 음극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5~7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(5-1,2, 6-1, 7-1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총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6-2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호기 현재 설비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off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상태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적용 완료 하였습니다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(11/14)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2) OC9동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NFF라인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APC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자동보정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수평전개</a:t>
                      </a:r>
                      <a:b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Data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수집을 위한 기준정보 수립 완료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(9/9)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Auto Gap, Auto Bender, Speed Gap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미쓰비시 버전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HMI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수정 완료했습니다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.(9/19)</a:t>
                      </a: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데이터 정합성 검증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Write Test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.(9/23)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Auto Gap, Auto Bender, Speed Gap 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기능 검증 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.(9/24)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재조건조정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자동보정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PLC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HMI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프로그램 수정 진행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(10/17)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하였습니다.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대표호기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재조건조정 자동보정 기능 검증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(10/22)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기능 검증 진행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(10/27)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롤프레스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자동보정 작업자 교육 진행 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.(11/10)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NFF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생산팀과 협의하여 설비 안정화 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자동보정 수평전개 일정 논의하기로 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30344813"/>
                  </a:ext>
                </a:extLst>
              </a:tr>
            </a:tbl>
          </a:graphicData>
        </a:graphic>
      </p:graphicFrame>
      <p:sp>
        <p:nvSpPr>
          <p:cNvPr id="30" name="내용 개체 틀 20">
            <a:extLst>
              <a:ext uri="{FF2B5EF4-FFF2-40B4-BE49-F238E27FC236}">
                <a16:creationId xmlns:a16="http://schemas.microsoft.com/office/drawing/2014/main" id="{6F0A1984-ACC2-4062-BE1D-9FBF00C4EB71}"/>
              </a:ext>
            </a:extLst>
          </p:cNvPr>
          <p:cNvSpPr txBox="1">
            <a:spLocks/>
          </p:cNvSpPr>
          <p:nvPr/>
        </p:nvSpPr>
        <p:spPr>
          <a:xfrm>
            <a:off x="108656" y="593629"/>
            <a:ext cx="3706143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Roll Press APC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자동보정 개발 및 수평전개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lang="en-US" altLang="ko-KR" sz="1400" b="1">
                <a:solidFill>
                  <a:prstClr val="black"/>
                </a:solidFill>
                <a:latin typeface="+mn-ea"/>
              </a:rPr>
              <a:t>1/3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9" name="내용 개체 틀 20">
            <a:extLst>
              <a:ext uri="{FF2B5EF4-FFF2-40B4-BE49-F238E27FC236}">
                <a16:creationId xmlns:a16="http://schemas.microsoft.com/office/drawing/2014/main" id="{BD947726-D688-4BA1-ABAE-873172B470A3}"/>
              </a:ext>
            </a:extLst>
          </p:cNvPr>
          <p:cNvSpPr txBox="1">
            <a:spLocks/>
          </p:cNvSpPr>
          <p:nvPr/>
        </p:nvSpPr>
        <p:spPr>
          <a:xfrm>
            <a:off x="8328331" y="187926"/>
            <a:ext cx="1341714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en-US" altLang="ko-KR" sz="1000" err="1">
                <a:solidFill>
                  <a:prstClr val="black"/>
                </a:solidFill>
                <a:latin typeface="+mn-ea"/>
              </a:rPr>
              <a:t>김치완S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, </a:t>
            </a:r>
            <a:r>
              <a:rPr lang="en-US" altLang="ko-KR" sz="1000" err="1">
                <a:solidFill>
                  <a:prstClr val="black"/>
                </a:solidFill>
                <a:latin typeface="+mn-ea"/>
              </a:rPr>
              <a:t>박홍준A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5" name="제목 1">
            <a:extLst>
              <a:ext uri="{FF2B5EF4-FFF2-40B4-BE49-F238E27FC236}">
                <a16:creationId xmlns:a16="http://schemas.microsoft.com/office/drawing/2014/main" id="{FC55AC48-5181-4CBE-8AE2-3EA532A2CCB2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8E108C4-F3EC-44E4-8204-05C760D06597}"/>
              </a:ext>
            </a:extLst>
          </p:cNvPr>
          <p:cNvSpPr/>
          <p:nvPr/>
        </p:nvSpPr>
        <p:spPr>
          <a:xfrm>
            <a:off x="5889625" y="261889"/>
            <a:ext cx="2207656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</a:t>
            </a:r>
            <a:r>
              <a:rPr lang="en-US" altLang="ko-KR" sz="1000">
                <a:latin typeface="+mn-ea"/>
              </a:rPr>
              <a:t>2</a:t>
            </a:r>
            <a:r>
              <a:rPr lang="ko-KR" altLang="en-US" sz="1000">
                <a:latin typeface="+mn-ea"/>
              </a:rPr>
              <a:t>, 진행 상태 : </a:t>
            </a:r>
            <a:r>
              <a:rPr lang="ko-KR" altLang="en-US" sz="10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1000">
                <a:latin typeface="+mn-ea"/>
              </a:rPr>
              <a:t>]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FCE8223-3D08-46D9-90C5-609F0803ACD6}"/>
              </a:ext>
            </a:extLst>
          </p:cNvPr>
          <p:cNvSpPr txBox="1"/>
          <p:nvPr/>
        </p:nvSpPr>
        <p:spPr>
          <a:xfrm>
            <a:off x="8328331" y="350877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4" name="TextBox 279">
            <a:extLst>
              <a:ext uri="{FF2B5EF4-FFF2-40B4-BE49-F238E27FC236}">
                <a16:creationId xmlns:a16="http://schemas.microsoft.com/office/drawing/2014/main" id="{EB077980-E3A9-4E34-A556-B75C2710448F}"/>
              </a:ext>
            </a:extLst>
          </p:cNvPr>
          <p:cNvSpPr txBox="1"/>
          <p:nvPr/>
        </p:nvSpPr>
        <p:spPr>
          <a:xfrm>
            <a:off x="1482759" y="3648471"/>
            <a:ext cx="1229460" cy="12311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ko-KR" altLang="en-US" sz="800" u="sng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고도화 적용 전</a:t>
            </a:r>
            <a:r>
              <a:rPr lang="ko-KR" altLang="en-US" sz="8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폭 방향 데이터</a:t>
            </a:r>
          </a:p>
        </p:txBody>
      </p:sp>
      <p:sp>
        <p:nvSpPr>
          <p:cNvPr id="5" name="TextBox 280">
            <a:extLst>
              <a:ext uri="{FF2B5EF4-FFF2-40B4-BE49-F238E27FC236}">
                <a16:creationId xmlns:a16="http://schemas.microsoft.com/office/drawing/2014/main" id="{DFE39E2A-E8CD-4F54-A00E-C9910E7FCEE0}"/>
              </a:ext>
            </a:extLst>
          </p:cNvPr>
          <p:cNvSpPr txBox="1"/>
          <p:nvPr/>
        </p:nvSpPr>
        <p:spPr>
          <a:xfrm>
            <a:off x="3830407" y="3648471"/>
            <a:ext cx="1297284" cy="12311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ko-KR" altLang="en-US" sz="800" u="sng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고도화 적용 후</a:t>
            </a:r>
            <a:r>
              <a:rPr lang="ko-KR" altLang="en-US" sz="8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폭 방향 데이터</a:t>
            </a:r>
          </a:p>
        </p:txBody>
      </p:sp>
      <p:sp>
        <p:nvSpPr>
          <p:cNvPr id="8" name="화살표: 오른쪽 7">
            <a:extLst>
              <a:ext uri="{FF2B5EF4-FFF2-40B4-BE49-F238E27FC236}">
                <a16:creationId xmlns:a16="http://schemas.microsoft.com/office/drawing/2014/main" id="{34AD6126-EBE4-41B6-BE81-3AEAF6E43FC2}"/>
              </a:ext>
            </a:extLst>
          </p:cNvPr>
          <p:cNvSpPr/>
          <p:nvPr/>
        </p:nvSpPr>
        <p:spPr>
          <a:xfrm>
            <a:off x="3575928" y="4234434"/>
            <a:ext cx="273372" cy="190770"/>
          </a:xfrm>
          <a:prstGeom prst="rightArrow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9" name="차트 8">
            <a:extLst>
              <a:ext uri="{FF2B5EF4-FFF2-40B4-BE49-F238E27FC236}">
                <a16:creationId xmlns:a16="http://schemas.microsoft.com/office/drawing/2014/main" id="{48438E83-E299-4B44-BE13-9A2E237FCC8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29139869"/>
              </p:ext>
            </p:extLst>
          </p:nvPr>
        </p:nvGraphicFramePr>
        <p:xfrm>
          <a:off x="1454255" y="3819703"/>
          <a:ext cx="2039252" cy="127972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EB6198AA-947E-4D31-80BE-865FE434CCBF}"/>
              </a:ext>
            </a:extLst>
          </p:cNvPr>
          <p:cNvSpPr/>
          <p:nvPr/>
        </p:nvSpPr>
        <p:spPr>
          <a:xfrm>
            <a:off x="3197187" y="4073651"/>
            <a:ext cx="229683" cy="869674"/>
          </a:xfrm>
          <a:prstGeom prst="rect">
            <a:avLst/>
          </a:prstGeom>
          <a:solidFill>
            <a:srgbClr val="FF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2BD7C2BA-6600-4B9C-9A70-FF459C9F0BE8}"/>
              </a:ext>
            </a:extLst>
          </p:cNvPr>
          <p:cNvCxnSpPr/>
          <p:nvPr/>
        </p:nvCxnSpPr>
        <p:spPr>
          <a:xfrm>
            <a:off x="1634450" y="4387720"/>
            <a:ext cx="1797368" cy="0"/>
          </a:xfrm>
          <a:prstGeom prst="line">
            <a:avLst/>
          </a:prstGeom>
          <a:ln w="158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371981CC-3D12-43A8-A37B-39EB3DDB656B}"/>
              </a:ext>
            </a:extLst>
          </p:cNvPr>
          <p:cNvCxnSpPr/>
          <p:nvPr/>
        </p:nvCxnSpPr>
        <p:spPr>
          <a:xfrm>
            <a:off x="1654723" y="4278147"/>
            <a:ext cx="1772414" cy="0"/>
          </a:xfrm>
          <a:prstGeom prst="line">
            <a:avLst/>
          </a:prstGeom>
          <a:ln w="15875">
            <a:solidFill>
              <a:srgbClr val="0000FF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32BD8435-ECC3-4401-A9E5-97D2DA035976}"/>
              </a:ext>
            </a:extLst>
          </p:cNvPr>
          <p:cNvCxnSpPr/>
          <p:nvPr/>
        </p:nvCxnSpPr>
        <p:spPr>
          <a:xfrm>
            <a:off x="1659670" y="4498765"/>
            <a:ext cx="1772414" cy="0"/>
          </a:xfrm>
          <a:prstGeom prst="line">
            <a:avLst/>
          </a:prstGeom>
          <a:ln w="15875">
            <a:solidFill>
              <a:srgbClr val="0000FF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타원 17">
            <a:extLst>
              <a:ext uri="{FF2B5EF4-FFF2-40B4-BE49-F238E27FC236}">
                <a16:creationId xmlns:a16="http://schemas.microsoft.com/office/drawing/2014/main" id="{3741AAE9-6ACB-483C-8856-2814E31D228D}"/>
              </a:ext>
            </a:extLst>
          </p:cNvPr>
          <p:cNvSpPr/>
          <p:nvPr/>
        </p:nvSpPr>
        <p:spPr>
          <a:xfrm>
            <a:off x="3231654" y="4193185"/>
            <a:ext cx="130074" cy="129642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9" name="TextBox 292">
            <a:extLst>
              <a:ext uri="{FF2B5EF4-FFF2-40B4-BE49-F238E27FC236}">
                <a16:creationId xmlns:a16="http://schemas.microsoft.com/office/drawing/2014/main" id="{5BEAEE36-98B0-457B-8D31-784A7A37EA6C}"/>
              </a:ext>
            </a:extLst>
          </p:cNvPr>
          <p:cNvSpPr txBox="1"/>
          <p:nvPr/>
        </p:nvSpPr>
        <p:spPr>
          <a:xfrm>
            <a:off x="1598394" y="3968918"/>
            <a:ext cx="48488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DS Avg. 187.2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㎛</a:t>
            </a:r>
          </a:p>
        </p:txBody>
      </p:sp>
      <p:sp>
        <p:nvSpPr>
          <p:cNvPr id="20" name="TextBox 293">
            <a:extLst>
              <a:ext uri="{FF2B5EF4-FFF2-40B4-BE49-F238E27FC236}">
                <a16:creationId xmlns:a16="http://schemas.microsoft.com/office/drawing/2014/main" id="{A88CF3E5-FA56-46FE-AA9C-FDA5E68C8058}"/>
              </a:ext>
            </a:extLst>
          </p:cNvPr>
          <p:cNvSpPr txBox="1"/>
          <p:nvPr/>
        </p:nvSpPr>
        <p:spPr>
          <a:xfrm>
            <a:off x="2971347" y="3965756"/>
            <a:ext cx="48488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OS Avg. 186.9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㎛</a:t>
            </a:r>
          </a:p>
        </p:txBody>
      </p:sp>
      <p:graphicFrame>
        <p:nvGraphicFramePr>
          <p:cNvPr id="21" name="차트 20">
            <a:extLst>
              <a:ext uri="{FF2B5EF4-FFF2-40B4-BE49-F238E27FC236}">
                <a16:creationId xmlns:a16="http://schemas.microsoft.com/office/drawing/2014/main" id="{B6849D29-B28C-4E5F-908F-975FF3858AE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18794094"/>
              </p:ext>
            </p:extLst>
          </p:nvPr>
        </p:nvGraphicFramePr>
        <p:xfrm>
          <a:off x="3826211" y="3817751"/>
          <a:ext cx="2041200" cy="127972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2" name="직사각형 21">
            <a:extLst>
              <a:ext uri="{FF2B5EF4-FFF2-40B4-BE49-F238E27FC236}">
                <a16:creationId xmlns:a16="http://schemas.microsoft.com/office/drawing/2014/main" id="{79B26CE3-A49B-41B3-8C12-D19A362D876B}"/>
              </a:ext>
            </a:extLst>
          </p:cNvPr>
          <p:cNvSpPr/>
          <p:nvPr/>
        </p:nvSpPr>
        <p:spPr>
          <a:xfrm>
            <a:off x="5570787" y="4071699"/>
            <a:ext cx="229902" cy="869674"/>
          </a:xfrm>
          <a:prstGeom prst="rect">
            <a:avLst/>
          </a:prstGeom>
          <a:solidFill>
            <a:srgbClr val="FF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22921A62-F585-4EB4-83C1-E57DCCDA4136}"/>
              </a:ext>
            </a:extLst>
          </p:cNvPr>
          <p:cNvCxnSpPr/>
          <p:nvPr/>
        </p:nvCxnSpPr>
        <p:spPr>
          <a:xfrm>
            <a:off x="4001604" y="4401512"/>
            <a:ext cx="1799085" cy="0"/>
          </a:xfrm>
          <a:prstGeom prst="line">
            <a:avLst/>
          </a:prstGeom>
          <a:ln w="158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60887FA0-92E2-49C1-A1F8-0C7931328612}"/>
              </a:ext>
            </a:extLst>
          </p:cNvPr>
          <p:cNvCxnSpPr/>
          <p:nvPr/>
        </p:nvCxnSpPr>
        <p:spPr>
          <a:xfrm>
            <a:off x="4013809" y="4406026"/>
            <a:ext cx="1774107" cy="0"/>
          </a:xfrm>
          <a:prstGeom prst="line">
            <a:avLst/>
          </a:prstGeom>
          <a:ln w="15875">
            <a:solidFill>
              <a:srgbClr val="0000FF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D1F2D029-3A89-4151-95FB-5CD0FD439914}"/>
              </a:ext>
            </a:extLst>
          </p:cNvPr>
          <p:cNvCxnSpPr/>
          <p:nvPr/>
        </p:nvCxnSpPr>
        <p:spPr>
          <a:xfrm>
            <a:off x="4018761" y="4521161"/>
            <a:ext cx="1774107" cy="0"/>
          </a:xfrm>
          <a:prstGeom prst="line">
            <a:avLst/>
          </a:prstGeom>
          <a:ln w="15875">
            <a:solidFill>
              <a:srgbClr val="0000FF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타원 25">
            <a:extLst>
              <a:ext uri="{FF2B5EF4-FFF2-40B4-BE49-F238E27FC236}">
                <a16:creationId xmlns:a16="http://schemas.microsoft.com/office/drawing/2014/main" id="{CF75F362-98CD-4F8E-862E-E5D10EE30F50}"/>
              </a:ext>
            </a:extLst>
          </p:cNvPr>
          <p:cNvSpPr/>
          <p:nvPr/>
        </p:nvSpPr>
        <p:spPr>
          <a:xfrm>
            <a:off x="5621735" y="4304328"/>
            <a:ext cx="130199" cy="129642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7" name="TextBox 301">
            <a:extLst>
              <a:ext uri="{FF2B5EF4-FFF2-40B4-BE49-F238E27FC236}">
                <a16:creationId xmlns:a16="http://schemas.microsoft.com/office/drawing/2014/main" id="{E3004CAE-93FA-42FB-9542-EFA7A671625A}"/>
              </a:ext>
            </a:extLst>
          </p:cNvPr>
          <p:cNvSpPr txBox="1"/>
          <p:nvPr/>
        </p:nvSpPr>
        <p:spPr>
          <a:xfrm>
            <a:off x="3970477" y="3963437"/>
            <a:ext cx="48534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DS Avg. 187.1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㎛</a:t>
            </a:r>
          </a:p>
        </p:txBody>
      </p:sp>
      <p:sp>
        <p:nvSpPr>
          <p:cNvPr id="28" name="TextBox 302">
            <a:extLst>
              <a:ext uri="{FF2B5EF4-FFF2-40B4-BE49-F238E27FC236}">
                <a16:creationId xmlns:a16="http://schemas.microsoft.com/office/drawing/2014/main" id="{43CDFEDA-01D7-4844-9338-F367DA2C7922}"/>
              </a:ext>
            </a:extLst>
          </p:cNvPr>
          <p:cNvSpPr txBox="1"/>
          <p:nvPr/>
        </p:nvSpPr>
        <p:spPr>
          <a:xfrm>
            <a:off x="5382063" y="3963437"/>
            <a:ext cx="48534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OS Avg. 186.8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㎛</a:t>
            </a:r>
          </a:p>
        </p:txBody>
      </p:sp>
      <p:sp>
        <p:nvSpPr>
          <p:cNvPr id="29" name="TextBox 115">
            <a:extLst>
              <a:ext uri="{FF2B5EF4-FFF2-40B4-BE49-F238E27FC236}">
                <a16:creationId xmlns:a16="http://schemas.microsoft.com/office/drawing/2014/main" id="{F8B444C3-5A21-4F6A-A739-1734B0A9E04D}"/>
              </a:ext>
            </a:extLst>
          </p:cNvPr>
          <p:cNvSpPr txBox="1"/>
          <p:nvPr/>
        </p:nvSpPr>
        <p:spPr>
          <a:xfrm>
            <a:off x="3905010" y="3816587"/>
            <a:ext cx="43659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두께</a:t>
            </a:r>
          </a:p>
        </p:txBody>
      </p:sp>
      <p:sp>
        <p:nvSpPr>
          <p:cNvPr id="31" name="TextBox 116">
            <a:extLst>
              <a:ext uri="{FF2B5EF4-FFF2-40B4-BE49-F238E27FC236}">
                <a16:creationId xmlns:a16="http://schemas.microsoft.com/office/drawing/2014/main" id="{4CD4DE60-964C-43D0-A960-D0BB9B4A394D}"/>
              </a:ext>
            </a:extLst>
          </p:cNvPr>
          <p:cNvSpPr txBox="1"/>
          <p:nvPr/>
        </p:nvSpPr>
        <p:spPr>
          <a:xfrm>
            <a:off x="1518369" y="3816587"/>
            <a:ext cx="43659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두께</a:t>
            </a:r>
          </a:p>
        </p:txBody>
      </p:sp>
    </p:spTree>
    <p:extLst>
      <p:ext uri="{BB962C8B-B14F-4D97-AF65-F5344CB8AC3E}">
        <p14:creationId xmlns:p14="http://schemas.microsoft.com/office/powerpoint/2010/main" val="4068242795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표 1">
            <a:extLst>
              <a:ext uri="{FF2B5EF4-FFF2-40B4-BE49-F238E27FC236}">
                <a16:creationId xmlns:a16="http://schemas.microsoft.com/office/drawing/2014/main" id="{C7335BD5-3A55-44AE-BC93-06CEDE9FCA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983173"/>
              </p:ext>
            </p:extLst>
          </p:nvPr>
        </p:nvGraphicFramePr>
        <p:xfrm>
          <a:off x="65025" y="875711"/>
          <a:ext cx="9777536" cy="5720400"/>
        </p:xfrm>
        <a:graphic>
          <a:graphicData uri="http://schemas.openxmlformats.org/drawingml/2006/table">
            <a:tbl>
              <a:tblPr/>
              <a:tblGrid>
                <a:gridCol w="7479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00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90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106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948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12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+mn-ea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</a:rPr>
                        <a:t>(W51)</a:t>
                      </a: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6000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Roll Press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APC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 개발 및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수평전개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</a:t>
                      </a: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진행중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)</a:t>
                      </a:r>
                    </a:p>
                    <a:p>
                      <a:pPr lvl="0" algn="ctr"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WA</a:t>
                      </a:r>
                      <a:b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HD</a:t>
                      </a:r>
                      <a:b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MI2</a:t>
                      </a:r>
                    </a:p>
                    <a:p>
                      <a:pPr lvl="0" algn="ctr"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MI_LS</a:t>
                      </a:r>
                    </a:p>
                    <a:p>
                      <a:pPr lvl="0" algn="ctr"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ST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(W51) 핵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심 내용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특이사항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’25.4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정대영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박상하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김치완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정소영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박홍준A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08085907"/>
                  </a:ext>
                </a:extLst>
              </a:tr>
              <a:tr h="50472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배경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롤프레스 자동보정의 경우 로직이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PLC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에 적용되어 있었습니다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때문에 로직을  업데이트하거나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문제 대응을 하려면 각 설비별로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PLC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에 원격접속을 하여 대응을 했어야 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하지만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적용을 통해 로직은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APC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서버에서 일괄 업데이트가 가능하게 되어 향후 신규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SITE(ESHD, ESST, ESMI2, ESMI_LS)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의 경우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APC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에 로직을 적용할 계획입니다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추가적으로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WA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의 경우 미쓰비시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대상으로 개발이 완료가 되었지만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ESHD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이후의 증설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SITE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는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PLC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APC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의 데이터 인터페이스를 최소화 하고 표준화된 프로그램을 준비하고 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진행 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지멘스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대상 기준정보 수립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1)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기준정보 수립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미쓰비시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PLC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랑 지멘스는 변수를 지정하는 타입이 다르기 때문에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주소 방식이 아닌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Tag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타입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APC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지멘스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기반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PLC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표준화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프로그램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개발을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위해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설비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Maker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社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(CIS)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내방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(12/4)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하였습니다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Maker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社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실무자와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자동보정에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사용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 될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변수를</a:t>
                      </a:r>
                      <a:b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</a:rPr>
                      </a:b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논의 하였습니다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재조건조정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,가/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감속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구간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등속 구간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자동보정 기준정보 작성 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(1/7)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재조건조정 자동보정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감속 자동보정 정리된 변수를 활용하여 프로그램 표준화 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. (1/17)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지멘스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대상 표준화 프로그램 설계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→ 기존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PLC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있던 로직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제어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(Gap)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프로그램 중 로직만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APC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옮기고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제어관련 프로그램은 설비 기본사양으로 반영 예정입니다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표준화 프로그램 설계를 완료하고 신규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SITE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는 표준화 프로그램 적용 예정입니다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1)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감속구간 자동보정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표준화 프로그램 수정 작업 완료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(100%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완료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12/20)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2)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재조건조정 자동보정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표준화 프로그램 설계 작업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(100%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1/10)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3)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등속구간 자동보정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표준화 프로그램 설계 진행 중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(100%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1/17)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30344813"/>
                  </a:ext>
                </a:extLst>
              </a:tr>
            </a:tbl>
          </a:graphicData>
        </a:graphic>
      </p:graphicFrame>
      <p:sp>
        <p:nvSpPr>
          <p:cNvPr id="30" name="내용 개체 틀 20">
            <a:extLst>
              <a:ext uri="{FF2B5EF4-FFF2-40B4-BE49-F238E27FC236}">
                <a16:creationId xmlns:a16="http://schemas.microsoft.com/office/drawing/2014/main" id="{6F0A1984-ACC2-4062-BE1D-9FBF00C4EB71}"/>
              </a:ext>
            </a:extLst>
          </p:cNvPr>
          <p:cNvSpPr txBox="1">
            <a:spLocks/>
          </p:cNvSpPr>
          <p:nvPr/>
        </p:nvSpPr>
        <p:spPr>
          <a:xfrm>
            <a:off x="108656" y="593629"/>
            <a:ext cx="3706143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Roll Press APC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자동보정 개발 및 수평전개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lang="en-US" altLang="ko-KR" sz="1400" b="1">
                <a:solidFill>
                  <a:prstClr val="black"/>
                </a:solidFill>
                <a:latin typeface="+mn-ea"/>
              </a:rPr>
              <a:t>2/3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9" name="내용 개체 틀 20">
            <a:extLst>
              <a:ext uri="{FF2B5EF4-FFF2-40B4-BE49-F238E27FC236}">
                <a16:creationId xmlns:a16="http://schemas.microsoft.com/office/drawing/2014/main" id="{BD947726-D688-4BA1-ABAE-873172B470A3}"/>
              </a:ext>
            </a:extLst>
          </p:cNvPr>
          <p:cNvSpPr txBox="1">
            <a:spLocks/>
          </p:cNvSpPr>
          <p:nvPr/>
        </p:nvSpPr>
        <p:spPr>
          <a:xfrm>
            <a:off x="8318714" y="196989"/>
            <a:ext cx="1341713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김치완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S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, </a:t>
            </a:r>
            <a:r>
              <a:rPr lang="en-US" altLang="ko-KR" sz="1000" err="1">
                <a:solidFill>
                  <a:prstClr val="black"/>
                </a:solidFill>
                <a:latin typeface="+mn-ea"/>
              </a:rPr>
              <a:t>박홍준A</a:t>
            </a:r>
            <a:endParaRPr kumimoji="0" lang="ko-KR" altLang="en-US" sz="1000" b="0" i="0" u="none" strike="noStrike" kern="1200" cap="none" spc="0" normalizeH="0" baseline="0" noProof="0" err="1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15" name="제목 1">
            <a:extLst>
              <a:ext uri="{FF2B5EF4-FFF2-40B4-BE49-F238E27FC236}">
                <a16:creationId xmlns:a16="http://schemas.microsoft.com/office/drawing/2014/main" id="{FC55AC48-5181-4CBE-8AE2-3EA532A2CCB2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FAAFF472-C9E8-4945-A7EA-0178D6BE43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7259996"/>
              </p:ext>
            </p:extLst>
          </p:nvPr>
        </p:nvGraphicFramePr>
        <p:xfrm>
          <a:off x="1357186" y="1740448"/>
          <a:ext cx="5916295" cy="1833096"/>
        </p:xfrm>
        <a:graphic>
          <a:graphicData uri="http://schemas.openxmlformats.org/drawingml/2006/table">
            <a:tbl>
              <a:tblPr/>
              <a:tblGrid>
                <a:gridCol w="829818">
                  <a:extLst>
                    <a:ext uri="{9D8B030D-6E8A-4147-A177-3AD203B41FA5}">
                      <a16:colId xmlns:a16="http://schemas.microsoft.com/office/drawing/2014/main" val="1863372433"/>
                    </a:ext>
                  </a:extLst>
                </a:gridCol>
                <a:gridCol w="829818">
                  <a:extLst>
                    <a:ext uri="{9D8B030D-6E8A-4147-A177-3AD203B41FA5}">
                      <a16:colId xmlns:a16="http://schemas.microsoft.com/office/drawing/2014/main" val="251820466"/>
                    </a:ext>
                  </a:extLst>
                </a:gridCol>
                <a:gridCol w="829818">
                  <a:extLst>
                    <a:ext uri="{9D8B030D-6E8A-4147-A177-3AD203B41FA5}">
                      <a16:colId xmlns:a16="http://schemas.microsoft.com/office/drawing/2014/main" val="131420132"/>
                    </a:ext>
                  </a:extLst>
                </a:gridCol>
                <a:gridCol w="829818">
                  <a:extLst>
                    <a:ext uri="{9D8B030D-6E8A-4147-A177-3AD203B41FA5}">
                      <a16:colId xmlns:a16="http://schemas.microsoft.com/office/drawing/2014/main" val="2439471635"/>
                    </a:ext>
                  </a:extLst>
                </a:gridCol>
                <a:gridCol w="2597023">
                  <a:extLst>
                    <a:ext uri="{9D8B030D-6E8A-4147-A177-3AD203B41FA5}">
                      <a16:colId xmlns:a16="http://schemas.microsoft.com/office/drawing/2014/main" val="1345631180"/>
                    </a:ext>
                  </a:extLst>
                </a:gridCol>
              </a:tblGrid>
              <a:tr h="130929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100584" marR="100584" marT="50292" marB="50292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APC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 여부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7501582"/>
                  </a:ext>
                </a:extLst>
              </a:tr>
              <a:tr h="79871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Mitsubishi</a:t>
                      </a:r>
                    </a:p>
                  </a:txBody>
                  <a:tcPr marL="100584" marR="100584" marT="50292" marB="50292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ESWA 전극 2동 CIS 음극 설비 수평전개 진행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227934"/>
                  </a:ext>
                </a:extLst>
              </a:tr>
              <a:tr h="79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ESNB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18114"/>
                  </a:ext>
                </a:extLst>
              </a:tr>
              <a:tr h="79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ESNA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9759517"/>
                  </a:ext>
                </a:extLst>
              </a:tr>
              <a:tr h="79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ESNJ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9284936"/>
                  </a:ext>
                </a:extLst>
              </a:tr>
              <a:tr h="79871">
                <a:tc vMerge="1">
                  <a:txBody>
                    <a:bodyPr/>
                    <a:lstStyle/>
                    <a:p>
                      <a:pPr algn="ctr" fontAlgn="ctr"/>
                      <a:endParaRPr lang="en-US" sz="10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0584" marR="100584" marT="50292" marB="50292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 9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NFF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수평전개 진행중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9536714"/>
                  </a:ext>
                </a:extLst>
              </a:tr>
              <a:tr h="79871"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Siemens</a:t>
                      </a:r>
                    </a:p>
                  </a:txBody>
                  <a:tcPr marL="100584" marR="100584" marT="50292" marB="50292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ESGM2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7885575"/>
                  </a:ext>
                </a:extLst>
              </a:tr>
              <a:tr h="79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ESHM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9935022"/>
                  </a:ext>
                </a:extLst>
              </a:tr>
              <a:tr h="79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ESHD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지멘스 기준 프로그램 설계 중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샘플생산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25.3)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3967007"/>
                  </a:ext>
                </a:extLst>
              </a:tr>
              <a:tr h="79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ESST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4515914"/>
                  </a:ext>
                </a:extLst>
              </a:tr>
              <a:tr h="79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ESMI2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 출장일정 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782636"/>
                  </a:ext>
                </a:extLst>
              </a:tr>
              <a:tr h="798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ESMI_LS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1526" marR="11526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11679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A1D1CCD8-BB70-416E-8A34-652258DAF343}"/>
              </a:ext>
            </a:extLst>
          </p:cNvPr>
          <p:cNvSpPr/>
          <p:nvPr/>
        </p:nvSpPr>
        <p:spPr>
          <a:xfrm>
            <a:off x="5889625" y="273933"/>
            <a:ext cx="2207656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</a:t>
            </a:r>
            <a:r>
              <a:rPr lang="en-US" altLang="ko-KR" sz="1000">
                <a:latin typeface="+mn-ea"/>
              </a:rPr>
              <a:t>2</a:t>
            </a:r>
            <a:r>
              <a:rPr lang="ko-KR" altLang="en-US" sz="1000">
                <a:latin typeface="+mn-ea"/>
              </a:rPr>
              <a:t>, 진행 상태 : </a:t>
            </a:r>
            <a:r>
              <a:rPr lang="ko-KR" altLang="en-US" sz="10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1000">
                <a:latin typeface="+mn-ea"/>
              </a:rPr>
              <a:t>]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48D4168-FF8D-47A1-9AD4-CC1266300A32}"/>
              </a:ext>
            </a:extLst>
          </p:cNvPr>
          <p:cNvSpPr txBox="1"/>
          <p:nvPr/>
        </p:nvSpPr>
        <p:spPr>
          <a:xfrm>
            <a:off x="8328331" y="350877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lvl="0"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12/16 10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918514752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4E61D6-D3B7-0428-E2B8-793114DF3F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내용 개체 틀 20">
            <a:extLst>
              <a:ext uri="{FF2B5EF4-FFF2-40B4-BE49-F238E27FC236}">
                <a16:creationId xmlns:a16="http://schemas.microsoft.com/office/drawing/2014/main" id="{FD673D9A-C1CD-FE4C-4F80-C929038C6B19}"/>
              </a:ext>
            </a:extLst>
          </p:cNvPr>
          <p:cNvSpPr txBox="1">
            <a:spLocks/>
          </p:cNvSpPr>
          <p:nvPr/>
        </p:nvSpPr>
        <p:spPr>
          <a:xfrm>
            <a:off x="108656" y="593629"/>
            <a:ext cx="4128310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Roll Press APC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자동보정 개발 및 수평전개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lang="en-US" altLang="ko-KR" sz="1400" b="1">
                <a:solidFill>
                  <a:prstClr val="black"/>
                </a:solidFill>
                <a:latin typeface="+mn-ea"/>
              </a:rPr>
              <a:t>3/3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9" name="내용 개체 틀 20">
            <a:extLst>
              <a:ext uri="{FF2B5EF4-FFF2-40B4-BE49-F238E27FC236}">
                <a16:creationId xmlns:a16="http://schemas.microsoft.com/office/drawing/2014/main" id="{17003F34-9AFC-25DF-F58A-9140D9D7DBA8}"/>
              </a:ext>
            </a:extLst>
          </p:cNvPr>
          <p:cNvSpPr txBox="1">
            <a:spLocks/>
          </p:cNvSpPr>
          <p:nvPr/>
        </p:nvSpPr>
        <p:spPr>
          <a:xfrm>
            <a:off x="8804423" y="196989"/>
            <a:ext cx="856004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ko-KR" altLang="en-US" sz="1000" err="1">
                <a:solidFill>
                  <a:prstClr val="black"/>
                </a:solidFill>
                <a:latin typeface="+mn-ea"/>
              </a:rPr>
              <a:t>박상하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P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15" name="제목 1">
            <a:extLst>
              <a:ext uri="{FF2B5EF4-FFF2-40B4-BE49-F238E27FC236}">
                <a16:creationId xmlns:a16="http://schemas.microsoft.com/office/drawing/2014/main" id="{78256283-B0CA-5BB4-EB1F-59421BA2A516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C9423E03-237A-E762-423B-8272AF801D99}"/>
              </a:ext>
            </a:extLst>
          </p:cNvPr>
          <p:cNvSpPr/>
          <p:nvPr/>
        </p:nvSpPr>
        <p:spPr>
          <a:xfrm>
            <a:off x="5889625" y="273933"/>
            <a:ext cx="2207656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</a:t>
            </a:r>
            <a:r>
              <a:rPr lang="en-US" altLang="ko-KR" sz="1000">
                <a:latin typeface="+mn-ea"/>
              </a:rPr>
              <a:t>2</a:t>
            </a:r>
            <a:r>
              <a:rPr lang="ko-KR" altLang="en-US" sz="1000">
                <a:latin typeface="+mn-ea"/>
              </a:rPr>
              <a:t>, 진행 상태 : </a:t>
            </a:r>
            <a:r>
              <a:rPr lang="ko-KR" altLang="en-US" sz="10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1000">
                <a:latin typeface="+mn-ea"/>
              </a:rPr>
              <a:t>]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901E888-9DCF-0527-911B-3004622F7A47}"/>
              </a:ext>
            </a:extLst>
          </p:cNvPr>
          <p:cNvSpPr txBox="1"/>
          <p:nvPr/>
        </p:nvSpPr>
        <p:spPr>
          <a:xfrm>
            <a:off x="8328331" y="350877"/>
            <a:ext cx="138820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lvl="0" algn="l">
              <a:defRPr/>
            </a:pP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: 12/09 9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E6C22FD3-C5C8-4206-B495-6884712C89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7587047"/>
              </p:ext>
            </p:extLst>
          </p:nvPr>
        </p:nvGraphicFramePr>
        <p:xfrm>
          <a:off x="65025" y="875711"/>
          <a:ext cx="9777536" cy="5786308"/>
        </p:xfrm>
        <a:graphic>
          <a:graphicData uri="http://schemas.openxmlformats.org/drawingml/2006/table">
            <a:tbl>
              <a:tblPr/>
              <a:tblGrid>
                <a:gridCol w="7479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00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90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106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948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78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0161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Roll Press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APC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 개발 및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수평전개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 defTabSz="914400">
                        <a:buNone/>
                        <a:tabLst/>
                        <a:defRPr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WA</a:t>
                      </a: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>
                        <a:lnSpc>
                          <a:spcPts val="1100"/>
                        </a:lnSpc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(W51) 핵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심 내용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특이사항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’25.11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정대영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박상하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김치완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정소영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  <a:tr h="2162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08085907"/>
                  </a:ext>
                </a:extLst>
              </a:tr>
              <a:tr h="5112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[CIS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社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설비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양극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7-1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호기 효과 분석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kern="0">
                          <a:solidFill>
                            <a:prstClr val="black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등속구간 </a:t>
                      </a:r>
                      <a:r>
                        <a:rPr lang="en-US" altLang="ko-KR" sz="900" kern="0">
                          <a:solidFill>
                            <a:prstClr val="black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Gap </a:t>
                      </a:r>
                      <a:r>
                        <a:rPr lang="ko-KR" altLang="en-US" sz="900" kern="0">
                          <a:solidFill>
                            <a:prstClr val="black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자동보정 기존 로직에서 </a:t>
                      </a:r>
                      <a:r>
                        <a:rPr lang="en-US" altLang="ko-KR" sz="900" kern="0">
                          <a:solidFill>
                            <a:prstClr val="black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Zone </a:t>
                      </a:r>
                      <a:r>
                        <a:rPr lang="ko-KR" altLang="en-US" sz="900" kern="0">
                          <a:solidFill>
                            <a:prstClr val="black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단위 평균 두께를 인자로 추가하고 로직을 고도화 하여 두께 품질 편차 및 작업자 수동 개입을 최소화 하였습니다</a:t>
                      </a:r>
                      <a:r>
                        <a:rPr lang="en-US" altLang="ko-KR" sz="900" kern="0">
                          <a:solidFill>
                            <a:prstClr val="black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롤프레스 설비사는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PNT, CIS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이원화 되어 있으며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, PNT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롤프레스 설비는 수평전개 완료하였고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, CIS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롤프레스 설비 수평전개 완료하였습니다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.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Arial Narrow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30344813"/>
                  </a:ext>
                </a:extLst>
              </a:tr>
            </a:tbl>
          </a:graphicData>
        </a:graphic>
      </p:graphicFrame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B20D915F-FE67-424F-B814-3B59D0A4D7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2989604"/>
              </p:ext>
            </p:extLst>
          </p:nvPr>
        </p:nvGraphicFramePr>
        <p:xfrm>
          <a:off x="1413921" y="2023897"/>
          <a:ext cx="6942985" cy="4004213"/>
        </p:xfrm>
        <a:graphic>
          <a:graphicData uri="http://schemas.openxmlformats.org/drawingml/2006/table">
            <a:tbl>
              <a:tblPr firstRow="1" bandRow="1">
                <a:tableStyleId>{D7AC3CCA-C797-4891-BE02-D94E43425B78}</a:tableStyleId>
              </a:tblPr>
              <a:tblGrid>
                <a:gridCol w="723843">
                  <a:extLst>
                    <a:ext uri="{9D8B030D-6E8A-4147-A177-3AD203B41FA5}">
                      <a16:colId xmlns:a16="http://schemas.microsoft.com/office/drawing/2014/main" val="3249167164"/>
                    </a:ext>
                  </a:extLst>
                </a:gridCol>
                <a:gridCol w="3109571">
                  <a:extLst>
                    <a:ext uri="{9D8B030D-6E8A-4147-A177-3AD203B41FA5}">
                      <a16:colId xmlns:a16="http://schemas.microsoft.com/office/drawing/2014/main" val="1303327578"/>
                    </a:ext>
                  </a:extLst>
                </a:gridCol>
                <a:gridCol w="3109571">
                  <a:extLst>
                    <a:ext uri="{9D8B030D-6E8A-4147-A177-3AD203B41FA5}">
                      <a16:colId xmlns:a16="http://schemas.microsoft.com/office/drawing/2014/main" val="1080422239"/>
                    </a:ext>
                  </a:extLst>
                </a:gridCol>
              </a:tblGrid>
              <a:tr h="20460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/>
                        <a:t>구분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/>
                        <a:t>Zone </a:t>
                      </a:r>
                      <a:r>
                        <a:rPr lang="ko-KR" altLang="en-US" sz="1000"/>
                        <a:t>제어 고도화 적용 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/>
                        <a:t>Zone </a:t>
                      </a:r>
                      <a:r>
                        <a:rPr lang="ko-KR" altLang="en-US" sz="1000"/>
                        <a:t>제어 고도화 적용 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4164073"/>
                  </a:ext>
                </a:extLst>
              </a:tr>
              <a:tr h="141977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/>
                        <a:t>폭 방향</a:t>
                      </a:r>
                      <a:endParaRPr lang="en-US" altLang="ko-KR" sz="900" b="1"/>
                    </a:p>
                    <a:p>
                      <a:pPr algn="ctr" latinLnBrk="1"/>
                      <a:r>
                        <a:rPr lang="ko-KR" altLang="en-US" sz="900" b="1"/>
                        <a:t>데이터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9497222"/>
                  </a:ext>
                </a:extLst>
              </a:tr>
              <a:tr h="133259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/>
                        <a:t>시계열 </a:t>
                      </a:r>
                      <a:r>
                        <a:rPr lang="en-US" altLang="ko-KR" sz="900" b="1"/>
                        <a:t>Zone </a:t>
                      </a:r>
                      <a:r>
                        <a:rPr lang="ko-KR" altLang="en-US" sz="900" b="1"/>
                        <a:t>단위 평균 데이터 비교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281431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/>
                        <a:t>공정능력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9720064"/>
                  </a:ext>
                </a:extLst>
              </a:tr>
            </a:tbl>
          </a:graphicData>
        </a:graphic>
      </p:graphicFrame>
      <p:graphicFrame>
        <p:nvGraphicFramePr>
          <p:cNvPr id="10" name="차트 9">
            <a:extLst>
              <a:ext uri="{FF2B5EF4-FFF2-40B4-BE49-F238E27FC236}">
                <a16:creationId xmlns:a16="http://schemas.microsoft.com/office/drawing/2014/main" id="{9B20D7B6-E0C3-434C-B203-086346C7164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69634463"/>
              </p:ext>
            </p:extLst>
          </p:nvPr>
        </p:nvGraphicFramePr>
        <p:xfrm>
          <a:off x="5246345" y="3731447"/>
          <a:ext cx="3096000" cy="1332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1" name="차트 10">
            <a:extLst>
              <a:ext uri="{FF2B5EF4-FFF2-40B4-BE49-F238E27FC236}">
                <a16:creationId xmlns:a16="http://schemas.microsoft.com/office/drawing/2014/main" id="{9432BD2E-83DD-4A24-B558-F9AFCD8A75A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45368271"/>
              </p:ext>
            </p:extLst>
          </p:nvPr>
        </p:nvGraphicFramePr>
        <p:xfrm>
          <a:off x="2107038" y="3731447"/>
          <a:ext cx="3096000" cy="1332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2" name="차트 11">
            <a:extLst>
              <a:ext uri="{FF2B5EF4-FFF2-40B4-BE49-F238E27FC236}">
                <a16:creationId xmlns:a16="http://schemas.microsoft.com/office/drawing/2014/main" id="{72184B2E-2D8D-43AE-BD05-4F39BE07D9C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40452822"/>
              </p:ext>
            </p:extLst>
          </p:nvPr>
        </p:nvGraphicFramePr>
        <p:xfrm>
          <a:off x="2135066" y="2551246"/>
          <a:ext cx="3096000" cy="11549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4" name="차트 13">
            <a:extLst>
              <a:ext uri="{FF2B5EF4-FFF2-40B4-BE49-F238E27FC236}">
                <a16:creationId xmlns:a16="http://schemas.microsoft.com/office/drawing/2014/main" id="{766023C8-5532-47CC-81D5-FB10A1F0B98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22650588"/>
              </p:ext>
            </p:extLst>
          </p:nvPr>
        </p:nvGraphicFramePr>
        <p:xfrm>
          <a:off x="5260906" y="2551245"/>
          <a:ext cx="3096000" cy="1155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D14260F6-084F-49B0-9BFE-09CDCDF43A4A}"/>
              </a:ext>
            </a:extLst>
          </p:cNvPr>
          <p:cNvSpPr/>
          <p:nvPr/>
        </p:nvSpPr>
        <p:spPr>
          <a:xfrm>
            <a:off x="7982070" y="2714612"/>
            <a:ext cx="229902" cy="730800"/>
          </a:xfrm>
          <a:prstGeom prst="rect">
            <a:avLst/>
          </a:prstGeom>
          <a:solidFill>
            <a:srgbClr val="FF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D71A4CA8-2B62-4557-B4A6-3D81A9348C7B}"/>
              </a:ext>
            </a:extLst>
          </p:cNvPr>
          <p:cNvSpPr/>
          <p:nvPr/>
        </p:nvSpPr>
        <p:spPr>
          <a:xfrm>
            <a:off x="4940281" y="3123921"/>
            <a:ext cx="130199" cy="129642"/>
          </a:xfrm>
          <a:prstGeom prst="ellipse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9393A10D-D32A-4AA7-834F-B480F97F4C03}"/>
              </a:ext>
            </a:extLst>
          </p:cNvPr>
          <p:cNvCxnSpPr/>
          <p:nvPr/>
        </p:nvCxnSpPr>
        <p:spPr>
          <a:xfrm>
            <a:off x="2482533" y="3085970"/>
            <a:ext cx="2607376" cy="0"/>
          </a:xfrm>
          <a:prstGeom prst="line">
            <a:avLst/>
          </a:prstGeom>
          <a:ln w="158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C128BBD8-1C29-450E-907D-2B1765DB1954}"/>
              </a:ext>
            </a:extLst>
          </p:cNvPr>
          <p:cNvCxnSpPr/>
          <p:nvPr/>
        </p:nvCxnSpPr>
        <p:spPr>
          <a:xfrm>
            <a:off x="2490926" y="2693812"/>
            <a:ext cx="2607376" cy="0"/>
          </a:xfrm>
          <a:prstGeom prst="line">
            <a:avLst/>
          </a:prstGeom>
          <a:ln w="15875">
            <a:solidFill>
              <a:srgbClr val="0000FF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C424BC6A-2FE6-4EC4-BDA5-183708B15B34}"/>
              </a:ext>
            </a:extLst>
          </p:cNvPr>
          <p:cNvCxnSpPr/>
          <p:nvPr/>
        </p:nvCxnSpPr>
        <p:spPr>
          <a:xfrm>
            <a:off x="2490926" y="3457816"/>
            <a:ext cx="2607376" cy="0"/>
          </a:xfrm>
          <a:prstGeom prst="line">
            <a:avLst/>
          </a:prstGeom>
          <a:ln w="15875">
            <a:solidFill>
              <a:srgbClr val="0000FF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9CB61D37-5140-473E-8198-EE0AB6C8C78D}"/>
              </a:ext>
            </a:extLst>
          </p:cNvPr>
          <p:cNvCxnSpPr/>
          <p:nvPr/>
        </p:nvCxnSpPr>
        <p:spPr>
          <a:xfrm>
            <a:off x="5604596" y="2693812"/>
            <a:ext cx="2607376" cy="0"/>
          </a:xfrm>
          <a:prstGeom prst="line">
            <a:avLst/>
          </a:prstGeom>
          <a:ln w="15875">
            <a:solidFill>
              <a:srgbClr val="0000FF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B9683AB9-5D59-4138-B891-1C9CE349EA39}"/>
              </a:ext>
            </a:extLst>
          </p:cNvPr>
          <p:cNvCxnSpPr/>
          <p:nvPr/>
        </p:nvCxnSpPr>
        <p:spPr>
          <a:xfrm>
            <a:off x="5604596" y="3457816"/>
            <a:ext cx="2607376" cy="0"/>
          </a:xfrm>
          <a:prstGeom prst="line">
            <a:avLst/>
          </a:prstGeom>
          <a:ln w="15875">
            <a:solidFill>
              <a:srgbClr val="0000FF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116">
            <a:extLst>
              <a:ext uri="{FF2B5EF4-FFF2-40B4-BE49-F238E27FC236}">
                <a16:creationId xmlns:a16="http://schemas.microsoft.com/office/drawing/2014/main" id="{AF6FF692-BA9B-4BC7-B1CF-09317F97CCDD}"/>
              </a:ext>
            </a:extLst>
          </p:cNvPr>
          <p:cNvSpPr txBox="1"/>
          <p:nvPr/>
        </p:nvSpPr>
        <p:spPr>
          <a:xfrm>
            <a:off x="2206898" y="2527925"/>
            <a:ext cx="43659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두께</a:t>
            </a:r>
          </a:p>
        </p:txBody>
      </p:sp>
      <p:sp>
        <p:nvSpPr>
          <p:cNvPr id="24" name="TextBox 116">
            <a:extLst>
              <a:ext uri="{FF2B5EF4-FFF2-40B4-BE49-F238E27FC236}">
                <a16:creationId xmlns:a16="http://schemas.microsoft.com/office/drawing/2014/main" id="{9A4B8BF2-FE9A-47DD-9D81-A1B948AC709B}"/>
              </a:ext>
            </a:extLst>
          </p:cNvPr>
          <p:cNvSpPr txBox="1"/>
          <p:nvPr/>
        </p:nvSpPr>
        <p:spPr>
          <a:xfrm>
            <a:off x="5355130" y="2527925"/>
            <a:ext cx="43659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두께</a:t>
            </a:r>
          </a:p>
        </p:txBody>
      </p:sp>
      <p:sp>
        <p:nvSpPr>
          <p:cNvPr id="25" name="TextBox 302">
            <a:extLst>
              <a:ext uri="{FF2B5EF4-FFF2-40B4-BE49-F238E27FC236}">
                <a16:creationId xmlns:a16="http://schemas.microsoft.com/office/drawing/2014/main" id="{4BDA28FC-9053-4602-A62B-0159647C5441}"/>
              </a:ext>
            </a:extLst>
          </p:cNvPr>
          <p:cNvSpPr txBox="1"/>
          <p:nvPr/>
        </p:nvSpPr>
        <p:spPr>
          <a:xfrm>
            <a:off x="4612261" y="4875680"/>
            <a:ext cx="618805" cy="12311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두께 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Scan 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횟수</a:t>
            </a:r>
          </a:p>
        </p:txBody>
      </p:sp>
      <p:sp>
        <p:nvSpPr>
          <p:cNvPr id="26" name="TextBox 302">
            <a:extLst>
              <a:ext uri="{FF2B5EF4-FFF2-40B4-BE49-F238E27FC236}">
                <a16:creationId xmlns:a16="http://schemas.microsoft.com/office/drawing/2014/main" id="{94AC1BE2-B5FB-4667-945B-DB9DF8C59FAE}"/>
              </a:ext>
            </a:extLst>
          </p:cNvPr>
          <p:cNvSpPr txBox="1"/>
          <p:nvPr/>
        </p:nvSpPr>
        <p:spPr>
          <a:xfrm>
            <a:off x="7706447" y="4875680"/>
            <a:ext cx="618805" cy="12311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두께 </a:t>
            </a:r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Scan </a:t>
            </a:r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횟수</a:t>
            </a:r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4137D050-9D91-4E90-B7F2-7A1C2CE426DD}"/>
              </a:ext>
            </a:extLst>
          </p:cNvPr>
          <p:cNvGrpSpPr/>
          <p:nvPr/>
        </p:nvGrpSpPr>
        <p:grpSpPr>
          <a:xfrm>
            <a:off x="4083971" y="3702527"/>
            <a:ext cx="1124445" cy="249469"/>
            <a:chOff x="4236966" y="4629075"/>
            <a:chExt cx="1124445" cy="249469"/>
          </a:xfrm>
        </p:grpSpPr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4F04781-E8CB-48D1-831D-74673CB2DE0F}"/>
                </a:ext>
              </a:extLst>
            </p:cNvPr>
            <p:cNvCxnSpPr>
              <a:cxnSpLocks/>
            </p:cNvCxnSpPr>
            <p:nvPr/>
          </p:nvCxnSpPr>
          <p:spPr>
            <a:xfrm>
              <a:off x="4236966" y="4690630"/>
              <a:ext cx="116141" cy="0"/>
            </a:xfrm>
            <a:prstGeom prst="line">
              <a:avLst/>
            </a:prstGeom>
            <a:ln w="34925">
              <a:solidFill>
                <a:schemeClr val="tx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795A2EB7-1618-4BE7-8382-D2C35F52B572}"/>
                </a:ext>
              </a:extLst>
            </p:cNvPr>
            <p:cNvCxnSpPr>
              <a:cxnSpLocks/>
            </p:cNvCxnSpPr>
            <p:nvPr/>
          </p:nvCxnSpPr>
          <p:spPr>
            <a:xfrm>
              <a:off x="4236966" y="4816988"/>
              <a:ext cx="116141" cy="0"/>
            </a:xfrm>
            <a:prstGeom prst="line">
              <a:avLst/>
            </a:prstGeom>
            <a:ln w="349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8C5E839D-0959-428B-A0FE-448107DF4861}"/>
                </a:ext>
              </a:extLst>
            </p:cNvPr>
            <p:cNvSpPr txBox="1"/>
            <p:nvPr/>
          </p:nvSpPr>
          <p:spPr>
            <a:xfrm>
              <a:off x="4384989" y="4629075"/>
              <a:ext cx="976422" cy="12311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>
                <a:buNone/>
              </a:pPr>
              <a:r>
                <a:rPr lang="ko-KR" altLang="en-US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사이드</a:t>
              </a:r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ko-KR" altLang="en-US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두께 데이터</a:t>
              </a:r>
              <a:endParaRPr lang="ko-KR" altLang="en-US" sz="8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9772FA7-12E1-4DD0-B110-A40D1D3DF9E8}"/>
                </a:ext>
              </a:extLst>
            </p:cNvPr>
            <p:cNvSpPr txBox="1"/>
            <p:nvPr/>
          </p:nvSpPr>
          <p:spPr>
            <a:xfrm>
              <a:off x="4384989" y="4755433"/>
              <a:ext cx="976422" cy="12311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>
                <a:buNone/>
              </a:pPr>
              <a:r>
                <a:rPr lang="ko-KR" altLang="en-US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전체 평균 두께 데이터</a:t>
              </a:r>
              <a:endParaRPr lang="ko-KR" altLang="en-US" sz="8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33" name="TextBox 116">
            <a:extLst>
              <a:ext uri="{FF2B5EF4-FFF2-40B4-BE49-F238E27FC236}">
                <a16:creationId xmlns:a16="http://schemas.microsoft.com/office/drawing/2014/main" id="{7C3EA2D0-5A15-4A50-B84C-58F240C448C8}"/>
              </a:ext>
            </a:extLst>
          </p:cNvPr>
          <p:cNvSpPr txBox="1"/>
          <p:nvPr/>
        </p:nvSpPr>
        <p:spPr>
          <a:xfrm>
            <a:off x="2206898" y="3725957"/>
            <a:ext cx="43659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두께</a:t>
            </a:r>
          </a:p>
        </p:txBody>
      </p:sp>
      <p:sp>
        <p:nvSpPr>
          <p:cNvPr id="34" name="TextBox 116">
            <a:extLst>
              <a:ext uri="{FF2B5EF4-FFF2-40B4-BE49-F238E27FC236}">
                <a16:creationId xmlns:a16="http://schemas.microsoft.com/office/drawing/2014/main" id="{582294D4-900C-4D20-B02C-D69C83A061F4}"/>
              </a:ext>
            </a:extLst>
          </p:cNvPr>
          <p:cNvSpPr txBox="1"/>
          <p:nvPr/>
        </p:nvSpPr>
        <p:spPr>
          <a:xfrm>
            <a:off x="5326555" y="3725957"/>
            <a:ext cx="43659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두께</a:t>
            </a:r>
          </a:p>
        </p:txBody>
      </p:sp>
      <p:sp>
        <p:nvSpPr>
          <p:cNvPr id="35" name="TextBox 302">
            <a:extLst>
              <a:ext uri="{FF2B5EF4-FFF2-40B4-BE49-F238E27FC236}">
                <a16:creationId xmlns:a16="http://schemas.microsoft.com/office/drawing/2014/main" id="{8DB22A10-3779-433B-A9A1-F2C2F9B89804}"/>
              </a:ext>
            </a:extLst>
          </p:cNvPr>
          <p:cNvSpPr txBox="1"/>
          <p:nvPr/>
        </p:nvSpPr>
        <p:spPr>
          <a:xfrm>
            <a:off x="6007070" y="3279359"/>
            <a:ext cx="1911629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자동보정 내부 </a:t>
            </a:r>
            <a:r>
              <a:rPr lang="ko-KR" altLang="en-US" sz="800" err="1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관리선</a:t>
            </a:r>
            <a:r>
              <a:rPr lang="ko-KR" altLang="en-US" sz="8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내로 사이드 두께 보정</a:t>
            </a:r>
          </a:p>
        </p:txBody>
      </p: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08EF6A84-266C-49B2-A087-EEDF8C91C2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4153144"/>
              </p:ext>
            </p:extLst>
          </p:nvPr>
        </p:nvGraphicFramePr>
        <p:xfrm>
          <a:off x="1418791" y="6069345"/>
          <a:ext cx="6942992" cy="5645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2866">
                  <a:extLst>
                    <a:ext uri="{9D8B030D-6E8A-4147-A177-3AD203B41FA5}">
                      <a16:colId xmlns:a16="http://schemas.microsoft.com/office/drawing/2014/main" val="1202254021"/>
                    </a:ext>
                  </a:extLst>
                </a:gridCol>
                <a:gridCol w="462866">
                  <a:extLst>
                    <a:ext uri="{9D8B030D-6E8A-4147-A177-3AD203B41FA5}">
                      <a16:colId xmlns:a16="http://schemas.microsoft.com/office/drawing/2014/main" val="2926543900"/>
                    </a:ext>
                  </a:extLst>
                </a:gridCol>
                <a:gridCol w="462867">
                  <a:extLst>
                    <a:ext uri="{9D8B030D-6E8A-4147-A177-3AD203B41FA5}">
                      <a16:colId xmlns:a16="http://schemas.microsoft.com/office/drawing/2014/main" val="3000900719"/>
                    </a:ext>
                  </a:extLst>
                </a:gridCol>
                <a:gridCol w="462866">
                  <a:extLst>
                    <a:ext uri="{9D8B030D-6E8A-4147-A177-3AD203B41FA5}">
                      <a16:colId xmlns:a16="http://schemas.microsoft.com/office/drawing/2014/main" val="1131775844"/>
                    </a:ext>
                  </a:extLst>
                </a:gridCol>
                <a:gridCol w="462867">
                  <a:extLst>
                    <a:ext uri="{9D8B030D-6E8A-4147-A177-3AD203B41FA5}">
                      <a16:colId xmlns:a16="http://schemas.microsoft.com/office/drawing/2014/main" val="1859193069"/>
                    </a:ext>
                  </a:extLst>
                </a:gridCol>
                <a:gridCol w="462866">
                  <a:extLst>
                    <a:ext uri="{9D8B030D-6E8A-4147-A177-3AD203B41FA5}">
                      <a16:colId xmlns:a16="http://schemas.microsoft.com/office/drawing/2014/main" val="313732057"/>
                    </a:ext>
                  </a:extLst>
                </a:gridCol>
                <a:gridCol w="462866">
                  <a:extLst>
                    <a:ext uri="{9D8B030D-6E8A-4147-A177-3AD203B41FA5}">
                      <a16:colId xmlns:a16="http://schemas.microsoft.com/office/drawing/2014/main" val="1395735489"/>
                    </a:ext>
                  </a:extLst>
                </a:gridCol>
                <a:gridCol w="462866">
                  <a:extLst>
                    <a:ext uri="{9D8B030D-6E8A-4147-A177-3AD203B41FA5}">
                      <a16:colId xmlns:a16="http://schemas.microsoft.com/office/drawing/2014/main" val="3510144910"/>
                    </a:ext>
                  </a:extLst>
                </a:gridCol>
                <a:gridCol w="462866">
                  <a:extLst>
                    <a:ext uri="{9D8B030D-6E8A-4147-A177-3AD203B41FA5}">
                      <a16:colId xmlns:a16="http://schemas.microsoft.com/office/drawing/2014/main" val="566406589"/>
                    </a:ext>
                  </a:extLst>
                </a:gridCol>
                <a:gridCol w="462866">
                  <a:extLst>
                    <a:ext uri="{9D8B030D-6E8A-4147-A177-3AD203B41FA5}">
                      <a16:colId xmlns:a16="http://schemas.microsoft.com/office/drawing/2014/main" val="2656179514"/>
                    </a:ext>
                  </a:extLst>
                </a:gridCol>
                <a:gridCol w="462866">
                  <a:extLst>
                    <a:ext uri="{9D8B030D-6E8A-4147-A177-3AD203B41FA5}">
                      <a16:colId xmlns:a16="http://schemas.microsoft.com/office/drawing/2014/main" val="3171494379"/>
                    </a:ext>
                  </a:extLst>
                </a:gridCol>
                <a:gridCol w="462866">
                  <a:extLst>
                    <a:ext uri="{9D8B030D-6E8A-4147-A177-3AD203B41FA5}">
                      <a16:colId xmlns:a16="http://schemas.microsoft.com/office/drawing/2014/main" val="3215854122"/>
                    </a:ext>
                  </a:extLst>
                </a:gridCol>
                <a:gridCol w="462866">
                  <a:extLst>
                    <a:ext uri="{9D8B030D-6E8A-4147-A177-3AD203B41FA5}">
                      <a16:colId xmlns:a16="http://schemas.microsoft.com/office/drawing/2014/main" val="1221052703"/>
                    </a:ext>
                  </a:extLst>
                </a:gridCol>
                <a:gridCol w="462866">
                  <a:extLst>
                    <a:ext uri="{9D8B030D-6E8A-4147-A177-3AD203B41FA5}">
                      <a16:colId xmlns:a16="http://schemas.microsoft.com/office/drawing/2014/main" val="2125874815"/>
                    </a:ext>
                  </a:extLst>
                </a:gridCol>
                <a:gridCol w="462866">
                  <a:extLst>
                    <a:ext uri="{9D8B030D-6E8A-4147-A177-3AD203B41FA5}">
                      <a16:colId xmlns:a16="http://schemas.microsoft.com/office/drawing/2014/main" val="3435013613"/>
                    </a:ext>
                  </a:extLst>
                </a:gridCol>
              </a:tblGrid>
              <a:tr h="18819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en-US" altLang="ko-KR" sz="8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Anode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9"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Cathode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29011114"/>
                  </a:ext>
                </a:extLst>
              </a:tr>
              <a:tr h="18819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u="none" strike="noStrike" baseline="0">
                          <a:effectLst/>
                          <a:latin typeface="Arial Narrow"/>
                          <a:ea typeface="LG스마트체 Regular"/>
                        </a:rPr>
                        <a:t>5-1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u="none" strike="noStrike" baseline="0">
                          <a:effectLst/>
                          <a:latin typeface="Arial Narrow"/>
                          <a:ea typeface="LG스마트체 Regular"/>
                        </a:rPr>
                        <a:t>5-2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6-1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u="none" strike="noStrike" baseline="0">
                          <a:effectLst/>
                          <a:latin typeface="Arial Narrow"/>
                          <a:ea typeface="LG스마트체 Regular"/>
                        </a:rPr>
                        <a:t>6-2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7-1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u="none" strike="noStrike" baseline="0">
                          <a:effectLst/>
                          <a:latin typeface="Arial Narrow"/>
                          <a:ea typeface="LG스마트체 Regular"/>
                        </a:rPr>
                        <a:t>5-1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u="none" strike="noStrike" baseline="0">
                          <a:effectLst/>
                          <a:latin typeface="Arial Narrow"/>
                          <a:ea typeface="LG스마트체 Regular"/>
                        </a:rPr>
                        <a:t>5-2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u="none" strike="noStrike" baseline="0">
                          <a:effectLst/>
                          <a:latin typeface="Arial Narrow"/>
                          <a:ea typeface="LG스마트체 Regular"/>
                        </a:rPr>
                        <a:t>5-3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u="none" strike="noStrike" baseline="0">
                          <a:effectLst/>
                          <a:latin typeface="Arial Narrow"/>
                          <a:ea typeface="LG스마트체 Regular"/>
                        </a:rPr>
                        <a:t>6-1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u="none" strike="noStrike" baseline="0">
                          <a:effectLst/>
                          <a:latin typeface="Arial Narrow"/>
                          <a:ea typeface="LG스마트체 Regular"/>
                        </a:rPr>
                        <a:t>6-2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u="none" strike="noStrike" baseline="0">
                          <a:effectLst/>
                          <a:latin typeface="Arial Narrow"/>
                          <a:ea typeface="LG스마트체 Regular"/>
                        </a:rPr>
                        <a:t>6-3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u="none" strike="noStrike" baseline="0">
                          <a:effectLst/>
                          <a:latin typeface="Arial Narrow"/>
                          <a:ea typeface="LG스마트체 Regular"/>
                        </a:rPr>
                        <a:t>7-1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u="none" strike="noStrike" baseline="0">
                          <a:effectLst/>
                          <a:latin typeface="Arial Narrow"/>
                          <a:ea typeface="LG스마트체 Regular"/>
                        </a:rPr>
                        <a:t>7-2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u="none" strike="noStrike" baseline="0">
                          <a:effectLst/>
                          <a:latin typeface="Arial Narrow"/>
                          <a:ea typeface="LG스마트체 Regular"/>
                        </a:rPr>
                        <a:t>7-3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88879610"/>
                  </a:ext>
                </a:extLst>
              </a:tr>
              <a:tr h="18819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적용여부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</a:t>
                      </a: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</a:t>
                      </a: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</a:t>
                      </a: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</a:t>
                      </a: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911" marR="7911" marT="791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1452325"/>
                  </a:ext>
                </a:extLst>
              </a:tr>
            </a:tbl>
          </a:graphicData>
        </a:graphic>
      </p:graphicFrame>
      <p:grpSp>
        <p:nvGrpSpPr>
          <p:cNvPr id="37" name="그룹 36">
            <a:extLst>
              <a:ext uri="{FF2B5EF4-FFF2-40B4-BE49-F238E27FC236}">
                <a16:creationId xmlns:a16="http://schemas.microsoft.com/office/drawing/2014/main" id="{7F7448B3-C35C-441A-BF2D-2ED4FD6FDE54}"/>
              </a:ext>
            </a:extLst>
          </p:cNvPr>
          <p:cNvGrpSpPr/>
          <p:nvPr/>
        </p:nvGrpSpPr>
        <p:grpSpPr>
          <a:xfrm>
            <a:off x="7200807" y="3702527"/>
            <a:ext cx="1124445" cy="249469"/>
            <a:chOff x="4236966" y="4629075"/>
            <a:chExt cx="1124445" cy="249469"/>
          </a:xfrm>
        </p:grpSpPr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7E71CCBF-6F14-4975-8223-C81BD1A44B00}"/>
                </a:ext>
              </a:extLst>
            </p:cNvPr>
            <p:cNvCxnSpPr>
              <a:cxnSpLocks/>
            </p:cNvCxnSpPr>
            <p:nvPr/>
          </p:nvCxnSpPr>
          <p:spPr>
            <a:xfrm>
              <a:off x="4236966" y="4690630"/>
              <a:ext cx="116141" cy="0"/>
            </a:xfrm>
            <a:prstGeom prst="line">
              <a:avLst/>
            </a:prstGeom>
            <a:ln w="34925">
              <a:solidFill>
                <a:schemeClr val="tx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4215485C-2A54-4021-A61F-30A399AD824E}"/>
                </a:ext>
              </a:extLst>
            </p:cNvPr>
            <p:cNvCxnSpPr>
              <a:cxnSpLocks/>
            </p:cNvCxnSpPr>
            <p:nvPr/>
          </p:nvCxnSpPr>
          <p:spPr>
            <a:xfrm>
              <a:off x="4236966" y="4816988"/>
              <a:ext cx="116141" cy="0"/>
            </a:xfrm>
            <a:prstGeom prst="line">
              <a:avLst/>
            </a:prstGeom>
            <a:ln w="349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E54848A-F2E2-4828-B198-BB1BB90BEA8E}"/>
                </a:ext>
              </a:extLst>
            </p:cNvPr>
            <p:cNvSpPr txBox="1"/>
            <p:nvPr/>
          </p:nvSpPr>
          <p:spPr>
            <a:xfrm>
              <a:off x="4384989" y="4629075"/>
              <a:ext cx="976422" cy="12311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>
                <a:buNone/>
              </a:pPr>
              <a:r>
                <a:rPr lang="ko-KR" altLang="en-US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사이드</a:t>
              </a:r>
              <a:r>
                <a:rPr lang="en-US" altLang="ko-KR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ko-KR" altLang="en-US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두께 데이터</a:t>
              </a:r>
              <a:endParaRPr lang="ko-KR" altLang="en-US" sz="8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9C9B74BF-1ADE-49B5-9B23-2EA71B8D4651}"/>
                </a:ext>
              </a:extLst>
            </p:cNvPr>
            <p:cNvSpPr txBox="1"/>
            <p:nvPr/>
          </p:nvSpPr>
          <p:spPr>
            <a:xfrm>
              <a:off x="4384989" y="4755433"/>
              <a:ext cx="976422" cy="12311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>
                <a:buNone/>
              </a:pPr>
              <a:r>
                <a:rPr lang="ko-KR" altLang="en-US" sz="8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전체 평균 두께 데이터</a:t>
              </a:r>
              <a:endParaRPr lang="ko-KR" altLang="en-US" sz="8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43" name="TextBox 302">
            <a:extLst>
              <a:ext uri="{FF2B5EF4-FFF2-40B4-BE49-F238E27FC236}">
                <a16:creationId xmlns:a16="http://schemas.microsoft.com/office/drawing/2014/main" id="{A9F312A9-39C1-4010-A8BF-9EF2536C1D1A}"/>
              </a:ext>
            </a:extLst>
          </p:cNvPr>
          <p:cNvSpPr txBox="1"/>
          <p:nvPr/>
        </p:nvSpPr>
        <p:spPr>
          <a:xfrm>
            <a:off x="3086311" y="4562481"/>
            <a:ext cx="163531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평균두께 대비 사이드 </a:t>
            </a:r>
            <a:r>
              <a:rPr lang="ko-KR" altLang="en-US" sz="800" err="1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두께편차</a:t>
            </a:r>
            <a:r>
              <a:rPr lang="ko-KR" altLang="en-US" sz="8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8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0.6</a:t>
            </a:r>
            <a:r>
              <a:rPr lang="ko-KR" altLang="en-US" sz="8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㎛</a:t>
            </a:r>
          </a:p>
        </p:txBody>
      </p:sp>
      <p:sp>
        <p:nvSpPr>
          <p:cNvPr id="44" name="TextBox 302">
            <a:extLst>
              <a:ext uri="{FF2B5EF4-FFF2-40B4-BE49-F238E27FC236}">
                <a16:creationId xmlns:a16="http://schemas.microsoft.com/office/drawing/2014/main" id="{07167518-C7ED-4A3E-91D7-41C88BF3616E}"/>
              </a:ext>
            </a:extLst>
          </p:cNvPr>
          <p:cNvSpPr txBox="1"/>
          <p:nvPr/>
        </p:nvSpPr>
        <p:spPr>
          <a:xfrm>
            <a:off x="6151999" y="4562481"/>
            <a:ext cx="163531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평균두께 대비 사이드 </a:t>
            </a:r>
            <a:r>
              <a:rPr lang="ko-KR" altLang="en-US" sz="800" err="1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두께편차</a:t>
            </a:r>
            <a:r>
              <a:rPr lang="ko-KR" altLang="en-US" sz="8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8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0.3</a:t>
            </a:r>
            <a:r>
              <a:rPr lang="ko-KR" altLang="en-US" sz="8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㎛</a:t>
            </a: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85FA6AB9-4F98-4690-AC33-35F072497D86}"/>
              </a:ext>
            </a:extLst>
          </p:cNvPr>
          <p:cNvCxnSpPr/>
          <p:nvPr/>
        </p:nvCxnSpPr>
        <p:spPr>
          <a:xfrm>
            <a:off x="2482533" y="3176396"/>
            <a:ext cx="2607376" cy="0"/>
          </a:xfrm>
          <a:prstGeom prst="line">
            <a:avLst/>
          </a:prstGeom>
          <a:ln w="15875">
            <a:solidFill>
              <a:srgbClr val="00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37F91171-55FA-43FE-A7C6-B461CBC978EE}"/>
              </a:ext>
            </a:extLst>
          </p:cNvPr>
          <p:cNvCxnSpPr/>
          <p:nvPr/>
        </p:nvCxnSpPr>
        <p:spPr>
          <a:xfrm>
            <a:off x="2482533" y="2975164"/>
            <a:ext cx="2607376" cy="0"/>
          </a:xfrm>
          <a:prstGeom prst="line">
            <a:avLst/>
          </a:prstGeom>
          <a:ln w="15875">
            <a:solidFill>
              <a:srgbClr val="00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4236D6BD-885C-4C72-A4ED-6811F1FCBE82}"/>
              </a:ext>
            </a:extLst>
          </p:cNvPr>
          <p:cNvGrpSpPr/>
          <p:nvPr/>
        </p:nvGrpSpPr>
        <p:grpSpPr>
          <a:xfrm>
            <a:off x="4083971" y="2293045"/>
            <a:ext cx="1170909" cy="323752"/>
            <a:chOff x="4083971" y="2424236"/>
            <a:chExt cx="1170909" cy="323752"/>
          </a:xfrm>
        </p:grpSpPr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857C2B01-7778-4762-A123-4DD949A13B83}"/>
                </a:ext>
              </a:extLst>
            </p:cNvPr>
            <p:cNvCxnSpPr/>
            <p:nvPr/>
          </p:nvCxnSpPr>
          <p:spPr>
            <a:xfrm>
              <a:off x="4115898" y="2480048"/>
              <a:ext cx="240650" cy="0"/>
            </a:xfrm>
            <a:prstGeom prst="line">
              <a:avLst/>
            </a:prstGeom>
            <a:ln w="15875">
              <a:solidFill>
                <a:srgbClr val="0000FF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extBox 302">
              <a:extLst>
                <a:ext uri="{FF2B5EF4-FFF2-40B4-BE49-F238E27FC236}">
                  <a16:creationId xmlns:a16="http://schemas.microsoft.com/office/drawing/2014/main" id="{DE5C0204-95EE-4FAC-AFD6-2A89E3047596}"/>
                </a:ext>
              </a:extLst>
            </p:cNvPr>
            <p:cNvSpPr txBox="1"/>
            <p:nvPr/>
          </p:nvSpPr>
          <p:spPr>
            <a:xfrm>
              <a:off x="4372729" y="2424236"/>
              <a:ext cx="86130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두께 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SPEC</a:t>
              </a:r>
              <a:endParaRPr lang="ko-KR" altLang="en-US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B297B750-DF1C-441B-AB68-32A3502EE510}"/>
                </a:ext>
              </a:extLst>
            </p:cNvPr>
            <p:cNvCxnSpPr/>
            <p:nvPr/>
          </p:nvCxnSpPr>
          <p:spPr>
            <a:xfrm>
              <a:off x="4115898" y="2593761"/>
              <a:ext cx="240650" cy="0"/>
            </a:xfrm>
            <a:prstGeom prst="line">
              <a:avLst/>
            </a:prstGeom>
            <a:ln w="15875">
              <a:solidFill>
                <a:srgbClr val="0066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302">
              <a:extLst>
                <a:ext uri="{FF2B5EF4-FFF2-40B4-BE49-F238E27FC236}">
                  <a16:creationId xmlns:a16="http://schemas.microsoft.com/office/drawing/2014/main" id="{7F25DFD4-F617-4906-A3D9-6CF7FBD006E2}"/>
                </a:ext>
              </a:extLst>
            </p:cNvPr>
            <p:cNvSpPr txBox="1"/>
            <p:nvPr/>
          </p:nvSpPr>
          <p:spPr>
            <a:xfrm>
              <a:off x="4372730" y="2531719"/>
              <a:ext cx="88215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자동보정 내부 </a:t>
              </a:r>
              <a:r>
                <a:rPr lang="ko-KR" altLang="en-US" sz="700" err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관리선</a:t>
              </a:r>
              <a:endParaRPr lang="ko-KR" altLang="en-US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4E810896-7438-4222-A0F5-CFC019C3017B}"/>
                </a:ext>
              </a:extLst>
            </p:cNvPr>
            <p:cNvCxnSpPr/>
            <p:nvPr/>
          </p:nvCxnSpPr>
          <p:spPr>
            <a:xfrm>
              <a:off x="4115898" y="2681920"/>
              <a:ext cx="198886" cy="0"/>
            </a:xfrm>
            <a:prstGeom prst="line">
              <a:avLst/>
            </a:prstGeom>
            <a:ln w="158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extBox 302">
              <a:extLst>
                <a:ext uri="{FF2B5EF4-FFF2-40B4-BE49-F238E27FC236}">
                  <a16:creationId xmlns:a16="http://schemas.microsoft.com/office/drawing/2014/main" id="{9165ADAB-DFB5-4953-9493-8A05E0A87EFF}"/>
                </a:ext>
              </a:extLst>
            </p:cNvPr>
            <p:cNvSpPr txBox="1"/>
            <p:nvPr/>
          </p:nvSpPr>
          <p:spPr>
            <a:xfrm>
              <a:off x="4372729" y="2640266"/>
              <a:ext cx="71591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두께 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Target</a:t>
              </a:r>
              <a:endParaRPr lang="ko-KR" altLang="en-US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B99BB8E7-2C62-4D96-8E92-F1A130785D3D}"/>
                </a:ext>
              </a:extLst>
            </p:cNvPr>
            <p:cNvSpPr/>
            <p:nvPr/>
          </p:nvSpPr>
          <p:spPr>
            <a:xfrm>
              <a:off x="4083971" y="2424236"/>
              <a:ext cx="1138981" cy="308995"/>
            </a:xfrm>
            <a:prstGeom prst="rect">
              <a:avLst/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500">
                <a:solidFill>
                  <a:schemeClr val="tx1"/>
                </a:solidFill>
              </a:endParaRPr>
            </a:p>
          </p:txBody>
        </p:sp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2FE868E7-D3BE-47BA-8AB0-404817B8571C}"/>
              </a:ext>
            </a:extLst>
          </p:cNvPr>
          <p:cNvGrpSpPr/>
          <p:nvPr/>
        </p:nvGrpSpPr>
        <p:grpSpPr>
          <a:xfrm>
            <a:off x="7154343" y="2293045"/>
            <a:ext cx="1170909" cy="323752"/>
            <a:chOff x="4083971" y="2424236"/>
            <a:chExt cx="1170909" cy="323752"/>
          </a:xfrm>
        </p:grpSpPr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B8C7465A-F0CE-4A8C-9220-17ACD16DF638}"/>
                </a:ext>
              </a:extLst>
            </p:cNvPr>
            <p:cNvCxnSpPr/>
            <p:nvPr/>
          </p:nvCxnSpPr>
          <p:spPr>
            <a:xfrm>
              <a:off x="4115898" y="2480048"/>
              <a:ext cx="240650" cy="0"/>
            </a:xfrm>
            <a:prstGeom prst="line">
              <a:avLst/>
            </a:prstGeom>
            <a:ln w="15875">
              <a:solidFill>
                <a:srgbClr val="0000FF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extBox 302">
              <a:extLst>
                <a:ext uri="{FF2B5EF4-FFF2-40B4-BE49-F238E27FC236}">
                  <a16:creationId xmlns:a16="http://schemas.microsoft.com/office/drawing/2014/main" id="{173E1D9C-5226-45BC-A2B8-FA484D9C264F}"/>
                </a:ext>
              </a:extLst>
            </p:cNvPr>
            <p:cNvSpPr txBox="1"/>
            <p:nvPr/>
          </p:nvSpPr>
          <p:spPr>
            <a:xfrm>
              <a:off x="4372729" y="2424236"/>
              <a:ext cx="86130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두께 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SPEC</a:t>
              </a:r>
              <a:endParaRPr lang="ko-KR" altLang="en-US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45DF473C-683B-4E0D-B20A-7CA0291B367B}"/>
                </a:ext>
              </a:extLst>
            </p:cNvPr>
            <p:cNvCxnSpPr/>
            <p:nvPr/>
          </p:nvCxnSpPr>
          <p:spPr>
            <a:xfrm>
              <a:off x="4115898" y="2593761"/>
              <a:ext cx="240650" cy="0"/>
            </a:xfrm>
            <a:prstGeom prst="line">
              <a:avLst/>
            </a:prstGeom>
            <a:ln w="15875">
              <a:solidFill>
                <a:srgbClr val="0066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TextBox 302">
              <a:extLst>
                <a:ext uri="{FF2B5EF4-FFF2-40B4-BE49-F238E27FC236}">
                  <a16:creationId xmlns:a16="http://schemas.microsoft.com/office/drawing/2014/main" id="{A8BF283A-B260-4B1A-B35D-44316A1212F1}"/>
                </a:ext>
              </a:extLst>
            </p:cNvPr>
            <p:cNvSpPr txBox="1"/>
            <p:nvPr/>
          </p:nvSpPr>
          <p:spPr>
            <a:xfrm>
              <a:off x="4372730" y="2531719"/>
              <a:ext cx="88215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자동보정 내부 </a:t>
              </a:r>
              <a:r>
                <a:rPr lang="ko-KR" altLang="en-US" sz="700" err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관리선</a:t>
              </a:r>
              <a:endParaRPr lang="ko-KR" altLang="en-US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6791333A-5496-4D89-97BF-0FB5745F3007}"/>
                </a:ext>
              </a:extLst>
            </p:cNvPr>
            <p:cNvCxnSpPr/>
            <p:nvPr/>
          </p:nvCxnSpPr>
          <p:spPr>
            <a:xfrm>
              <a:off x="4115898" y="2681920"/>
              <a:ext cx="198886" cy="0"/>
            </a:xfrm>
            <a:prstGeom prst="line">
              <a:avLst/>
            </a:prstGeom>
            <a:ln w="158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TextBox 302">
              <a:extLst>
                <a:ext uri="{FF2B5EF4-FFF2-40B4-BE49-F238E27FC236}">
                  <a16:creationId xmlns:a16="http://schemas.microsoft.com/office/drawing/2014/main" id="{D6FD23EF-6AED-42F1-ABA9-D8A1E2E8F326}"/>
                </a:ext>
              </a:extLst>
            </p:cNvPr>
            <p:cNvSpPr txBox="1"/>
            <p:nvPr/>
          </p:nvSpPr>
          <p:spPr>
            <a:xfrm>
              <a:off x="4372729" y="2640266"/>
              <a:ext cx="71591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두께 </a:t>
              </a:r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Target</a:t>
              </a:r>
              <a:endParaRPr lang="ko-KR" altLang="en-US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5484DA35-5BC8-4319-93D6-F50A476B26A6}"/>
                </a:ext>
              </a:extLst>
            </p:cNvPr>
            <p:cNvSpPr/>
            <p:nvPr/>
          </p:nvSpPr>
          <p:spPr>
            <a:xfrm>
              <a:off x="4083971" y="2424236"/>
              <a:ext cx="1138981" cy="308995"/>
            </a:xfrm>
            <a:prstGeom prst="rect">
              <a:avLst/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500">
                <a:solidFill>
                  <a:schemeClr val="tx1"/>
                </a:solidFill>
              </a:endParaRPr>
            </a:p>
          </p:txBody>
        </p:sp>
      </p:grpSp>
      <p:sp>
        <p:nvSpPr>
          <p:cNvPr id="63" name="타원 62">
            <a:extLst>
              <a:ext uri="{FF2B5EF4-FFF2-40B4-BE49-F238E27FC236}">
                <a16:creationId xmlns:a16="http://schemas.microsoft.com/office/drawing/2014/main" id="{2402BA5B-B5FC-48B9-AABF-3C7980E71BE2}"/>
              </a:ext>
            </a:extLst>
          </p:cNvPr>
          <p:cNvSpPr/>
          <p:nvPr/>
        </p:nvSpPr>
        <p:spPr>
          <a:xfrm>
            <a:off x="2513292" y="3102642"/>
            <a:ext cx="130199" cy="129642"/>
          </a:xfrm>
          <a:prstGeom prst="ellipse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08B5BB53-C4CB-44A4-90F4-3E323F17F95B}"/>
              </a:ext>
            </a:extLst>
          </p:cNvPr>
          <p:cNvSpPr/>
          <p:nvPr/>
        </p:nvSpPr>
        <p:spPr>
          <a:xfrm>
            <a:off x="4867526" y="2714612"/>
            <a:ext cx="229902" cy="730800"/>
          </a:xfrm>
          <a:prstGeom prst="rect">
            <a:avLst/>
          </a:prstGeom>
          <a:solidFill>
            <a:srgbClr val="FF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E8A79360-EAF3-4955-8D6E-20BC974FAFFB}"/>
              </a:ext>
            </a:extLst>
          </p:cNvPr>
          <p:cNvSpPr/>
          <p:nvPr/>
        </p:nvSpPr>
        <p:spPr>
          <a:xfrm>
            <a:off x="2496055" y="2714613"/>
            <a:ext cx="229902" cy="730800"/>
          </a:xfrm>
          <a:prstGeom prst="rect">
            <a:avLst/>
          </a:prstGeom>
          <a:solidFill>
            <a:srgbClr val="FF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5D3394F0-1867-4C7F-A62E-AEC0B06CDA77}"/>
              </a:ext>
            </a:extLst>
          </p:cNvPr>
          <p:cNvSpPr/>
          <p:nvPr/>
        </p:nvSpPr>
        <p:spPr>
          <a:xfrm>
            <a:off x="5610353" y="2714612"/>
            <a:ext cx="229902" cy="730800"/>
          </a:xfrm>
          <a:prstGeom prst="rect">
            <a:avLst/>
          </a:prstGeom>
          <a:solidFill>
            <a:srgbClr val="FF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6BC90363-1F21-445E-AE94-F7C44E69B7AC}"/>
              </a:ext>
            </a:extLst>
          </p:cNvPr>
          <p:cNvCxnSpPr/>
          <p:nvPr/>
        </p:nvCxnSpPr>
        <p:spPr>
          <a:xfrm>
            <a:off x="5604596" y="3091160"/>
            <a:ext cx="2607376" cy="0"/>
          </a:xfrm>
          <a:prstGeom prst="line">
            <a:avLst/>
          </a:prstGeom>
          <a:ln w="158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9A2A7F2D-13DC-419E-8996-BA1F9C40C5DA}"/>
              </a:ext>
            </a:extLst>
          </p:cNvPr>
          <p:cNvCxnSpPr/>
          <p:nvPr/>
        </p:nvCxnSpPr>
        <p:spPr>
          <a:xfrm>
            <a:off x="5604596" y="3181586"/>
            <a:ext cx="2607376" cy="0"/>
          </a:xfrm>
          <a:prstGeom prst="line">
            <a:avLst/>
          </a:prstGeom>
          <a:ln w="15875">
            <a:solidFill>
              <a:srgbClr val="00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4E9552BB-C79B-4A41-923A-62367312C9F7}"/>
              </a:ext>
            </a:extLst>
          </p:cNvPr>
          <p:cNvCxnSpPr/>
          <p:nvPr/>
        </p:nvCxnSpPr>
        <p:spPr>
          <a:xfrm>
            <a:off x="5604596" y="2980354"/>
            <a:ext cx="2607376" cy="0"/>
          </a:xfrm>
          <a:prstGeom prst="line">
            <a:avLst/>
          </a:prstGeom>
          <a:ln w="15875">
            <a:solidFill>
              <a:srgbClr val="00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extBox 302">
            <a:extLst>
              <a:ext uri="{FF2B5EF4-FFF2-40B4-BE49-F238E27FC236}">
                <a16:creationId xmlns:a16="http://schemas.microsoft.com/office/drawing/2014/main" id="{86B5AA9D-4C86-4444-A4D3-3F2033E962EE}"/>
              </a:ext>
            </a:extLst>
          </p:cNvPr>
          <p:cNvSpPr txBox="1"/>
          <p:nvPr/>
        </p:nvSpPr>
        <p:spPr>
          <a:xfrm>
            <a:off x="4745490" y="5861845"/>
            <a:ext cx="46491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Ppk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2.75</a:t>
            </a:r>
            <a:endParaRPr lang="ko-KR" altLang="en-US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1" name="TextBox 302">
            <a:extLst>
              <a:ext uri="{FF2B5EF4-FFF2-40B4-BE49-F238E27FC236}">
                <a16:creationId xmlns:a16="http://schemas.microsoft.com/office/drawing/2014/main" id="{E5BD3F57-5446-4B33-BFDA-93E70B97ED13}"/>
              </a:ext>
            </a:extLst>
          </p:cNvPr>
          <p:cNvSpPr txBox="1"/>
          <p:nvPr/>
        </p:nvSpPr>
        <p:spPr>
          <a:xfrm>
            <a:off x="7651993" y="5871117"/>
            <a:ext cx="61880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 err="1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Ppk</a:t>
            </a:r>
            <a:r>
              <a:rPr lang="en-US" altLang="ko-KR" sz="8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3.07 (</a:t>
            </a:r>
            <a:r>
              <a:rPr lang="ko-KR" altLang="en-US" sz="8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↑</a:t>
            </a:r>
            <a:r>
              <a:rPr lang="en-US" altLang="ko-KR" sz="8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0.32)</a:t>
            </a:r>
            <a:endParaRPr lang="ko-KR" altLang="en-US" sz="800">
              <a:solidFill>
                <a:srgbClr val="0000FF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2" name="TextBox 302">
            <a:extLst>
              <a:ext uri="{FF2B5EF4-FFF2-40B4-BE49-F238E27FC236}">
                <a16:creationId xmlns:a16="http://schemas.microsoft.com/office/drawing/2014/main" id="{F777D3D9-03D1-454B-B2B2-396A0650C8E4}"/>
              </a:ext>
            </a:extLst>
          </p:cNvPr>
          <p:cNvSpPr txBox="1"/>
          <p:nvPr/>
        </p:nvSpPr>
        <p:spPr>
          <a:xfrm>
            <a:off x="2170633" y="5040615"/>
            <a:ext cx="56255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10/23~10/26</a:t>
            </a:r>
            <a:endParaRPr lang="ko-KR" altLang="en-US" sz="80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pic>
        <p:nvPicPr>
          <p:cNvPr id="73" name="그림 72">
            <a:extLst>
              <a:ext uri="{FF2B5EF4-FFF2-40B4-BE49-F238E27FC236}">
                <a16:creationId xmlns:a16="http://schemas.microsoft.com/office/drawing/2014/main" id="{DADE3B91-BF0E-4490-BCE9-7DA41FA8DB65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858003" y="5035163"/>
            <a:ext cx="1788368" cy="983226"/>
          </a:xfrm>
          <a:prstGeom prst="rect">
            <a:avLst/>
          </a:prstGeom>
        </p:spPr>
      </p:pic>
      <p:pic>
        <p:nvPicPr>
          <p:cNvPr id="74" name="그림 73">
            <a:extLst>
              <a:ext uri="{FF2B5EF4-FFF2-40B4-BE49-F238E27FC236}">
                <a16:creationId xmlns:a16="http://schemas.microsoft.com/office/drawing/2014/main" id="{0558769F-3E23-4060-943B-C6673AF03523}"/>
              </a:ext>
            </a:extLst>
          </p:cNvPr>
          <p:cNvPicPr>
            <a:picLocks noChangeAspect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740569" y="5032096"/>
            <a:ext cx="1817157" cy="982800"/>
          </a:xfrm>
          <a:prstGeom prst="rect">
            <a:avLst/>
          </a:prstGeom>
        </p:spPr>
      </p:pic>
      <p:sp>
        <p:nvSpPr>
          <p:cNvPr id="75" name="TextBox 302">
            <a:extLst>
              <a:ext uri="{FF2B5EF4-FFF2-40B4-BE49-F238E27FC236}">
                <a16:creationId xmlns:a16="http://schemas.microsoft.com/office/drawing/2014/main" id="{8E37839D-B748-4356-969F-F8B276D1C3A7}"/>
              </a:ext>
            </a:extLst>
          </p:cNvPr>
          <p:cNvSpPr txBox="1"/>
          <p:nvPr/>
        </p:nvSpPr>
        <p:spPr>
          <a:xfrm>
            <a:off x="5272711" y="5040615"/>
            <a:ext cx="127922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10/27~10/31</a:t>
            </a:r>
            <a:endParaRPr lang="ko-KR" altLang="en-US" sz="80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6506849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표 1">
            <a:extLst>
              <a:ext uri="{FF2B5EF4-FFF2-40B4-BE49-F238E27FC236}">
                <a16:creationId xmlns:a16="http://schemas.microsoft.com/office/drawing/2014/main" id="{7B364C26-8D6A-49BB-AD20-5191801966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4373001"/>
              </p:ext>
            </p:extLst>
          </p:nvPr>
        </p:nvGraphicFramePr>
        <p:xfrm>
          <a:off x="18441" y="869789"/>
          <a:ext cx="9869118" cy="5677757"/>
        </p:xfrm>
        <a:graphic>
          <a:graphicData uri="http://schemas.openxmlformats.org/drawingml/2006/table">
            <a:tbl>
              <a:tblPr/>
              <a:tblGrid>
                <a:gridCol w="7479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00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971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106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29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559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2603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APC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적용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MI1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MI2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HD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ST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MI_LS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HG</a:t>
                      </a:r>
                    </a:p>
                    <a:p>
                      <a:pPr algn="ctr" fontAlgn="ctr"/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호기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전극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조립 </a:t>
                      </a:r>
                      <a:endParaRPr lang="en-US" altLang="ko-KR" sz="900"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라인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>
                        <a:latin typeface="+mn-ea"/>
                        <a:ea typeface="+mn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금주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(W51) : ESHG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원격제어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연결 불가 이슈 관련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법인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PI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팀과 소통하여 공장 내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FA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망 무선연결 이상 유무를 확인 중입니다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.(~12/19)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‘25.04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박상하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김치완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이상용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정소영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백승민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차영은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박홍준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1414FE"/>
                          </a:solidFill>
                          <a:effectLst/>
                          <a:latin typeface="+mn-ea"/>
                          <a:ea typeface="+mn-ea"/>
                        </a:rPr>
                        <a:t>박세용</a:t>
                      </a:r>
                      <a:r>
                        <a:rPr lang="en-US" altLang="ko-KR" sz="900" b="0" i="0" u="none" strike="noStrike">
                          <a:solidFill>
                            <a:srgbClr val="1414FE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  <a:tr h="2202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08085907"/>
                  </a:ext>
                </a:extLst>
              </a:tr>
              <a:tr h="498932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배경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APC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를 통해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Sample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생산시점에 자동보정을 빠르게 적용함으로서 북미신규법인 조기안정화에 기여하고자 합니다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 ESHG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롤프레스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9/10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기준 진행사항 아래와 같습니다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10/27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주차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ESHG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샘플 생산 간 등속구간 자동보정 모니터링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가감속 구간 자동보정 적용 원격 지원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.(10/27~)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    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ESHG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현지 오프라인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PC –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설비 직접 연결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셋팅 하여 해당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원격 접속 하는 방식으로 원격 대응 채널 열었습니다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 (11/10)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 - ESHG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샘플 생산 간 음극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RP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표면 불량 이슈로 성능검증을 위한 자동보정 테스트는 추후 일정 협의하여 진행하겠습니다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법인 측과 논의 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원격 자동보정 테스트 진행 예정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순서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등속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APC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갭 교육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 -&gt;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선압자동보정 사용 및 교육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-&gt;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감속 자동보정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    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설비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PLC, 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시스템 연동 확인 및 테스트 시나리오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일정 협의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(~11/28)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    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sym typeface="Wingdings" panose="05000000000000000000" pitchFamily="2" charset="2"/>
                        </a:rPr>
                        <a:t>신규 원격 시스템 접속 장애로 원인파악 및 조치 중입니다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sym typeface="Wingdings" panose="05000000000000000000" pitchFamily="2" charset="2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30344813"/>
                  </a:ext>
                </a:extLst>
              </a:tr>
            </a:tbl>
          </a:graphicData>
        </a:graphic>
      </p:graphicFrame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117B6D04-07FF-4063-9045-9D091CE452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5668152"/>
              </p:ext>
            </p:extLst>
          </p:nvPr>
        </p:nvGraphicFramePr>
        <p:xfrm>
          <a:off x="1491633" y="1638940"/>
          <a:ext cx="7118955" cy="2317855"/>
        </p:xfrm>
        <a:graphic>
          <a:graphicData uri="http://schemas.openxmlformats.org/drawingml/2006/table">
            <a:tbl>
              <a:tblPr/>
              <a:tblGrid>
                <a:gridCol w="686910">
                  <a:extLst>
                    <a:ext uri="{9D8B030D-6E8A-4147-A177-3AD203B41FA5}">
                      <a16:colId xmlns:a16="http://schemas.microsoft.com/office/drawing/2014/main" val="3399827903"/>
                    </a:ext>
                  </a:extLst>
                </a:gridCol>
                <a:gridCol w="686910">
                  <a:extLst>
                    <a:ext uri="{9D8B030D-6E8A-4147-A177-3AD203B41FA5}">
                      <a16:colId xmlns:a16="http://schemas.microsoft.com/office/drawing/2014/main" val="4024427999"/>
                    </a:ext>
                  </a:extLst>
                </a:gridCol>
                <a:gridCol w="753267">
                  <a:extLst>
                    <a:ext uri="{9D8B030D-6E8A-4147-A177-3AD203B41FA5}">
                      <a16:colId xmlns:a16="http://schemas.microsoft.com/office/drawing/2014/main" val="2683556667"/>
                    </a:ext>
                  </a:extLst>
                </a:gridCol>
                <a:gridCol w="510146">
                  <a:extLst>
                    <a:ext uri="{9D8B030D-6E8A-4147-A177-3AD203B41FA5}">
                      <a16:colId xmlns:a16="http://schemas.microsoft.com/office/drawing/2014/main" val="3872940129"/>
                    </a:ext>
                  </a:extLst>
                </a:gridCol>
                <a:gridCol w="510146">
                  <a:extLst>
                    <a:ext uri="{9D8B030D-6E8A-4147-A177-3AD203B41FA5}">
                      <a16:colId xmlns:a16="http://schemas.microsoft.com/office/drawing/2014/main" val="480868127"/>
                    </a:ext>
                  </a:extLst>
                </a:gridCol>
                <a:gridCol w="510146">
                  <a:extLst>
                    <a:ext uri="{9D8B030D-6E8A-4147-A177-3AD203B41FA5}">
                      <a16:colId xmlns:a16="http://schemas.microsoft.com/office/drawing/2014/main" val="1302842262"/>
                    </a:ext>
                  </a:extLst>
                </a:gridCol>
                <a:gridCol w="441025">
                  <a:extLst>
                    <a:ext uri="{9D8B030D-6E8A-4147-A177-3AD203B41FA5}">
                      <a16:colId xmlns:a16="http://schemas.microsoft.com/office/drawing/2014/main" val="2489949728"/>
                    </a:ext>
                  </a:extLst>
                </a:gridCol>
                <a:gridCol w="380884">
                  <a:extLst>
                    <a:ext uri="{9D8B030D-6E8A-4147-A177-3AD203B41FA5}">
                      <a16:colId xmlns:a16="http://schemas.microsoft.com/office/drawing/2014/main" val="4183175346"/>
                    </a:ext>
                  </a:extLst>
                </a:gridCol>
                <a:gridCol w="514813">
                  <a:extLst>
                    <a:ext uri="{9D8B030D-6E8A-4147-A177-3AD203B41FA5}">
                      <a16:colId xmlns:a16="http://schemas.microsoft.com/office/drawing/2014/main" val="772367748"/>
                    </a:ext>
                  </a:extLst>
                </a:gridCol>
                <a:gridCol w="793007">
                  <a:extLst>
                    <a:ext uri="{9D8B030D-6E8A-4147-A177-3AD203B41FA5}">
                      <a16:colId xmlns:a16="http://schemas.microsoft.com/office/drawing/2014/main" val="2795383441"/>
                    </a:ext>
                  </a:extLst>
                </a:gridCol>
                <a:gridCol w="793770">
                  <a:extLst>
                    <a:ext uri="{9D8B030D-6E8A-4147-A177-3AD203B41FA5}">
                      <a16:colId xmlns:a16="http://schemas.microsoft.com/office/drawing/2014/main" val="3771331774"/>
                    </a:ext>
                  </a:extLst>
                </a:gridCol>
                <a:gridCol w="537931">
                  <a:extLst>
                    <a:ext uri="{9D8B030D-6E8A-4147-A177-3AD203B41FA5}">
                      <a16:colId xmlns:a16="http://schemas.microsoft.com/office/drawing/2014/main" val="365806302"/>
                    </a:ext>
                  </a:extLst>
                </a:gridCol>
              </a:tblGrid>
              <a:tr h="21968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SITE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공정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1.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알고리즘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개발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2.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APC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환경</a:t>
                      </a: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구성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3. Data 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준비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4.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수집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준비</a:t>
                      </a:r>
                      <a:endParaRPr lang="ko-KR" altLang="en-US" sz="900" baseline="0"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18000" marR="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5.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수집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점검</a:t>
                      </a:r>
                      <a:endParaRPr lang="ko-KR" altLang="en-US" sz="900" baseline="0"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18000" marR="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6.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데이터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정합성</a:t>
                      </a:r>
                      <a:b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</a:b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검증</a:t>
                      </a:r>
                      <a:endParaRPr lang="ko-KR" altLang="en-US" sz="900" baseline="0"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18000" marR="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7.</a:t>
                      </a:r>
                      <a:endParaRPr lang="en-US" sz="900" baseline="0"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자동</a:t>
                      </a: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보정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적용</a:t>
                      </a: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준비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(PLC,HMI)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8.</a:t>
                      </a:r>
                    </a:p>
                    <a:p>
                      <a:pPr lvl="0" algn="ctr"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알고리즘</a:t>
                      </a: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등록</a:t>
                      </a:r>
                      <a:r>
                        <a:rPr lang="en-US" sz="9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/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검증</a:t>
                      </a:r>
                      <a:endParaRPr lang="en-US" altLang="ko-KR" sz="900" baseline="0"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</a:t>
                      </a:r>
                      <a:r>
                        <a:rPr lang="ko-KR" altLang="en-US" sz="900" b="1" i="0" u="none" strike="noStrike" baseline="0" noProof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Write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9.</a:t>
                      </a:r>
                    </a:p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APC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적용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8609879"/>
                  </a:ext>
                </a:extLst>
              </a:tr>
              <a:tr h="5220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PLC연동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Vision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연동</a:t>
                      </a:r>
                      <a:endParaRPr lang="en-US" altLang="ko-KR" sz="9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5140849"/>
                  </a:ext>
                </a:extLst>
              </a:tr>
              <a:tr h="174011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MI2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ROL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비대상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9855374"/>
                  </a:ext>
                </a:extLst>
              </a:tr>
              <a:tr h="174011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NND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 Smart_H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 Smart_H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 Smart_H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 Smart_H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1788045"/>
                  </a:ext>
                </a:extLst>
              </a:tr>
              <a:tr h="184048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HD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ROL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비대상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  <a:endParaRPr lang="ko-KR" sz="9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 Smart_H Regular"/>
                          <a:cs typeface="+mn-cs"/>
                        </a:rPr>
                        <a:t>완료</a:t>
                      </a: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 Smart_H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 Smart_H Regular"/>
                          <a:cs typeface="+mn-cs"/>
                        </a:rPr>
                        <a:t>완료</a:t>
                      </a:r>
                      <a:endParaRPr lang="en-US" altLang="ko-KR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 Smart_H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281293"/>
                  </a:ext>
                </a:extLst>
              </a:tr>
              <a:tr h="174011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aseline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NND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 Smart_H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 Smart_H Regular"/>
                          <a:cs typeface="+mn-cs"/>
                        </a:rPr>
                        <a:t>완료</a:t>
                      </a:r>
                      <a:endParaRPr lang="en-US" altLang="ko-KR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 Smart_H Regular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803714"/>
                  </a:ext>
                </a:extLst>
              </a:tr>
              <a:tr h="174011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aseline="0">
                          <a:latin typeface="LG스마트체 Regular" panose="020B0600000101010101" pitchFamily="50" charset="-127"/>
                          <a:ea typeface="LG스마트체 Regular"/>
                        </a:rPr>
                        <a:t>ST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ROL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baseline="0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비대상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kern="1200" err="1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  <a:endParaRPr lang="en-US" altLang="ko-KR" sz="900" kern="1200"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kern="1200" err="1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완료</a:t>
                      </a:r>
                      <a:endParaRPr lang="en-US" sz="900" b="0" i="0" u="none" strike="noStrike" kern="1200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완료</a:t>
                      </a: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완료</a:t>
                      </a:r>
                      <a:endParaRPr lang="en-US" sz="900" b="0" i="0" u="none" strike="noStrike" kern="1200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4561139"/>
                  </a:ext>
                </a:extLst>
              </a:tr>
              <a:tr h="174011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aseline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NND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baseline="0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kern="1200" err="1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  <a:endParaRPr lang="en-US" altLang="ko-KR" sz="900" kern="1200"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kern="1200" err="1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완료</a:t>
                      </a:r>
                      <a:endParaRPr lang="en-US" sz="900" b="0" i="0" u="none" strike="noStrike" kern="1200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완료</a:t>
                      </a:r>
                      <a:endParaRPr lang="en-US" sz="900" b="0" i="0" u="none" strike="noStrike" kern="1200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완료</a:t>
                      </a:r>
                      <a:endParaRPr lang="en-US" sz="900" b="0" i="0" u="none" strike="noStrike" kern="1200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81365"/>
                  </a:ext>
                </a:extLst>
              </a:tr>
              <a:tr h="174011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aseline="0">
                          <a:latin typeface="LG스마트체 Regular" panose="020B0600000101010101" pitchFamily="50" charset="-127"/>
                          <a:ea typeface="LG스마트체 Regular"/>
                        </a:rPr>
                        <a:t>MI_LS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ROL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비대상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err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err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LG Smart_H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LG Smart_H Regular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  <a:endParaRPr kumimoji="0" 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0147143"/>
                  </a:ext>
                </a:extLst>
              </a:tr>
              <a:tr h="174011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aseline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NND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 Smart_H Regular"/>
                        </a:rPr>
                        <a:t>완료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 Smart_H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 Smart_H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 Smart_H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 Smart_H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 Smart_H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 Smart_H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 Smart_H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 Smart_H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 Smart_H Regular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5913105"/>
                  </a:ext>
                </a:extLst>
              </a:tr>
              <a:tr h="174011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900" baseline="0">
                          <a:latin typeface="LG스마트체 Regular" panose="020B0600000101010101" pitchFamily="50" charset="-127"/>
                          <a:ea typeface="LG스마트체 Regular"/>
                        </a:rPr>
                        <a:t>HG</a:t>
                      </a:r>
                    </a:p>
                  </a:txBody>
                  <a:tcPr marL="0" marR="0" marT="0" marB="0" anchor="ctr">
                    <a:lnL w="6350">
                      <a:solidFill>
                        <a:schemeClr val="bg1">
                          <a:lumMod val="50000"/>
                        </a:schemeClr>
                      </a:solidFill>
                    </a:lnL>
                    <a:lnR w="6350">
                      <a:solidFill>
                        <a:schemeClr val="bg1">
                          <a:lumMod val="50000"/>
                        </a:schemeClr>
                      </a:solidFill>
                    </a:lnR>
                    <a:lnT w="6350">
                      <a:solidFill>
                        <a:schemeClr val="bg1">
                          <a:lumMod val="50000"/>
                        </a:schemeClr>
                      </a:solidFill>
                    </a:lnT>
                    <a:lnB w="6350">
                      <a:solidFill>
                        <a:schemeClr val="bg1">
                          <a:lumMod val="50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ROL</a:t>
                      </a:r>
                    </a:p>
                  </a:txBody>
                  <a:tcPr marL="0" marR="0" marT="0" marB="0" anchor="ctr">
                    <a:lnL w="6350">
                      <a:solidFill>
                        <a:schemeClr val="bg1">
                          <a:lumMod val="50000"/>
                        </a:schemeClr>
                      </a:solidFill>
                    </a:lnL>
                    <a:lnR w="6350">
                      <a:solidFill>
                        <a:schemeClr val="bg1">
                          <a:lumMod val="50000"/>
                        </a:schemeClr>
                      </a:solidFill>
                    </a:lnR>
                    <a:lnT w="6350">
                      <a:solidFill>
                        <a:schemeClr val="bg1">
                          <a:lumMod val="50000"/>
                        </a:schemeClr>
                      </a:solidFill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>
                      <a:solidFill>
                        <a:schemeClr val="bg1">
                          <a:lumMod val="50000"/>
                        </a:schemeClr>
                      </a:solidFill>
                    </a:lnL>
                    <a:lnR w="6350">
                      <a:solidFill>
                        <a:schemeClr val="bg1">
                          <a:lumMod val="50000"/>
                        </a:schemeClr>
                      </a:solidFill>
                    </a:lnR>
                    <a:lnT w="6350">
                      <a:solidFill>
                        <a:schemeClr val="bg1">
                          <a:lumMod val="50000"/>
                        </a:schemeClr>
                      </a:solidFill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>
                      <a:solidFill>
                        <a:schemeClr val="bg1">
                          <a:lumMod val="50000"/>
                        </a:schemeClr>
                      </a:solidFill>
                    </a:lnL>
                    <a:lnR w="6350">
                      <a:solidFill>
                        <a:schemeClr val="bg1">
                          <a:lumMod val="50000"/>
                        </a:schemeClr>
                      </a:solidFill>
                    </a:lnR>
                    <a:lnT w="6350">
                      <a:solidFill>
                        <a:schemeClr val="bg1">
                          <a:lumMod val="50000"/>
                        </a:schemeClr>
                      </a:solidFill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 Smart_H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>
                      <a:solidFill>
                        <a:schemeClr val="bg1">
                          <a:lumMod val="50000"/>
                        </a:schemeClr>
                      </a:solidFill>
                    </a:lnL>
                    <a:lnR w="6350">
                      <a:solidFill>
                        <a:schemeClr val="bg1">
                          <a:lumMod val="50000"/>
                        </a:schemeClr>
                      </a:solidFill>
                    </a:lnR>
                    <a:lnT w="6350">
                      <a:solidFill>
                        <a:schemeClr val="bg1">
                          <a:lumMod val="50000"/>
                        </a:schemeClr>
                      </a:solidFill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비대상</a:t>
                      </a:r>
                      <a:endParaRPr lang="en-US" altLang="ko-KR" sz="900" b="0" i="0" u="none" strike="noStrike" baseline="0" err="1">
                        <a:solidFill>
                          <a:schemeClr val="tx1"/>
                        </a:solidFill>
                        <a:effectLst/>
                        <a:latin typeface="Baguet Script"/>
                        <a:ea typeface="LG스마트체 Regular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bg1">
                          <a:lumMod val="50000"/>
                        </a:schemeClr>
                      </a:solidFill>
                    </a:lnL>
                    <a:lnR w="6350">
                      <a:solidFill>
                        <a:schemeClr val="bg1">
                          <a:lumMod val="50000"/>
                        </a:schemeClr>
                      </a:solidFill>
                    </a:lnR>
                    <a:lnT w="6350">
                      <a:solidFill>
                        <a:schemeClr val="bg1">
                          <a:lumMod val="50000"/>
                        </a:schemeClr>
                      </a:solidFill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 Smart_H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 Smart_H Regular"/>
                        <a:cs typeface="+mn-cs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bg1">
                          <a:lumMod val="50000"/>
                        </a:schemeClr>
                      </a:solidFill>
                    </a:lnL>
                    <a:lnR w="6350">
                      <a:solidFill>
                        <a:schemeClr val="bg1">
                          <a:lumMod val="50000"/>
                        </a:schemeClr>
                      </a:solidFill>
                    </a:lnR>
                    <a:lnT w="6350">
                      <a:solidFill>
                        <a:schemeClr val="bg1">
                          <a:lumMod val="50000"/>
                        </a:schemeClr>
                      </a:solidFill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 Smart_H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 Smart_H Regular"/>
                        <a:cs typeface="+mn-cs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bg1">
                          <a:lumMod val="50000"/>
                        </a:schemeClr>
                      </a:solidFill>
                    </a:lnL>
                    <a:lnR w="6350">
                      <a:solidFill>
                        <a:schemeClr val="bg1">
                          <a:lumMod val="50000"/>
                        </a:schemeClr>
                      </a:solidFill>
                    </a:lnR>
                    <a:lnT w="6350">
                      <a:solidFill>
                        <a:schemeClr val="bg1">
                          <a:lumMod val="50000"/>
                        </a:schemeClr>
                      </a:solidFill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bg1">
                          <a:lumMod val="50000"/>
                        </a:schemeClr>
                      </a:solidFill>
                    </a:lnL>
                    <a:lnR w="6350">
                      <a:solidFill>
                        <a:schemeClr val="bg1">
                          <a:lumMod val="50000"/>
                        </a:schemeClr>
                      </a:solidFill>
                    </a:lnR>
                    <a:lnT w="6350">
                      <a:solidFill>
                        <a:schemeClr val="bg1">
                          <a:lumMod val="50000"/>
                        </a:schemeClr>
                      </a:solidFill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 Smart_H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 Smart_H Regular"/>
                        <a:cs typeface="+mn-cs"/>
                      </a:endParaRPr>
                    </a:p>
                  </a:txBody>
                  <a:tcPr marL="0" marR="0" marT="0" marB="0" anchor="ctr">
                    <a:lnL w="6350">
                      <a:solidFill>
                        <a:schemeClr val="bg1">
                          <a:lumMod val="50000"/>
                        </a:schemeClr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6350">
                      <a:solidFill>
                        <a:schemeClr val="bg1">
                          <a:lumMod val="50000"/>
                        </a:schemeClr>
                      </a:solidFill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 Smart_H Regular"/>
                          <a:cs typeface="+mn-cs"/>
                        </a:rPr>
                        <a:t>대기 중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 Smart_H Regular"/>
                        <a:cs typeface="+mn-cs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6350">
                      <a:solidFill>
                        <a:schemeClr val="bg1">
                          <a:lumMod val="50000"/>
                        </a:schemeClr>
                      </a:solidFill>
                    </a:lnR>
                    <a:lnT w="6350">
                      <a:solidFill>
                        <a:schemeClr val="bg1">
                          <a:lumMod val="50000"/>
                        </a:schemeClr>
                      </a:solidFill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26924068"/>
                  </a:ext>
                </a:extLst>
              </a:tr>
            </a:tbl>
          </a:graphicData>
        </a:graphic>
      </p:graphicFrame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15FB801-5E20-4BFC-B5CA-2CFDE76C591A}"/>
              </a:ext>
            </a:extLst>
          </p:cNvPr>
          <p:cNvSpPr txBox="1">
            <a:spLocks/>
          </p:cNvSpPr>
          <p:nvPr/>
        </p:nvSpPr>
        <p:spPr>
          <a:xfrm>
            <a:off x="108656" y="593629"/>
            <a:ext cx="5585247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 Smart_H Regular"/>
              </a:rPr>
              <a:t>■ </a:t>
            </a:r>
            <a:r>
              <a:rPr lang="ko-KR" altLang="en-US" sz="1400" b="1" err="1">
                <a:solidFill>
                  <a:prstClr val="black"/>
                </a:solidFill>
                <a:latin typeface="맑은 고딕"/>
                <a:ea typeface="LG Smart_H Regular"/>
              </a:rPr>
              <a:t>북미신규법인</a:t>
            </a:r>
            <a:r>
              <a:rPr lang="ko-KR" altLang="en-US" sz="1400" b="1">
                <a:solidFill>
                  <a:prstClr val="black"/>
                </a:solidFill>
                <a:latin typeface="맑은 고딕"/>
                <a:ea typeface="LG Smart_H Regular"/>
              </a:rPr>
              <a:t> 롤프레스</a:t>
            </a:r>
            <a:r>
              <a:rPr lang="en-US" altLang="ko-KR" sz="1400" b="1">
                <a:solidFill>
                  <a:prstClr val="black"/>
                </a:solidFill>
                <a:latin typeface="맑은 고딕"/>
                <a:ea typeface="LG Smart_H Regular"/>
              </a:rPr>
              <a:t>, </a:t>
            </a:r>
            <a:r>
              <a:rPr lang="ko-KR" altLang="en-US" sz="1400" b="1">
                <a:solidFill>
                  <a:prstClr val="black"/>
                </a:solidFill>
                <a:latin typeface="맑은 고딕"/>
                <a:ea typeface="LG Smart_H Regular"/>
              </a:rPr>
              <a:t>노칭 </a:t>
            </a:r>
            <a:r>
              <a:rPr lang="en-US" altLang="ko-KR" sz="1400" b="1">
                <a:solidFill>
                  <a:prstClr val="black"/>
                </a:solidFill>
                <a:latin typeface="맑은 고딕"/>
                <a:ea typeface="LG Smart_H Regular"/>
              </a:rPr>
              <a:t>APC</a:t>
            </a:r>
            <a:r>
              <a:rPr lang="ko-KR" altLang="en-US" sz="1400" b="1">
                <a:solidFill>
                  <a:prstClr val="black"/>
                </a:solidFill>
                <a:latin typeface="맑은 고딕"/>
                <a:ea typeface="LG Smart_H Regular"/>
              </a:rPr>
              <a:t> 적용</a:t>
            </a:r>
            <a:r>
              <a:rPr lang="en-US" altLang="ko-KR" sz="1400" b="1">
                <a:solidFill>
                  <a:prstClr val="black"/>
                </a:solidFill>
                <a:latin typeface="맑은 고딕"/>
                <a:ea typeface="LG Smart_H Regular"/>
              </a:rPr>
              <a:t> (MI2, HD, ST, MI_LS, HG)</a:t>
            </a:r>
            <a:endParaRPr lang="ko-KR" altLang="en-US" sz="1400" b="1">
              <a:solidFill>
                <a:prstClr val="black"/>
              </a:solidFill>
              <a:latin typeface="맑은 고딕" panose="020B0503020000020004" pitchFamily="50" charset="-127"/>
              <a:ea typeface="LG Smart_H Regular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B61E360-C4F3-C7C8-B015-6D240C627F9E}"/>
              </a:ext>
            </a:extLst>
          </p:cNvPr>
          <p:cNvSpPr/>
          <p:nvPr/>
        </p:nvSpPr>
        <p:spPr>
          <a:xfrm>
            <a:off x="5889625" y="250222"/>
            <a:ext cx="2207656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</a:t>
            </a:r>
            <a:r>
              <a:rPr lang="en-US" altLang="ko-KR" sz="1000">
                <a:latin typeface="+mn-ea"/>
              </a:rPr>
              <a:t>2</a:t>
            </a:r>
            <a:r>
              <a:rPr lang="ko-KR" altLang="en-US" sz="1000">
                <a:latin typeface="+mn-ea"/>
              </a:rPr>
              <a:t>, 진행 상태 : </a:t>
            </a:r>
            <a:r>
              <a:rPr lang="ko-KR" altLang="en-US" sz="10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1000">
                <a:latin typeface="+mn-ea"/>
              </a:rPr>
              <a:t>]</a:t>
            </a:r>
          </a:p>
        </p:txBody>
      </p:sp>
      <p:sp>
        <p:nvSpPr>
          <p:cNvPr id="4" name="제목 1">
            <a:extLst>
              <a:ext uri="{FF2B5EF4-FFF2-40B4-BE49-F238E27FC236}">
                <a16:creationId xmlns:a16="http://schemas.microsoft.com/office/drawing/2014/main" id="{5326F1D5-F7C1-C58A-848B-D94160C7BFB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346F1D9D-2253-452B-83ED-0AE53597D89F}"/>
              </a:ext>
            </a:extLst>
          </p:cNvPr>
          <p:cNvSpPr txBox="1">
            <a:spLocks/>
          </p:cNvSpPr>
          <p:nvPr/>
        </p:nvSpPr>
        <p:spPr>
          <a:xfrm>
            <a:off x="7969420" y="156566"/>
            <a:ext cx="1824217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en-US" altLang="ko-KR" sz="1000" err="1">
                <a:solidFill>
                  <a:prstClr val="black"/>
                </a:solidFill>
                <a:latin typeface="+mn-ea"/>
              </a:rPr>
              <a:t>박상하P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,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</a:t>
            </a:r>
            <a:r>
              <a:rPr lang="ko-KR" altLang="en-US" sz="1000">
                <a:solidFill>
                  <a:prstClr val="black"/>
                </a:solidFill>
                <a:latin typeface="+mn-ea"/>
              </a:rPr>
              <a:t>박세용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P,정소영A</a:t>
            </a:r>
            <a:r>
              <a:rPr lang="ko-KR" altLang="en-US" sz="1000">
                <a:solidFill>
                  <a:prstClr val="black"/>
                </a:solidFill>
                <a:latin typeface="+mn-ea"/>
              </a:rPr>
              <a:t> 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28330FB-2942-4211-9DA7-42F39BB3C8B5}"/>
              </a:ext>
            </a:extLst>
          </p:cNvPr>
          <p:cNvSpPr txBox="1"/>
          <p:nvPr/>
        </p:nvSpPr>
        <p:spPr>
          <a:xfrm>
            <a:off x="8319726" y="350877"/>
            <a:ext cx="1545627" cy="169277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 15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6" name="직사각형 23">
            <a:extLst>
              <a:ext uri="{FF2B5EF4-FFF2-40B4-BE49-F238E27FC236}">
                <a16:creationId xmlns:a16="http://schemas.microsoft.com/office/drawing/2014/main" id="{9D5566FF-17CE-13A3-6253-B93CC352D41F}"/>
              </a:ext>
            </a:extLst>
          </p:cNvPr>
          <p:cNvSpPr/>
          <p:nvPr/>
        </p:nvSpPr>
        <p:spPr>
          <a:xfrm>
            <a:off x="7280841" y="3768907"/>
            <a:ext cx="788209" cy="183386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11C98E7-0DAE-448F-8E16-079ADB686E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828583"/>
              </p:ext>
            </p:extLst>
          </p:nvPr>
        </p:nvGraphicFramePr>
        <p:xfrm>
          <a:off x="1493261" y="4412436"/>
          <a:ext cx="4711699" cy="1051560"/>
        </p:xfrm>
        <a:graphic>
          <a:graphicData uri="http://schemas.openxmlformats.org/drawingml/2006/table">
            <a:tbl>
              <a:tblPr/>
              <a:tblGrid>
                <a:gridCol w="316434">
                  <a:extLst>
                    <a:ext uri="{9D8B030D-6E8A-4147-A177-3AD203B41FA5}">
                      <a16:colId xmlns:a16="http://schemas.microsoft.com/office/drawing/2014/main" val="3201911565"/>
                    </a:ext>
                  </a:extLst>
                </a:gridCol>
                <a:gridCol w="1091697">
                  <a:extLst>
                    <a:ext uri="{9D8B030D-6E8A-4147-A177-3AD203B41FA5}">
                      <a16:colId xmlns:a16="http://schemas.microsoft.com/office/drawing/2014/main" val="1839920803"/>
                    </a:ext>
                  </a:extLst>
                </a:gridCol>
                <a:gridCol w="863864">
                  <a:extLst>
                    <a:ext uri="{9D8B030D-6E8A-4147-A177-3AD203B41FA5}">
                      <a16:colId xmlns:a16="http://schemas.microsoft.com/office/drawing/2014/main" val="3972031541"/>
                    </a:ext>
                  </a:extLst>
                </a:gridCol>
                <a:gridCol w="787920">
                  <a:extLst>
                    <a:ext uri="{9D8B030D-6E8A-4147-A177-3AD203B41FA5}">
                      <a16:colId xmlns:a16="http://schemas.microsoft.com/office/drawing/2014/main" val="2687570164"/>
                    </a:ext>
                  </a:extLst>
                </a:gridCol>
                <a:gridCol w="863864">
                  <a:extLst>
                    <a:ext uri="{9D8B030D-6E8A-4147-A177-3AD203B41FA5}">
                      <a16:colId xmlns:a16="http://schemas.microsoft.com/office/drawing/2014/main" val="1598324846"/>
                    </a:ext>
                  </a:extLst>
                </a:gridCol>
                <a:gridCol w="787920">
                  <a:extLst>
                    <a:ext uri="{9D8B030D-6E8A-4147-A177-3AD203B41FA5}">
                      <a16:colId xmlns:a16="http://schemas.microsoft.com/office/drawing/2014/main" val="2596303947"/>
                    </a:ext>
                  </a:extLst>
                </a:gridCol>
              </a:tblGrid>
              <a:tr h="108000"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7297876"/>
                  </a:ext>
                </a:extLst>
              </a:tr>
              <a:tr h="10800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대표 호기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양극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2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호기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음극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호기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75332927"/>
                  </a:ext>
                </a:extLst>
              </a:tr>
              <a:tr h="10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No.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자동 보정 항목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로컬 테스트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APC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테스트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로컬 테스트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APC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테스트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7199561"/>
                  </a:ext>
                </a:extLst>
              </a:tr>
              <a:tr h="10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재조건조정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4323222"/>
                  </a:ext>
                </a:extLst>
              </a:tr>
              <a:tr h="10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등속 갭조정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34422942"/>
                  </a:ext>
                </a:extLst>
              </a:tr>
              <a:tr h="10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등속 역압조정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2494213"/>
                  </a:ext>
                </a:extLst>
              </a:tr>
              <a:tr h="10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가감속 갭조정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9291815"/>
                  </a:ext>
                </a:extLst>
              </a:tr>
              <a:tr h="10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스피드 스텝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641719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53287276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내용 개체 틀 20">
            <a:extLst>
              <a:ext uri="{FF2B5EF4-FFF2-40B4-BE49-F238E27FC236}">
                <a16:creationId xmlns:a16="http://schemas.microsoft.com/office/drawing/2014/main" id="{6F0A1984-ACC2-4062-BE1D-9FBF00C4EB71}"/>
              </a:ext>
            </a:extLst>
          </p:cNvPr>
          <p:cNvSpPr txBox="1">
            <a:spLocks/>
          </p:cNvSpPr>
          <p:nvPr/>
        </p:nvSpPr>
        <p:spPr>
          <a:xfrm>
            <a:off x="108656" y="593629"/>
            <a:ext cx="306654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Roll Press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자동보정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Global Site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안정화</a:t>
            </a:r>
          </a:p>
        </p:txBody>
      </p:sp>
      <p:sp>
        <p:nvSpPr>
          <p:cNvPr id="39" name="내용 개체 틀 20">
            <a:extLst>
              <a:ext uri="{FF2B5EF4-FFF2-40B4-BE49-F238E27FC236}">
                <a16:creationId xmlns:a16="http://schemas.microsoft.com/office/drawing/2014/main" id="{BD947726-D688-4BA1-ABAE-873172B470A3}"/>
              </a:ext>
            </a:extLst>
          </p:cNvPr>
          <p:cNvSpPr txBox="1">
            <a:spLocks/>
          </p:cNvSpPr>
          <p:nvPr/>
        </p:nvSpPr>
        <p:spPr>
          <a:xfrm>
            <a:off x="8301038" y="181573"/>
            <a:ext cx="1344919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en-US" altLang="ko-KR" sz="1000" err="1">
                <a:solidFill>
                  <a:prstClr val="black"/>
                </a:solidFill>
                <a:latin typeface="+mn-ea"/>
              </a:rPr>
              <a:t>박상하P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, </a:t>
            </a:r>
            <a:r>
              <a:rPr lang="en-US" altLang="ko-KR" sz="1000" err="1">
                <a:solidFill>
                  <a:prstClr val="black"/>
                </a:solidFill>
                <a:latin typeface="+mn-ea"/>
              </a:rPr>
              <a:t>정소영A</a:t>
            </a:r>
            <a:endParaRPr lang="ko-KR" altLang="en-US">
              <a:solidFill>
                <a:prstClr val="black"/>
              </a:solidFill>
            </a:endParaRPr>
          </a:p>
        </p:txBody>
      </p:sp>
      <p:graphicFrame>
        <p:nvGraphicFramePr>
          <p:cNvPr id="13" name="표 1">
            <a:extLst>
              <a:ext uri="{FF2B5EF4-FFF2-40B4-BE49-F238E27FC236}">
                <a16:creationId xmlns:a16="http://schemas.microsoft.com/office/drawing/2014/main" id="{CD9241CA-D098-43FB-9A45-151AAEF5B4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0852380"/>
              </p:ext>
            </p:extLst>
          </p:nvPr>
        </p:nvGraphicFramePr>
        <p:xfrm>
          <a:off x="69203" y="859720"/>
          <a:ext cx="9848419" cy="5759177"/>
        </p:xfrm>
        <a:graphic>
          <a:graphicData uri="http://schemas.openxmlformats.org/drawingml/2006/table">
            <a:tbl>
              <a:tblPr/>
              <a:tblGrid>
                <a:gridCol w="7066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6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015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8718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625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1753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Roll Press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Global Site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안정화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Global Site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수평전개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>
                        <a:lnSpc>
                          <a:spcPts val="1100"/>
                        </a:lnSpc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(W51) 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핵심 내용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: 특이사항 없습니다.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’25.12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박상하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정소영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박홍준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  <a:tr h="2288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08085907"/>
                  </a:ext>
                </a:extLst>
              </a:tr>
              <a:tr h="50693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배경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  <a:endParaRPr lang="en-US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롤프레스 공정에서 재조건조정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감속구간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등속구간의 전극 두께 품질 편차를 최소화 하기 위한 자동보정 개발을 완료하고 수평전개를 진행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Global site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에 자동보정을 적용 후 발생하는 이슈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VOE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대응을 진행하고 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</a:t>
                      </a:r>
                      <a:endParaRPr lang="en-US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진행 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  <a:endParaRPr lang="en-US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1. ESNB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자동보정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Auto ON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기능 적용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ESNB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롤프레스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설비 자동보정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후 작업자가 자동보정을 다시 켜지 않아 활용률이 저하되는 현상이 확인 되었습니다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en-US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Auto On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기능을 통해 작업자가 설비 재가동 시 자동보정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하지 않더라도 자동으로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될 수 있도록 프로그램 적용 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en-US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대표호기는 롤프레스 설비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Maker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社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(CIS, PNT)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기준으로 선정하였습니다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수평전개는 법인에서 진행 중 입니다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en-US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2. ESNA Roll Press 양극5호기 자동보정 시 Gap PV 흔들림 현상 점검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- ESNA 양극5호기 등속구간 자동보정 시 Gap PV 흔들림에 대해 대응 요청을 받았습니다.(2/22)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: IOT 데이터를 통해 실제 등속구간 Gap PV가 지속적으로 변경되고 있음을 확인하였고, 설비 메이커를 통해 현상 공유 후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H/W 문제가 있음을 확인하였습니다. 법인에서 설비 메이커를 통해 설비 점검을 진행 중입니다.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점검 완료 일정 확인 후 자동보정 모니터링 진행하도록 하겠습니다(~3/21)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3. ESNA 자동보정 Auto ON 기능 적용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대표호기 양극3호기 대상으로 Auto ON 기능 적용 완료하였습니다.(4/23)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수평전개 완료할 예정입니다.(~5/31)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수평전개 매뉴얼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법인에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배포하였습니다.(5/23)</a:t>
                      </a:r>
                      <a:endParaRPr 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Malgun Gothic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30344813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1F24EE04-A0A0-41D5-B8CA-1F0C3B9EFB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2710579"/>
              </p:ext>
            </p:extLst>
          </p:nvPr>
        </p:nvGraphicFramePr>
        <p:xfrm>
          <a:off x="1630942" y="2742677"/>
          <a:ext cx="6018837" cy="437706"/>
        </p:xfrm>
        <a:graphic>
          <a:graphicData uri="http://schemas.openxmlformats.org/drawingml/2006/table">
            <a:tbl>
              <a:tblPr/>
              <a:tblGrid>
                <a:gridCol w="755357">
                  <a:extLst>
                    <a:ext uri="{9D8B030D-6E8A-4147-A177-3AD203B41FA5}">
                      <a16:colId xmlns:a16="http://schemas.microsoft.com/office/drawing/2014/main" val="3434729221"/>
                    </a:ext>
                  </a:extLst>
                </a:gridCol>
                <a:gridCol w="1147025">
                  <a:extLst>
                    <a:ext uri="{9D8B030D-6E8A-4147-A177-3AD203B41FA5}">
                      <a16:colId xmlns:a16="http://schemas.microsoft.com/office/drawing/2014/main" val="3352736848"/>
                    </a:ext>
                  </a:extLst>
                </a:gridCol>
                <a:gridCol w="1147025">
                  <a:extLst>
                    <a:ext uri="{9D8B030D-6E8A-4147-A177-3AD203B41FA5}">
                      <a16:colId xmlns:a16="http://schemas.microsoft.com/office/drawing/2014/main" val="3068341048"/>
                    </a:ext>
                  </a:extLst>
                </a:gridCol>
                <a:gridCol w="974847">
                  <a:extLst>
                    <a:ext uri="{9D8B030D-6E8A-4147-A177-3AD203B41FA5}">
                      <a16:colId xmlns:a16="http://schemas.microsoft.com/office/drawing/2014/main" val="3545569537"/>
                    </a:ext>
                  </a:extLst>
                </a:gridCol>
                <a:gridCol w="847558">
                  <a:extLst>
                    <a:ext uri="{9D8B030D-6E8A-4147-A177-3AD203B41FA5}">
                      <a16:colId xmlns:a16="http://schemas.microsoft.com/office/drawing/2014/main" val="1620670000"/>
                    </a:ext>
                  </a:extLst>
                </a:gridCol>
                <a:gridCol w="1147025">
                  <a:extLst>
                    <a:ext uri="{9D8B030D-6E8A-4147-A177-3AD203B41FA5}">
                      <a16:colId xmlns:a16="http://schemas.microsoft.com/office/drawing/2014/main" val="2060720975"/>
                    </a:ext>
                  </a:extLst>
                </a:gridCol>
              </a:tblGrid>
              <a:tr h="6643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8742" marR="8742" marT="87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8742" marR="8742" marT="87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874645398"/>
                  </a:ext>
                </a:extLst>
              </a:tr>
              <a:tr h="664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개발 일정</a:t>
                      </a:r>
                    </a:p>
                  </a:txBody>
                  <a:tcPr marL="8742" marR="8742" marT="87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Test &amp; 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검증</a:t>
                      </a:r>
                    </a:p>
                  </a:txBody>
                  <a:tcPr marL="8742" marR="8742" marT="87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작업자 교육</a:t>
                      </a:r>
                    </a:p>
                  </a:txBody>
                  <a:tcPr marL="8742" marR="8742" marT="87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모니터링 기간</a:t>
                      </a:r>
                    </a:p>
                  </a:txBody>
                  <a:tcPr marL="8742" marR="8742" marT="87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확산 전개</a:t>
                      </a:r>
                    </a:p>
                  </a:txBody>
                  <a:tcPr marL="8742" marR="8742" marT="87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4473451"/>
                  </a:ext>
                </a:extLst>
              </a:tr>
              <a:tr h="6643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ESNB</a:t>
                      </a:r>
                    </a:p>
                  </a:txBody>
                  <a:tcPr marL="8742" marR="8742" marT="87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11/07 ~ 11/13</a:t>
                      </a:r>
                    </a:p>
                  </a:txBody>
                  <a:tcPr marL="8742" marR="8742" marT="87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11/14 ~ 11/15</a:t>
                      </a:r>
                    </a:p>
                  </a:txBody>
                  <a:tcPr marL="8742" marR="8742" marT="87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11/16 ~ 11/18</a:t>
                      </a:r>
                    </a:p>
                  </a:txBody>
                  <a:tcPr marL="8742" marR="8742" marT="87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11/19 ~ 11/25</a:t>
                      </a:r>
                    </a:p>
                  </a:txBody>
                  <a:tcPr marL="8742" marR="8742" marT="87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11/26 ~ 02/14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8742" marR="8742" marT="87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8702105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009639F4-D932-400B-B815-9372EB582C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3661185"/>
              </p:ext>
            </p:extLst>
          </p:nvPr>
        </p:nvGraphicFramePr>
        <p:xfrm>
          <a:off x="1630594" y="3187956"/>
          <a:ext cx="6491053" cy="1222790"/>
        </p:xfrm>
        <a:graphic>
          <a:graphicData uri="http://schemas.openxmlformats.org/drawingml/2006/table">
            <a:tbl>
              <a:tblPr/>
              <a:tblGrid>
                <a:gridCol w="570410">
                  <a:extLst>
                    <a:ext uri="{9D8B030D-6E8A-4147-A177-3AD203B41FA5}">
                      <a16:colId xmlns:a16="http://schemas.microsoft.com/office/drawing/2014/main" val="3939660498"/>
                    </a:ext>
                  </a:extLst>
                </a:gridCol>
                <a:gridCol w="570410">
                  <a:extLst>
                    <a:ext uri="{9D8B030D-6E8A-4147-A177-3AD203B41FA5}">
                      <a16:colId xmlns:a16="http://schemas.microsoft.com/office/drawing/2014/main" val="2464961253"/>
                    </a:ext>
                  </a:extLst>
                </a:gridCol>
                <a:gridCol w="771109">
                  <a:extLst>
                    <a:ext uri="{9D8B030D-6E8A-4147-A177-3AD203B41FA5}">
                      <a16:colId xmlns:a16="http://schemas.microsoft.com/office/drawing/2014/main" val="391357892"/>
                    </a:ext>
                  </a:extLst>
                </a:gridCol>
                <a:gridCol w="586254">
                  <a:extLst>
                    <a:ext uri="{9D8B030D-6E8A-4147-A177-3AD203B41FA5}">
                      <a16:colId xmlns:a16="http://schemas.microsoft.com/office/drawing/2014/main" val="697520666"/>
                    </a:ext>
                  </a:extLst>
                </a:gridCol>
                <a:gridCol w="570410">
                  <a:extLst>
                    <a:ext uri="{9D8B030D-6E8A-4147-A177-3AD203B41FA5}">
                      <a16:colId xmlns:a16="http://schemas.microsoft.com/office/drawing/2014/main" val="1105228"/>
                    </a:ext>
                  </a:extLst>
                </a:gridCol>
                <a:gridCol w="570410">
                  <a:extLst>
                    <a:ext uri="{9D8B030D-6E8A-4147-A177-3AD203B41FA5}">
                      <a16:colId xmlns:a16="http://schemas.microsoft.com/office/drawing/2014/main" val="801108525"/>
                    </a:ext>
                  </a:extLst>
                </a:gridCol>
                <a:gridCol w="570410">
                  <a:extLst>
                    <a:ext uri="{9D8B030D-6E8A-4147-A177-3AD203B41FA5}">
                      <a16:colId xmlns:a16="http://schemas.microsoft.com/office/drawing/2014/main" val="2725876143"/>
                    </a:ext>
                  </a:extLst>
                </a:gridCol>
                <a:gridCol w="570410">
                  <a:extLst>
                    <a:ext uri="{9D8B030D-6E8A-4147-A177-3AD203B41FA5}">
                      <a16:colId xmlns:a16="http://schemas.microsoft.com/office/drawing/2014/main" val="1511367891"/>
                    </a:ext>
                  </a:extLst>
                </a:gridCol>
                <a:gridCol w="570410">
                  <a:extLst>
                    <a:ext uri="{9D8B030D-6E8A-4147-A177-3AD203B41FA5}">
                      <a16:colId xmlns:a16="http://schemas.microsoft.com/office/drawing/2014/main" val="536085975"/>
                    </a:ext>
                  </a:extLst>
                </a:gridCol>
                <a:gridCol w="570410">
                  <a:extLst>
                    <a:ext uri="{9D8B030D-6E8A-4147-A177-3AD203B41FA5}">
                      <a16:colId xmlns:a16="http://schemas.microsoft.com/office/drawing/2014/main" val="2194537764"/>
                    </a:ext>
                  </a:extLst>
                </a:gridCol>
                <a:gridCol w="570410">
                  <a:extLst>
                    <a:ext uri="{9D8B030D-6E8A-4147-A177-3AD203B41FA5}">
                      <a16:colId xmlns:a16="http://schemas.microsoft.com/office/drawing/2014/main" val="457115829"/>
                    </a:ext>
                  </a:extLst>
                </a:gridCol>
              </a:tblGrid>
              <a:tr h="183108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동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설비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Weekly</a:t>
                      </a: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일정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4491099"/>
                  </a:ext>
                </a:extLst>
              </a:tr>
              <a:tr h="1485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년도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W02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W03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W04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W05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W06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W07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W08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9834500"/>
                  </a:ext>
                </a:extLst>
              </a:tr>
              <a:tr h="14852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동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1~3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1~9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호기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3056224"/>
                  </a:ext>
                </a:extLst>
              </a:tr>
              <a:tr h="1485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1~5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호기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8531934"/>
                  </a:ext>
                </a:extLst>
              </a:tr>
              <a:tr h="148526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동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10~12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호기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0393670"/>
                  </a:ext>
                </a:extLst>
              </a:tr>
              <a:tr h="1485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6~8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호기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8994688"/>
                  </a:ext>
                </a:extLst>
              </a:tr>
              <a:tr h="14852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양극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13~15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호기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1414FE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altLang="ko-KR" sz="800" b="0" i="0" u="none" strike="noStrike" baseline="0" err="1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654089"/>
                  </a:ext>
                </a:extLst>
              </a:tr>
              <a:tr h="14852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음극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9~11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호기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baseline="0">
                        <a:solidFill>
                          <a:srgbClr val="1414FE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</a:p>
                  </a:txBody>
                  <a:tcPr marL="8990" marR="8990" marT="89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547921"/>
                  </a:ext>
                </a:extLst>
              </a:tr>
            </a:tbl>
          </a:graphicData>
        </a:graphic>
      </p:graphicFrame>
      <p:sp>
        <p:nvSpPr>
          <p:cNvPr id="17" name="제목 1">
            <a:extLst>
              <a:ext uri="{FF2B5EF4-FFF2-40B4-BE49-F238E27FC236}">
                <a16:creationId xmlns:a16="http://schemas.microsoft.com/office/drawing/2014/main" id="{748A3B0C-6E15-4F31-BEC8-B49EC17C040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6354B68-4C62-4F81-88B4-C0B5AFC2856B}"/>
              </a:ext>
            </a:extLst>
          </p:cNvPr>
          <p:cNvSpPr/>
          <p:nvPr/>
        </p:nvSpPr>
        <p:spPr>
          <a:xfrm>
            <a:off x="6473398" y="2867905"/>
            <a:ext cx="1166002" cy="320945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2" name="이등변 삼각형 11">
            <a:extLst>
              <a:ext uri="{FF2B5EF4-FFF2-40B4-BE49-F238E27FC236}">
                <a16:creationId xmlns:a16="http://schemas.microsoft.com/office/drawing/2014/main" id="{2A53F757-24E1-4591-B713-1B9A0DDE4AD6}"/>
              </a:ext>
            </a:extLst>
          </p:cNvPr>
          <p:cNvSpPr/>
          <p:nvPr/>
        </p:nvSpPr>
        <p:spPr>
          <a:xfrm rot="10800000">
            <a:off x="6997216" y="2771211"/>
            <a:ext cx="72000" cy="720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BC9E15C-CB92-4F4E-9733-177B1AC7BEEE}"/>
              </a:ext>
            </a:extLst>
          </p:cNvPr>
          <p:cNvSpPr/>
          <p:nvPr/>
        </p:nvSpPr>
        <p:spPr>
          <a:xfrm>
            <a:off x="5889625" y="263118"/>
            <a:ext cx="2207656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</a:t>
            </a:r>
            <a:r>
              <a:rPr lang="en-US" altLang="ko-KR" sz="1000">
                <a:latin typeface="+mn-ea"/>
              </a:rPr>
              <a:t>3</a:t>
            </a:r>
            <a:r>
              <a:rPr lang="ko-KR" altLang="en-US" sz="1000">
                <a:latin typeface="+mn-ea"/>
              </a:rPr>
              <a:t>, 진행 상태 : </a:t>
            </a:r>
            <a:r>
              <a:rPr lang="ko-KR" altLang="en-US" sz="10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1000">
                <a:latin typeface="+mn-ea"/>
              </a:rPr>
              <a:t>]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B94AF95-FFD1-4D2A-A912-AEC69067876E}"/>
              </a:ext>
            </a:extLst>
          </p:cNvPr>
          <p:cNvSpPr txBox="1"/>
          <p:nvPr/>
        </p:nvSpPr>
        <p:spPr>
          <a:xfrm>
            <a:off x="8301038" y="350877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 14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2670422386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표 1">
            <a:extLst>
              <a:ext uri="{FF2B5EF4-FFF2-40B4-BE49-F238E27FC236}">
                <a16:creationId xmlns:a16="http://schemas.microsoft.com/office/drawing/2014/main" id="{698AF8AB-92C6-45AB-A7E1-5FAFA10C41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9598354"/>
              </p:ext>
            </p:extLst>
          </p:nvPr>
        </p:nvGraphicFramePr>
        <p:xfrm>
          <a:off x="65025" y="847208"/>
          <a:ext cx="9568833" cy="5614236"/>
        </p:xfrm>
        <a:graphic>
          <a:graphicData uri="http://schemas.openxmlformats.org/drawingml/2006/table">
            <a:tbl>
              <a:tblPr/>
              <a:tblGrid>
                <a:gridCol w="731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89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28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738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775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64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+mn-ea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</a:rPr>
                        <a:t>(W51)</a:t>
                      </a: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5777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Roll Press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재조건조정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신규 적용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EP1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소형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동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>
                        <a:lnSpc>
                          <a:spcPts val="1100"/>
                        </a:lnSpc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금주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(W51)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핵심 내용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: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현장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VOE(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메인롤 교체 후 로드셀 영점 셋팅 알림 기능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 PLC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HMI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적용 및 검증 완료 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 (12/10)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’25.03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정소영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박홍준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박세용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박상하P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  <a:tr h="2045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08085907"/>
                  </a:ext>
                </a:extLst>
              </a:tr>
              <a:tr h="49528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배경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OC4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동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NFF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모델 생산 중 부동 후 재가동 시 두께 편차 발생하여 생산팀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기술팀으로부터 자동보정 적용 요청을 받았습니다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두께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Target±3.38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㎛ 이내 만족해야 하고 부동 후 재가동 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㎛정도 편차 발생하고 있었습니다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고객이 상시 상주하며 두께 편차 발생 시 해당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Lot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에 대해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Hold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하여 출하가 불가한 상황으로 확인하여 재조건조정 자동보정 적용하였습니다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진행 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  <a:endParaRPr lang="en-US" altLang="ko-KR" sz="900"/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1. </a:t>
                      </a:r>
                      <a:r>
                        <a:rPr lang="ko-KR" alt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  <a:ea typeface="+mn-ea"/>
                        </a:rPr>
                        <a:t>선압에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  <a:ea typeface="+mn-ea"/>
                        </a:rPr>
                        <a:t> 따른 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Gap 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  <a:ea typeface="+mn-ea"/>
                        </a:rPr>
                        <a:t>수동 제어 테스트</a:t>
                      </a: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-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  <a:ea typeface="+mn-ea"/>
                        </a:rPr>
                        <a:t> 자동보정 적용 시 부동시간 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/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  <a:ea typeface="+mn-ea"/>
                        </a:rPr>
                        <a:t>후 두께 편차 개선 효과 유무 확인하기 위해 하중 값을 비교하여 부동 후 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Gap 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  <a:ea typeface="+mn-ea"/>
                        </a:rPr>
                        <a:t>제어하는 테스트를 진행했으며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,</a:t>
                      </a:r>
                      <a:b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  <a:ea typeface="+mn-ea"/>
                        </a:rPr>
                        <a:t>두께 편차 개선에 도움이 되는 것으로 판단하였습니다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.(1/15)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marL="0" marR="0" lvl="0" indent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재조건조정 자동보정 로직 설계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장시간 부동 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OS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측의 온도 및 하중의 변화량이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DS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대비 큰 경향이 있어 좌우편차 로직을 함께 적용하고자 합니다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변화량이 더 큰 쪽을 개별 제어하여 부동 전과 비슷한 기울기로 맞추고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OS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와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DS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를 합산 보정하는 방식으로 설계했습니다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.(2/12)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303448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8E1B6719-8853-43CF-85C9-AFDE86FD59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3821457"/>
              </p:ext>
            </p:extLst>
          </p:nvPr>
        </p:nvGraphicFramePr>
        <p:xfrm>
          <a:off x="1390707" y="3239895"/>
          <a:ext cx="6942985" cy="2663174"/>
        </p:xfrm>
        <a:graphic>
          <a:graphicData uri="http://schemas.openxmlformats.org/drawingml/2006/table">
            <a:tbl>
              <a:tblPr firstRow="1" bandRow="1">
                <a:tableStyleId>{D7AC3CCA-C797-4891-BE02-D94E43425B78}</a:tableStyleId>
              </a:tblPr>
              <a:tblGrid>
                <a:gridCol w="723843">
                  <a:extLst>
                    <a:ext uri="{9D8B030D-6E8A-4147-A177-3AD203B41FA5}">
                      <a16:colId xmlns:a16="http://schemas.microsoft.com/office/drawing/2014/main" val="3249167164"/>
                    </a:ext>
                  </a:extLst>
                </a:gridCol>
                <a:gridCol w="3109571">
                  <a:extLst>
                    <a:ext uri="{9D8B030D-6E8A-4147-A177-3AD203B41FA5}">
                      <a16:colId xmlns:a16="http://schemas.microsoft.com/office/drawing/2014/main" val="1303327578"/>
                    </a:ext>
                  </a:extLst>
                </a:gridCol>
                <a:gridCol w="3109571">
                  <a:extLst>
                    <a:ext uri="{9D8B030D-6E8A-4147-A177-3AD203B41FA5}">
                      <a16:colId xmlns:a16="http://schemas.microsoft.com/office/drawing/2014/main" val="1080422239"/>
                    </a:ext>
                  </a:extLst>
                </a:gridCol>
              </a:tblGrid>
              <a:tr h="27848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/>
                        <a:t>구분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/>
                        <a:t>자동보정 적용 전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/>
                        <a:t>자동보정 적용 후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24164073"/>
                  </a:ext>
                </a:extLst>
              </a:tr>
              <a:tr h="119234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/>
                        <a:t>부동 시간</a:t>
                      </a:r>
                      <a:r>
                        <a:rPr lang="en-US" altLang="ko-KR" sz="900" b="1"/>
                        <a:t>/</a:t>
                      </a:r>
                      <a:r>
                        <a:rPr lang="ko-KR" altLang="en-US" sz="900" b="1"/>
                        <a:t> </a:t>
                      </a:r>
                      <a:br>
                        <a:rPr lang="en-US" altLang="ko-KR" sz="900" b="1"/>
                      </a:br>
                      <a:r>
                        <a:rPr lang="ko-KR" altLang="en-US" sz="900" b="1" err="1"/>
                        <a:t>로드셀</a:t>
                      </a:r>
                      <a:r>
                        <a:rPr lang="ko-KR" altLang="en-US" sz="900" b="1"/>
                        <a:t> 변화</a:t>
                      </a: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9497222"/>
                  </a:ext>
                </a:extLst>
              </a:tr>
              <a:tr h="119234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/>
                        <a:t>부동 전</a:t>
                      </a:r>
                      <a:r>
                        <a:rPr lang="en-US" altLang="ko-KR" sz="900" b="1"/>
                        <a:t>/</a:t>
                      </a:r>
                      <a:r>
                        <a:rPr lang="ko-KR" altLang="en-US" sz="900" b="1"/>
                        <a:t>후 두께 변화</a:t>
                      </a: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281431"/>
                  </a:ext>
                </a:extLst>
              </a:tr>
            </a:tbl>
          </a:graphicData>
        </a:graphic>
      </p:graphicFrame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75C919DD-449F-4D73-84AE-67869EAD6298}"/>
              </a:ext>
            </a:extLst>
          </p:cNvPr>
          <p:cNvSpPr txBox="1">
            <a:spLocks/>
          </p:cNvSpPr>
          <p:nvPr/>
        </p:nvSpPr>
        <p:spPr>
          <a:xfrm>
            <a:off x="108656" y="593629"/>
            <a:ext cx="418383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OC4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동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Roll Press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재조건조정 자동보정 신규 적용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(1/2)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2FF60F30-FEFC-4294-9AB2-C92CE2D4C88A}"/>
              </a:ext>
            </a:extLst>
          </p:cNvPr>
          <p:cNvSpPr txBox="1">
            <a:spLocks/>
          </p:cNvSpPr>
          <p:nvPr/>
        </p:nvSpPr>
        <p:spPr>
          <a:xfrm>
            <a:off x="8301038" y="206904"/>
            <a:ext cx="1344919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박상하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P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, </a:t>
            </a:r>
            <a:r>
              <a:rPr lang="en-US" altLang="ko-KR" sz="1000" err="1">
                <a:solidFill>
                  <a:prstClr val="black"/>
                </a:solidFill>
                <a:latin typeface="+mn-ea"/>
              </a:rPr>
              <a:t>정소영A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22" name="제목 1">
            <a:extLst>
              <a:ext uri="{FF2B5EF4-FFF2-40B4-BE49-F238E27FC236}">
                <a16:creationId xmlns:a16="http://schemas.microsoft.com/office/drawing/2014/main" id="{1AD0EA20-07E0-4B77-8F05-175EC7E70769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92933909-195F-466D-B732-46580D35B1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2624593"/>
              </p:ext>
            </p:extLst>
          </p:nvPr>
        </p:nvGraphicFramePr>
        <p:xfrm>
          <a:off x="1342376" y="1574814"/>
          <a:ext cx="6942984" cy="485775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767444">
                  <a:extLst>
                    <a:ext uri="{9D8B030D-6E8A-4147-A177-3AD203B41FA5}">
                      <a16:colId xmlns:a16="http://schemas.microsoft.com/office/drawing/2014/main" val="762657284"/>
                    </a:ext>
                  </a:extLst>
                </a:gridCol>
                <a:gridCol w="1125415">
                  <a:extLst>
                    <a:ext uri="{9D8B030D-6E8A-4147-A177-3AD203B41FA5}">
                      <a16:colId xmlns:a16="http://schemas.microsoft.com/office/drawing/2014/main" val="386700513"/>
                    </a:ext>
                  </a:extLst>
                </a:gridCol>
                <a:gridCol w="940777">
                  <a:extLst>
                    <a:ext uri="{9D8B030D-6E8A-4147-A177-3AD203B41FA5}">
                      <a16:colId xmlns:a16="http://schemas.microsoft.com/office/drawing/2014/main" val="4020706952"/>
                    </a:ext>
                  </a:extLst>
                </a:gridCol>
                <a:gridCol w="1055077">
                  <a:extLst>
                    <a:ext uri="{9D8B030D-6E8A-4147-A177-3AD203B41FA5}">
                      <a16:colId xmlns:a16="http://schemas.microsoft.com/office/drawing/2014/main" val="2451724243"/>
                    </a:ext>
                  </a:extLst>
                </a:gridCol>
                <a:gridCol w="984739">
                  <a:extLst>
                    <a:ext uri="{9D8B030D-6E8A-4147-A177-3AD203B41FA5}">
                      <a16:colId xmlns:a16="http://schemas.microsoft.com/office/drawing/2014/main" val="3998465448"/>
                    </a:ext>
                  </a:extLst>
                </a:gridCol>
                <a:gridCol w="1081454">
                  <a:extLst>
                    <a:ext uri="{9D8B030D-6E8A-4147-A177-3AD203B41FA5}">
                      <a16:colId xmlns:a16="http://schemas.microsoft.com/office/drawing/2014/main" val="2696515166"/>
                    </a:ext>
                  </a:extLst>
                </a:gridCol>
                <a:gridCol w="988078">
                  <a:extLst>
                    <a:ext uri="{9D8B030D-6E8A-4147-A177-3AD203B41FA5}">
                      <a16:colId xmlns:a16="http://schemas.microsoft.com/office/drawing/2014/main" val="22379292"/>
                    </a:ext>
                  </a:extLst>
                </a:gridCol>
              </a:tblGrid>
              <a:tr h="161925"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진행 계획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77712322"/>
                  </a:ext>
                </a:extLst>
              </a:tr>
              <a:tr h="16192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기  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양극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호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양극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호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양극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양극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양극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양극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호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934947478"/>
                  </a:ext>
                </a:extLst>
              </a:tr>
              <a:tr h="16192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소형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동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완료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(2/17)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</a:rPr>
                        <a:t>완료</a:t>
                      </a:r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</a:rPr>
                        <a:t>(2/19)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</a:rPr>
                        <a:t>완료</a:t>
                      </a:r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</a:rPr>
                        <a:t>(2/20)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/>
                          <a:ea typeface="D2Coding"/>
                        </a:rPr>
                        <a:t>완료(3/14)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D2Coding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ea typeface="D2Coding"/>
                        </a:rPr>
                        <a:t>완료(4/16)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완료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/>
                        </a:rPr>
                        <a:t>(3/28)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912991504"/>
                  </a:ext>
                </a:extLst>
              </a:tr>
            </a:tbl>
          </a:graphicData>
        </a:graphic>
      </p:graphicFrame>
      <p:pic>
        <p:nvPicPr>
          <p:cNvPr id="12" name="그림 11">
            <a:extLst>
              <a:ext uri="{FF2B5EF4-FFF2-40B4-BE49-F238E27FC236}">
                <a16:creationId xmlns:a16="http://schemas.microsoft.com/office/drawing/2014/main" id="{24045FEF-5B2A-4051-9EDA-549A98FD8BDE}"/>
              </a:ext>
            </a:extLst>
          </p:cNvPr>
          <p:cNvPicPr preferRelativeResize="0">
            <a:picLocks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405361" y="4789925"/>
            <a:ext cx="2880000" cy="1080000"/>
          </a:xfrm>
          <a:prstGeom prst="rect">
            <a:avLst/>
          </a:prstGeom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B317A553-C63B-439A-AEB2-C3D5CDF7175A}"/>
              </a:ext>
            </a:extLst>
          </p:cNvPr>
          <p:cNvPicPr preferRelativeResize="0">
            <a:picLocks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405361" y="3585593"/>
            <a:ext cx="2880000" cy="1080000"/>
          </a:xfrm>
          <a:prstGeom prst="rect">
            <a:avLst/>
          </a:prstGeom>
        </p:spPr>
      </p:pic>
      <p:sp>
        <p:nvSpPr>
          <p:cNvPr id="3" name="직사각형 18">
            <a:extLst>
              <a:ext uri="{FF2B5EF4-FFF2-40B4-BE49-F238E27FC236}">
                <a16:creationId xmlns:a16="http://schemas.microsoft.com/office/drawing/2014/main" id="{189FDA3E-ADFD-78B2-8ABA-50F03B32349E}"/>
              </a:ext>
            </a:extLst>
          </p:cNvPr>
          <p:cNvSpPr/>
          <p:nvPr/>
        </p:nvSpPr>
        <p:spPr>
          <a:xfrm>
            <a:off x="5889625" y="273933"/>
            <a:ext cx="2400016" cy="246221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RSND-#4, 진행 상태 : </a:t>
            </a:r>
            <a:r>
              <a:rPr lang="ko-KR" altLang="en-US" sz="10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1000">
                <a:latin typeface="+mn-ea"/>
              </a:rPr>
              <a:t>]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99D5B445-9CB3-42F4-8B01-13C98EA66E10}"/>
              </a:ext>
            </a:extLst>
          </p:cNvPr>
          <p:cNvPicPr preferRelativeResize="0">
            <a:picLocks/>
          </p:cNvPicPr>
          <p:nvPr/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202288" y="4799213"/>
            <a:ext cx="2880000" cy="1080000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619A6982-0E66-48B9-AF73-517B40E044A3}"/>
              </a:ext>
            </a:extLst>
          </p:cNvPr>
          <p:cNvPicPr preferRelativeResize="0">
            <a:picLocks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208077" y="3603431"/>
            <a:ext cx="2880000" cy="1080000"/>
          </a:xfrm>
          <a:prstGeom prst="rect">
            <a:avLst/>
          </a:prstGeom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47DCDD23-DDED-4691-B961-A973B21BA6B3}"/>
              </a:ext>
            </a:extLst>
          </p:cNvPr>
          <p:cNvSpPr txBox="1"/>
          <p:nvPr/>
        </p:nvSpPr>
        <p:spPr>
          <a:xfrm>
            <a:off x="8301038" y="350877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 15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2628521279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75C919DD-449F-4D73-84AE-67869EAD6298}"/>
              </a:ext>
            </a:extLst>
          </p:cNvPr>
          <p:cNvSpPr txBox="1">
            <a:spLocks/>
          </p:cNvSpPr>
          <p:nvPr/>
        </p:nvSpPr>
        <p:spPr>
          <a:xfrm>
            <a:off x="108656" y="593629"/>
            <a:ext cx="418383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OC4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동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Roll Press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재조건조정 자동보정 신규 적용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(2/2)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2FF60F30-FEFC-4294-9AB2-C92CE2D4C88A}"/>
              </a:ext>
            </a:extLst>
          </p:cNvPr>
          <p:cNvSpPr txBox="1">
            <a:spLocks/>
          </p:cNvSpPr>
          <p:nvPr/>
        </p:nvSpPr>
        <p:spPr>
          <a:xfrm>
            <a:off x="8328331" y="178463"/>
            <a:ext cx="1344920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en-US" altLang="ko-KR" sz="1000" err="1">
                <a:solidFill>
                  <a:prstClr val="black"/>
                </a:solidFill>
                <a:latin typeface="+mn-ea"/>
              </a:rPr>
              <a:t>박상하P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000">
                <a:solidFill>
                  <a:prstClr val="black"/>
                </a:solidFill>
                <a:latin typeface="+mn-ea"/>
              </a:rPr>
              <a:t>정소영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A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aphicFrame>
        <p:nvGraphicFramePr>
          <p:cNvPr id="21" name="표 1">
            <a:extLst>
              <a:ext uri="{FF2B5EF4-FFF2-40B4-BE49-F238E27FC236}">
                <a16:creationId xmlns:a16="http://schemas.microsoft.com/office/drawing/2014/main" id="{698AF8AB-92C6-45AB-A7E1-5FAFA10C41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8862121"/>
              </p:ext>
            </p:extLst>
          </p:nvPr>
        </p:nvGraphicFramePr>
        <p:xfrm>
          <a:off x="65025" y="875711"/>
          <a:ext cx="9568831" cy="5760759"/>
        </p:xfrm>
        <a:graphic>
          <a:graphicData uri="http://schemas.openxmlformats.org/drawingml/2006/table">
            <a:tbl>
              <a:tblPr/>
              <a:tblGrid>
                <a:gridCol w="731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89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28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738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77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589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+mn-ea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</a:rPr>
                        <a:t>(W51)</a:t>
                      </a: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125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Roll Press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재조건조정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신규 적용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EP1</a:t>
                      </a:r>
                      <a:endParaRPr lang="ko-KR" altLang="en-US"/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소형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동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/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(W51) 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핵심 내용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:  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현장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VOE(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메인롤 교체 후 로드셀 영점 셋팅 알림 기능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) PLC 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HMI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적용 및 검증 완료 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 (12/10)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’25.03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정소영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박홍준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박세용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박상하P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  <a:tr h="2112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08085907"/>
                  </a:ext>
                </a:extLst>
              </a:tr>
              <a:tr h="51023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3.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자동보정 기능 검증</a:t>
                      </a:r>
                      <a:endParaRPr lang="en-US" altLang="ko-KR" sz="90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-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양극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1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호기 프로그램 적용 후 기능 검증 완료했습니다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자동보정 적용 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재가동 시 두께 편차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±0.5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㎛ 이내로 확인했습니다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.(2/17)</a:t>
                      </a:r>
                      <a:endParaRPr lang="ko-KR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-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양극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2,3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호기 프로그램 적용 후 기능 검증 완료했습니다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</a:t>
                      </a:r>
                      <a:endParaRPr lang="ko-KR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-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양극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3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호기 선압 자동보정 작동 시간이 느리다는 의견이 있어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JOG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이동량을 기존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0.1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초에서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0.15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초로 늘렸습니다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 (2/24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완료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>
                          <a:solidFill>
                            <a:srgbClr val="1414FE"/>
                          </a:solidFill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-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원단교체시 자동으로 롤갭을 조정하는 기능인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‘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자동연결기능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’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작동 시 선압자동보정은 작동하나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랏엔드 처리가 발생하여 원인 분석 중입니다</a:t>
                      </a:r>
                      <a:endParaRPr lang="en-US" altLang="ko-KR" sz="90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>
                          <a:solidFill>
                            <a:srgbClr val="1414FE"/>
                          </a:solidFill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 :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해당 내용 검토하였으며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재현 테스트시 이상 없음 확인 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 (2/28)</a:t>
                      </a:r>
                      <a:endParaRPr lang="ko-KR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-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전극 기술팀과 최적 갭 이동량 파라미터 설정을 위한 테스트 실시 하였으며 현장 적용 완료 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 (2/28)</a:t>
                      </a:r>
                      <a:br>
                        <a:rPr lang="en-US" altLang="ko-KR" sz="900">
                          <a:solidFill>
                            <a:srgbClr val="1414FE"/>
                          </a:solidFill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- DS, OS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하중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값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백업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후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재가동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시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DS, OS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각각의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하중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값을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복원하는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방식으로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로직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보완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하였습니다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.(3/7)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현재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양극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3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호기에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적용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하였고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, </a:t>
                      </a:r>
                      <a:b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   1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시간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20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분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이상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부동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후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재가동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시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±1.0㎛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이내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두께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유지하는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것으로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확인하였습니다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. </a:t>
                      </a:r>
                      <a:b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 -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로드셀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센서가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있는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 1,2,4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호기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수평전개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완료하습니다. 1,2호기 기능 검증 완료하였습니다. </a:t>
                      </a:r>
                      <a:endParaRPr lang="ko-KR"/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 -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양극 6호기 수평전개 완료(3/28) 하였고, </a:t>
                      </a: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양극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5</a:t>
                      </a: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호기 로드셀 설치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완료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(4/13)되어 선압 자동보정 프로그램 적용하였습니다.(4/16)</a:t>
                      </a:r>
                      <a:endParaRPr lang="ko-KR" altLang="en-US" sz="900" b="0" i="0" u="none" strike="noStrike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- 자동보정 적용 전/후 Cpk 1.25 → 2.55(1.3↑) 개선 되었습니다.</a:t>
                      </a:r>
                      <a:endParaRPr lang="en-US" altLang="ko-KR">
                        <a:solidFill>
                          <a:srgbClr val="000000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>
                          <a:solidFill>
                            <a:srgbClr val="000000"/>
                          </a:solidFill>
                        </a:rPr>
                        <a:t> 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재조건조정 자동보정 동작 시 Gap 이동 고속/중속/저속 모드 중 항상 중속으로 작동하도록 개선 프로그램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적용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및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검증하였으며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6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대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전호기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횡전개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완료했습니다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.(10/16)</a:t>
                      </a:r>
                      <a:b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</a:b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 -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현장 피드백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(VOE)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내용 검토 후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12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월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1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주차 내 프로그램 설계 완료 및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2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주차 적용 계획 수립하였습니다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.</a:t>
                      </a:r>
                      <a:b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     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메인롤 교체 시 하중 영점세팅 누락으로 인한 휴먼에러 방지를 위해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교체 시 하중 영점세팅 알림 기능 추가 요청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      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</a:rPr>
                        <a:t>→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</a:rPr>
                        <a:t>PLC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</a:rPr>
                        <a:t>프로그램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</a:rPr>
                        <a:t>, HMI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</a:rPr>
                        <a:t>설계 진행 중 입니다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</a:rPr>
                        <a:t>. (~11/28)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→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PLC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프로그램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, HMI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설계 완료하였습니다.(11/28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).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→ </a:t>
                      </a: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VOE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반영된</a:t>
                      </a: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Logic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및 </a:t>
                      </a: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HMI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적용</a:t>
                      </a: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,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검증</a:t>
                      </a:r>
                      <a:b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           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 진행 예정 입니다</a:t>
                      </a: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Arial Narrow"/>
                        </a:rPr>
                        <a:t>. (12/10) 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</a:rPr>
                      </a:br>
                      <a:endParaRPr lang="en-US" altLang="ko-KR">
                        <a:solidFill>
                          <a:srgbClr val="000000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>
                        <a:solidFill>
                          <a:srgbClr val="0000FF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>
                        <a:solidFill>
                          <a:srgbClr val="0000F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>
                        <a:solidFill>
                          <a:srgbClr val="0000F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>
                        <a:solidFill>
                          <a:srgbClr val="0000F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>
                        <a:solidFill>
                          <a:srgbClr val="0000F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>
                        <a:solidFill>
                          <a:srgbClr val="0000F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>
                        <a:solidFill>
                          <a:srgbClr val="0000F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>
                        <a:solidFill>
                          <a:srgbClr val="0000F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>
                        <a:solidFill>
                          <a:srgbClr val="0000F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>
                        <a:solidFill>
                          <a:srgbClr val="0000F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>
                        <a:solidFill>
                          <a:srgbClr val="1414FE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>
                        <a:solidFill>
                          <a:srgbClr val="1414FE"/>
                        </a:solidFill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30344813"/>
                  </a:ext>
                </a:extLst>
              </a:tr>
            </a:tbl>
          </a:graphicData>
        </a:graphic>
      </p:graphicFrame>
      <p:sp>
        <p:nvSpPr>
          <p:cNvPr id="22" name="제목 1">
            <a:extLst>
              <a:ext uri="{FF2B5EF4-FFF2-40B4-BE49-F238E27FC236}">
                <a16:creationId xmlns:a16="http://schemas.microsoft.com/office/drawing/2014/main" id="{1AD0EA20-07E0-4B77-8F05-175EC7E70769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5CEAAE65-99C6-4B37-AA75-2912F3FC99FF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860553" y="4167342"/>
            <a:ext cx="2444948" cy="1321031"/>
          </a:xfrm>
          <a:prstGeom prst="rect">
            <a:avLst/>
          </a:prstGeom>
        </p:spPr>
      </p:pic>
      <p:sp>
        <p:nvSpPr>
          <p:cNvPr id="3" name="직사각형 18">
            <a:extLst>
              <a:ext uri="{FF2B5EF4-FFF2-40B4-BE49-F238E27FC236}">
                <a16:creationId xmlns:a16="http://schemas.microsoft.com/office/drawing/2014/main" id="{67EB5298-ADB8-BFE6-5640-63BF91DF4A80}"/>
              </a:ext>
            </a:extLst>
          </p:cNvPr>
          <p:cNvSpPr/>
          <p:nvPr/>
        </p:nvSpPr>
        <p:spPr>
          <a:xfrm>
            <a:off x="5901022" y="273933"/>
            <a:ext cx="2400016" cy="246221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RSND-#4, 진행 상태 : </a:t>
            </a:r>
            <a:r>
              <a:rPr lang="ko-KR" altLang="en-US" sz="10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1000">
                <a:latin typeface="+mn-ea"/>
              </a:rPr>
              <a:t>]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AC6E9A1E-BED5-C75E-F025-5B1A8B9C6064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52771" y="4155003"/>
            <a:ext cx="2276304" cy="1370794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A9310F0C-419A-E62C-05F9-F711AAEFA6D2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386811" y="4167342"/>
            <a:ext cx="2277278" cy="1371767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887CCADF-6E8D-4B31-B59A-D9BD709A09E6}"/>
              </a:ext>
            </a:extLst>
          </p:cNvPr>
          <p:cNvSpPr txBox="1"/>
          <p:nvPr/>
        </p:nvSpPr>
        <p:spPr>
          <a:xfrm>
            <a:off x="8328331" y="350877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15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938929586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내용 개체 틀 20">
            <a:extLst>
              <a:ext uri="{FF2B5EF4-FFF2-40B4-BE49-F238E27FC236}">
                <a16:creationId xmlns:a16="http://schemas.microsoft.com/office/drawing/2014/main" id="{6F0A1984-ACC2-4062-BE1D-9FBF00C4EB71}"/>
              </a:ext>
            </a:extLst>
          </p:cNvPr>
          <p:cNvSpPr txBox="1">
            <a:spLocks/>
          </p:cNvSpPr>
          <p:nvPr/>
        </p:nvSpPr>
        <p:spPr>
          <a:xfrm>
            <a:off x="108656" y="593629"/>
            <a:ext cx="365003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NFF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통합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슬리터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자동보정 개발 및 고도화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(1/2)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9" name="내용 개체 틀 20">
            <a:extLst>
              <a:ext uri="{FF2B5EF4-FFF2-40B4-BE49-F238E27FC236}">
                <a16:creationId xmlns:a16="http://schemas.microsoft.com/office/drawing/2014/main" id="{BD947726-D688-4BA1-ABAE-873172B470A3}"/>
              </a:ext>
            </a:extLst>
          </p:cNvPr>
          <p:cNvSpPr txBox="1">
            <a:spLocks/>
          </p:cNvSpPr>
          <p:nvPr/>
        </p:nvSpPr>
        <p:spPr>
          <a:xfrm>
            <a:off x="7478961" y="136643"/>
            <a:ext cx="2196911" cy="153888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+mn-ea"/>
              </a:rPr>
              <a:t>박세용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P, </a:t>
            </a:r>
            <a:r>
              <a:rPr lang="en-US" altLang="ko-KR" sz="1000" err="1">
                <a:solidFill>
                  <a:prstClr val="black"/>
                </a:solidFill>
                <a:latin typeface="+mn-ea"/>
              </a:rPr>
              <a:t>정소영A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8" name="제목 1">
            <a:extLst>
              <a:ext uri="{FF2B5EF4-FFF2-40B4-BE49-F238E27FC236}">
                <a16:creationId xmlns:a16="http://schemas.microsoft.com/office/drawing/2014/main" id="{C1F15E63-B3B5-4E9F-9405-13D14F63B74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3" name="직사각형 18">
            <a:extLst>
              <a:ext uri="{FF2B5EF4-FFF2-40B4-BE49-F238E27FC236}">
                <a16:creationId xmlns:a16="http://schemas.microsoft.com/office/drawing/2014/main" id="{5E70F25F-D5B5-30CC-9DAE-B236EC7BD26B}"/>
              </a:ext>
            </a:extLst>
          </p:cNvPr>
          <p:cNvSpPr/>
          <p:nvPr/>
        </p:nvSpPr>
        <p:spPr>
          <a:xfrm>
            <a:off x="5889625" y="266542"/>
            <a:ext cx="2400016" cy="246221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RSND-#5, 진행 상태 : </a:t>
            </a:r>
            <a:r>
              <a:rPr lang="ko-KR" altLang="en-US" sz="10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1000">
                <a:latin typeface="+mn-ea"/>
              </a:rPr>
              <a:t>]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7889248-F115-4AA2-BAEB-FB8BEFDFF7E4}"/>
              </a:ext>
            </a:extLst>
          </p:cNvPr>
          <p:cNvSpPr txBox="1"/>
          <p:nvPr/>
        </p:nvSpPr>
        <p:spPr>
          <a:xfrm>
            <a:off x="8338217" y="350877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15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FFB092EF-944C-5937-DC2A-A33A72C4EA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4807456"/>
              </p:ext>
            </p:extLst>
          </p:nvPr>
        </p:nvGraphicFramePr>
        <p:xfrm>
          <a:off x="65025" y="875711"/>
          <a:ext cx="9777531" cy="5776111"/>
        </p:xfrm>
        <a:graphic>
          <a:graphicData uri="http://schemas.openxmlformats.org/drawingml/2006/table">
            <a:tbl>
              <a:tblPr/>
              <a:tblGrid>
                <a:gridCol w="7479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00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7854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815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948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163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7471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NFF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슬리터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 개발 및 고도화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EP2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>
                        <a:lnSpc>
                          <a:spcPts val="1100"/>
                        </a:lnSpc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(W51)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핵심 내용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동시슬리터 샌딩롤 추가로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기반 제어가 불가해짐에 따라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동시슬리터 자동보정을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제어 방식으로 전환하여 프로그램을 수정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및 적용하였고 테스트 완료했습니다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.(12/12)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’25.03.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박세용</a:t>
                      </a:r>
                      <a:r>
                        <a:rPr lang="en-US" altLang="ko-KR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정소영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김치완S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  <a:tr h="2042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08085907"/>
                  </a:ext>
                </a:extLst>
              </a:tr>
              <a:tr h="496237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배경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통합 슬리터 공정의 공정능력 향상 및 작업 효율화를 위한 자동보정 프로그램을 개발 완료 하였고 모니터링 및 고도화를 진행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차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무지부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차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코팅부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슬리팅 이후 비전데이터를 활용하여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CPC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위치를 제어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(Offset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제어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하고 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자동보정을 통해 기존 수동방식 대비 품질 안정화 및 재조건조정 구간 전극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Loss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저감을 달성하였습니다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특히 작업자가 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무지부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Top/Back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의 데이터를 동시에 보면서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CPC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차 슬리터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차 슬리터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수동 조정해야 하는 부담을 줄이고 공정능력 향상 실현하였습니다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진행 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  <a:endParaRPr lang="en-US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OC9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통합슬리터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기반 자동보정 프로그램을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Python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기반으로 변환 완료 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향후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APC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대응을 위해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현재는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NFF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샘플 생산 시  참관하여 프로그램 모니터링 실시하며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테스트 간 발생하는 프로그램 에러 수정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고도화 및 엔지니어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VOE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대응 하고 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- 통합슬리팅 APC 적용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① APC버전으로 PC프로그램 및 PLC 수정 완료(9/19) 하였으며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OC9동 NFF라인 양극 4호기에 적용하여 검증 완료하였습니다.(9/24)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② 설비 셋업 과정에서 음극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호기만 보정이 반대방향으로 적용되는것을 확인하여 코드 수정 및 조치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(11/18)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③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/4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조 슬리팅 모드 추가 및 비전카운트 에러 수정 버전 프로그램 배포 및 적용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(11/25)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-동시슬리팅 개선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 ① 동시슬리팅 자동보정 프로그램 설계 진행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.(6/25~7/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10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)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동시슬리팅 설비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L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제어가 오프셋 제어 방식이 아닌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조그 방식으로 확인되어 프로그램 수정 진행 중입니다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 (~7/14)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② 동시슬리팅 자동보정 프로그램 설계 완료하여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OC3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음극호기에 프로그램 적용하였고 테스트 진행하였습니다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.(7/15)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③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OC2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양극호기 동시슬리팅 자동보정 프로그램 적용 완료했습니다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.(7/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18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④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46RS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공정기술팀에서 동시슬리터 슬리팅폭 사행개선을 위해 샌딩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+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아노다이징롤 적용하였고 기존 사용하던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CPC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오프셋 값을 변경했을 때 사포 재질의 샌딩롤 때문에 전극이 잘 따라오지 못하는 경우가 있었습니다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이에 따라 슬리팅폭 사행개선 테스트를 진행했고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CPC OFF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UW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EPC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를 사용했을 때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CPC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사용 대비 슬리팅폭 사행수준 우위한 것으로 확인하였습니다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CPC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에서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EPC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로 제어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Unit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변경 검토하였으며 자동보정 프로그램 수정 진행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.(~12/12)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⑤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OC3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음극호기에서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EPC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자동보정으로 프로그램 변경하여 테스트 완료했습니다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.(12/12)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생산에 사용 중이며 특이사항 없을 시 양극호기 수평전개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30344813"/>
                  </a:ext>
                </a:extLst>
              </a:tr>
            </a:tbl>
          </a:graphicData>
        </a:graphic>
      </p:graphicFrame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30ECBDE5-D16E-DAFE-2133-FAF218093B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8661548"/>
              </p:ext>
            </p:extLst>
          </p:nvPr>
        </p:nvGraphicFramePr>
        <p:xfrm>
          <a:off x="1413975" y="1710550"/>
          <a:ext cx="6603088" cy="485775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643713">
                  <a:extLst>
                    <a:ext uri="{9D8B030D-6E8A-4147-A177-3AD203B41FA5}">
                      <a16:colId xmlns:a16="http://schemas.microsoft.com/office/drawing/2014/main" val="762657284"/>
                    </a:ext>
                  </a:extLst>
                </a:gridCol>
                <a:gridCol w="1191875">
                  <a:extLst>
                    <a:ext uri="{9D8B030D-6E8A-4147-A177-3AD203B41FA5}">
                      <a16:colId xmlns:a16="http://schemas.microsoft.com/office/drawing/2014/main" val="386700513"/>
                    </a:ext>
                  </a:extLst>
                </a:gridCol>
                <a:gridCol w="1191875">
                  <a:extLst>
                    <a:ext uri="{9D8B030D-6E8A-4147-A177-3AD203B41FA5}">
                      <a16:colId xmlns:a16="http://schemas.microsoft.com/office/drawing/2014/main" val="4020706952"/>
                    </a:ext>
                  </a:extLst>
                </a:gridCol>
                <a:gridCol w="1191875">
                  <a:extLst>
                    <a:ext uri="{9D8B030D-6E8A-4147-A177-3AD203B41FA5}">
                      <a16:colId xmlns:a16="http://schemas.microsoft.com/office/drawing/2014/main" val="2451724243"/>
                    </a:ext>
                  </a:extLst>
                </a:gridCol>
                <a:gridCol w="1191875">
                  <a:extLst>
                    <a:ext uri="{9D8B030D-6E8A-4147-A177-3AD203B41FA5}">
                      <a16:colId xmlns:a16="http://schemas.microsoft.com/office/drawing/2014/main" val="3998465448"/>
                    </a:ext>
                  </a:extLst>
                </a:gridCol>
                <a:gridCol w="1191875">
                  <a:extLst>
                    <a:ext uri="{9D8B030D-6E8A-4147-A177-3AD203B41FA5}">
                      <a16:colId xmlns:a16="http://schemas.microsoft.com/office/drawing/2014/main" val="2648852397"/>
                    </a:ext>
                  </a:extLst>
                </a:gridCol>
              </a:tblGrid>
              <a:tr h="161925"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진행 계획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9524" marR="9524" marT="9524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712322"/>
                  </a:ext>
                </a:extLst>
              </a:tr>
              <a:tr h="16192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기  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프로그램 개발</a:t>
                      </a:r>
                      <a:r>
                        <a:rPr lang="en-US" altLang="ko-KR" sz="900" u="none" strike="noStrike">
                          <a:effectLst/>
                        </a:rPr>
                        <a:t>(PLC)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프로그램 개발</a:t>
                      </a:r>
                      <a:r>
                        <a:rPr lang="en-US" altLang="ko-KR" sz="900" u="none" strike="noStrike">
                          <a:effectLst/>
                        </a:rPr>
                        <a:t>(PC)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셋업 및 고도화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양산 적용 및 모니터링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u="none" strike="noStrike">
                          <a:effectLst/>
                        </a:rPr>
                        <a:t>APC 적용</a:t>
                      </a:r>
                    </a:p>
                  </a:txBody>
                  <a:tcPr marL="9524" marR="9524" marT="9524" marB="0" anchor="ctr"/>
                </a:tc>
                <a:extLst>
                  <a:ext uri="{0D108BD9-81ED-4DB2-BD59-A6C34878D82A}">
                    <a16:rowId xmlns:a16="http://schemas.microsoft.com/office/drawing/2014/main" val="2934947478"/>
                  </a:ext>
                </a:extLst>
              </a:tr>
              <a:tr h="16192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EP2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24</a:t>
                      </a:r>
                      <a:r>
                        <a:rPr lang="ko-KR" altLang="en-US" sz="900" u="none" strike="noStrike">
                          <a:effectLst/>
                        </a:rPr>
                        <a:t>년 </a:t>
                      </a:r>
                      <a:r>
                        <a:rPr lang="en-US" altLang="ko-KR" sz="900" u="none" strike="noStrike">
                          <a:effectLst/>
                        </a:rPr>
                        <a:t>05</a:t>
                      </a:r>
                      <a:r>
                        <a:rPr lang="ko-KR" altLang="en-US" sz="900" u="none" strike="noStrike">
                          <a:effectLst/>
                        </a:rPr>
                        <a:t>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24</a:t>
                      </a:r>
                      <a:r>
                        <a:rPr lang="ko-KR" altLang="en-US" sz="900" u="none" strike="noStrike">
                          <a:effectLst/>
                        </a:rPr>
                        <a:t>년 </a:t>
                      </a:r>
                      <a:r>
                        <a:rPr lang="en-US" altLang="ko-KR" sz="900" u="none" strike="noStrike">
                          <a:effectLst/>
                        </a:rPr>
                        <a:t>09</a:t>
                      </a:r>
                      <a:r>
                        <a:rPr lang="ko-KR" altLang="en-US" sz="900" u="none" strike="noStrike">
                          <a:effectLst/>
                        </a:rPr>
                        <a:t>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24</a:t>
                      </a:r>
                      <a:r>
                        <a:rPr lang="ko-KR" altLang="en-US" sz="900" u="none" strike="noStrike">
                          <a:effectLst/>
                        </a:rPr>
                        <a:t>년 </a:t>
                      </a:r>
                      <a:r>
                        <a:rPr lang="en-US" altLang="ko-KR" sz="900" u="none" strike="noStrike">
                          <a:effectLst/>
                        </a:rPr>
                        <a:t>12</a:t>
                      </a:r>
                      <a:r>
                        <a:rPr lang="ko-KR" altLang="en-US" sz="900" u="none" strike="noStrike">
                          <a:effectLst/>
                        </a:rPr>
                        <a:t>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25</a:t>
                      </a:r>
                      <a:r>
                        <a:rPr lang="ko-KR" altLang="en-US" sz="900" u="none" strike="noStrike">
                          <a:effectLst/>
                        </a:rPr>
                        <a:t>년 </a:t>
                      </a:r>
                      <a:r>
                        <a:rPr lang="en-US" altLang="ko-KR" sz="900" u="none" strike="noStrike">
                          <a:effectLst/>
                        </a:rPr>
                        <a:t>03</a:t>
                      </a:r>
                      <a:r>
                        <a:rPr lang="ko-KR" altLang="en-US" sz="900" u="none" strike="noStrike">
                          <a:effectLst/>
                        </a:rPr>
                        <a:t>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u="none" strike="noStrike">
                          <a:effectLst/>
                        </a:rPr>
                        <a:t>25년 9월</a:t>
                      </a:r>
                    </a:p>
                  </a:txBody>
                  <a:tcPr marL="9524" marR="9524" marT="9524" marB="0" anchor="ctr"/>
                </a:tc>
                <a:extLst>
                  <a:ext uri="{0D108BD9-81ED-4DB2-BD59-A6C34878D82A}">
                    <a16:rowId xmlns:a16="http://schemas.microsoft.com/office/drawing/2014/main" val="912991504"/>
                  </a:ext>
                </a:extLst>
              </a:tr>
            </a:tbl>
          </a:graphicData>
        </a:graphic>
      </p:graphicFrame>
      <p:sp>
        <p:nvSpPr>
          <p:cNvPr id="22" name="직사각형 21">
            <a:extLst>
              <a:ext uri="{FF2B5EF4-FFF2-40B4-BE49-F238E27FC236}">
                <a16:creationId xmlns:a16="http://schemas.microsoft.com/office/drawing/2014/main" id="{D1C0E8B2-23C4-ABDC-D626-FB4B037013C6}"/>
              </a:ext>
            </a:extLst>
          </p:cNvPr>
          <p:cNvSpPr/>
          <p:nvPr/>
        </p:nvSpPr>
        <p:spPr>
          <a:xfrm>
            <a:off x="6840199" y="1859910"/>
            <a:ext cx="1174097" cy="336415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23" name="이등변 삼각형 22">
            <a:extLst>
              <a:ext uri="{FF2B5EF4-FFF2-40B4-BE49-F238E27FC236}">
                <a16:creationId xmlns:a16="http://schemas.microsoft.com/office/drawing/2014/main" id="{24A374EF-BBCA-E335-D94B-4BCB93FF23FA}"/>
              </a:ext>
            </a:extLst>
          </p:cNvPr>
          <p:cNvSpPr/>
          <p:nvPr/>
        </p:nvSpPr>
        <p:spPr>
          <a:xfrm rot="10800000">
            <a:off x="7373542" y="1673504"/>
            <a:ext cx="72000" cy="720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</a:endParaRPr>
          </a:p>
        </p:txBody>
      </p:sp>
      <p:pic>
        <p:nvPicPr>
          <p:cNvPr id="24" name="그림 23">
            <a:extLst>
              <a:ext uri="{FF2B5EF4-FFF2-40B4-BE49-F238E27FC236}">
                <a16:creationId xmlns:a16="http://schemas.microsoft.com/office/drawing/2014/main" id="{202EABF4-4A3C-703C-5FB6-998F11442C06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68188" y="2920597"/>
            <a:ext cx="3888732" cy="894440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44AE739E-73EA-F65A-422A-42FF8A371722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069262" y="2962153"/>
            <a:ext cx="1414842" cy="894440"/>
          </a:xfrm>
          <a:prstGeom prst="rect">
            <a:avLst/>
          </a:prstGeom>
        </p:spPr>
      </p:pic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0B8B406A-67D4-A6BA-FDE1-56475C095E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3613126"/>
              </p:ext>
            </p:extLst>
          </p:nvPr>
        </p:nvGraphicFramePr>
        <p:xfrm>
          <a:off x="1413975" y="4730577"/>
          <a:ext cx="5516066" cy="577215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367866">
                  <a:extLst>
                    <a:ext uri="{9D8B030D-6E8A-4147-A177-3AD203B41FA5}">
                      <a16:colId xmlns:a16="http://schemas.microsoft.com/office/drawing/2014/main" val="762657284"/>
                    </a:ext>
                  </a:extLst>
                </a:gridCol>
                <a:gridCol w="643525">
                  <a:extLst>
                    <a:ext uri="{9D8B030D-6E8A-4147-A177-3AD203B41FA5}">
                      <a16:colId xmlns:a16="http://schemas.microsoft.com/office/drawing/2014/main" val="386700513"/>
                    </a:ext>
                  </a:extLst>
                </a:gridCol>
                <a:gridCol w="643525">
                  <a:extLst>
                    <a:ext uri="{9D8B030D-6E8A-4147-A177-3AD203B41FA5}">
                      <a16:colId xmlns:a16="http://schemas.microsoft.com/office/drawing/2014/main" val="2638449228"/>
                    </a:ext>
                  </a:extLst>
                </a:gridCol>
                <a:gridCol w="643525">
                  <a:extLst>
                    <a:ext uri="{9D8B030D-6E8A-4147-A177-3AD203B41FA5}">
                      <a16:colId xmlns:a16="http://schemas.microsoft.com/office/drawing/2014/main" val="4020706952"/>
                    </a:ext>
                  </a:extLst>
                </a:gridCol>
                <a:gridCol w="643525">
                  <a:extLst>
                    <a:ext uri="{9D8B030D-6E8A-4147-A177-3AD203B41FA5}">
                      <a16:colId xmlns:a16="http://schemas.microsoft.com/office/drawing/2014/main" val="2850162457"/>
                    </a:ext>
                  </a:extLst>
                </a:gridCol>
                <a:gridCol w="643525">
                  <a:extLst>
                    <a:ext uri="{9D8B030D-6E8A-4147-A177-3AD203B41FA5}">
                      <a16:colId xmlns:a16="http://schemas.microsoft.com/office/drawing/2014/main" val="2451724243"/>
                    </a:ext>
                  </a:extLst>
                </a:gridCol>
                <a:gridCol w="643525">
                  <a:extLst>
                    <a:ext uri="{9D8B030D-6E8A-4147-A177-3AD203B41FA5}">
                      <a16:colId xmlns:a16="http://schemas.microsoft.com/office/drawing/2014/main" val="1393794878"/>
                    </a:ext>
                  </a:extLst>
                </a:gridCol>
                <a:gridCol w="643525">
                  <a:extLst>
                    <a:ext uri="{9D8B030D-6E8A-4147-A177-3AD203B41FA5}">
                      <a16:colId xmlns:a16="http://schemas.microsoft.com/office/drawing/2014/main" val="3998465448"/>
                    </a:ext>
                  </a:extLst>
                </a:gridCol>
                <a:gridCol w="643525">
                  <a:extLst>
                    <a:ext uri="{9D8B030D-6E8A-4147-A177-3AD203B41FA5}">
                      <a16:colId xmlns:a16="http://schemas.microsoft.com/office/drawing/2014/main" val="2576733476"/>
                    </a:ext>
                  </a:extLst>
                </a:gridCol>
              </a:tblGrid>
              <a:tr h="92129"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APC </a:t>
                      </a:r>
                      <a:r>
                        <a:rPr lang="ko-KR" altLang="en-US" sz="900" u="none" strike="noStrike">
                          <a:effectLst/>
                        </a:rPr>
                        <a:t>전환 현황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77712322"/>
                  </a:ext>
                </a:extLst>
              </a:tr>
              <a:tr h="9212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호기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음극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음극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음극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음극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양극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양극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양극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양극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934947478"/>
                  </a:ext>
                </a:extLst>
              </a:tr>
              <a:tr h="17827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EP2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설비 개조 후 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예정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설비 개조 후 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예정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9129915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9839810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6" name="표 1">
            <a:extLst>
              <a:ext uri="{FF2B5EF4-FFF2-40B4-BE49-F238E27FC236}">
                <a16:creationId xmlns:a16="http://schemas.microsoft.com/office/drawing/2014/main" id="{EB242356-A299-46C3-9D06-5B35325220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0313019"/>
              </p:ext>
            </p:extLst>
          </p:nvPr>
        </p:nvGraphicFramePr>
        <p:xfrm>
          <a:off x="65025" y="866567"/>
          <a:ext cx="9777531" cy="5745622"/>
        </p:xfrm>
        <a:graphic>
          <a:graphicData uri="http://schemas.openxmlformats.org/drawingml/2006/table">
            <a:tbl>
              <a:tblPr/>
              <a:tblGrid>
                <a:gridCol w="7479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00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7854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815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948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412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2333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NFF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슬리터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 개발 및 고도화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EP2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>
                        <a:lnSpc>
                          <a:spcPts val="1100"/>
                        </a:lnSpc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(W51)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핵심 내용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동시슬리터 샌딩롤 추가로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기반 제어가 불가해짐에 따라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동시슬리터 자동보정을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제어 방식으로 전환하여 프로그램을 수정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및 적용하였고 테스트 완료했습니다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.(12/12)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’25.03.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박세용</a:t>
                      </a:r>
                      <a:r>
                        <a:rPr lang="en-US" altLang="ko-KR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정소영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김치완S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  <a:tr h="214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08085907"/>
                  </a:ext>
                </a:extLst>
              </a:tr>
              <a:tr h="494110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4Lane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슬리팅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차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무지부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예시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아래와 같을 시 왼쪽으로 원단을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1mm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이동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3Lane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슬리팅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차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무지부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예시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: 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번과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번레인의 무지부가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0mm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로 처리되어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보정값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산출하지 않음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보정 헌팅을 막기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위하여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타겟 대비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±5mm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이상 벗어나는 값이 들어올 경우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보정값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미산출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[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향후 계획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]</a:t>
                      </a:r>
                      <a:b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</a:b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①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ESAZ적용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전 OC9동에서 장기 모니터링 및 엔지니어 </a:t>
                      </a:r>
                      <a:r>
                        <a:rPr 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VOE대응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하겠습니다.(~12월)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Malgun Gothic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②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21RTS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기술팀과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2170 </a:t>
                      </a:r>
                      <a:r>
                        <a:rPr 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슬리터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R2R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드라이어 자동보정 과제 논의 하였습니다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. NJ5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동 설비 대상 가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/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감속 구간 온도 보정 과제 진행 논의 중입니다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.</a:t>
                      </a:r>
                      <a:endParaRPr lang="en-US"/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wingdings"/>
                          <a:ea typeface="Malgun Gothic"/>
                          <a:sym typeface="wingdings"/>
                        </a:rPr>
                        <a:t>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구체화 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, VD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공정 삭제로 인한 비용절감효과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,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공간절감효과 파악 예정입니다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.(~11/7)</a:t>
                      </a:r>
                      <a:endParaRPr lang="ko-KR"/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30344813"/>
                  </a:ext>
                </a:extLst>
              </a:tr>
            </a:tbl>
          </a:graphicData>
        </a:graphic>
      </p:graphicFrame>
      <p:sp>
        <p:nvSpPr>
          <p:cNvPr id="30" name="내용 개체 틀 20">
            <a:extLst>
              <a:ext uri="{FF2B5EF4-FFF2-40B4-BE49-F238E27FC236}">
                <a16:creationId xmlns:a16="http://schemas.microsoft.com/office/drawing/2014/main" id="{6F0A1984-ACC2-4062-BE1D-9FBF00C4EB71}"/>
              </a:ext>
            </a:extLst>
          </p:cNvPr>
          <p:cNvSpPr txBox="1">
            <a:spLocks/>
          </p:cNvSpPr>
          <p:nvPr/>
        </p:nvSpPr>
        <p:spPr>
          <a:xfrm>
            <a:off x="108656" y="593629"/>
            <a:ext cx="365003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NFF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통합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슬리터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자동보정 개발 및 고도화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(2/2)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9" name="내용 개체 틀 20">
            <a:extLst>
              <a:ext uri="{FF2B5EF4-FFF2-40B4-BE49-F238E27FC236}">
                <a16:creationId xmlns:a16="http://schemas.microsoft.com/office/drawing/2014/main" id="{BD947726-D688-4BA1-ABAE-873172B470A3}"/>
              </a:ext>
            </a:extLst>
          </p:cNvPr>
          <p:cNvSpPr txBox="1">
            <a:spLocks/>
          </p:cNvSpPr>
          <p:nvPr/>
        </p:nvSpPr>
        <p:spPr>
          <a:xfrm>
            <a:off x="7478961" y="136643"/>
            <a:ext cx="2196911" cy="153888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+mn-ea"/>
              </a:rPr>
              <a:t>박세용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P, </a:t>
            </a:r>
            <a:r>
              <a:rPr lang="en-US" altLang="ko-KR" sz="1000" err="1">
                <a:solidFill>
                  <a:prstClr val="black"/>
                </a:solidFill>
                <a:latin typeface="+mn-ea"/>
              </a:rPr>
              <a:t>정소영A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C738A29C-E14B-4F4F-999F-862994C5C8B1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40128"/>
          <a:stretch/>
        </p:blipFill>
        <p:spPr>
          <a:xfrm>
            <a:off x="1702842" y="1868448"/>
            <a:ext cx="6830932" cy="940679"/>
          </a:xfrm>
          <a:prstGeom prst="rect">
            <a:avLst/>
          </a:prstGeom>
        </p:spPr>
      </p:pic>
      <p:sp>
        <p:nvSpPr>
          <p:cNvPr id="18" name="제목 1">
            <a:extLst>
              <a:ext uri="{FF2B5EF4-FFF2-40B4-BE49-F238E27FC236}">
                <a16:creationId xmlns:a16="http://schemas.microsoft.com/office/drawing/2014/main" id="{C1F15E63-B3B5-4E9F-9405-13D14F63B74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3" name="직사각형 18">
            <a:extLst>
              <a:ext uri="{FF2B5EF4-FFF2-40B4-BE49-F238E27FC236}">
                <a16:creationId xmlns:a16="http://schemas.microsoft.com/office/drawing/2014/main" id="{5E70F25F-D5B5-30CC-9DAE-B236EC7BD26B}"/>
              </a:ext>
            </a:extLst>
          </p:cNvPr>
          <p:cNvSpPr/>
          <p:nvPr/>
        </p:nvSpPr>
        <p:spPr>
          <a:xfrm>
            <a:off x="5889625" y="266542"/>
            <a:ext cx="2400016" cy="246221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RSND-#5, 진행 상태 : </a:t>
            </a:r>
            <a:r>
              <a:rPr lang="ko-KR" altLang="en-US" sz="10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1000">
                <a:latin typeface="+mn-ea"/>
              </a:rPr>
              <a:t>]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7889248-F115-4AA2-BAEB-FB8BEFDFF7E4}"/>
              </a:ext>
            </a:extLst>
          </p:cNvPr>
          <p:cNvSpPr txBox="1"/>
          <p:nvPr/>
        </p:nvSpPr>
        <p:spPr>
          <a:xfrm>
            <a:off x="8338217" y="350877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15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859101C-3284-CDD5-7C26-2FE23D902A81}"/>
              </a:ext>
            </a:extLst>
          </p:cNvPr>
          <p:cNvSpPr txBox="1"/>
          <p:nvPr/>
        </p:nvSpPr>
        <p:spPr>
          <a:xfrm>
            <a:off x="3226497" y="2241177"/>
            <a:ext cx="141064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14</a:t>
            </a:r>
            <a:endParaRPr lang="ko-KR" altLang="en-US" sz="1200" b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AE020FA-B892-5419-B001-568EED28C245}"/>
              </a:ext>
            </a:extLst>
          </p:cNvPr>
          <p:cNvSpPr txBox="1"/>
          <p:nvPr/>
        </p:nvSpPr>
        <p:spPr>
          <a:xfrm>
            <a:off x="3453078" y="2241177"/>
            <a:ext cx="141064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16</a:t>
            </a:r>
            <a:endParaRPr lang="ko-KR" altLang="en-US" sz="1200" b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CAC905C-3006-FE77-679A-8951BD0503CD}"/>
              </a:ext>
            </a:extLst>
          </p:cNvPr>
          <p:cNvSpPr txBox="1"/>
          <p:nvPr/>
        </p:nvSpPr>
        <p:spPr>
          <a:xfrm>
            <a:off x="5136718" y="2241177"/>
            <a:ext cx="141064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16</a:t>
            </a:r>
            <a:endParaRPr lang="ko-KR" altLang="en-US" sz="1200" b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01D59EA-D676-23B7-8241-536E8F633D96}"/>
              </a:ext>
            </a:extLst>
          </p:cNvPr>
          <p:cNvSpPr txBox="1"/>
          <p:nvPr/>
        </p:nvSpPr>
        <p:spPr>
          <a:xfrm>
            <a:off x="6820358" y="2241177"/>
            <a:ext cx="141064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16</a:t>
            </a:r>
            <a:endParaRPr lang="ko-KR" altLang="en-US" sz="1200" b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0282A85-42F3-5E00-392E-37D28885167D}"/>
              </a:ext>
            </a:extLst>
          </p:cNvPr>
          <p:cNvSpPr txBox="1"/>
          <p:nvPr/>
        </p:nvSpPr>
        <p:spPr>
          <a:xfrm>
            <a:off x="4934846" y="2241177"/>
            <a:ext cx="141064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14</a:t>
            </a:r>
            <a:endParaRPr lang="ko-KR" altLang="en-US" sz="1200" b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D7CA61-7B40-36AA-A6BF-A85DA8BBDCC5}"/>
              </a:ext>
            </a:extLst>
          </p:cNvPr>
          <p:cNvSpPr txBox="1"/>
          <p:nvPr/>
        </p:nvSpPr>
        <p:spPr>
          <a:xfrm>
            <a:off x="6596466" y="2241177"/>
            <a:ext cx="141064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14</a:t>
            </a:r>
            <a:endParaRPr lang="ko-KR" altLang="en-US" sz="1200" b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pic>
        <p:nvPicPr>
          <p:cNvPr id="15" name="그림 14">
            <a:extLst>
              <a:ext uri="{FF2B5EF4-FFF2-40B4-BE49-F238E27FC236}">
                <a16:creationId xmlns:a16="http://schemas.microsoft.com/office/drawing/2014/main" id="{722E7DDD-7DE3-2933-859A-6AE176D03520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6413" b="40128"/>
          <a:stretch/>
        </p:blipFill>
        <p:spPr>
          <a:xfrm>
            <a:off x="1702842" y="3181856"/>
            <a:ext cx="6830932" cy="682790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35081374-5E14-BB84-4EC0-6EAB4D1CDD0D}"/>
              </a:ext>
            </a:extLst>
          </p:cNvPr>
          <p:cNvSpPr txBox="1"/>
          <p:nvPr/>
        </p:nvSpPr>
        <p:spPr>
          <a:xfrm>
            <a:off x="3226497" y="3296696"/>
            <a:ext cx="141064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15</a:t>
            </a:r>
            <a:endParaRPr lang="ko-KR" altLang="en-US" sz="1200" b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8C7C2B9-30B0-A124-D0FF-1B471DC3E342}"/>
              </a:ext>
            </a:extLst>
          </p:cNvPr>
          <p:cNvSpPr txBox="1"/>
          <p:nvPr/>
        </p:nvSpPr>
        <p:spPr>
          <a:xfrm>
            <a:off x="3453078" y="3296696"/>
            <a:ext cx="141064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15</a:t>
            </a:r>
            <a:endParaRPr lang="ko-KR" altLang="en-US" sz="1200" b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07CB6AF-1C37-12D6-5AA1-7D185A634F3D}"/>
              </a:ext>
            </a:extLst>
          </p:cNvPr>
          <p:cNvSpPr txBox="1"/>
          <p:nvPr/>
        </p:nvSpPr>
        <p:spPr>
          <a:xfrm>
            <a:off x="5136718" y="3296696"/>
            <a:ext cx="141064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15</a:t>
            </a:r>
            <a:endParaRPr lang="ko-KR" altLang="en-US" sz="1200" b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58194B8-84EF-0353-A23F-FE499570DA19}"/>
              </a:ext>
            </a:extLst>
          </p:cNvPr>
          <p:cNvSpPr txBox="1"/>
          <p:nvPr/>
        </p:nvSpPr>
        <p:spPr>
          <a:xfrm>
            <a:off x="6820358" y="3296696"/>
            <a:ext cx="141064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15</a:t>
            </a:r>
            <a:endParaRPr lang="ko-KR" altLang="en-US" sz="1200" b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E11913B-4CAE-C882-EB77-A982021E0240}"/>
              </a:ext>
            </a:extLst>
          </p:cNvPr>
          <p:cNvSpPr txBox="1"/>
          <p:nvPr/>
        </p:nvSpPr>
        <p:spPr>
          <a:xfrm>
            <a:off x="4934846" y="3296696"/>
            <a:ext cx="141064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15</a:t>
            </a:r>
            <a:endParaRPr lang="ko-KR" altLang="en-US" sz="1200" b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7025E90-5581-1A48-2E0E-F6836EA7A50A}"/>
              </a:ext>
            </a:extLst>
          </p:cNvPr>
          <p:cNvSpPr txBox="1"/>
          <p:nvPr/>
        </p:nvSpPr>
        <p:spPr>
          <a:xfrm>
            <a:off x="6596466" y="3296696"/>
            <a:ext cx="141064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15</a:t>
            </a:r>
            <a:endParaRPr lang="ko-KR" altLang="en-US" sz="1200" b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6" name="화살표: 오른쪽 25">
            <a:extLst>
              <a:ext uri="{FF2B5EF4-FFF2-40B4-BE49-F238E27FC236}">
                <a16:creationId xmlns:a16="http://schemas.microsoft.com/office/drawing/2014/main" id="{4F87399E-DFAF-583F-E915-2669DC2DA157}"/>
              </a:ext>
            </a:extLst>
          </p:cNvPr>
          <p:cNvSpPr/>
          <p:nvPr/>
        </p:nvSpPr>
        <p:spPr>
          <a:xfrm rot="5400000">
            <a:off x="4927645" y="2896191"/>
            <a:ext cx="372730" cy="294390"/>
          </a:xfrm>
          <a:prstGeom prst="rightArrow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pic>
        <p:nvPicPr>
          <p:cNvPr id="28" name="그림 27">
            <a:extLst>
              <a:ext uri="{FF2B5EF4-FFF2-40B4-BE49-F238E27FC236}">
                <a16:creationId xmlns:a16="http://schemas.microsoft.com/office/drawing/2014/main" id="{DC2384A3-DB3D-F017-86A5-03BBF3819776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26296" b="40128"/>
          <a:stretch/>
        </p:blipFill>
        <p:spPr>
          <a:xfrm>
            <a:off x="1702842" y="4425188"/>
            <a:ext cx="5034688" cy="940679"/>
          </a:xfrm>
          <a:prstGeom prst="rect">
            <a:avLst/>
          </a:prstGeom>
        </p:spPr>
      </p:pic>
      <p:sp>
        <p:nvSpPr>
          <p:cNvPr id="29" name="TextBox 28">
            <a:extLst>
              <a:ext uri="{FF2B5EF4-FFF2-40B4-BE49-F238E27FC236}">
                <a16:creationId xmlns:a16="http://schemas.microsoft.com/office/drawing/2014/main" id="{9A1BB0AA-B1E7-F8E8-4C6C-070DAED900A6}"/>
              </a:ext>
            </a:extLst>
          </p:cNvPr>
          <p:cNvSpPr txBox="1"/>
          <p:nvPr/>
        </p:nvSpPr>
        <p:spPr>
          <a:xfrm>
            <a:off x="3226497" y="4697333"/>
            <a:ext cx="141064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14</a:t>
            </a:r>
            <a:endParaRPr lang="ko-KR" altLang="en-US" sz="1200" b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A49E82F-D9A7-DE25-34BC-5B013B20599E}"/>
              </a:ext>
            </a:extLst>
          </p:cNvPr>
          <p:cNvSpPr txBox="1"/>
          <p:nvPr/>
        </p:nvSpPr>
        <p:spPr>
          <a:xfrm>
            <a:off x="3453078" y="4697333"/>
            <a:ext cx="141064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16</a:t>
            </a:r>
            <a:endParaRPr lang="ko-KR" altLang="en-US" sz="1200" b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DA26C665-FD15-B6F8-BBD9-A42702564B5F}"/>
              </a:ext>
            </a:extLst>
          </p:cNvPr>
          <p:cNvSpPr txBox="1"/>
          <p:nvPr/>
        </p:nvSpPr>
        <p:spPr>
          <a:xfrm>
            <a:off x="5136718" y="4697333"/>
            <a:ext cx="141064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16</a:t>
            </a:r>
            <a:endParaRPr lang="ko-KR" altLang="en-US" sz="1200" b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13CD773-BE3E-136A-8196-6B212DAF0CFA}"/>
              </a:ext>
            </a:extLst>
          </p:cNvPr>
          <p:cNvSpPr txBox="1"/>
          <p:nvPr/>
        </p:nvSpPr>
        <p:spPr>
          <a:xfrm>
            <a:off x="6782716" y="4697333"/>
            <a:ext cx="70532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0</a:t>
            </a:r>
            <a:endParaRPr lang="ko-KR" altLang="en-US" sz="1200" b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1B7EB61-1BB8-FDD1-0E20-F3200B5BE21D}"/>
              </a:ext>
            </a:extLst>
          </p:cNvPr>
          <p:cNvSpPr txBox="1"/>
          <p:nvPr/>
        </p:nvSpPr>
        <p:spPr>
          <a:xfrm>
            <a:off x="4934846" y="4697333"/>
            <a:ext cx="141064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14</a:t>
            </a:r>
            <a:endParaRPr lang="ko-KR" altLang="en-US" sz="1200" b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AA3ED988-E9FE-A2E4-31E3-C584FD117441}"/>
              </a:ext>
            </a:extLst>
          </p:cNvPr>
          <p:cNvSpPr txBox="1"/>
          <p:nvPr/>
        </p:nvSpPr>
        <p:spPr>
          <a:xfrm>
            <a:off x="6596466" y="4697333"/>
            <a:ext cx="70532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0</a:t>
            </a:r>
            <a:endParaRPr lang="ko-KR" altLang="en-US" sz="1200" b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3600816C-A083-A939-EF48-C3B757F77F14}"/>
              </a:ext>
            </a:extLst>
          </p:cNvPr>
          <p:cNvSpPr txBox="1"/>
          <p:nvPr/>
        </p:nvSpPr>
        <p:spPr>
          <a:xfrm>
            <a:off x="2384988" y="2399703"/>
            <a:ext cx="339837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레인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6FA097F-2FCB-CC04-02C7-1C6EEC5D300A}"/>
              </a:ext>
            </a:extLst>
          </p:cNvPr>
          <p:cNvSpPr txBox="1"/>
          <p:nvPr/>
        </p:nvSpPr>
        <p:spPr>
          <a:xfrm>
            <a:off x="4154683" y="2399703"/>
            <a:ext cx="339837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레인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4A8FC524-E853-C09E-D063-29BB83BB8F56}"/>
              </a:ext>
            </a:extLst>
          </p:cNvPr>
          <p:cNvSpPr txBox="1"/>
          <p:nvPr/>
        </p:nvSpPr>
        <p:spPr>
          <a:xfrm>
            <a:off x="5792500" y="2399703"/>
            <a:ext cx="339837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레인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BC174710-0736-FBB2-F721-D57079D4F492}"/>
              </a:ext>
            </a:extLst>
          </p:cNvPr>
          <p:cNvSpPr txBox="1"/>
          <p:nvPr/>
        </p:nvSpPr>
        <p:spPr>
          <a:xfrm>
            <a:off x="7511315" y="2399703"/>
            <a:ext cx="339837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레인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51F17C88-098B-71F3-444E-30BDC39EF1D4}"/>
              </a:ext>
            </a:extLst>
          </p:cNvPr>
          <p:cNvSpPr txBox="1"/>
          <p:nvPr/>
        </p:nvSpPr>
        <p:spPr>
          <a:xfrm>
            <a:off x="2384988" y="3483181"/>
            <a:ext cx="339837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레인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53D26405-F101-8DA5-903A-4E9FE521DE5B}"/>
              </a:ext>
            </a:extLst>
          </p:cNvPr>
          <p:cNvSpPr txBox="1"/>
          <p:nvPr/>
        </p:nvSpPr>
        <p:spPr>
          <a:xfrm>
            <a:off x="4154683" y="3483181"/>
            <a:ext cx="339837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레인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4EF442B-62CF-33A9-77E9-80B586006CB7}"/>
              </a:ext>
            </a:extLst>
          </p:cNvPr>
          <p:cNvSpPr txBox="1"/>
          <p:nvPr/>
        </p:nvSpPr>
        <p:spPr>
          <a:xfrm>
            <a:off x="5792500" y="3483181"/>
            <a:ext cx="339837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레인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E8308DCF-99E9-80CE-5F33-89A93E120CCB}"/>
              </a:ext>
            </a:extLst>
          </p:cNvPr>
          <p:cNvSpPr txBox="1"/>
          <p:nvPr/>
        </p:nvSpPr>
        <p:spPr>
          <a:xfrm>
            <a:off x="7511315" y="3483181"/>
            <a:ext cx="339837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레인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34DFC331-3899-13A1-7DD4-46AC27C4A748}"/>
              </a:ext>
            </a:extLst>
          </p:cNvPr>
          <p:cNvSpPr txBox="1"/>
          <p:nvPr/>
        </p:nvSpPr>
        <p:spPr>
          <a:xfrm>
            <a:off x="2384988" y="4863532"/>
            <a:ext cx="339837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레인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31AC691B-5BB2-227F-1F0E-0AC280B3D135}"/>
              </a:ext>
            </a:extLst>
          </p:cNvPr>
          <p:cNvSpPr txBox="1"/>
          <p:nvPr/>
        </p:nvSpPr>
        <p:spPr>
          <a:xfrm>
            <a:off x="4154683" y="4863532"/>
            <a:ext cx="339837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레인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B160883-8A31-FB8B-F472-FF5C64F28E96}"/>
              </a:ext>
            </a:extLst>
          </p:cNvPr>
          <p:cNvSpPr txBox="1"/>
          <p:nvPr/>
        </p:nvSpPr>
        <p:spPr>
          <a:xfrm>
            <a:off x="5792500" y="4863532"/>
            <a:ext cx="339837" cy="1661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레인</a:t>
            </a:r>
          </a:p>
        </p:txBody>
      </p:sp>
      <p:cxnSp>
        <p:nvCxnSpPr>
          <p:cNvPr id="7" name="직선 화살표 연결선 6">
            <a:extLst>
              <a:ext uri="{FF2B5EF4-FFF2-40B4-BE49-F238E27FC236}">
                <a16:creationId xmlns:a16="http://schemas.microsoft.com/office/drawing/2014/main" id="{E85138A8-FA87-701D-4489-BF6297A61B6F}"/>
              </a:ext>
            </a:extLst>
          </p:cNvPr>
          <p:cNvCxnSpPr/>
          <p:nvPr/>
        </p:nvCxnSpPr>
        <p:spPr>
          <a:xfrm>
            <a:off x="3206178" y="2477853"/>
            <a:ext cx="226581" cy="0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E4DDC798-C8D2-3EC3-30BF-189CE32775DC}"/>
              </a:ext>
            </a:extLst>
          </p:cNvPr>
          <p:cNvCxnSpPr/>
          <p:nvPr/>
        </p:nvCxnSpPr>
        <p:spPr>
          <a:xfrm>
            <a:off x="3398778" y="2477853"/>
            <a:ext cx="226581" cy="0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7245E359-1E78-84F0-7158-93677141A814}"/>
              </a:ext>
            </a:extLst>
          </p:cNvPr>
          <p:cNvCxnSpPr/>
          <p:nvPr/>
        </p:nvCxnSpPr>
        <p:spPr>
          <a:xfrm flipH="1">
            <a:off x="3226497" y="3061487"/>
            <a:ext cx="206262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48EE789D-74DC-DBFF-0159-EB423484FA88}"/>
              </a:ext>
            </a:extLst>
          </p:cNvPr>
          <p:cNvSpPr txBox="1"/>
          <p:nvPr/>
        </p:nvSpPr>
        <p:spPr>
          <a:xfrm>
            <a:off x="3496518" y="3012860"/>
            <a:ext cx="555413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8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 mm</a:t>
            </a:r>
            <a:r>
              <a:rPr lang="ko-KR" altLang="en-US" sz="8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이동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557E955-CB6F-275A-8843-B017549E26A3}"/>
              </a:ext>
            </a:extLst>
          </p:cNvPr>
          <p:cNvSpPr txBox="1"/>
          <p:nvPr/>
        </p:nvSpPr>
        <p:spPr>
          <a:xfrm>
            <a:off x="1372226" y="1966629"/>
            <a:ext cx="2409828" cy="1246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9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Ex) </a:t>
            </a:r>
            <a:r>
              <a:rPr lang="ko-KR" altLang="en-US" sz="900" b="1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무지부</a:t>
            </a:r>
            <a:r>
              <a:rPr lang="ko-KR" altLang="en-US" sz="9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Spec 15mm</a:t>
            </a:r>
            <a:r>
              <a:rPr lang="ko-KR" altLang="en-US" sz="900" b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가정 시</a:t>
            </a:r>
          </a:p>
        </p:txBody>
      </p:sp>
    </p:spTree>
    <p:extLst>
      <p:ext uri="{BB962C8B-B14F-4D97-AF65-F5344CB8AC3E}">
        <p14:creationId xmlns:p14="http://schemas.microsoft.com/office/powerpoint/2010/main" val="3212163405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1">
            <a:extLst>
              <a:ext uri="{FF2B5EF4-FFF2-40B4-BE49-F238E27FC236}">
                <a16:creationId xmlns:a16="http://schemas.microsoft.com/office/drawing/2014/main" id="{598D13AD-B139-4710-A651-D91F86EA2D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5616443"/>
              </p:ext>
            </p:extLst>
          </p:nvPr>
        </p:nvGraphicFramePr>
        <p:xfrm>
          <a:off x="65025" y="875711"/>
          <a:ext cx="9777536" cy="5748586"/>
        </p:xfrm>
        <a:graphic>
          <a:graphicData uri="http://schemas.openxmlformats.org/drawingml/2006/table">
            <a:tbl>
              <a:tblPr/>
              <a:tblGrid>
                <a:gridCol w="7479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00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90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106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948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96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+mn-ea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</a:rPr>
                        <a:t>(W51)</a:t>
                      </a: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5845"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spc="-70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NND APC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spc="-70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 보정</a:t>
                      </a:r>
                      <a:endParaRPr lang="en-US" altLang="ko-KR" sz="900" b="0" i="0" u="none" strike="noStrike" spc="-70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spc="-70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 및 수평전개</a:t>
                      </a:r>
                      <a:endParaRPr lang="en-US" altLang="ko-KR" sz="900" b="0" i="0" u="none" strike="noStrike" spc="-70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MI1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HD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ST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MI_LS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+mn-ea"/>
                        </a:rPr>
                        <a:t>금주</a:t>
                      </a:r>
                      <a:r>
                        <a:rPr lang="en-US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(W51) 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특이사항</a:t>
                      </a:r>
                      <a:r>
                        <a:rPr lang="en-US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없습니다</a:t>
                      </a:r>
                      <a:r>
                        <a:rPr lang="en-US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’25.12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차영은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이상용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백승민A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  <a:tr h="20878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08085907"/>
                  </a:ext>
                </a:extLst>
              </a:tr>
              <a:tr h="50939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배경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Local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자동보정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SW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에서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APC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시스템으로의 전환을 위해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NND APC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자동보정 코드 개발 및 수평전개를 진행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진행사항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1. APC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기반 자동보정을 위해 자동보정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SW, PLC Interface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프로그램을 개발 및 검증 완료하였습니다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(WA 66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 호기 중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50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 적용 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16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 부동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Site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현황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1) ESHD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법인의 경우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설비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Layout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 변경되면서 치수비전이 추가되었습니다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기존에는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Notching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부와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Dryer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부 사이에 통합비전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 존재하였으나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드라잉 후 표면 불량 검출을 위해 통합비전의 위치를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Dryer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뒷단으로 변경하고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기존 통합비전 위치에 치수비전이 추가되었습니다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자동보정의 빠른 반응성을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위해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치수비전 데이터를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APC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서버로 올리는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방식을 전극검사기술팀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/ND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설비기술팀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설비社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(DENT)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와 협의하였습니다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 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양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음극 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1-2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호기 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APC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적용 및 완료보고 진행하였습니다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(3/21)     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치수비전 셋업이 지연된 관계로 상기 검증은 통합비전 데이터를 사용하여 진행했으며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kern="1200">
                          <a:solidFill>
                            <a:srgbClr val="1414FE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치수비전 ↔ 통합비전 자동보정 성능 비교 진행 중입니다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(~4/18)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3) Siemens PLC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적용 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Site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ESMI, ESST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에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대해 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APC SW </a:t>
                      </a:r>
                      <a:r>
                        <a:rPr lang="ko-KR" altLang="en-US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수정 완료</a:t>
                      </a: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(1/21)</a:t>
                      </a:r>
                      <a:br>
                        <a:rPr lang="en-US" altLang="ko-KR" sz="900" b="0" i="0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MI2</a:t>
                      </a:r>
                      <a:r>
                        <a:rPr 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동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 </a:t>
                      </a:r>
                      <a:r>
                        <a:rPr 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검사기/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PLC</a:t>
                      </a:r>
                      <a:r>
                        <a:rPr 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 데이터 정합성 검증 완료 및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APC</a:t>
                      </a:r>
                      <a:r>
                        <a:rPr 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SW 수정 완료(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양극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(2/24)/음극(2/25)),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기능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검증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양극(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2/25)/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음극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(2/26)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완료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했습니다.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       MI1동 음극(3/3)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양극(3/8) 자동보정 적용 및 기능 검증 완료했습니다.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4)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MI_LS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양극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호 기능 검증 완료하였으며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샘플 대응 완료 했습니다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.(4/26)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5)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스트레스런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 대비 APC Raw data 기반 활용률 산출 코드 작성 완료했습니다(4/14).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6) ST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 양극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APC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 통신을 위한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PLC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수정 완료했습니다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.(5/13),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음극 완료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(4/22).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알고리즘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적용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및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기능검증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음극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: 8/29,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양극 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9/8)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완료했습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니다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7) EP2 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마더라인 대상 PLC 검토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완료했으며(7/4),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FF"/>
                          </a:solidFill>
                          <a:effectLst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기준정보 작성 완료</a:t>
                      </a:r>
                      <a:r>
                        <a:rPr 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(7/11)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했습니다.</a:t>
                      </a:r>
                      <a:endParaRPr 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8) WA 생산인원 효율화 TDR - 자동보정 고도화:  중 진행했던 자동보정 고도화 수평전개 진행중입니다.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    - WA 5, 8동 가동호기 전개 완료(9/30) 했습니다.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    - MI2 고도화 대표호기 적용(8/27)했으며 Parameter 최적화(by 선행개발팀) 완료 후 수평전개 예정입니다.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    - ST 고도화 대표호기 적용(양극 9/6, 음극 9/5)했으며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수평전개 완료(11/4)했습니다.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- HD(치수비전 적용), MI_LS 고도화 적용 일정 협의중입니다.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9) 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ESMI(11/6~7), ESMI_LS(11/8) APC 서버 재기동으로 인한 영향 대응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완료했습니다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. ESMI2 증설설비(7, 8호기) 자동보정 수평전개 완료(11/20)했습니다.</a:t>
                      </a: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10)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ESWA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동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NND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설비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APC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전환을 위해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Mitsubishi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설비 대상 기준정보 작성 완료했으며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(11/21), Omron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설비 대상 제작사양서 작성 완료했습니다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(11/28).</a:t>
                      </a: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30344813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594000"/>
            <a:ext cx="306763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 panose="020B0502040204020203" pitchFamily="50" charset="-127"/>
              </a:rPr>
              <a:t>NND APC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 panose="020B0502040204020203" pitchFamily="50" charset="-127"/>
              </a:rPr>
              <a:t> 자동 보정 개발 및 수평전개</a:t>
            </a: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E65CBED-EFD7-48C3-A116-C51FF5348C07}"/>
              </a:ext>
            </a:extLst>
          </p:cNvPr>
          <p:cNvSpPr/>
          <p:nvPr/>
        </p:nvSpPr>
        <p:spPr>
          <a:xfrm>
            <a:off x="5901022" y="279485"/>
            <a:ext cx="2400016" cy="246221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RSND-#7, 진행 상태 : </a:t>
            </a:r>
            <a:r>
              <a:rPr lang="ko-KR" altLang="en-US" sz="10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1000">
                <a:latin typeface="+mn-ea"/>
              </a:rPr>
              <a:t>]</a:t>
            </a:r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C6FDD4F5-3E80-4489-B922-D675C30FF8C6}"/>
              </a:ext>
            </a:extLst>
          </p:cNvPr>
          <p:cNvSpPr txBox="1">
            <a:spLocks/>
          </p:cNvSpPr>
          <p:nvPr/>
        </p:nvSpPr>
        <p:spPr>
          <a:xfrm>
            <a:off x="8430838" y="163745"/>
            <a:ext cx="1341714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이상용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S,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백승민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A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8D58147-C796-4AE1-879D-22F55FC5C84F}"/>
              </a:ext>
            </a:extLst>
          </p:cNvPr>
          <p:cNvSpPr txBox="1"/>
          <p:nvPr/>
        </p:nvSpPr>
        <p:spPr>
          <a:xfrm>
            <a:off x="8328331" y="350877"/>
            <a:ext cx="1470414" cy="169277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 13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3866888399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0" name="표 1">
            <a:extLst>
              <a:ext uri="{FF2B5EF4-FFF2-40B4-BE49-F238E27FC236}">
                <a16:creationId xmlns:a16="http://schemas.microsoft.com/office/drawing/2014/main" id="{8E6A1745-E1D7-4E26-948B-BF2B71149C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3253406"/>
              </p:ext>
            </p:extLst>
          </p:nvPr>
        </p:nvGraphicFramePr>
        <p:xfrm>
          <a:off x="65025" y="875712"/>
          <a:ext cx="9777536" cy="5585605"/>
        </p:xfrm>
        <a:graphic>
          <a:graphicData uri="http://schemas.openxmlformats.org/drawingml/2006/table">
            <a:tbl>
              <a:tblPr/>
              <a:tblGrid>
                <a:gridCol w="7479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00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90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106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948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+mn-ea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</a:rPr>
                        <a:t>(W50)</a:t>
                      </a: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44104"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DNC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신공법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 보정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기술 개발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HG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EP1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sz="9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(W51)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(T/T Pilot)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IM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向 샘플 생산 시 가속구간 피딩량 자동보정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test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및 모니터링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, VOE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반영 진행 중입니다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. (~12/20*)</a:t>
                      </a:r>
                    </a:p>
                    <a:p>
                      <a:pPr lvl="0"/>
                      <a:r>
                        <a:rPr lang="en-US" altLang="ko-KR" sz="900" b="0" i="0" u="none" strike="noStrike" kern="0" noProof="0">
                          <a:solidFill>
                            <a:srgbClr val="0000FF"/>
                          </a:solidFill>
                          <a:latin typeface="+mn-lt"/>
                        </a:rPr>
                        <a:t>                    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가속구간에서 전극 사행으로 인해 어깨선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(Y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축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), Tab Side(X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축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 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불량 발생하는 것을 확인하였습니다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  <a:endParaRPr lang="en-US" altLang="ko-KR" sz="900" kern="0">
                        <a:solidFill>
                          <a:srgbClr val="0000FF"/>
                        </a:solidFill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               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가속구간 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EPC 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자동보정을 신규 적용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(12/11) 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하여 불량 개선 효과 검증 중입니다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 (~12/19)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lvl="0" algn="ctr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‘25.12</a:t>
                      </a:r>
                      <a:endParaRPr lang="ko-KR" altLang="en-US"/>
                    </a:p>
                  </a:txBody>
                  <a:tcPr marL="0" marR="0" marT="7200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이상용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S</a:t>
                      </a: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ko-KR" altLang="en-US" sz="9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차영은S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  <a:tr h="2059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08085907"/>
                  </a:ext>
                </a:extLst>
              </a:tr>
              <a:tr h="466719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배경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NND + AZS E Cutter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구조에서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DNC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신공정으로 전환됨에 따라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DNC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자동보정 신규 개발 및 적용 필요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목적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DNC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 자동 보정 신규 프로그램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통합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하고자 합니다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현황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(ESEP)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각형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Pilot</a:t>
                      </a:r>
                      <a:r>
                        <a:rPr lang="ko-KR" alt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DNC PLC </a:t>
                      </a:r>
                      <a:r>
                        <a:rPr lang="ko-KR" alt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수정</a:t>
                      </a:r>
                      <a:r>
                        <a:rPr lang="ko-KR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kumimoji="1" lang="ko-KR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완료</a:t>
                      </a:r>
                      <a:r>
                        <a:rPr kumimoji="1" lang="ko-KR" alt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하였습니다</a:t>
                      </a:r>
                      <a:r>
                        <a:rPr kumimoji="1" lang="en-US" altLang="ko-KR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.</a:t>
                      </a:r>
                      <a:r>
                        <a:rPr lang="ko-KR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 </a:t>
                      </a:r>
                      <a:r>
                        <a:rPr kumimoji="1"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(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9/30</a:t>
                      </a:r>
                      <a:r>
                        <a:rPr kumimoji="1"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등속구간 보정 </a:t>
                      </a:r>
                      <a:r>
                        <a:rPr lang="ko-KR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기능 </a:t>
                      </a:r>
                      <a:r>
                        <a:rPr kumimoji="1" lang="ko-KR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검증</a:t>
                      </a:r>
                      <a:r>
                        <a:rPr kumimoji="1" lang="en-US" altLang="ko-KR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kumimoji="1" lang="ko-KR" altLang="en-US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완료하였습니다</a:t>
                      </a:r>
                      <a:r>
                        <a:rPr kumimoji="1" lang="en-US" altLang="ko-KR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.</a:t>
                      </a:r>
                      <a:r>
                        <a:rPr kumimoji="1" lang="en-US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 (</a:t>
                      </a:r>
                      <a:r>
                        <a:rPr lang="en-US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10/17, </a:t>
                      </a:r>
                      <a:r>
                        <a:rPr lang="ko-KR" altLang="en-US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음극 </a:t>
                      </a:r>
                      <a:r>
                        <a:rPr lang="en-US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1-3</a:t>
                      </a:r>
                      <a:r>
                        <a:rPr lang="ko-KR" altLang="en-US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호기</a:t>
                      </a:r>
                      <a:r>
                        <a:rPr kumimoji="1" lang="en-US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1" lang="en-US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AR Pilot</a:t>
                      </a:r>
                      <a:r>
                        <a:rPr kumimoji="1" lang="ko-KR" altLang="en-US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운영팀 요청사항</a:t>
                      </a:r>
                      <a:r>
                        <a:rPr kumimoji="1" lang="en-US" altLang="ko-KR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 : </a:t>
                      </a:r>
                      <a:r>
                        <a:rPr kumimoji="1" lang="ko-KR" altLang="en-US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주행 중 피딩량 제어를 통한 전폭 보정 기능 추가 요청하여</a:t>
                      </a:r>
                      <a:r>
                        <a:rPr kumimoji="1" lang="en-US" altLang="ko-KR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, </a:t>
                      </a:r>
                      <a:r>
                        <a:rPr kumimoji="1" lang="ko-KR" altLang="en-US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검토 진행할 예정입니다</a:t>
                      </a:r>
                      <a:r>
                        <a:rPr kumimoji="1" lang="en-US" altLang="ko-KR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.</a:t>
                      </a:r>
                      <a:r>
                        <a:rPr kumimoji="1" lang="ko-KR" altLang="en-US" sz="900" b="0" i="0" u="none" strike="noStrike" kern="0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kumimoji="1" lang="en-US" altLang="ko-KR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(~’26/12)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1"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IM</a:t>
                      </a:r>
                      <a:r>
                        <a:rPr kumimoji="1" lang="ko-KR" alt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向 샘플 생산 중</a:t>
                      </a:r>
                      <a:r>
                        <a:rPr kumimoji="1" lang="en-US" altLang="ko-KR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(11/17~)</a:t>
                      </a:r>
                      <a:r>
                        <a:rPr kumimoji="1" lang="ko-KR" alt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으로</a:t>
                      </a:r>
                      <a:r>
                        <a:rPr kumimoji="1" lang="en-US" altLang="ko-KR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, </a:t>
                      </a:r>
                      <a:r>
                        <a:rPr kumimoji="1" lang="ko-KR" alt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가속구간 피딩량 자동보정 </a:t>
                      </a:r>
                      <a:r>
                        <a:rPr kumimoji="1" lang="en-US" altLang="ko-KR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test </a:t>
                      </a:r>
                      <a:r>
                        <a:rPr kumimoji="1" lang="ko-KR" alt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및 모니터링</a:t>
                      </a:r>
                      <a:r>
                        <a:rPr kumimoji="1" lang="en-US" altLang="ko-KR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, VOE </a:t>
                      </a:r>
                      <a:r>
                        <a:rPr kumimoji="1" lang="ko-KR" alt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반영 진행 중입니다</a:t>
                      </a:r>
                      <a:r>
                        <a:rPr kumimoji="1" lang="en-US" altLang="ko-KR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.</a:t>
                      </a:r>
                      <a:r>
                        <a:rPr kumimoji="1" lang="en-US" altLang="ko-KR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 (~12/20)</a:t>
                      </a:r>
                    </a:p>
                    <a:p>
                      <a:pPr lvl="0"/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* 11/28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Test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시 가속구간에서 전극 사행으로 인해 어깨선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(Y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축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), Tab Side(X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축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 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불량 발생하는 것을 확인하였습니다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  <a:endParaRPr lang="en-US" altLang="ko-KR" sz="900" kern="0">
                        <a:solidFill>
                          <a:srgbClr val="0000FF"/>
                        </a:solidFill>
                        <a:cs typeface="Malgun Gothic Semilight"/>
                      </a:endParaRPr>
                    </a:p>
                    <a:p>
                      <a:pPr lvl="0"/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        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가속구간 피딩량 자동보정과 동일한 방식으로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가속구간 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EPC 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자동보정을 신규 적용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(12/11) 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하여 불량 개선 효과 검증 중입니다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 (~12/19)</a:t>
                      </a:r>
                    </a:p>
                    <a:p>
                      <a:pPr lvl="0"/>
                      <a:endParaRPr lang="en-US" altLang="ko-KR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vl="0"/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(ESHG)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X,Y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등속구간 자동보정 기능 및 성능검증 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(7/31)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’25/12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中 법인과 일정 협의하여 설비 안정화 후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X,Y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축 등속구간 자동보정 재적용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test (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고객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Audit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으로 일정 지연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재수립 예정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),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X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축 가감속구간 고도화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Logic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반영 및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test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예정입니다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. (~’26/01, w.AZS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공정기술팀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-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보정 범위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활용 데이터 등 자동보정 파라미터 최적화 협업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)</a:t>
                      </a:r>
                      <a:endParaRPr lang="en-US" altLang="ko-KR" sz="900" b="0" i="0" u="none" strike="noStrike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30344813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594000"/>
            <a:ext cx="2551981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 panose="020B0502040204020203" pitchFamily="50" charset="-127"/>
              </a:rPr>
              <a:t>DNC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 panose="020B0502040204020203" pitchFamily="50" charset="-127"/>
              </a:rPr>
              <a:t>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 panose="020B0502040204020203" pitchFamily="50" charset="-127"/>
              </a:rPr>
              <a:t>신공법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 panose="020B0502040204020203" pitchFamily="50" charset="-127"/>
              </a:rPr>
              <a:t> 자동 보정 기술 개발</a:t>
            </a: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E1B0DF2D-BBF3-4D32-ADE7-655EEE77AEC4}"/>
              </a:ext>
            </a:extLst>
          </p:cNvPr>
          <p:cNvSpPr/>
          <p:nvPr/>
        </p:nvSpPr>
        <p:spPr>
          <a:xfrm>
            <a:off x="5902672" y="272423"/>
            <a:ext cx="2400016" cy="246221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RSND-#8, 진행 상태 : </a:t>
            </a:r>
            <a:r>
              <a:rPr lang="ko-KR" altLang="en-US" sz="10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1000">
                <a:latin typeface="+mn-ea"/>
              </a:rPr>
              <a:t>]</a:t>
            </a:r>
          </a:p>
        </p:txBody>
      </p:sp>
      <p:sp>
        <p:nvSpPr>
          <p:cNvPr id="66" name="내용 개체 틀 20">
            <a:extLst>
              <a:ext uri="{FF2B5EF4-FFF2-40B4-BE49-F238E27FC236}">
                <a16:creationId xmlns:a16="http://schemas.microsoft.com/office/drawing/2014/main" id="{FF380FED-CF15-4F93-834A-77DC09A6F6AE}"/>
              </a:ext>
            </a:extLst>
          </p:cNvPr>
          <p:cNvSpPr txBox="1">
            <a:spLocks/>
          </p:cNvSpPr>
          <p:nvPr/>
        </p:nvSpPr>
        <p:spPr>
          <a:xfrm>
            <a:off x="8301038" y="178570"/>
            <a:ext cx="852798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+mn-ea"/>
              </a:rPr>
              <a:t>차영은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S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5C2245B1-B08E-4132-B0D3-088A3B2C5B54}"/>
              </a:ext>
            </a:extLst>
          </p:cNvPr>
          <p:cNvSpPr txBox="1"/>
          <p:nvPr/>
        </p:nvSpPr>
        <p:spPr>
          <a:xfrm>
            <a:off x="8301038" y="350877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12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16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graphicFrame>
        <p:nvGraphicFramePr>
          <p:cNvPr id="61" name="표 60">
            <a:extLst>
              <a:ext uri="{FF2B5EF4-FFF2-40B4-BE49-F238E27FC236}">
                <a16:creationId xmlns:a16="http://schemas.microsoft.com/office/drawing/2014/main" id="{56655462-E691-4950-9C75-2413B79BEC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2950390"/>
              </p:ext>
            </p:extLst>
          </p:nvPr>
        </p:nvGraphicFramePr>
        <p:xfrm>
          <a:off x="1753538" y="1895681"/>
          <a:ext cx="6479720" cy="469828"/>
        </p:xfrm>
        <a:graphic>
          <a:graphicData uri="http://schemas.openxmlformats.org/drawingml/2006/table">
            <a:tbl>
              <a:tblPr/>
              <a:tblGrid>
                <a:gridCol w="1295944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295944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295944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1295944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1295944">
                  <a:extLst>
                    <a:ext uri="{9D8B030D-6E8A-4147-A177-3AD203B41FA5}">
                      <a16:colId xmlns:a16="http://schemas.microsoft.com/office/drawing/2014/main" val="2554598839"/>
                    </a:ext>
                  </a:extLst>
                </a:gridCol>
              </a:tblGrid>
              <a:tr h="122295"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각형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T/T Pilot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진행 계획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안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7103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HG DNC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 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PLC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수정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 SW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APC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시스템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DNC APC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적용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DNC APC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검증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52112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08/19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09/26</a:t>
                      </a: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09/30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10/17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12/20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grpSp>
        <p:nvGrpSpPr>
          <p:cNvPr id="8" name="그룹 7">
            <a:extLst>
              <a:ext uri="{FF2B5EF4-FFF2-40B4-BE49-F238E27FC236}">
                <a16:creationId xmlns:a16="http://schemas.microsoft.com/office/drawing/2014/main" id="{9BCDF69D-3407-BC8C-6178-3F756FE243A7}"/>
              </a:ext>
            </a:extLst>
          </p:cNvPr>
          <p:cNvGrpSpPr/>
          <p:nvPr/>
        </p:nvGrpSpPr>
        <p:grpSpPr>
          <a:xfrm>
            <a:off x="6936695" y="1935436"/>
            <a:ext cx="1296563" cy="430073"/>
            <a:chOff x="8221349" y="1771893"/>
            <a:chExt cx="1613508" cy="430073"/>
          </a:xfrm>
        </p:grpSpPr>
        <p:sp>
          <p:nvSpPr>
            <p:cNvPr id="2" name="직사각형 1">
              <a:extLst>
                <a:ext uri="{FF2B5EF4-FFF2-40B4-BE49-F238E27FC236}">
                  <a16:creationId xmlns:a16="http://schemas.microsoft.com/office/drawing/2014/main" id="{452D1CF4-684C-42B7-A54B-1AE451FECD26}"/>
                </a:ext>
              </a:extLst>
            </p:cNvPr>
            <p:cNvSpPr/>
            <p:nvPr/>
          </p:nvSpPr>
          <p:spPr>
            <a:xfrm>
              <a:off x="8221349" y="1879037"/>
              <a:ext cx="1613508" cy="322929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500">
                <a:solidFill>
                  <a:schemeClr val="tx1"/>
                </a:solidFill>
              </a:endParaRPr>
            </a:p>
          </p:txBody>
        </p:sp>
        <p:sp>
          <p:nvSpPr>
            <p:cNvPr id="3" name="이등변 삼각형 2">
              <a:extLst>
                <a:ext uri="{FF2B5EF4-FFF2-40B4-BE49-F238E27FC236}">
                  <a16:creationId xmlns:a16="http://schemas.microsoft.com/office/drawing/2014/main" id="{B9FF8031-5F87-419A-8A4A-0F430DEF7A3D}"/>
                </a:ext>
              </a:extLst>
            </p:cNvPr>
            <p:cNvSpPr/>
            <p:nvPr/>
          </p:nvSpPr>
          <p:spPr>
            <a:xfrm rot="10800000">
              <a:off x="8965961" y="1771893"/>
              <a:ext cx="124287" cy="107144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500">
                <a:solidFill>
                  <a:schemeClr val="tx1"/>
                </a:solidFill>
              </a:endParaRPr>
            </a:p>
          </p:txBody>
        </p:sp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A5B60D55-EFD1-4ECE-8771-D06476C7DE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8927056"/>
              </p:ext>
            </p:extLst>
          </p:nvPr>
        </p:nvGraphicFramePr>
        <p:xfrm>
          <a:off x="2214689" y="3353726"/>
          <a:ext cx="4337014" cy="1296666"/>
        </p:xfrm>
        <a:graphic>
          <a:graphicData uri="http://schemas.openxmlformats.org/drawingml/2006/table">
            <a:tbl>
              <a:tblPr/>
              <a:tblGrid>
                <a:gridCol w="884320">
                  <a:extLst>
                    <a:ext uri="{9D8B030D-6E8A-4147-A177-3AD203B41FA5}">
                      <a16:colId xmlns:a16="http://schemas.microsoft.com/office/drawing/2014/main" val="1386767288"/>
                    </a:ext>
                  </a:extLst>
                </a:gridCol>
                <a:gridCol w="884320">
                  <a:extLst>
                    <a:ext uri="{9D8B030D-6E8A-4147-A177-3AD203B41FA5}">
                      <a16:colId xmlns:a16="http://schemas.microsoft.com/office/drawing/2014/main" val="2998791677"/>
                    </a:ext>
                  </a:extLst>
                </a:gridCol>
                <a:gridCol w="1284187">
                  <a:extLst>
                    <a:ext uri="{9D8B030D-6E8A-4147-A177-3AD203B41FA5}">
                      <a16:colId xmlns:a16="http://schemas.microsoft.com/office/drawing/2014/main" val="2917609162"/>
                    </a:ext>
                  </a:extLst>
                </a:gridCol>
                <a:gridCol w="1284187">
                  <a:extLst>
                    <a:ext uri="{9D8B030D-6E8A-4147-A177-3AD203B41FA5}">
                      <a16:colId xmlns:a16="http://schemas.microsoft.com/office/drawing/2014/main" val="4287660208"/>
                    </a:ext>
                  </a:extLst>
                </a:gridCol>
              </a:tblGrid>
              <a:tr h="20774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구분</a:t>
                      </a:r>
                    </a:p>
                  </a:txBody>
                  <a:tcPr marL="78041" marR="78041" marT="39021" marB="39021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보정항목</a:t>
                      </a:r>
                    </a:p>
                  </a:txBody>
                  <a:tcPr marL="78041" marR="78041" marT="39021" marB="39021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보정방식</a:t>
                      </a:r>
                    </a:p>
                  </a:txBody>
                  <a:tcPr marL="78041" marR="78041" marT="39021" marB="39021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04646218"/>
                  </a:ext>
                </a:extLst>
              </a:tr>
              <a:tr h="180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ESHG</a:t>
                      </a:r>
                    </a:p>
                  </a:txBody>
                  <a:tcPr marL="7708" marR="7708" marT="77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EP1 TT Pilot</a:t>
                      </a:r>
                    </a:p>
                  </a:txBody>
                  <a:tcPr marL="7708" marR="7708" marT="77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8039853"/>
                  </a:ext>
                </a:extLst>
              </a:tr>
              <a:tr h="180244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등속구간</a:t>
                      </a:r>
                    </a:p>
                  </a:txBody>
                  <a:tcPr marL="78041" marR="78041" marT="39021" marB="39021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어깨선</a:t>
                      </a:r>
                    </a:p>
                  </a:txBody>
                  <a:tcPr marL="7708" marR="7708" marT="77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EPC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위치</a:t>
                      </a:r>
                    </a:p>
                  </a:txBody>
                  <a:tcPr marL="7708" marR="7708" marT="77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EPC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위치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/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Mold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위치</a:t>
                      </a:r>
                    </a:p>
                  </a:txBody>
                  <a:tcPr marL="7708" marR="7708" marT="77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555396"/>
                  </a:ext>
                </a:extLst>
              </a:tr>
              <a:tr h="180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전폭</a:t>
                      </a:r>
                    </a:p>
                  </a:txBody>
                  <a:tcPr marL="7708" marR="7708" marT="77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피딩량</a:t>
                      </a:r>
                    </a:p>
                  </a:txBody>
                  <a:tcPr marL="7708" marR="7708" marT="77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보정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X</a:t>
                      </a:r>
                    </a:p>
                  </a:txBody>
                  <a:tcPr marL="7708" marR="7708" marT="77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8958553"/>
                  </a:ext>
                </a:extLst>
              </a:tr>
              <a:tr h="180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Tab Side</a:t>
                      </a:r>
                    </a:p>
                  </a:txBody>
                  <a:tcPr marL="7708" marR="7708" marT="77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피딩량</a:t>
                      </a:r>
                    </a:p>
                  </a:txBody>
                  <a:tcPr marL="7708" marR="7708" marT="77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Mold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위치</a:t>
                      </a:r>
                    </a:p>
                  </a:txBody>
                  <a:tcPr marL="7708" marR="7708" marT="77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0184051"/>
                  </a:ext>
                </a:extLst>
              </a:tr>
              <a:tr h="18024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가속구간</a:t>
                      </a:r>
                    </a:p>
                  </a:txBody>
                  <a:tcPr marL="78041" marR="78041" marT="39021" marB="39021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전폭</a:t>
                      </a:r>
                    </a:p>
                  </a:txBody>
                  <a:tcPr marL="7708" marR="7708" marT="77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피딩량</a:t>
                      </a:r>
                    </a:p>
                  </a:txBody>
                  <a:tcPr marL="7708" marR="7708" marT="77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피딩량</a:t>
                      </a:r>
                    </a:p>
                  </a:txBody>
                  <a:tcPr marL="7708" marR="7708" marT="77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46041905"/>
                  </a:ext>
                </a:extLst>
              </a:tr>
              <a:tr h="180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Tab Side</a:t>
                      </a:r>
                    </a:p>
                  </a:txBody>
                  <a:tcPr marL="7708" marR="7708" marT="77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피딩량</a:t>
                      </a:r>
                    </a:p>
                  </a:txBody>
                  <a:tcPr marL="7708" marR="7708" marT="77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피딩량</a:t>
                      </a:r>
                    </a:p>
                  </a:txBody>
                  <a:tcPr marL="7708" marR="7708" marT="77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38830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2C435F9-C884-4529-A5B1-C48AC35350E4}"/>
              </a:ext>
            </a:extLst>
          </p:cNvPr>
          <p:cNvSpPr/>
          <p:nvPr/>
        </p:nvSpPr>
        <p:spPr>
          <a:xfrm>
            <a:off x="7263223" y="3607469"/>
            <a:ext cx="710360" cy="100571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8930F41-AEA9-4944-9458-BE2A0D0A70E1}"/>
              </a:ext>
            </a:extLst>
          </p:cNvPr>
          <p:cNvSpPr/>
          <p:nvPr/>
        </p:nvSpPr>
        <p:spPr>
          <a:xfrm>
            <a:off x="7445514" y="3448165"/>
            <a:ext cx="297176" cy="15930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cxnSp>
        <p:nvCxnSpPr>
          <p:cNvPr id="9" name="직선 화살표 연결선 8">
            <a:extLst>
              <a:ext uri="{FF2B5EF4-FFF2-40B4-BE49-F238E27FC236}">
                <a16:creationId xmlns:a16="http://schemas.microsoft.com/office/drawing/2014/main" id="{D96D492A-28E4-4D4A-92B0-3287E30CBA21}"/>
              </a:ext>
            </a:extLst>
          </p:cNvPr>
          <p:cNvCxnSpPr>
            <a:cxnSpLocks/>
          </p:cNvCxnSpPr>
          <p:nvPr/>
        </p:nvCxnSpPr>
        <p:spPr>
          <a:xfrm>
            <a:off x="7263223" y="4486176"/>
            <a:ext cx="710360" cy="0"/>
          </a:xfrm>
          <a:prstGeom prst="straightConnector1">
            <a:avLst/>
          </a:prstGeom>
          <a:ln>
            <a:solidFill>
              <a:schemeClr val="bg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AFCD5318-5339-4317-9268-2B24CE5B58AF}"/>
              </a:ext>
            </a:extLst>
          </p:cNvPr>
          <p:cNvSpPr txBox="1"/>
          <p:nvPr/>
        </p:nvSpPr>
        <p:spPr>
          <a:xfrm>
            <a:off x="2183557" y="3194299"/>
            <a:ext cx="3449337" cy="1246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900">
                <a:solidFill>
                  <a:srgbClr val="006600"/>
                </a:solidFill>
                <a:latin typeface="+mn-ea"/>
              </a:rPr>
              <a:t>※ ESHG </a:t>
            </a:r>
            <a:r>
              <a:rPr lang="ko-KR" altLang="en-US" sz="900">
                <a:solidFill>
                  <a:srgbClr val="006600"/>
                </a:solidFill>
                <a:latin typeface="+mn-ea"/>
              </a:rPr>
              <a:t>↔ </a:t>
            </a:r>
            <a:r>
              <a:rPr lang="en-US" altLang="ko-KR" sz="900">
                <a:solidFill>
                  <a:srgbClr val="006600"/>
                </a:solidFill>
                <a:latin typeface="+mn-ea"/>
              </a:rPr>
              <a:t>EP1 TT Pilot </a:t>
            </a:r>
            <a:r>
              <a:rPr lang="ko-KR" altLang="en-US" sz="900">
                <a:solidFill>
                  <a:srgbClr val="006600"/>
                </a:solidFill>
                <a:latin typeface="+mn-ea"/>
              </a:rPr>
              <a:t>보정방식 비교 </a:t>
            </a:r>
            <a:r>
              <a:rPr lang="en-US" altLang="ko-KR" sz="900">
                <a:solidFill>
                  <a:srgbClr val="006600"/>
                </a:solidFill>
                <a:latin typeface="+mn-ea"/>
              </a:rPr>
              <a:t>(</a:t>
            </a:r>
            <a:r>
              <a:rPr lang="ko-KR" altLang="en-US" sz="900">
                <a:solidFill>
                  <a:srgbClr val="006600"/>
                </a:solidFill>
                <a:latin typeface="+mn-ea"/>
              </a:rPr>
              <a:t>설비 </a:t>
            </a:r>
            <a:r>
              <a:rPr lang="ko-KR" altLang="en-US" sz="900" err="1">
                <a:solidFill>
                  <a:srgbClr val="006600"/>
                </a:solidFill>
                <a:latin typeface="+mn-ea"/>
              </a:rPr>
              <a:t>선속</a:t>
            </a:r>
            <a:r>
              <a:rPr lang="ko-KR" altLang="en-US" sz="900">
                <a:solidFill>
                  <a:srgbClr val="006600"/>
                </a:solidFill>
                <a:latin typeface="+mn-ea"/>
              </a:rPr>
              <a:t> 및 구조 차이</a:t>
            </a:r>
            <a:r>
              <a:rPr lang="en-US" altLang="ko-KR" sz="900">
                <a:solidFill>
                  <a:srgbClr val="006600"/>
                </a:solidFill>
                <a:latin typeface="+mn-ea"/>
              </a:rPr>
              <a:t>)</a:t>
            </a:r>
            <a:endParaRPr lang="ko-KR" altLang="en-US" sz="900">
              <a:solidFill>
                <a:srgbClr val="006600"/>
              </a:solidFill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372E908B-6CCB-4539-B585-BAFF6F3F2716}"/>
              </a:ext>
            </a:extLst>
          </p:cNvPr>
          <p:cNvSpPr txBox="1"/>
          <p:nvPr/>
        </p:nvSpPr>
        <p:spPr>
          <a:xfrm>
            <a:off x="7340553" y="4328393"/>
            <a:ext cx="555699" cy="1246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ct val="90000"/>
              </a:lnSpc>
            </a:pPr>
            <a:r>
              <a:rPr lang="ko-KR" altLang="en-US" sz="900">
                <a:solidFill>
                  <a:schemeClr val="bg1"/>
                </a:solidFill>
                <a:latin typeface="+mn-ea"/>
              </a:rPr>
              <a:t>전폭</a:t>
            </a:r>
          </a:p>
        </p:txBody>
      </p:sp>
      <p:cxnSp>
        <p:nvCxnSpPr>
          <p:cNvPr id="68" name="직선 화살표 연결선 67">
            <a:extLst>
              <a:ext uri="{FF2B5EF4-FFF2-40B4-BE49-F238E27FC236}">
                <a16:creationId xmlns:a16="http://schemas.microsoft.com/office/drawing/2014/main" id="{9D49A094-6A9D-4097-B7FF-5AF1986BF99B}"/>
              </a:ext>
            </a:extLst>
          </p:cNvPr>
          <p:cNvCxnSpPr>
            <a:cxnSpLocks/>
          </p:cNvCxnSpPr>
          <p:nvPr/>
        </p:nvCxnSpPr>
        <p:spPr>
          <a:xfrm>
            <a:off x="7263223" y="3526061"/>
            <a:ext cx="182291" cy="0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AE428407-E940-4DED-BC61-2815512BB935}"/>
              </a:ext>
            </a:extLst>
          </p:cNvPr>
          <p:cNvCxnSpPr>
            <a:cxnSpLocks/>
          </p:cNvCxnSpPr>
          <p:nvPr/>
        </p:nvCxnSpPr>
        <p:spPr>
          <a:xfrm>
            <a:off x="7263223" y="3430839"/>
            <a:ext cx="0" cy="403532"/>
          </a:xfrm>
          <a:prstGeom prst="line">
            <a:avLst/>
          </a:prstGeom>
          <a:ln>
            <a:solidFill>
              <a:srgbClr val="1414FE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3E97F8B6-9ECA-4D32-9973-86ACA5F2D0B9}"/>
              </a:ext>
            </a:extLst>
          </p:cNvPr>
          <p:cNvCxnSpPr>
            <a:cxnSpLocks/>
          </p:cNvCxnSpPr>
          <p:nvPr/>
        </p:nvCxnSpPr>
        <p:spPr>
          <a:xfrm>
            <a:off x="7445514" y="3430839"/>
            <a:ext cx="0" cy="403532"/>
          </a:xfrm>
          <a:prstGeom prst="line">
            <a:avLst/>
          </a:prstGeom>
          <a:ln>
            <a:solidFill>
              <a:srgbClr val="1414FE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211944E8-CD35-42FD-A752-E76C0BDC3DB5}"/>
              </a:ext>
            </a:extLst>
          </p:cNvPr>
          <p:cNvCxnSpPr>
            <a:cxnSpLocks/>
          </p:cNvCxnSpPr>
          <p:nvPr/>
        </p:nvCxnSpPr>
        <p:spPr>
          <a:xfrm>
            <a:off x="7741559" y="3430839"/>
            <a:ext cx="0" cy="403532"/>
          </a:xfrm>
          <a:prstGeom prst="line">
            <a:avLst/>
          </a:prstGeom>
          <a:ln>
            <a:solidFill>
              <a:srgbClr val="1414FE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87369E7D-0A42-4E2C-80AB-106F8A3EC311}"/>
              </a:ext>
            </a:extLst>
          </p:cNvPr>
          <p:cNvCxnSpPr>
            <a:cxnSpLocks/>
          </p:cNvCxnSpPr>
          <p:nvPr/>
        </p:nvCxnSpPr>
        <p:spPr>
          <a:xfrm>
            <a:off x="7973583" y="3430839"/>
            <a:ext cx="0" cy="403532"/>
          </a:xfrm>
          <a:prstGeom prst="line">
            <a:avLst/>
          </a:prstGeom>
          <a:ln>
            <a:solidFill>
              <a:srgbClr val="1414FE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D753E66E-B1CE-4D5F-86FE-FDB8D8609C43}"/>
              </a:ext>
            </a:extLst>
          </p:cNvPr>
          <p:cNvCxnSpPr>
            <a:cxnSpLocks/>
          </p:cNvCxnSpPr>
          <p:nvPr/>
        </p:nvCxnSpPr>
        <p:spPr>
          <a:xfrm>
            <a:off x="7741559" y="3526061"/>
            <a:ext cx="232024" cy="0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TextBox 77">
            <a:extLst>
              <a:ext uri="{FF2B5EF4-FFF2-40B4-BE49-F238E27FC236}">
                <a16:creationId xmlns:a16="http://schemas.microsoft.com/office/drawing/2014/main" id="{7AF99020-B83D-4C99-B9AA-A04EB004372F}"/>
              </a:ext>
            </a:extLst>
          </p:cNvPr>
          <p:cNvSpPr txBox="1"/>
          <p:nvPr/>
        </p:nvSpPr>
        <p:spPr>
          <a:xfrm>
            <a:off x="6924072" y="3632319"/>
            <a:ext cx="555699" cy="24929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altLang="ko-KR" sz="900">
                <a:latin typeface="+mn-ea"/>
              </a:rPr>
              <a:t>Tab</a:t>
            </a:r>
            <a:r>
              <a:rPr lang="ko-KR" altLang="en-US" sz="900">
                <a:latin typeface="+mn-ea"/>
              </a:rPr>
              <a:t> </a:t>
            </a:r>
            <a:r>
              <a:rPr lang="en-US" altLang="ko-KR" sz="900">
                <a:latin typeface="+mn-ea"/>
              </a:rPr>
              <a:t>Side Left</a:t>
            </a:r>
            <a:endParaRPr lang="ko-KR" altLang="en-US" sz="900">
              <a:latin typeface="+mn-ea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D57E3292-9ACF-4CC8-A8CC-1A5C6A620D7D}"/>
              </a:ext>
            </a:extLst>
          </p:cNvPr>
          <p:cNvSpPr txBox="1"/>
          <p:nvPr/>
        </p:nvSpPr>
        <p:spPr>
          <a:xfrm>
            <a:off x="7740429" y="3632320"/>
            <a:ext cx="555699" cy="24929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altLang="ko-KR" sz="900">
                <a:latin typeface="+mn-ea"/>
              </a:rPr>
              <a:t>Tab</a:t>
            </a:r>
            <a:r>
              <a:rPr lang="ko-KR" altLang="en-US" sz="900">
                <a:latin typeface="+mn-ea"/>
              </a:rPr>
              <a:t> </a:t>
            </a:r>
            <a:r>
              <a:rPr lang="en-US" altLang="ko-KR" sz="900">
                <a:latin typeface="+mn-ea"/>
              </a:rPr>
              <a:t>Side Right</a:t>
            </a:r>
            <a:endParaRPr lang="ko-KR" altLang="en-US" sz="90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BE48DDBE-0005-4D6F-8237-97D16FBD5ABC}"/>
              </a:ext>
            </a:extLst>
          </p:cNvPr>
          <p:cNvSpPr txBox="1"/>
          <p:nvPr/>
        </p:nvSpPr>
        <p:spPr>
          <a:xfrm>
            <a:off x="6872693" y="3198740"/>
            <a:ext cx="1184754" cy="1246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900">
                <a:solidFill>
                  <a:srgbClr val="006600"/>
                </a:solidFill>
                <a:latin typeface="+mn-ea"/>
              </a:rPr>
              <a:t>※ </a:t>
            </a:r>
            <a:r>
              <a:rPr lang="ko-KR" altLang="en-US" sz="900">
                <a:solidFill>
                  <a:srgbClr val="006600"/>
                </a:solidFill>
                <a:latin typeface="+mn-ea"/>
              </a:rPr>
              <a:t>보정항목</a:t>
            </a:r>
            <a:r>
              <a:rPr lang="en-US" altLang="ko-KR" sz="900">
                <a:solidFill>
                  <a:srgbClr val="006600"/>
                </a:solidFill>
                <a:latin typeface="+mn-ea"/>
              </a:rPr>
              <a:t>(X</a:t>
            </a:r>
            <a:r>
              <a:rPr lang="ko-KR" altLang="en-US" sz="900">
                <a:solidFill>
                  <a:srgbClr val="006600"/>
                </a:solidFill>
                <a:latin typeface="+mn-ea"/>
              </a:rPr>
              <a:t>축</a:t>
            </a:r>
            <a:r>
              <a:rPr lang="en-US" altLang="ko-KR" sz="900">
                <a:solidFill>
                  <a:srgbClr val="006600"/>
                </a:solidFill>
                <a:latin typeface="+mn-ea"/>
              </a:rPr>
              <a:t>)</a:t>
            </a:r>
            <a:endParaRPr lang="ko-KR" altLang="en-US" sz="900">
              <a:solidFill>
                <a:srgbClr val="0066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2893762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6" name="표 1">
            <a:extLst>
              <a:ext uri="{FF2B5EF4-FFF2-40B4-BE49-F238E27FC236}">
                <a16:creationId xmlns:a16="http://schemas.microsoft.com/office/drawing/2014/main" id="{EB242356-A299-46C3-9D06-5B35325220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875224"/>
              </p:ext>
            </p:extLst>
          </p:nvPr>
        </p:nvGraphicFramePr>
        <p:xfrm>
          <a:off x="65025" y="808336"/>
          <a:ext cx="9777536" cy="5878772"/>
        </p:xfrm>
        <a:graphic>
          <a:graphicData uri="http://schemas.openxmlformats.org/drawingml/2006/table">
            <a:tbl>
              <a:tblPr/>
              <a:tblGrid>
                <a:gridCol w="7479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00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90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106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948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299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9244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테이핑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공정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 개발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NJ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금주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(W51)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핵심 내용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: ESNJ 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동 개조설비에 대하여 수평전개를 위한 공정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tact time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및 구동 방식 확인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’25.05.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박세용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  <a:tr h="1929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  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08085907"/>
                  </a:ext>
                </a:extLst>
              </a:tr>
              <a:tr h="52553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배경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TESLA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向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21700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모델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M53F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가 개발됨에 따라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신규 컨셉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테이핑기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 패턴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Start/End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동시 부착 컨셉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 19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ESNJ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에 도입 되었습니다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작업자는 매 공정 사이클 마다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개의 테이프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피더가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부착한 테이프의 오버랩 치수를 확인하여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테이프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피더의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서보를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조작 및 보정 해야 합니다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이 과정에서 작업자는 공정 진행간 오버랩 비전 검사 데이터를 지속 모니터링 해야 하며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이는 휴먼 에러가 발생하기 쉬운 구조 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이에 오버랩 검사 데이터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(PC)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를 설비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(PLC)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로 전송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연산하여 테이프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피더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서보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이동량을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자동으로 계산 및 적용 하는 자동보정 기술을 개발하여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인원 효율화 및 공정능력 향상에 기여하고자 합니다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테이핑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자동보정 개발 완료 관련 실적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ESNJ #7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전체 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(9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자동보정 적용 및 검증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(5/20)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②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ESNJ #8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대표 호기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 및 추가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 호기 자동보정 적용 및 검증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(5/24)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③ 대표호기 기준 공정능력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Cpk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1.35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3.07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개선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④ 대표호기 기준 수동보정 횟수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278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회 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0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회 감소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⑤ 대표호기 기준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Overlap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중알람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34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회 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회 감소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(71%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⑥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ESNJ #7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전체설비 기준 오버랩 불량 감소율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0.059%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달성 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년 추산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8.1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억원 비용 절감 가능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⑦ 수평전개 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전체설비 기준 오버랩 불량 감소율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0.059%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가정 시 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년 추산 약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17.1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억원 비용 절감 가능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테이핑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자동보정 개발 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F/up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상황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ESOC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소형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동 로직 고도화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(min/max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제외 후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보정값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산출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②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ESNJ 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동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테이핑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자동보정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- VISION PC  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데이터 전송 공사를 위한 어드레스 맵핑 하여 전달했습니다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 (10/27) 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공사완료 시점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26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테이프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피더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이동량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확인을 위하여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iot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에 해당 어드레스 등록 요청하였습니다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.(10/28)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③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ESOC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소형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동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VOE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대응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탑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백 오버랩 스펙 별도로 지정 하여 자동보정 되도록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수정하였습니다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 (10/31)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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효과 확인 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ESNJ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확산 전개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④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11/10 ESNJ 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동의 경우 다품종 생산 라인이기 때문에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Start/End, Top/Back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별도 타겟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지정할수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있도록 프로그램 설계 요청 와서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설계중입니다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30344813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09CBA91-EDB5-4FF1-8548-BA22AD64387A}"/>
              </a:ext>
            </a:extLst>
          </p:cNvPr>
          <p:cNvGraphicFramePr>
            <a:graphicFrameLocks noGrp="1"/>
          </p:cNvGraphicFramePr>
          <p:nvPr/>
        </p:nvGraphicFramePr>
        <p:xfrm>
          <a:off x="1369525" y="1507889"/>
          <a:ext cx="5130799" cy="485775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610355">
                  <a:extLst>
                    <a:ext uri="{9D8B030D-6E8A-4147-A177-3AD203B41FA5}">
                      <a16:colId xmlns:a16="http://schemas.microsoft.com/office/drawing/2014/main" val="762657284"/>
                    </a:ext>
                  </a:extLst>
                </a:gridCol>
                <a:gridCol w="1130111">
                  <a:extLst>
                    <a:ext uri="{9D8B030D-6E8A-4147-A177-3AD203B41FA5}">
                      <a16:colId xmlns:a16="http://schemas.microsoft.com/office/drawing/2014/main" val="386700513"/>
                    </a:ext>
                  </a:extLst>
                </a:gridCol>
                <a:gridCol w="1130111">
                  <a:extLst>
                    <a:ext uri="{9D8B030D-6E8A-4147-A177-3AD203B41FA5}">
                      <a16:colId xmlns:a16="http://schemas.microsoft.com/office/drawing/2014/main" val="4020706952"/>
                    </a:ext>
                  </a:extLst>
                </a:gridCol>
                <a:gridCol w="1130111">
                  <a:extLst>
                    <a:ext uri="{9D8B030D-6E8A-4147-A177-3AD203B41FA5}">
                      <a16:colId xmlns:a16="http://schemas.microsoft.com/office/drawing/2014/main" val="2451724243"/>
                    </a:ext>
                  </a:extLst>
                </a:gridCol>
                <a:gridCol w="1130111">
                  <a:extLst>
                    <a:ext uri="{9D8B030D-6E8A-4147-A177-3AD203B41FA5}">
                      <a16:colId xmlns:a16="http://schemas.microsoft.com/office/drawing/2014/main" val="3998465448"/>
                    </a:ext>
                  </a:extLst>
                </a:gridCol>
              </a:tblGrid>
              <a:tr h="161925"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진행 계획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77712322"/>
                  </a:ext>
                </a:extLst>
              </a:tr>
              <a:tr h="16192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기  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 panose="020B0609020101020101" pitchFamily="49" charset="-127"/>
                        </a:rPr>
                        <a:t>공정 분석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프로그램 개발</a:t>
                      </a:r>
                      <a:r>
                        <a:rPr lang="en-US" altLang="ko-KR" sz="900" u="none" strike="noStrike">
                          <a:effectLst/>
                        </a:rPr>
                        <a:t>(PLC)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대표 호기 검증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확산 전개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934947478"/>
                  </a:ext>
                </a:extLst>
              </a:tr>
              <a:tr h="16192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EP2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25</a:t>
                      </a:r>
                      <a:r>
                        <a:rPr lang="ko-KR" altLang="en-US" sz="900" u="none" strike="noStrike">
                          <a:effectLst/>
                        </a:rPr>
                        <a:t>년 </a:t>
                      </a:r>
                      <a:r>
                        <a:rPr lang="en-US" altLang="ko-KR" sz="900" u="none" strike="noStrike">
                          <a:effectLst/>
                        </a:rPr>
                        <a:t>02</a:t>
                      </a:r>
                      <a:r>
                        <a:rPr lang="ko-KR" altLang="en-US" sz="900" u="none" strike="noStrike">
                          <a:effectLst/>
                        </a:rPr>
                        <a:t>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25</a:t>
                      </a:r>
                      <a:r>
                        <a:rPr lang="ko-KR" altLang="en-US" sz="900" u="none" strike="noStrike">
                          <a:effectLst/>
                        </a:rPr>
                        <a:t>년 </a:t>
                      </a:r>
                      <a:r>
                        <a:rPr lang="en-US" altLang="ko-KR" sz="900" u="none" strike="noStrike">
                          <a:effectLst/>
                        </a:rPr>
                        <a:t>04</a:t>
                      </a:r>
                      <a:r>
                        <a:rPr lang="ko-KR" altLang="en-US" sz="900" u="none" strike="noStrike">
                          <a:effectLst/>
                        </a:rPr>
                        <a:t>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25</a:t>
                      </a:r>
                      <a:r>
                        <a:rPr lang="ko-KR" altLang="en-US" sz="900" u="none" strike="noStrike">
                          <a:effectLst/>
                        </a:rPr>
                        <a:t>년 </a:t>
                      </a:r>
                      <a:r>
                        <a:rPr lang="en-US" altLang="ko-KR" sz="900" u="none" strike="noStrike">
                          <a:effectLst/>
                        </a:rPr>
                        <a:t>05</a:t>
                      </a:r>
                      <a:r>
                        <a:rPr lang="ko-KR" altLang="en-US" sz="900" u="none" strike="noStrike">
                          <a:effectLst/>
                        </a:rPr>
                        <a:t>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25</a:t>
                      </a:r>
                      <a:r>
                        <a:rPr lang="ko-KR" altLang="en-US" sz="900" u="none" strike="noStrike">
                          <a:effectLst/>
                        </a:rPr>
                        <a:t>년 </a:t>
                      </a:r>
                      <a:r>
                        <a:rPr lang="en-US" altLang="ko-KR" sz="900" u="none" strike="noStrike">
                          <a:effectLst/>
                        </a:rPr>
                        <a:t>05</a:t>
                      </a:r>
                      <a:r>
                        <a:rPr lang="ko-KR" altLang="en-US" sz="900" u="none" strike="noStrike">
                          <a:effectLst/>
                        </a:rPr>
                        <a:t>월 </a:t>
                      </a:r>
                      <a:r>
                        <a:rPr lang="en-US" altLang="ko-KR" sz="900" u="none" strike="noStrike">
                          <a:effectLst/>
                        </a:rPr>
                        <a:t>~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91299150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D73BAC8-DFCE-4C93-B74E-3F1B225B7A83}"/>
              </a:ext>
            </a:extLst>
          </p:cNvPr>
          <p:cNvSpPr/>
          <p:nvPr/>
        </p:nvSpPr>
        <p:spPr>
          <a:xfrm>
            <a:off x="5380697" y="1657249"/>
            <a:ext cx="1119627" cy="336415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8" name="이등변 삼각형 7">
            <a:extLst>
              <a:ext uri="{FF2B5EF4-FFF2-40B4-BE49-F238E27FC236}">
                <a16:creationId xmlns:a16="http://schemas.microsoft.com/office/drawing/2014/main" id="{07D98685-478B-421D-88B1-FD3F347C1AA4}"/>
              </a:ext>
            </a:extLst>
          </p:cNvPr>
          <p:cNvSpPr/>
          <p:nvPr/>
        </p:nvSpPr>
        <p:spPr>
          <a:xfrm rot="10800000">
            <a:off x="5904510" y="1560555"/>
            <a:ext cx="72000" cy="720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30" name="내용 개체 틀 20">
            <a:extLst>
              <a:ext uri="{FF2B5EF4-FFF2-40B4-BE49-F238E27FC236}">
                <a16:creationId xmlns:a16="http://schemas.microsoft.com/office/drawing/2014/main" id="{6F0A1984-ACC2-4062-BE1D-9FBF00C4EB71}"/>
              </a:ext>
            </a:extLst>
          </p:cNvPr>
          <p:cNvSpPr txBox="1">
            <a:spLocks/>
          </p:cNvSpPr>
          <p:nvPr/>
        </p:nvSpPr>
        <p:spPr>
          <a:xfrm>
            <a:off x="108656" y="593629"/>
            <a:ext cx="4100481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■ 신규 공정 자동보정기술 개발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원통형 양극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테이핑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공정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708B1D54-9D52-42CB-82CB-E5D69946BACE}"/>
              </a:ext>
            </a:extLst>
          </p:cNvPr>
          <p:cNvSpPr txBox="1"/>
          <p:nvPr/>
        </p:nvSpPr>
        <p:spPr>
          <a:xfrm>
            <a:off x="7997397" y="272506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12/16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15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시</a:t>
            </a:r>
          </a:p>
        </p:txBody>
      </p:sp>
      <p:sp>
        <p:nvSpPr>
          <p:cNvPr id="39" name="내용 개체 틀 20">
            <a:extLst>
              <a:ext uri="{FF2B5EF4-FFF2-40B4-BE49-F238E27FC236}">
                <a16:creationId xmlns:a16="http://schemas.microsoft.com/office/drawing/2014/main" id="{BD947726-D688-4BA1-ABAE-873172B470A3}"/>
              </a:ext>
            </a:extLst>
          </p:cNvPr>
          <p:cNvSpPr txBox="1">
            <a:spLocks/>
          </p:cNvSpPr>
          <p:nvPr/>
        </p:nvSpPr>
        <p:spPr>
          <a:xfrm>
            <a:off x="8301038" y="164836"/>
            <a:ext cx="856004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박세용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P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18" name="제목 1">
            <a:extLst>
              <a:ext uri="{FF2B5EF4-FFF2-40B4-BE49-F238E27FC236}">
                <a16:creationId xmlns:a16="http://schemas.microsoft.com/office/drawing/2014/main" id="{C1F15E63-B3B5-4E9F-9405-13D14F63B74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1628BA4-D553-442F-ACCA-61AC0C64CE48}"/>
              </a:ext>
            </a:extLst>
          </p:cNvPr>
          <p:cNvSpPr/>
          <p:nvPr/>
        </p:nvSpPr>
        <p:spPr>
          <a:xfrm>
            <a:off x="5901022" y="273510"/>
            <a:ext cx="2400016" cy="246221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RSND-#9, 진행 상태 : </a:t>
            </a:r>
            <a:r>
              <a:rPr lang="ko-KR" altLang="en-US" sz="1000">
                <a:solidFill>
                  <a:srgbClr val="00B050"/>
                </a:solidFill>
                <a:latin typeface="+mn-ea"/>
              </a:rPr>
              <a:t>● </a:t>
            </a:r>
            <a:r>
              <a:rPr lang="ko-KR" altLang="en-US" sz="1000">
                <a:latin typeface="+mn-ea"/>
              </a:rPr>
              <a:t>]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E8D2AB6C-B7B9-4970-8EFF-1FB4A3A39A51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369525" y="2776559"/>
            <a:ext cx="4341427" cy="1161047"/>
          </a:xfrm>
          <a:prstGeom prst="rect">
            <a:avLst/>
          </a:prstGeom>
        </p:spPr>
      </p:pic>
      <p:pic>
        <p:nvPicPr>
          <p:cNvPr id="11" name="그림 10">
            <a:extLst>
              <a:ext uri="{FF2B5EF4-FFF2-40B4-BE49-F238E27FC236}">
                <a16:creationId xmlns:a16="http://schemas.microsoft.com/office/drawing/2014/main" id="{9915327D-1EE1-48AC-BD0D-F06E65519F94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710952" y="2920394"/>
            <a:ext cx="2825523" cy="10172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0005716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4126919-6681-402B-B8DC-D9D2730CDB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3896840"/>
              </p:ext>
            </p:extLst>
          </p:nvPr>
        </p:nvGraphicFramePr>
        <p:xfrm>
          <a:off x="125047" y="765178"/>
          <a:ext cx="9578422" cy="5844114"/>
        </p:xfrm>
        <a:graphic>
          <a:graphicData uri="http://schemas.openxmlformats.org/drawingml/2006/table">
            <a:tbl>
              <a:tblPr/>
              <a:tblGrid>
                <a:gridCol w="75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0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86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9834"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Operation </a:t>
                      </a: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지능화를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위한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생산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인원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효율화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WA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(W51) 특이사항 없습니다.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25.06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정대영P</a:t>
                      </a: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박상하P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이상용S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백승민A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86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5555967"/>
                  </a:ext>
                </a:extLst>
              </a:tr>
              <a:tr h="503307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ts val="13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사항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  <a:endParaRPr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ts val="13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.- 롤프레스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1) 롤프레스 음/양극 대표호기 기준 최신 PLC, HMI 프로그램 확보 및 분석 진행 (진행중, ~5/15)</a:t>
                      </a:r>
                      <a:endParaRPr lang="en-US" sz="900">
                        <a:solidFill>
                          <a:schemeClr val="tx1"/>
                        </a:solidFill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→  프로그램 확보 완료(5/13), 분석 진행(~5/15),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재조건조정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자동보정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설계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및 적용 전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시뮬레이션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진행 완료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(5/21)</a:t>
                      </a:r>
                      <a:endParaRPr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생산팀 협의통해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테스트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일정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반영하여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재조건조정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자동보정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고도화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적용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및 검증 완료(음4-1,양3-1,양4-1)(6/3) 음3-1 적용 완료(6/11) </a:t>
                      </a:r>
                      <a:endParaRPr lang="en-US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 → 재조건조정 자동보정 동작 후 완료 조건 로직 고도화를 진행하였습니다. (6/23)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2) APC 롤프레스 자동보정 및 자동보정/공정 이상감지 로직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설계</a:t>
                      </a:r>
                      <a:endParaRPr lang="en-US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→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자동보정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이상감지(보정값 미반영, 지연, 역방향)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및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공정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이상감지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(두께 Zone별 Data 편차 발생 시 이상감지) 등록 완료 (6/6)</a:t>
                      </a:r>
                      <a:endParaRPr lang="en-US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→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이상감지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조치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가이드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작성 완료 (6/18)</a:t>
                      </a:r>
                      <a:endParaRPr lang="en-US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3)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롤프레스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등속구간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Gap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자동보정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고도화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기존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등속구간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Gap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자동보정의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평균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데이터를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활용한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두께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보정에서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Zone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단위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평균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데이터를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인차로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추가하여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로직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고도화</a:t>
                      </a:r>
                      <a:b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→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등속구간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고도화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로직 음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3-1,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양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3-1,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양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4-1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수평전개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(6/13), 음극 성능검증 (6/19) 양극 기능, 성능검증 완료 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(6/24)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4)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제조역량강화팀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대상으로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재조건조정, 등속구간 자동보정 고도화 로직 교육, 이상감지 교육 진행 (6/25)</a:t>
                      </a:r>
                      <a:b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noProof="1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5) WA4</a:t>
                      </a:r>
                      <a:r>
                        <a:rPr lang="ko-KR" altLang="en-US" sz="900" b="0" i="0" u="none" strike="noStrike" kern="1200" noProof="1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동 </a:t>
                      </a:r>
                      <a:r>
                        <a:rPr lang="en-US" altLang="ko-KR" sz="900" b="0" i="0" u="none" strike="noStrike" kern="1200" noProof="1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CIS </a:t>
                      </a:r>
                      <a:r>
                        <a:rPr lang="ko-KR" altLang="en-US" sz="900" b="0" i="0" u="none" strike="noStrike" kern="1200" noProof="1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설비</a:t>
                      </a:r>
                      <a:r>
                        <a:rPr lang="en-US" altLang="ko-KR" sz="900" b="0" i="0" u="none" strike="noStrike" kern="1200" noProof="1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(LINE4~7) </a:t>
                      </a:r>
                      <a:r>
                        <a:rPr lang="ko-KR" altLang="en-US" sz="900" b="0" i="0" u="none" strike="noStrike" kern="1200" noProof="1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전개를 위한 </a:t>
                      </a:r>
                      <a:r>
                        <a:rPr lang="en-US" altLang="ko-KR" sz="900" b="0" i="0" u="none" strike="noStrike" kern="1200" noProof="1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PLC, HMI</a:t>
                      </a:r>
                      <a:r>
                        <a:rPr lang="ko-KR" altLang="en-US" sz="900" b="0" i="0" u="none" strike="noStrike" kern="1200" noProof="1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등속구간 자동보정 업데이트 완료(7/16) 후, WA 법인 PLC 프로그램 적용 프로세스에  의거하여 WA Automation Team 로직 설명(7/18) 후, 적용 하기로 협의하였습니다.</a:t>
                      </a:r>
                      <a:r>
                        <a:rPr lang="ko-KR" altLang="en-US" sz="900" b="0" i="0" u="none" strike="noStrike" kern="1200" noProof="1">
                          <a:solidFill>
                            <a:srgbClr val="0000FF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noProof="1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CIS社 APC 등속구간 자동보정 적용 후 검증</a:t>
                      </a:r>
                      <a:r>
                        <a:rPr lang="en-US" altLang="ko-KR" sz="900" b="0" i="0" u="none" strike="noStrike" kern="1200" noProof="1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noProof="1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수정 진행중입니다</a:t>
                      </a:r>
                      <a:r>
                        <a:rPr lang="en-US" altLang="ko-KR" sz="900" b="0" i="0" u="none" strike="noStrike" kern="1200" noProof="1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.</a:t>
                      </a:r>
                      <a:r>
                        <a:rPr lang="ko-KR" altLang="en-US" sz="900" b="0" i="0" u="none" strike="noStrike" kern="1200" noProof="1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(~10/2)</a:t>
                      </a:r>
                      <a:endParaRPr lang="en-US" altLang="ko-KR" sz="900" b="0" i="0" u="none" strike="noStrike" kern="1200" noProof="1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.- 노칭</a:t>
                      </a:r>
                      <a:endParaRPr lang="en-US" sz="900">
                        <a:solidFill>
                          <a:schemeClr val="tx1"/>
                        </a:solidFill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1) APC 노칭 자동보정 및 자동보정/공정 이상감지 로직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설계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(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5/25)</a:t>
                      </a:r>
                      <a:endParaRPr lang="en-US" sz="90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→ 비정상 동작 관련 이상감지(보정값 미반영, 지연, 역방향 등), </a:t>
                      </a:r>
                      <a:r>
                        <a:rPr 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공정 이상감지 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</a:t>
                      </a:r>
                      <a:r>
                        <a:rPr 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비전 오측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 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5/25)</a:t>
                      </a:r>
                      <a:b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</a:rPr>
                      </a:b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2)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자동보정을 구간별로 나누어 최적 파라미터를 도출했습니다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재료교체구간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등속구간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)</a:t>
                      </a:r>
                      <a:endParaRPr lang="en-US" sz="90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- 불량다발구간 알고리즘 안정화 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(8/25)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하여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WA(8/27), MI2(8/29)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적용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완료했습니다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</a:t>
                      </a:r>
                      <a:endParaRPr lang="en-US" altLang="ko-KR" sz="90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3)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자동보정 비정상 동작 원인 파악</a:t>
                      </a:r>
                      <a:endParaRPr lang="en-US" altLang="ko-KR" sz="900">
                        <a:solidFill>
                          <a:schemeClr val="tx1"/>
                        </a:solidFill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 → 비정상적인 동작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Case(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보정값 반영 지연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미동작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구분 및 로직 고도화 예정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제어 지연 관련해서는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PLC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내부 제어 프로그램을 모니터링 중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(~6/5), 검사기 데이터 수집 지연 발생 설비 Local 전환하였으며 본사/WA 검사기술팀에서 분석 진행중입니다.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sz="900">
                          <a:solidFill>
                            <a:schemeClr val="tx1"/>
                          </a:solidFill>
                        </a:rPr>
                        <a:t> →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검사</a:t>
                      </a:r>
                      <a:r>
                        <a:rPr lang="en-US" sz="900">
                          <a:solidFill>
                            <a:schemeClr val="tx1"/>
                          </a:solidFill>
                        </a:rPr>
                        <a:t> 데이터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이상으로</a:t>
                      </a:r>
                      <a:r>
                        <a:rPr lang="en-US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인한</a:t>
                      </a:r>
                      <a:r>
                        <a:rPr lang="en-US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미보정</a:t>
                      </a:r>
                      <a:r>
                        <a:rPr lang="en-US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방지를</a:t>
                      </a:r>
                      <a:r>
                        <a:rPr lang="en-US" sz="900">
                          <a:solidFill>
                            <a:schemeClr val="tx1"/>
                          </a:solidFill>
                        </a:rPr>
                        <a:t> 위해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예외치</a:t>
                      </a:r>
                      <a:r>
                        <a:rPr lang="en-US" sz="900">
                          <a:solidFill>
                            <a:schemeClr val="tx1"/>
                          </a:solidFill>
                        </a:rPr>
                        <a:t> 판정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로직</a:t>
                      </a:r>
                      <a:r>
                        <a:rPr lang="en-US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추가하여 적용했습니다</a:t>
                      </a:r>
                      <a:r>
                        <a:rPr lang="en-US" sz="900">
                          <a:solidFill>
                            <a:schemeClr val="tx1"/>
                          </a:solidFill>
                        </a:rPr>
                        <a:t>.</a:t>
                      </a:r>
                      <a:br>
                        <a:rPr lang="en-US" sz="900">
                          <a:solidFill>
                            <a:srgbClr val="000000"/>
                          </a:solidFill>
                        </a:rPr>
                      </a:b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4)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노칭 어깨선 불량 개선 논의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매주 목요일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, ~6/5)</a:t>
                      </a:r>
                      <a:endParaRPr lang="en-US"/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-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불량률이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높은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Lot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대상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자동보정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정상동작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여부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확인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중입니다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 → Vision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LPC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데이터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활용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(~6/9)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    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Davinci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기반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APC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정상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동작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분석툴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구축했습니다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(6/2).</a:t>
                      </a:r>
                      <a:endParaRPr lang="en-US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   -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구간별 자동보정 고도화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APC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코드 완료</a:t>
                      </a:r>
                      <a:r>
                        <a:rPr 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(6/20),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대표호기 적용 및 수평전개 진행 완료(7/2) 했습니다.</a:t>
                      </a:r>
                      <a:endParaRPr lang="en-US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88958794"/>
                  </a:ext>
                </a:extLst>
              </a:tr>
            </a:tbl>
          </a:graphicData>
        </a:graphic>
      </p:graphicFrame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EF14538E-4A44-484A-A70E-5AAB258814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1425417"/>
              </p:ext>
            </p:extLst>
          </p:nvPr>
        </p:nvGraphicFramePr>
        <p:xfrm>
          <a:off x="1513936" y="1713738"/>
          <a:ext cx="7027031" cy="966512"/>
        </p:xfrm>
        <a:graphic>
          <a:graphicData uri="http://schemas.openxmlformats.org/drawingml/2006/table">
            <a:tbl>
              <a:tblPr/>
              <a:tblGrid>
                <a:gridCol w="664583">
                  <a:extLst>
                    <a:ext uri="{9D8B030D-6E8A-4147-A177-3AD203B41FA5}">
                      <a16:colId xmlns:a16="http://schemas.microsoft.com/office/drawing/2014/main" val="632886312"/>
                    </a:ext>
                  </a:extLst>
                </a:gridCol>
                <a:gridCol w="1060408">
                  <a:extLst>
                    <a:ext uri="{9D8B030D-6E8A-4147-A177-3AD203B41FA5}">
                      <a16:colId xmlns:a16="http://schemas.microsoft.com/office/drawing/2014/main" val="1611719016"/>
                    </a:ext>
                  </a:extLst>
                </a:gridCol>
                <a:gridCol w="1060408">
                  <a:extLst>
                    <a:ext uri="{9D8B030D-6E8A-4147-A177-3AD203B41FA5}">
                      <a16:colId xmlns:a16="http://schemas.microsoft.com/office/drawing/2014/main" val="4075003826"/>
                    </a:ext>
                  </a:extLst>
                </a:gridCol>
                <a:gridCol w="1060408">
                  <a:extLst>
                    <a:ext uri="{9D8B030D-6E8A-4147-A177-3AD203B41FA5}">
                      <a16:colId xmlns:a16="http://schemas.microsoft.com/office/drawing/2014/main" val="2781788954"/>
                    </a:ext>
                  </a:extLst>
                </a:gridCol>
                <a:gridCol w="1060408">
                  <a:extLst>
                    <a:ext uri="{9D8B030D-6E8A-4147-A177-3AD203B41FA5}">
                      <a16:colId xmlns:a16="http://schemas.microsoft.com/office/drawing/2014/main" val="1318451635"/>
                    </a:ext>
                  </a:extLst>
                </a:gridCol>
                <a:gridCol w="1060408">
                  <a:extLst>
                    <a:ext uri="{9D8B030D-6E8A-4147-A177-3AD203B41FA5}">
                      <a16:colId xmlns:a16="http://schemas.microsoft.com/office/drawing/2014/main" val="3679528229"/>
                    </a:ext>
                  </a:extLst>
                </a:gridCol>
                <a:gridCol w="1060408">
                  <a:extLst>
                    <a:ext uri="{9D8B030D-6E8A-4147-A177-3AD203B41FA5}">
                      <a16:colId xmlns:a16="http://schemas.microsoft.com/office/drawing/2014/main" val="525299550"/>
                    </a:ext>
                  </a:extLst>
                </a:gridCol>
              </a:tblGrid>
              <a:tr h="189604">
                <a:tc rowSpan="2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err="1"/>
                        <a:t>공정</a:t>
                      </a: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altLang="ko-KR" sz="900" err="1"/>
                        <a:t>세부일정</a:t>
                      </a:r>
                      <a:endParaRPr lang="en-US" altLang="ko-KR" sz="900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284405">
                <a:tc vMerge="1">
                  <a:txBody>
                    <a:bodyPr/>
                    <a:lstStyle/>
                    <a:p>
                      <a:pPr defTabSz="914400"/>
                      <a:endParaRPr lang="en-US" altLang="ko-KR"/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ESWA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출장 출발</a:t>
                      </a:r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알고리즘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개발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및</a:t>
                      </a:r>
                    </a:p>
                    <a:p>
                      <a:pPr marL="0" lvl="0" algn="ctr">
                        <a:buNone/>
                      </a:pP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대표호기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적용</a:t>
                      </a:r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이상감지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최적화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및</a:t>
                      </a:r>
                    </a:p>
                    <a:p>
                      <a:pPr marL="0" lvl="0" algn="ctr">
                        <a:buNone/>
                      </a:pP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조치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프로세스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상세화</a:t>
                      </a:r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이상감지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수평전개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및</a:t>
                      </a:r>
                    </a:p>
                    <a:p>
                      <a:pPr marL="0" lvl="0" algn="ctr">
                        <a:buNone/>
                      </a:pP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발생횟수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최적화</a:t>
                      </a:r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자동보정 고도화 효과 분석 및 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TDR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지원</a:t>
                      </a:r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ESWA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출장 복귀</a:t>
                      </a:r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246252"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롤프레스</a:t>
                      </a:r>
                      <a:endParaRPr kumimoji="0" lang="en-US" altLang="ko-KR" sz="900" b="0" i="0" u="none" strike="noStrike" kern="1200" cap="none" spc="0" normalizeH="0" baseline="0" noProof="0" err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‘25.5.9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~5/23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~5/30</a:t>
                      </a:r>
                      <a:endParaRPr lang="en-US" altLang="ko-KR"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~6/13</a:t>
                      </a:r>
                      <a:endParaRPr lang="en-US" altLang="ko-KR"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900">
                          <a:latin typeface="+mj-ea"/>
                          <a:ea typeface="+mj-ea"/>
                        </a:rPr>
                        <a:t>~6/25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25.06.28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  <a:tr h="246251"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노칭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</a:rPr>
                        <a:t>‘25.5.9</a:t>
                      </a:r>
                      <a:endParaRPr kumimoji="0" lang="en-US">
                        <a:latin typeface="+mj-ea"/>
                        <a:ea typeface="+mj-ea"/>
                      </a:endParaRP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~5/23</a:t>
                      </a: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~5/30</a:t>
                      </a: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~6/13</a:t>
                      </a:r>
                      <a:endParaRPr lang="en-US">
                        <a:latin typeface="+mj-ea"/>
                        <a:ea typeface="+mj-ea"/>
                      </a:endParaRP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900">
                          <a:latin typeface="+mj-ea"/>
                          <a:ea typeface="+mj-ea"/>
                        </a:rPr>
                        <a:t>~6/25</a:t>
                      </a:r>
                    </a:p>
                  </a:txBody>
                  <a:tcPr marL="9524" marR="9524" marT="9524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25.06.28</a:t>
                      </a: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4540098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058D9290-B6FE-4188-A628-169045B30DE8}"/>
              </a:ext>
            </a:extLst>
          </p:cNvPr>
          <p:cNvSpPr txBox="1"/>
          <p:nvPr/>
        </p:nvSpPr>
        <p:spPr>
          <a:xfrm>
            <a:off x="7921881" y="471885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algn="r"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12/16 14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시</a:t>
            </a: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28758E98-17F7-4D01-A011-7C27E92E6D72}"/>
              </a:ext>
            </a:extLst>
          </p:cNvPr>
          <p:cNvSpPr txBox="1">
            <a:spLocks/>
          </p:cNvSpPr>
          <p:nvPr/>
        </p:nvSpPr>
        <p:spPr>
          <a:xfrm>
            <a:off x="8307253" y="170214"/>
            <a:ext cx="1396216" cy="307777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정대영P, 박상하P, </a:t>
            </a:r>
          </a:p>
          <a:p>
            <a:pPr>
              <a:spcBef>
                <a:spcPts val="0"/>
              </a:spcBef>
              <a:defRPr/>
            </a:pPr>
            <a:r>
              <a:rPr lang="en-US" altLang="ko-KR" sz="1000">
                <a:solidFill>
                  <a:prstClr val="black"/>
                </a:solidFill>
                <a:latin typeface="+mn-ea"/>
              </a:rPr>
              <a:t>이상용S, 백승민A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7" name="제목 1">
            <a:extLst>
              <a:ext uri="{FF2B5EF4-FFF2-40B4-BE49-F238E27FC236}">
                <a16:creationId xmlns:a16="http://schemas.microsoft.com/office/drawing/2014/main" id="{63D7D659-1C52-4310-B378-366B28EEA11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8" name="직사각형 13">
            <a:extLst>
              <a:ext uri="{FF2B5EF4-FFF2-40B4-BE49-F238E27FC236}">
                <a16:creationId xmlns:a16="http://schemas.microsoft.com/office/drawing/2014/main" id="{E0E476F1-D06B-48ED-9276-CC567EC1AF73}"/>
              </a:ext>
            </a:extLst>
          </p:cNvPr>
          <p:cNvSpPr/>
          <p:nvPr/>
        </p:nvSpPr>
        <p:spPr>
          <a:xfrm>
            <a:off x="5993108" y="200993"/>
            <a:ext cx="2470548" cy="246221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RSND-#11, 진행 상태 : </a:t>
            </a:r>
            <a:r>
              <a:rPr lang="ko-KR" sz="1000">
                <a:solidFill>
                  <a:srgbClr val="00B050"/>
                </a:solidFill>
                <a:latin typeface="+mn-ea"/>
                <a:ea typeface="LG Smart_H Regular"/>
              </a:rPr>
              <a:t>●</a:t>
            </a:r>
            <a:r>
              <a:rPr lang="ko-KR" altLang="en-US" sz="1000">
                <a:solidFill>
                  <a:srgbClr val="FF0000"/>
                </a:solidFill>
                <a:latin typeface="+mn-ea"/>
              </a:rPr>
              <a:t> </a:t>
            </a:r>
            <a:r>
              <a:rPr lang="ko-KR" altLang="en-US" sz="1000">
                <a:latin typeface="+mn-ea"/>
              </a:rPr>
              <a:t>]</a:t>
            </a: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FF70A65D-00CF-4CEA-9B12-97AA416684A6}"/>
              </a:ext>
            </a:extLst>
          </p:cNvPr>
          <p:cNvSpPr txBox="1">
            <a:spLocks/>
          </p:cNvSpPr>
          <p:nvPr/>
        </p:nvSpPr>
        <p:spPr>
          <a:xfrm>
            <a:off x="108656" y="511134"/>
            <a:ext cx="4306692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WA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 제조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Operation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 지능화를 통한 생산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인원 효율화 </a:t>
            </a:r>
            <a:endParaRPr lang="en-US" altLang="ko-KR" sz="1400" b="1">
              <a:solidFill>
                <a:prstClr val="black"/>
              </a:solidFill>
              <a:ea typeface="맑은 고딕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1568104921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4126919-6681-402B-B8DC-D9D2730CDB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2986604"/>
              </p:ext>
            </p:extLst>
          </p:nvPr>
        </p:nvGraphicFramePr>
        <p:xfrm>
          <a:off x="125047" y="765178"/>
          <a:ext cx="9578422" cy="5791230"/>
        </p:xfrm>
        <a:graphic>
          <a:graphicData uri="http://schemas.openxmlformats.org/drawingml/2006/table">
            <a:tbl>
              <a:tblPr/>
              <a:tblGrid>
                <a:gridCol w="75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0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86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9834"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음극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DIP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 개발 및 고도화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NJ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(W51)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특이사항 없습니다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박홍준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정대영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86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5555967"/>
                  </a:ext>
                </a:extLst>
              </a:tr>
              <a:tr h="503307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/>
                        <a:t>[</a:t>
                      </a:r>
                      <a:r>
                        <a:rPr lang="ko-KR" altLang="en-US" sz="900"/>
                        <a:t>배경</a:t>
                      </a:r>
                      <a:r>
                        <a:rPr lang="en-US" altLang="ko-KR" sz="900"/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/>
                        <a:t>25</a:t>
                      </a:r>
                      <a:r>
                        <a:rPr lang="ko-KR" altLang="en-US" sz="900"/>
                        <a:t>년 원통형 신규 양산 모델인 </a:t>
                      </a:r>
                      <a:r>
                        <a:rPr lang="en-US" altLang="ko-KR" sz="900"/>
                        <a:t>M53F(Tesla</a:t>
                      </a:r>
                      <a:r>
                        <a:rPr lang="ko-KR" altLang="en-US" sz="900"/>
                        <a:t>향</a:t>
                      </a:r>
                      <a:r>
                        <a:rPr lang="en-US" altLang="ko-KR" sz="900"/>
                        <a:t>) </a:t>
                      </a:r>
                      <a:r>
                        <a:rPr lang="ko-KR" altLang="en-US" sz="900"/>
                        <a:t>음극에서 신규 </a:t>
                      </a:r>
                      <a:r>
                        <a:rPr lang="en-US" altLang="ko-KR" sz="900"/>
                        <a:t>CTQ </a:t>
                      </a:r>
                      <a:r>
                        <a:rPr lang="ko-KR" altLang="en-US" sz="900"/>
                        <a:t>관리 항목인 음극 </a:t>
                      </a:r>
                      <a:r>
                        <a:rPr lang="en-US" altLang="ko-KR" sz="900"/>
                        <a:t>Dip(</a:t>
                      </a:r>
                      <a:r>
                        <a:rPr lang="ko-KR" altLang="en-US" sz="900"/>
                        <a:t>패턴 코팅 </a:t>
                      </a:r>
                      <a:r>
                        <a:rPr lang="en-US" altLang="ko-KR" sz="900"/>
                        <a:t>Start</a:t>
                      </a:r>
                      <a:r>
                        <a:rPr lang="ko-KR" altLang="en-US" sz="900"/>
                        <a:t>부에서 </a:t>
                      </a:r>
                      <a:r>
                        <a:rPr lang="en-US" altLang="ko-KR" sz="900"/>
                        <a:t>10~25mm </a:t>
                      </a:r>
                      <a:r>
                        <a:rPr lang="ko-KR" altLang="en-US" sz="900"/>
                        <a:t>영역의 길이방향 코팅 두께 평균 값</a:t>
                      </a:r>
                      <a:r>
                        <a:rPr lang="en-US" altLang="ko-KR" sz="900"/>
                        <a:t>)</a:t>
                      </a:r>
                      <a:r>
                        <a:rPr lang="ko-KR" altLang="en-US" sz="900"/>
                        <a:t>이 도출되면서 해당 항목에 대한 자동보정 프로그램 신규 개발 필요하다는 </a:t>
                      </a:r>
                      <a:r>
                        <a:rPr lang="en-US" altLang="ko-KR" sz="900"/>
                        <a:t>ESNJ </a:t>
                      </a:r>
                      <a:r>
                        <a:rPr lang="ko-KR" altLang="en-US" sz="900"/>
                        <a:t>법인과 </a:t>
                      </a:r>
                      <a:r>
                        <a:rPr lang="en-US" altLang="ko-KR" sz="900"/>
                        <a:t>21MC</a:t>
                      </a:r>
                      <a:r>
                        <a:rPr lang="ko-KR" altLang="en-US" sz="900"/>
                        <a:t>공정기술팀의 요청을 받아 진행하게 되었습니다</a:t>
                      </a:r>
                      <a:r>
                        <a:rPr lang="en-US" altLang="ko-KR" sz="900"/>
                        <a:t>. CTP </a:t>
                      </a:r>
                      <a:r>
                        <a:rPr lang="ko-KR" altLang="en-US" sz="900"/>
                        <a:t>항목인 상부 환류 </a:t>
                      </a:r>
                      <a:r>
                        <a:rPr lang="ko-KR" altLang="en-US" sz="900" err="1"/>
                        <a:t>개도율</a:t>
                      </a:r>
                      <a:r>
                        <a:rPr lang="en-US" altLang="ko-KR" sz="900"/>
                        <a:t>, </a:t>
                      </a:r>
                      <a:r>
                        <a:rPr lang="ko-KR" altLang="en-US" sz="900"/>
                        <a:t>상부 환류 하강 시간</a:t>
                      </a:r>
                      <a:r>
                        <a:rPr lang="en-US" altLang="ko-KR" sz="900"/>
                        <a:t>, </a:t>
                      </a:r>
                      <a:r>
                        <a:rPr lang="ko-KR" altLang="en-US" sz="900"/>
                        <a:t>상부 환류 상승 높이를 제어하여 </a:t>
                      </a:r>
                      <a:r>
                        <a:rPr lang="en-US" altLang="ko-KR" sz="900"/>
                        <a:t>CTQ </a:t>
                      </a:r>
                      <a:r>
                        <a:rPr lang="ko-KR" altLang="en-US" sz="900"/>
                        <a:t>항목인 </a:t>
                      </a:r>
                      <a:r>
                        <a:rPr lang="en-US" altLang="ko-KR" sz="900"/>
                        <a:t>DIP</a:t>
                      </a:r>
                      <a:r>
                        <a:rPr lang="ko-KR" altLang="en-US" sz="900"/>
                        <a:t>을 조절하는 자동보정 기술을 개발하여 불량 감소로 인한 </a:t>
                      </a:r>
                      <a:r>
                        <a:rPr lang="ko-KR" altLang="en-US" sz="900" err="1"/>
                        <a:t>수율</a:t>
                      </a:r>
                      <a:r>
                        <a:rPr lang="ko-KR" altLang="en-US" sz="900"/>
                        <a:t> 개선 및 수동조작 </a:t>
                      </a:r>
                      <a:r>
                        <a:rPr lang="en-US" altLang="ko-KR" sz="900"/>
                        <a:t>Zero</a:t>
                      </a:r>
                      <a:r>
                        <a:rPr lang="ko-KR" altLang="en-US" sz="900"/>
                        <a:t>화에 기여하고자 합니다</a:t>
                      </a:r>
                      <a:r>
                        <a:rPr lang="en-US" altLang="ko-KR" sz="900"/>
                        <a:t>.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진행 사항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수평전개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(PLC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및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HMI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는 법인 진행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알고리즘 및 데이터 확인은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RSND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자동보정팀 진행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① 음극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6,7,11,12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호기 수평전개 완료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(11/14)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성과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  <a:b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자동보정 양산 적용 기간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(8/18~9/5)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기준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Dip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불량률 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0.004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% </a:t>
                      </a:r>
                      <a:r>
                        <a:rPr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입니다</a:t>
                      </a:r>
                      <a:r>
                        <a:rPr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88958794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058D9290-B6FE-4188-A628-169045B30DE8}"/>
              </a:ext>
            </a:extLst>
          </p:cNvPr>
          <p:cNvSpPr txBox="1"/>
          <p:nvPr/>
        </p:nvSpPr>
        <p:spPr>
          <a:xfrm>
            <a:off x="7921881" y="471885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algn="r"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12/16 10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시</a:t>
            </a:r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28758E98-17F7-4D01-A011-7C27E92E6D72}"/>
              </a:ext>
            </a:extLst>
          </p:cNvPr>
          <p:cNvSpPr txBox="1">
            <a:spLocks/>
          </p:cNvSpPr>
          <p:nvPr/>
        </p:nvSpPr>
        <p:spPr>
          <a:xfrm>
            <a:off x="8837846" y="170214"/>
            <a:ext cx="865623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+mn-ea"/>
              </a:rPr>
              <a:t>박홍준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A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7" name="제목 1">
            <a:extLst>
              <a:ext uri="{FF2B5EF4-FFF2-40B4-BE49-F238E27FC236}">
                <a16:creationId xmlns:a16="http://schemas.microsoft.com/office/drawing/2014/main" id="{63D7D659-1C52-4310-B378-366B28EEA11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8" name="직사각형 13">
            <a:extLst>
              <a:ext uri="{FF2B5EF4-FFF2-40B4-BE49-F238E27FC236}">
                <a16:creationId xmlns:a16="http://schemas.microsoft.com/office/drawing/2014/main" id="{E0E476F1-D06B-48ED-9276-CC567EC1AF73}"/>
              </a:ext>
            </a:extLst>
          </p:cNvPr>
          <p:cNvSpPr/>
          <p:nvPr/>
        </p:nvSpPr>
        <p:spPr>
          <a:xfrm>
            <a:off x="5993108" y="200993"/>
            <a:ext cx="2287806" cy="246221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</a:t>
            </a:r>
            <a:r>
              <a:rPr lang="en-US" altLang="ko-KR" sz="1000">
                <a:latin typeface="+mn-ea"/>
              </a:rPr>
              <a:t>12</a:t>
            </a:r>
            <a:r>
              <a:rPr lang="ko-KR" altLang="en-US" sz="1000">
                <a:latin typeface="+mn-ea"/>
              </a:rPr>
              <a:t>, 진행 상태 : </a:t>
            </a:r>
            <a:r>
              <a:rPr lang="ko-KR" sz="1000">
                <a:solidFill>
                  <a:srgbClr val="00B050"/>
                </a:solidFill>
                <a:latin typeface="+mn-ea"/>
                <a:ea typeface="LG Smart_H Regular"/>
              </a:rPr>
              <a:t>●</a:t>
            </a:r>
            <a:r>
              <a:rPr lang="ko-KR" altLang="en-US" sz="1000">
                <a:solidFill>
                  <a:srgbClr val="FF0000"/>
                </a:solidFill>
                <a:latin typeface="+mn-ea"/>
              </a:rPr>
              <a:t> </a:t>
            </a:r>
            <a:r>
              <a:rPr lang="ko-KR" altLang="en-US" sz="1000">
                <a:latin typeface="+mn-ea"/>
              </a:rPr>
              <a:t>]</a:t>
            </a: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FF70A65D-00CF-4CEA-9B12-97AA416684A6}"/>
              </a:ext>
            </a:extLst>
          </p:cNvPr>
          <p:cNvSpPr txBox="1">
            <a:spLocks/>
          </p:cNvSpPr>
          <p:nvPr/>
        </p:nvSpPr>
        <p:spPr>
          <a:xfrm>
            <a:off x="108656" y="511134"/>
            <a:ext cx="2826736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음극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DIP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자동보정 개발 및 고도화</a:t>
            </a:r>
            <a:endParaRPr lang="en-US" altLang="ko-KR" sz="1400" b="1">
              <a:solidFill>
                <a:prstClr val="black"/>
              </a:solidFill>
              <a:ea typeface="맑은 고딕"/>
              <a:cs typeface="Malgun Gothic Semilight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EDEDD8D-2F8B-41B2-BDFF-2F1E1311DD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0927074"/>
              </p:ext>
            </p:extLst>
          </p:nvPr>
        </p:nvGraphicFramePr>
        <p:xfrm>
          <a:off x="1503426" y="1590798"/>
          <a:ext cx="5714188" cy="555333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871771">
                  <a:extLst>
                    <a:ext uri="{9D8B030D-6E8A-4147-A177-3AD203B41FA5}">
                      <a16:colId xmlns:a16="http://schemas.microsoft.com/office/drawing/2014/main" val="762657284"/>
                    </a:ext>
                  </a:extLst>
                </a:gridCol>
                <a:gridCol w="1614139">
                  <a:extLst>
                    <a:ext uri="{9D8B030D-6E8A-4147-A177-3AD203B41FA5}">
                      <a16:colId xmlns:a16="http://schemas.microsoft.com/office/drawing/2014/main" val="386700513"/>
                    </a:ext>
                  </a:extLst>
                </a:gridCol>
                <a:gridCol w="1614139">
                  <a:extLst>
                    <a:ext uri="{9D8B030D-6E8A-4147-A177-3AD203B41FA5}">
                      <a16:colId xmlns:a16="http://schemas.microsoft.com/office/drawing/2014/main" val="4020706952"/>
                    </a:ext>
                  </a:extLst>
                </a:gridCol>
                <a:gridCol w="1614139">
                  <a:extLst>
                    <a:ext uri="{9D8B030D-6E8A-4147-A177-3AD203B41FA5}">
                      <a16:colId xmlns:a16="http://schemas.microsoft.com/office/drawing/2014/main" val="2451724243"/>
                    </a:ext>
                  </a:extLst>
                </a:gridCol>
              </a:tblGrid>
              <a:tr h="18511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 panose="020B0609020101020101" pitchFamily="49" charset="-127"/>
                        </a:rPr>
                        <a:t>SITE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진행 계획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712322"/>
                  </a:ext>
                </a:extLst>
              </a:tr>
              <a:tr h="185111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 panose="020B0609020101020101" pitchFamily="49" charset="-127"/>
                        </a:rPr>
                        <a:t>ESNJ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프로그램 개발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D2Coding" panose="020B0609020101020101" pitchFamily="49" charset="-127"/>
                          <a:ea typeface="D2Coding" panose="020B0609020101020101" pitchFamily="49" charset="-127"/>
                        </a:rPr>
                        <a:t>대표호기 적용 및 모니터링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고도화 및 수평전개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934947478"/>
                  </a:ext>
                </a:extLst>
              </a:tr>
              <a:tr h="185111"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25</a:t>
                      </a:r>
                      <a:r>
                        <a:rPr lang="ko-KR" altLang="en-US" sz="900" u="none" strike="noStrike">
                          <a:effectLst/>
                        </a:rPr>
                        <a:t>년 </a:t>
                      </a:r>
                      <a:r>
                        <a:rPr lang="en-US" altLang="ko-KR" sz="900" u="none" strike="noStrike">
                          <a:effectLst/>
                        </a:rPr>
                        <a:t>07</a:t>
                      </a:r>
                      <a:r>
                        <a:rPr lang="ko-KR" altLang="en-US" sz="900" u="none" strike="noStrike">
                          <a:effectLst/>
                        </a:rPr>
                        <a:t>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25</a:t>
                      </a:r>
                      <a:r>
                        <a:rPr lang="ko-KR" altLang="en-US" sz="900" u="none" strike="noStrike">
                          <a:effectLst/>
                        </a:rPr>
                        <a:t>년 </a:t>
                      </a:r>
                      <a:r>
                        <a:rPr lang="en-US" altLang="ko-KR" sz="900" u="none" strike="noStrike">
                          <a:effectLst/>
                        </a:rPr>
                        <a:t>08</a:t>
                      </a:r>
                      <a:r>
                        <a:rPr lang="ko-KR" altLang="en-US" sz="900" u="none" strike="noStrike">
                          <a:effectLst/>
                        </a:rPr>
                        <a:t>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25</a:t>
                      </a:r>
                      <a:r>
                        <a:rPr lang="ko-KR" altLang="en-US" sz="900" u="none" strike="noStrike">
                          <a:effectLst/>
                        </a:rPr>
                        <a:t>년 </a:t>
                      </a:r>
                      <a:r>
                        <a:rPr lang="en-US" altLang="ko-KR" sz="900" u="none" strike="noStrike">
                          <a:effectLst/>
                        </a:rPr>
                        <a:t>12</a:t>
                      </a:r>
                      <a:r>
                        <a:rPr lang="ko-KR" altLang="en-US" sz="900" u="none" strike="noStrike">
                          <a:effectLst/>
                        </a:rPr>
                        <a:t>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D2Coding" panose="020B0609020101020101" pitchFamily="49" charset="-127"/>
                        <a:ea typeface="D2Coding" panose="020B0609020101020101" pitchFamily="49" charset="-127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912991504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5A32D112-59C1-4042-B24F-BD72FEE23FF5}"/>
              </a:ext>
            </a:extLst>
          </p:cNvPr>
          <p:cNvSpPr/>
          <p:nvPr/>
        </p:nvSpPr>
        <p:spPr>
          <a:xfrm>
            <a:off x="5606379" y="1779771"/>
            <a:ext cx="1612669" cy="36636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ko-KR" altLang="en-US" sz="900">
              <a:solidFill>
                <a:prstClr val="white"/>
              </a:solidFill>
              <a:latin typeface="+mn-ea"/>
            </a:endParaRPr>
          </a:p>
        </p:txBody>
      </p:sp>
      <p:sp>
        <p:nvSpPr>
          <p:cNvPr id="12" name="이등변 삼각형 11">
            <a:extLst>
              <a:ext uri="{FF2B5EF4-FFF2-40B4-BE49-F238E27FC236}">
                <a16:creationId xmlns:a16="http://schemas.microsoft.com/office/drawing/2014/main" id="{85B77B2C-8D43-411B-819E-85A36FD77951}"/>
              </a:ext>
            </a:extLst>
          </p:cNvPr>
          <p:cNvSpPr/>
          <p:nvPr/>
        </p:nvSpPr>
        <p:spPr>
          <a:xfrm rot="10800000">
            <a:off x="6402927" y="1700466"/>
            <a:ext cx="72000" cy="720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ko-KR" altLang="en-US" sz="900">
              <a:solidFill>
                <a:prstClr val="white"/>
              </a:solidFill>
              <a:latin typeface="+mn-ea"/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2BEAE0B3-BEA8-41CD-82F0-D40BD10778D9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03426" y="2971751"/>
            <a:ext cx="3982974" cy="1369661"/>
          </a:xfrm>
          <a:prstGeom prst="rect">
            <a:avLst/>
          </a:prstGeom>
        </p:spPr>
      </p:pic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B67351DF-AF61-4B11-9631-BFF0647304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0370597"/>
              </p:ext>
            </p:extLst>
          </p:nvPr>
        </p:nvGraphicFramePr>
        <p:xfrm>
          <a:off x="1503426" y="5319948"/>
          <a:ext cx="3587297" cy="555334"/>
        </p:xfrm>
        <a:graphic>
          <a:graphicData uri="http://schemas.openxmlformats.org/drawingml/2006/table">
            <a:tbl>
              <a:tblPr/>
              <a:tblGrid>
                <a:gridCol w="767647">
                  <a:extLst>
                    <a:ext uri="{9D8B030D-6E8A-4147-A177-3AD203B41FA5}">
                      <a16:colId xmlns:a16="http://schemas.microsoft.com/office/drawing/2014/main" val="3468059359"/>
                    </a:ext>
                  </a:extLst>
                </a:gridCol>
                <a:gridCol w="1409825">
                  <a:extLst>
                    <a:ext uri="{9D8B030D-6E8A-4147-A177-3AD203B41FA5}">
                      <a16:colId xmlns:a16="http://schemas.microsoft.com/office/drawing/2014/main" val="1628468030"/>
                    </a:ext>
                  </a:extLst>
                </a:gridCol>
                <a:gridCol w="1409825">
                  <a:extLst>
                    <a:ext uri="{9D8B030D-6E8A-4147-A177-3AD203B41FA5}">
                      <a16:colId xmlns:a16="http://schemas.microsoft.com/office/drawing/2014/main" val="4202092702"/>
                    </a:ext>
                  </a:extLst>
                </a:gridCol>
              </a:tblGrid>
              <a:tr h="1374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자동보정 적용 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자동보정 적용 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4276554"/>
                  </a:ext>
                </a:extLst>
              </a:tr>
              <a:tr h="1374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총 생산량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2,355,393 패턴 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1,070,346 패턴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1616751"/>
                  </a:ext>
                </a:extLst>
              </a:tr>
              <a:tr h="1374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Dip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불량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4299.5 패턴 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38.5 패턴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1684450"/>
                  </a:ext>
                </a:extLst>
              </a:tr>
              <a:tr h="1429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불량률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0.183%(3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달 기준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 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0.004%(3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주 기준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5245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62861313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09782DC6-7820-E46A-976F-513B35163C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8446157"/>
              </p:ext>
            </p:extLst>
          </p:nvPr>
        </p:nvGraphicFramePr>
        <p:xfrm>
          <a:off x="125047" y="766800"/>
          <a:ext cx="9578422" cy="5791230"/>
        </p:xfrm>
        <a:graphic>
          <a:graphicData uri="http://schemas.openxmlformats.org/drawingml/2006/table">
            <a:tbl>
              <a:tblPr/>
              <a:tblGrid>
                <a:gridCol w="75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0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86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+mn-ea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</a:rPr>
                        <a:t>(W51)</a:t>
                      </a:r>
                      <a:endParaRPr lang="ko-KR" altLang="en-US"/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9834"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파우치 모델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노칭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공정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어깨선 불량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대응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NJ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+mn-cs"/>
                        </a:rPr>
                        <a:t>금주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+mn-cs"/>
                        </a:rPr>
                        <a:t>(W51)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금주 특이사항 없습니다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정대영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이상용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86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5555967"/>
                  </a:ext>
                </a:extLst>
              </a:tr>
              <a:tr h="503307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[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배경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]</a:t>
                      </a:r>
                      <a:endParaRPr lang="ko-KR" altLang="en-US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NJ법인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 NT(Apple)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PJT로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노칭공정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어깨선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불량이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1.5 ~ 10%대로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다양하게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발생하고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있어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불량률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감소를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위한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자동보정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대응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요청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건입니다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(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파우치형설비기술담당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요청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)                                                                                                                             </a:t>
                      </a:r>
                      <a:r>
                        <a:rPr lang="en-US" altLang="ko-KR" sz="900" b="1" i="0" u="none" strike="noStrike" noProof="0">
                          <a:solidFill>
                            <a:srgbClr val="274E13"/>
                          </a:solidFill>
                        </a:rPr>
                        <a:t>※ ESNJ </a:t>
                      </a:r>
                      <a:r>
                        <a:rPr lang="en-US" altLang="ko-KR" sz="900" b="1" i="0" u="none" strike="noStrike" noProof="0" err="1">
                          <a:solidFill>
                            <a:srgbClr val="274E13"/>
                          </a:solidFill>
                        </a:rPr>
                        <a:t>대응</a:t>
                      </a:r>
                      <a:r>
                        <a:rPr lang="en-US" altLang="ko-KR" sz="900" b="1" i="0" u="none" strike="noStrike" noProof="0">
                          <a:solidFill>
                            <a:srgbClr val="274E13"/>
                          </a:solidFill>
                        </a:rPr>
                        <a:t> </a:t>
                      </a:r>
                      <a:r>
                        <a:rPr lang="en-US" altLang="ko-KR" sz="900" b="1" i="0" u="none" strike="noStrike" noProof="0" err="1">
                          <a:solidFill>
                            <a:srgbClr val="274E13"/>
                          </a:solidFill>
                        </a:rPr>
                        <a:t>관련</a:t>
                      </a:r>
                      <a:r>
                        <a:rPr lang="en-US" altLang="ko-KR" sz="900" b="1" i="0" u="none" strike="noStrike" noProof="0">
                          <a:solidFill>
                            <a:srgbClr val="274E13"/>
                          </a:solidFill>
                        </a:rPr>
                        <a:t> </a:t>
                      </a:r>
                      <a:r>
                        <a:rPr lang="en-US" altLang="ko-KR" sz="900" b="1" i="0" u="none" strike="noStrike" noProof="0" err="1">
                          <a:solidFill>
                            <a:srgbClr val="274E13"/>
                          </a:solidFill>
                        </a:rPr>
                        <a:t>출장비</a:t>
                      </a:r>
                      <a:r>
                        <a:rPr lang="en-US" altLang="ko-KR" sz="900" b="1" i="0" u="none" strike="noStrike" noProof="0">
                          <a:solidFill>
                            <a:srgbClr val="274E13"/>
                          </a:solidFill>
                        </a:rPr>
                        <a:t> </a:t>
                      </a:r>
                      <a:r>
                        <a:rPr lang="en-US" altLang="ko-KR" sz="900" b="1" i="0" u="none" strike="noStrike" noProof="0" err="1">
                          <a:solidFill>
                            <a:srgbClr val="274E13"/>
                          </a:solidFill>
                        </a:rPr>
                        <a:t>전액</a:t>
                      </a:r>
                      <a:r>
                        <a:rPr lang="en-US" altLang="ko-KR" sz="900" b="1" i="0" u="none" strike="noStrike" noProof="0">
                          <a:solidFill>
                            <a:srgbClr val="274E13"/>
                          </a:solidFill>
                        </a:rPr>
                        <a:t> </a:t>
                      </a:r>
                      <a:r>
                        <a:rPr lang="en-US" altLang="ko-KR" sz="900" b="1" i="0" u="none" strike="noStrike" noProof="0" err="1">
                          <a:solidFill>
                            <a:srgbClr val="274E13"/>
                          </a:solidFill>
                        </a:rPr>
                        <a:t>지원</a:t>
                      </a:r>
                      <a:endParaRPr lang="en-US" altLang="ko-KR" sz="900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                                                                                             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[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현황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]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어깨선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불량률이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높아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빠른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자동보정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적용이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필요하다고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판단했습니다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.(7월 중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적용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목표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)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현재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ESNJ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법인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소형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파우치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노칭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설비는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 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중국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설비社에서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 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개발한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자동보정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로직을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 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사용하고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있는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것으로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확인했습니다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.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해당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자동보정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 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로직에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대해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정확히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분석하고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내용을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이해하는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사람이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없어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 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실용적인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로직인지도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판단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불가능한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상황입니다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.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기존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자동보정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담당에서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개발한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자동보정은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PLC Maker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미쓰비시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,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지멘스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비중이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높으며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오므론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비중은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낮습니다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. (WA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법인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일부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, NA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일부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)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오므론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시리즈로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NJ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를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사용했는데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, NJ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법인에서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받은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프로그램은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NX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시리즈라서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바로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로직을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적용할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수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없고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변환하는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작업이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별도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필요합니다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.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[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자동보정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프로그램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검토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]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1.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업체가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개발한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자동보정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로직을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 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분석하여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내재화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후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특이사항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있는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부분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개선하여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고도화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    Risk : 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설비社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설계한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PLC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전체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분석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후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자동보정에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해당하는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영역을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구분하여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정밀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분석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필요합니다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.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           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중국어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코멘트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등으로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인해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PLC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분석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시간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오래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걸림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            ※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설비社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자동보정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관련된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부분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설명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요청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시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내용이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많아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전부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설명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불가능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하다는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답변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               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추후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분석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완료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후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개선점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도출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했다고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해도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기존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설비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사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프로그램을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가공하는데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추가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시간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소요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                                 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2. 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자동보정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담당에서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 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개발한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자동보정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로직을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적용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    Risk : PLC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시리즈가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달라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시리즈에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따른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 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자동보정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로직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변환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(NJ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시리즈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→ 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NX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시리즈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)※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자가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학습을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통해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 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자체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 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문제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해결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가능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           (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기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개발된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자동보정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오므론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PLC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는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NJ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시리즈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,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현재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법인에서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사용하고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있는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오므론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PLC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는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NX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시리즈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)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           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자동보정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로직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변환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완료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시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설비社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 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엔지니어와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현장에서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입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/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출력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해당되는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부분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주소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및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정합성을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맞춰야합니다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.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           ※ ESNJ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현지에서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담당자와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실시간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소통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후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해결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가능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              단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기존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개발된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자동보정은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자동차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대상으로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개발된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로직으로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소형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파우치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적용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후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일부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기능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추가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및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개선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필요할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수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있음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   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     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결론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-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빠른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대응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 및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사후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관리를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고려하였을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때 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2. 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기존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 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개발된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자동보정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 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로직을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적용하는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것으로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900" b="0" i="0" u="none" strike="noStrike" noProof="0" err="1">
                          <a:solidFill>
                            <a:srgbClr val="000000"/>
                          </a:solidFill>
                        </a:rPr>
                        <a:t>판단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.</a:t>
                      </a:r>
                      <a:endParaRPr lang="en-US"/>
                    </a:p>
                    <a:p>
                      <a:pPr marL="0" marR="0" lvl="0" indent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/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88958794"/>
                  </a:ext>
                </a:extLst>
              </a:tr>
            </a:tbl>
          </a:graphicData>
        </a:graphic>
      </p:graphicFrame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8777B265-F136-76E9-8BC0-B2DCC59995C7}"/>
              </a:ext>
            </a:extLst>
          </p:cNvPr>
          <p:cNvSpPr txBox="1">
            <a:spLocks/>
          </p:cNvSpPr>
          <p:nvPr/>
        </p:nvSpPr>
        <p:spPr>
          <a:xfrm>
            <a:off x="9200125" y="170214"/>
            <a:ext cx="503344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9" name="제목 1">
            <a:extLst>
              <a:ext uri="{FF2B5EF4-FFF2-40B4-BE49-F238E27FC236}">
                <a16:creationId xmlns:a16="http://schemas.microsoft.com/office/drawing/2014/main" id="{49B423C9-3FB5-1A08-31C0-BF2FEB0241D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11" name="직사각형 13">
            <a:extLst>
              <a:ext uri="{FF2B5EF4-FFF2-40B4-BE49-F238E27FC236}">
                <a16:creationId xmlns:a16="http://schemas.microsoft.com/office/drawing/2014/main" id="{7AA901FC-6397-5943-4B94-F713073C86DA}"/>
              </a:ext>
            </a:extLst>
          </p:cNvPr>
          <p:cNvSpPr/>
          <p:nvPr/>
        </p:nvSpPr>
        <p:spPr>
          <a:xfrm>
            <a:off x="5993108" y="200993"/>
            <a:ext cx="2287806" cy="246221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</a:t>
            </a:r>
            <a:r>
              <a:rPr lang="en-US" altLang="ko-KR" sz="1000">
                <a:latin typeface="+mn-ea"/>
              </a:rPr>
              <a:t>13</a:t>
            </a:r>
            <a:r>
              <a:rPr lang="ko-KR" altLang="en-US" sz="1000">
                <a:latin typeface="+mn-ea"/>
              </a:rPr>
              <a:t>, 진행 상태 : </a:t>
            </a:r>
            <a:r>
              <a:rPr lang="ko-KR" sz="1000">
                <a:solidFill>
                  <a:srgbClr val="00B050"/>
                </a:solidFill>
                <a:latin typeface="+mn-ea"/>
                <a:ea typeface="LG Smart_H Regular"/>
              </a:rPr>
              <a:t>●</a:t>
            </a:r>
            <a:r>
              <a:rPr lang="ko-KR" altLang="en-US" sz="1000">
                <a:solidFill>
                  <a:srgbClr val="FF0000"/>
                </a:solidFill>
                <a:latin typeface="+mn-ea"/>
              </a:rPr>
              <a:t> </a:t>
            </a:r>
            <a:r>
              <a:rPr lang="ko-KR" altLang="en-US" sz="1000">
                <a:latin typeface="+mn-ea"/>
              </a:rPr>
              <a:t>]</a:t>
            </a: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4218645-E9CD-E276-BBAC-BC1A4E533B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0385887"/>
              </p:ext>
            </p:extLst>
          </p:nvPr>
        </p:nvGraphicFramePr>
        <p:xfrm>
          <a:off x="1472698" y="3057912"/>
          <a:ext cx="3198828" cy="895350"/>
        </p:xfrm>
        <a:graphic>
          <a:graphicData uri="http://schemas.openxmlformats.org/drawingml/2006/table">
            <a:tbl>
              <a:tblPr/>
              <a:tblGrid>
                <a:gridCol w="1174495">
                  <a:extLst>
                    <a:ext uri="{9D8B030D-6E8A-4147-A177-3AD203B41FA5}">
                      <a16:colId xmlns:a16="http://schemas.microsoft.com/office/drawing/2014/main" val="119977634"/>
                    </a:ext>
                  </a:extLst>
                </a:gridCol>
                <a:gridCol w="993069">
                  <a:extLst>
                    <a:ext uri="{9D8B030D-6E8A-4147-A177-3AD203B41FA5}">
                      <a16:colId xmlns:a16="http://schemas.microsoft.com/office/drawing/2014/main" val="1223525095"/>
                    </a:ext>
                  </a:extLst>
                </a:gridCol>
                <a:gridCol w="1031264">
                  <a:extLst>
                    <a:ext uri="{9D8B030D-6E8A-4147-A177-3AD203B41FA5}">
                      <a16:colId xmlns:a16="http://schemas.microsoft.com/office/drawing/2014/main" val="2067465100"/>
                    </a:ext>
                  </a:extLst>
                </a:gridCol>
              </a:tblGrid>
              <a:tr h="3048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설비社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PLC</a:t>
                      </a:r>
                      <a:endParaRPr 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HMI</a:t>
                      </a:r>
                      <a:endParaRPr 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7626510"/>
                  </a:ext>
                </a:extLst>
              </a:tr>
              <a:tr h="3048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YS(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중국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오므론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(NJ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시리즈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Easyview</a:t>
                      </a:r>
                      <a:endParaRPr 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5791039"/>
                  </a:ext>
                </a:extLst>
              </a:tr>
              <a:tr h="28575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리드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중국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오므론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(NJ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시리즈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Easyview</a:t>
                      </a:r>
                      <a:endParaRPr 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18068140"/>
                  </a:ext>
                </a:extLst>
              </a:tr>
            </a:tbl>
          </a:graphicData>
        </a:graphic>
      </p:graphicFrame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75A08472-FDE8-333B-E80B-DDB1ABD39CAE}"/>
              </a:ext>
            </a:extLst>
          </p:cNvPr>
          <p:cNvSpPr txBox="1">
            <a:spLocks/>
          </p:cNvSpPr>
          <p:nvPr/>
        </p:nvSpPr>
        <p:spPr>
          <a:xfrm>
            <a:off x="8741667" y="170214"/>
            <a:ext cx="961802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en-US" altLang="ko-KR" sz="1000" err="1">
                <a:solidFill>
                  <a:prstClr val="black"/>
                </a:solidFill>
                <a:latin typeface="+mn-ea"/>
              </a:rPr>
              <a:t>정대영P</a:t>
            </a:r>
            <a:endParaRPr lang="en-US" altLang="ko-KR" sz="1000" b="0" i="0" u="none" strike="noStrike" kern="1200" cap="none" spc="0" normalizeH="0" baseline="0" noProof="0" err="1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1B6D4AF-CB10-6FAA-DFC2-99B623870CC2}"/>
              </a:ext>
            </a:extLst>
          </p:cNvPr>
          <p:cNvSpPr txBox="1"/>
          <p:nvPr/>
        </p:nvSpPr>
        <p:spPr>
          <a:xfrm>
            <a:off x="7920741" y="6303526"/>
            <a:ext cx="489307" cy="138499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r">
              <a:lnSpc>
                <a:spcPct val="90000"/>
              </a:lnSpc>
            </a:pPr>
            <a:r>
              <a:rPr lang="ko-KR" altLang="en-US" sz="1000" i="1">
                <a:latin typeface="Arial Narrow"/>
                <a:ea typeface="LG스마트체 Regular"/>
              </a:rPr>
              <a:t>계속...</a:t>
            </a:r>
            <a:endParaRPr lang="ko-KR" altLang="en-US" sz="1000" i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296D7612-2C72-08F3-5924-8DC5FC170A2C}"/>
              </a:ext>
            </a:extLst>
          </p:cNvPr>
          <p:cNvSpPr txBox="1">
            <a:spLocks/>
          </p:cNvSpPr>
          <p:nvPr/>
        </p:nvSpPr>
        <p:spPr>
          <a:xfrm>
            <a:off x="101208" y="511134"/>
            <a:ext cx="5073505" cy="43088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 </a:t>
            </a:r>
            <a:r>
              <a:rPr lang="ko-KR" altLang="en-US" sz="1400" b="1" kern="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소형 파우치</a:t>
            </a:r>
            <a:r>
              <a:rPr kumimoji="1" lang="ko-KR" altLang="en-US" sz="1400" b="1" kern="0">
                <a:latin typeface="+mj-ea"/>
                <a:cs typeface="Malgun Gothic Semilight"/>
              </a:rPr>
              <a:t> SUS CAN ZZS 공정 </a:t>
            </a:r>
            <a:r>
              <a:rPr kumimoji="1" lang="ko-KR" altLang="en-US" sz="1400" b="1" kern="0" err="1">
                <a:latin typeface="+mj-ea"/>
                <a:cs typeface="Malgun Gothic Semilight"/>
              </a:rPr>
              <a:t>Tab</a:t>
            </a:r>
            <a:r>
              <a:rPr kumimoji="1" lang="ko-KR" altLang="en-US" sz="1400" b="1" kern="0">
                <a:latin typeface="+mj-ea"/>
                <a:cs typeface="Malgun Gothic Semilight"/>
              </a:rPr>
              <a:t> </a:t>
            </a:r>
            <a:r>
              <a:rPr kumimoji="1" lang="en-US" altLang="ko-KR" sz="1400" b="1" kern="0">
                <a:latin typeface="+mj-ea"/>
                <a:cs typeface="Malgun Gothic Semilight"/>
              </a:rPr>
              <a:t>Neck</a:t>
            </a:r>
            <a:r>
              <a:rPr kumimoji="1" lang="ko-KR" altLang="en-US" sz="1400" b="1" kern="0">
                <a:latin typeface="+mj-ea"/>
                <a:cs typeface="Malgun Gothic Semilight"/>
              </a:rPr>
              <a:t> 불량 대응 건</a:t>
            </a:r>
            <a:r>
              <a:rPr kumimoji="1" lang="en-US" altLang="ko-KR" sz="1400" b="1" kern="0">
                <a:latin typeface="+mj-ea"/>
                <a:cs typeface="Malgun Gothic Semilight"/>
              </a:rPr>
              <a:t>(NJ) (1/2)</a:t>
            </a:r>
          </a:p>
          <a:p>
            <a:pPr algn="l">
              <a:spcBef>
                <a:spcPts val="0"/>
              </a:spcBef>
              <a:defRPr/>
            </a:pPr>
            <a:endParaRPr lang="en-US" altLang="ko-KR" sz="1400" b="1">
              <a:solidFill>
                <a:prstClr val="black"/>
              </a:solidFill>
              <a:ea typeface="맑은 고딕"/>
              <a:cs typeface="Malgun Gothic Semilight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9BE7D0E-27E2-8ED3-3804-CADA944DD40A}"/>
              </a:ext>
            </a:extLst>
          </p:cNvPr>
          <p:cNvSpPr txBox="1"/>
          <p:nvPr/>
        </p:nvSpPr>
        <p:spPr>
          <a:xfrm>
            <a:off x="7921881" y="471885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algn="r">
              <a:defRPr/>
            </a:pPr>
            <a:r>
              <a:rPr lang="ko-KR" altLang="en-US" sz="1000">
                <a:solidFill>
                  <a:prstClr val="black"/>
                </a:solidFill>
                <a:latin typeface="+mn-ea"/>
              </a:rPr>
              <a:t>업데이트 시간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12/16 15</a:t>
            </a:r>
            <a:r>
              <a:rPr lang="ko-KR" altLang="en-US" sz="1000">
                <a:solidFill>
                  <a:prstClr val="black"/>
                </a:solidFill>
                <a:latin typeface="+mn-ea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2887664435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B1B440-5BC3-127F-5D0D-5EB21A6DBC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8823653C-1E4C-2AB3-B2C7-17A96027CDF5}"/>
              </a:ext>
            </a:extLst>
          </p:cNvPr>
          <p:cNvSpPr txBox="1"/>
          <p:nvPr/>
        </p:nvSpPr>
        <p:spPr>
          <a:xfrm>
            <a:off x="7921881" y="471885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algn="r">
              <a:defRPr/>
            </a:pPr>
            <a:r>
              <a:rPr lang="ko-KR" altLang="en-US" sz="1000">
                <a:solidFill>
                  <a:prstClr val="black"/>
                </a:solidFill>
                <a:latin typeface="+mn-ea"/>
              </a:rPr>
              <a:t>업데이트 시간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12/16 15</a:t>
            </a:r>
            <a:r>
              <a:rPr lang="ko-KR" altLang="en-US" sz="1000">
                <a:solidFill>
                  <a:prstClr val="black"/>
                </a:solidFill>
                <a:latin typeface="+mn-ea"/>
              </a:rPr>
              <a:t>시</a:t>
            </a: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6F70A909-8057-285D-B891-D22D9E281AC5}"/>
              </a:ext>
            </a:extLst>
          </p:cNvPr>
          <p:cNvSpPr txBox="1">
            <a:spLocks/>
          </p:cNvSpPr>
          <p:nvPr/>
        </p:nvSpPr>
        <p:spPr>
          <a:xfrm>
            <a:off x="8850671" y="170214"/>
            <a:ext cx="852798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en-US" altLang="ko-KR" sz="1000" err="1">
                <a:solidFill>
                  <a:prstClr val="black"/>
                </a:solidFill>
                <a:latin typeface="+mn-ea"/>
              </a:rPr>
              <a:t>이상용S</a:t>
            </a:r>
            <a:endParaRPr lang="en-US" altLang="ko-KR" sz="1000" b="0" i="0" u="none" strike="noStrike" kern="1200" cap="none" spc="0" normalizeH="0" baseline="0" noProof="0" err="1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7" name="제목 1">
            <a:extLst>
              <a:ext uri="{FF2B5EF4-FFF2-40B4-BE49-F238E27FC236}">
                <a16:creationId xmlns:a16="http://schemas.microsoft.com/office/drawing/2014/main" id="{D02788D5-E272-4E7A-C3E8-56E1E720F7D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8" name="직사각형 13">
            <a:extLst>
              <a:ext uri="{FF2B5EF4-FFF2-40B4-BE49-F238E27FC236}">
                <a16:creationId xmlns:a16="http://schemas.microsoft.com/office/drawing/2014/main" id="{5CDF7DF5-35C9-0B53-5426-500F171212E3}"/>
              </a:ext>
            </a:extLst>
          </p:cNvPr>
          <p:cNvSpPr/>
          <p:nvPr/>
        </p:nvSpPr>
        <p:spPr>
          <a:xfrm>
            <a:off x="5993108" y="200993"/>
            <a:ext cx="2287806" cy="246221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</a:t>
            </a:r>
            <a:r>
              <a:rPr lang="en-US" altLang="ko-KR" sz="1000">
                <a:latin typeface="+mn-ea"/>
              </a:rPr>
              <a:t>13</a:t>
            </a:r>
            <a:r>
              <a:rPr lang="ko-KR" altLang="en-US" sz="1000">
                <a:latin typeface="+mn-ea"/>
              </a:rPr>
              <a:t>, 진행 상태 : </a:t>
            </a:r>
            <a:r>
              <a:rPr lang="ko-KR" sz="1000">
                <a:solidFill>
                  <a:srgbClr val="00B050"/>
                </a:solidFill>
                <a:latin typeface="+mn-ea"/>
                <a:ea typeface="LG Smart_H Regular"/>
              </a:rPr>
              <a:t>●</a:t>
            </a:r>
            <a:r>
              <a:rPr lang="ko-KR" altLang="en-US" sz="1000">
                <a:solidFill>
                  <a:srgbClr val="FF0000"/>
                </a:solidFill>
                <a:latin typeface="+mn-ea"/>
              </a:rPr>
              <a:t> </a:t>
            </a:r>
            <a:r>
              <a:rPr lang="ko-KR" altLang="en-US" sz="1000">
                <a:latin typeface="+mn-ea"/>
              </a:rPr>
              <a:t>]</a:t>
            </a: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216C8020-9958-8759-E98C-32B9DD2067BB}"/>
              </a:ext>
            </a:extLst>
          </p:cNvPr>
          <p:cNvSpPr txBox="1">
            <a:spLocks/>
          </p:cNvSpPr>
          <p:nvPr/>
        </p:nvSpPr>
        <p:spPr>
          <a:xfrm>
            <a:off x="101208" y="511134"/>
            <a:ext cx="5065489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 </a:t>
            </a:r>
            <a:r>
              <a:rPr lang="ko-KR" altLang="en-US" sz="1400" b="1" kern="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소형 파우치</a:t>
            </a:r>
            <a:r>
              <a:rPr kumimoji="1" lang="ko-KR" altLang="en-US" sz="1400" b="1" kern="0">
                <a:latin typeface="+mj-ea"/>
                <a:cs typeface="Malgun Gothic Semilight"/>
              </a:rPr>
              <a:t> </a:t>
            </a:r>
            <a:r>
              <a:rPr kumimoji="1" lang="ko-KR" sz="1400" b="1" kern="0">
                <a:latin typeface="+mj-ea"/>
                <a:ea typeface="LG Smart_H Regular"/>
                <a:cs typeface="Malgun Gothic Semilight"/>
              </a:rPr>
              <a:t>SUS CAN ZZS 공정 </a:t>
            </a:r>
            <a:r>
              <a:rPr kumimoji="1" lang="ko-KR" sz="1400" b="1" kern="0" err="1">
                <a:latin typeface="+mj-ea"/>
                <a:ea typeface="LG Smart_H Regular"/>
                <a:cs typeface="Malgun Gothic Semilight"/>
              </a:rPr>
              <a:t>Tab</a:t>
            </a:r>
            <a:r>
              <a:rPr kumimoji="1" lang="ko-KR" sz="1400" b="1" kern="0">
                <a:latin typeface="+mj-ea"/>
                <a:ea typeface="LG Smart_H Regular"/>
                <a:cs typeface="Malgun Gothic Semilight"/>
              </a:rPr>
              <a:t> </a:t>
            </a:r>
            <a:r>
              <a:rPr kumimoji="1" lang="ko-KR" sz="1400" b="1" kern="0" err="1">
                <a:latin typeface="+mj-ea"/>
                <a:ea typeface="LG Smart_H Regular"/>
                <a:cs typeface="Malgun Gothic Semilight"/>
              </a:rPr>
              <a:t>Neck</a:t>
            </a:r>
            <a:r>
              <a:rPr kumimoji="1" lang="ko-KR" altLang="en-US" sz="1400" b="1" kern="0">
                <a:latin typeface="+mj-ea"/>
                <a:cs typeface="Malgun Gothic Semilight"/>
              </a:rPr>
              <a:t> 불량 대응 건</a:t>
            </a:r>
            <a:r>
              <a:rPr kumimoji="1" lang="en-US" altLang="ko-KR" sz="1400" b="1" kern="0">
                <a:latin typeface="+mj-ea"/>
                <a:cs typeface="Malgun Gothic Semilight"/>
              </a:rPr>
              <a:t>(NJ) (2/2)</a:t>
            </a: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21D71E9-3437-A6BF-DC12-E6C5B9BEBC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0252278"/>
              </p:ext>
            </p:extLst>
          </p:nvPr>
        </p:nvGraphicFramePr>
        <p:xfrm>
          <a:off x="125047" y="765178"/>
          <a:ext cx="9578422" cy="5791230"/>
        </p:xfrm>
        <a:graphic>
          <a:graphicData uri="http://schemas.openxmlformats.org/drawingml/2006/table">
            <a:tbl>
              <a:tblPr/>
              <a:tblGrid>
                <a:gridCol w="75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0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86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+mn-ea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</a:rPr>
                        <a:t>(W51)</a:t>
                      </a:r>
                      <a:endParaRPr lang="ko-KR" altLang="en-US"/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9834"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파우치 모델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노칭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공정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어깨선 불량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대응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NJ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+mn-cs"/>
                        </a:rPr>
                        <a:t>금주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+mn-cs"/>
                        </a:rPr>
                        <a:t>(W51)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금주 특이사항 없습니다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정대영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이상용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86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5555967"/>
                  </a:ext>
                </a:extLst>
              </a:tr>
              <a:tr h="503307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[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</a:rPr>
                        <a:t>진행사항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]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 </a:t>
                      </a:r>
                      <a:b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7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월 중 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Lead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社 설비에 자동보정을 적용했지만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업체 인원이 설비 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PLC 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프로그램을 초기 버전으로 덮어 씌워 자동보정 로직이 삭제되었음을 확인 했습니다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. (9/2)</a:t>
                      </a:r>
                      <a:b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</a:b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다시 자동보정 로직 적용을 위해서는 설비 정지가 필요하여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설비 정지 일정 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(10/3~10/4)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에 맞춰 출장 일정 수립했습니다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. (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출장 일정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: 10/2 ~ 10/7)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Lead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社 대표호기 대상 자동보정 적용했으며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(10/3), 7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일 비교 시 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Data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산포 개선 및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Tabneck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불량률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82%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개선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(8.59% → 1.57%)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확인했습니다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. (10/13)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 i="0" u="none" strike="noStrike" noProof="0">
                          <a:solidFill>
                            <a:srgbClr val="006600"/>
                          </a:solidFill>
                          <a:latin typeface="+mn-lt"/>
                        </a:rPr>
                        <a:t>* </a:t>
                      </a:r>
                      <a:r>
                        <a:rPr lang="ko-KR" altLang="en-US" sz="900" b="1" i="0" u="none" strike="noStrike" noProof="0">
                          <a:solidFill>
                            <a:srgbClr val="006600"/>
                          </a:solidFill>
                          <a:latin typeface="+mn-lt"/>
                        </a:rPr>
                        <a:t>적용 전</a:t>
                      </a:r>
                      <a:r>
                        <a:rPr lang="en-US" altLang="ko-KR" sz="900" b="1" i="0" u="none" strike="noStrike" noProof="0">
                          <a:solidFill>
                            <a:srgbClr val="006600"/>
                          </a:solidFill>
                          <a:latin typeface="+mn-lt"/>
                        </a:rPr>
                        <a:t>: 9/26~10/2, </a:t>
                      </a:r>
                      <a:r>
                        <a:rPr lang="ko-KR" altLang="en-US" sz="900" b="1" i="0" u="none" strike="noStrike" noProof="0">
                          <a:solidFill>
                            <a:srgbClr val="006600"/>
                          </a:solidFill>
                          <a:latin typeface="+mn-lt"/>
                        </a:rPr>
                        <a:t>적용 후</a:t>
                      </a:r>
                      <a:r>
                        <a:rPr lang="en-US" altLang="ko-KR" sz="900" b="1" i="0" u="none" strike="noStrike" noProof="0">
                          <a:solidFill>
                            <a:srgbClr val="006600"/>
                          </a:solidFill>
                          <a:latin typeface="+mn-lt"/>
                        </a:rPr>
                        <a:t>: 10/3~10/9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Lead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社 대상 자동보정을 적용했지만 여전히 잔여 불량이 남아있음에 따라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불량 유발 원인 분석 중입니다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. (~10/31)</a:t>
                      </a:r>
                      <a:endParaRPr lang="en-US" altLang="ko-KR" sz="900" b="1" i="0" u="none" strike="noStrike" noProof="0">
                        <a:solidFill>
                          <a:schemeClr val="tx1"/>
                        </a:solidFill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ZZS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의 자동보정 및 검사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값 등을 시각적으로 분석하기 위한 분석 툴을 만들었습니다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. Y1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및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 Y2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검사 데이터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, Mismatch, SV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등을 한번에 볼 수 있으며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공정능력 및 불량률을 한눈에 볼 수 있도록 구성했습니다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.(~10/29)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추후 분석 툴을 고도화하여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불량시점에 어떤 사유로 불량이 발생했는지 판단가능한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AX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기반 분석 툴을 개발해 볼 예정입니다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. (~’25.12)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YS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社 설비 대상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Tabneck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불량에 대하여 재료교체 구간과 재료교체 외 구간에 데이터를 분리 후 각 불량률을 확인했습니다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.(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기간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: ’25.10.13 ~ 25)</a:t>
                      </a:r>
                    </a:p>
                    <a:p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재료교체 구간은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Lot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변경 시점 기준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-100tab ~ +200tab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으로 산정했습니다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.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Tab Neck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ko-KR" sz="900">
                          <a:solidFill>
                            <a:schemeClr val="tx1"/>
                          </a:solidFill>
                        </a:rPr>
                        <a:t>불량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확인 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전체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0.95%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중 재료교체 불량률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0.28%,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등속구간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0.67%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로 확인했습니다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불량이 높은 등속구간 우선순위로  분석 진행 중입니다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.(~12/19)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noProof="0">
                        <a:solidFill>
                          <a:srgbClr val="0000FF"/>
                        </a:solidFill>
                        <a:latin typeface="+mn-lt"/>
                      </a:endParaRP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889587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4710437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8509A2-E9E9-2415-377A-1CB4905455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1B538319-E744-914C-0D08-26296EEC9C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4531588"/>
              </p:ext>
            </p:extLst>
          </p:nvPr>
        </p:nvGraphicFramePr>
        <p:xfrm>
          <a:off x="114887" y="790634"/>
          <a:ext cx="9644176" cy="5595102"/>
        </p:xfrm>
        <a:graphic>
          <a:graphicData uri="http://schemas.openxmlformats.org/drawingml/2006/table">
            <a:tbl>
              <a:tblPr/>
              <a:tblGrid>
                <a:gridCol w="933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65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36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5147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수동보정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현황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모니터링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WA</a:t>
                      </a:r>
                      <a:endParaRPr lang="en-US"/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MI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MI_LS</a:t>
                      </a:r>
                      <a:endParaRPr lang="en-US"/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HD</a:t>
                      </a:r>
                      <a:endParaRPr lang="en-US"/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HG</a:t>
                      </a:r>
                      <a:endParaRPr lang="en-US"/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ST</a:t>
                      </a:r>
                      <a:endParaRPr lang="en-US"/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백승민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A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박홍준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C75B2E3A-6367-47F5-9C2E-36D1B1E1DC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1345030"/>
              </p:ext>
            </p:extLst>
          </p:nvPr>
        </p:nvGraphicFramePr>
        <p:xfrm>
          <a:off x="1650029" y="1055580"/>
          <a:ext cx="6972241" cy="52046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0218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32023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32128">
                <a:tc gridSpan="2">
                  <a:txBody>
                    <a:bodyPr/>
                    <a:lstStyle/>
                    <a:p>
                      <a:pPr algn="l"/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(W51)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Arial Narrow"/>
                          <a:ea typeface="+mn-ea"/>
                          <a:cs typeface="Malgun Gothic Semilight"/>
                        </a:rPr>
                        <a:t>MI2, HD, ST RP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Arial Narrow"/>
                          <a:ea typeface="+mn-ea"/>
                          <a:cs typeface="Malgun Gothic Semilight"/>
                        </a:rPr>
                        <a:t>수동보정 현황 모니터링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Arial Narrow"/>
                          <a:ea typeface="+mn-ea"/>
                          <a:cs typeface="Malgun Gothic Semilight"/>
                        </a:rPr>
                        <a:t>Davinci WF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FF"/>
                          </a:solidFill>
                          <a:latin typeface="Arial Narrow"/>
                          <a:ea typeface="+mn-ea"/>
                          <a:cs typeface="Malgun Gothic Semilight"/>
                        </a:rPr>
                        <a:t> 적용 완료하였습니다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Arial Narrow"/>
                          <a:ea typeface="+mn-ea"/>
                          <a:cs typeface="Malgun Gothic Semilight"/>
                        </a:rPr>
                        <a:t>.(12/15)</a:t>
                      </a:r>
                      <a:endParaRPr lang="ko-KR" sz="900" b="0" i="0" u="none" strike="noStrike" baseline="0" noProof="0">
                        <a:solidFill>
                          <a:srgbClr val="0000FF"/>
                        </a:solidFill>
                        <a:latin typeface="Arial Narrow"/>
                        <a:ea typeface="+mn-ea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1228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660197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자동보정 기술 고도화에 따른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CTP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항목의 수동보정 횟수 변화 모니터링을 위해 시각화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Report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를 개발하고자 합니다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 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대상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법인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APC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가 적용된 법인 우선 타켓팅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법인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ESWA, ESMI, ESHD, ESST, ESMI_Lansing, ESHG)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→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ESWA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법인 기준으로 우선 적용할 수 있도록 하겠습니다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 </a:t>
                      </a:r>
                      <a:endParaRPr lang="en-US" altLang="ko-KR" sz="900" b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marL="0" indent="0" algn="l">
                        <a:buFont typeface="Wingdings" panose="05000000000000000000" pitchFamily="2" charset="2"/>
                        <a:buNone/>
                      </a:pPr>
                      <a:br>
                        <a:rPr lang="en-US" altLang="ko-KR" sz="900" kern="12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</a:br>
                      <a:endParaRPr lang="en-US" altLang="ko-KR" sz="900" kern="1200">
                        <a:solidFill>
                          <a:srgbClr val="000000"/>
                        </a:solidFill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indent="0" algn="l">
                        <a:buFont typeface="Wingdings" panose="05000000000000000000" pitchFamily="2" charset="2"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① 수동보정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Logic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개발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: RP/NND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공정 별로 수동보정 집계 기준을 정의했습니다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  [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개발 일정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] </a:t>
                      </a:r>
                    </a:p>
                    <a:p>
                      <a:pPr marL="0" indent="0" algn="l"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    - WA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NND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FDC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TAG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등록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(10/13)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    - FDC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데이터 기반 수동보정 모니터링 로직 수립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(10/20)</a:t>
                      </a:r>
                    </a:p>
                    <a:p>
                      <a:pPr marL="0" indent="0" algn="l"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    -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수동보정 모니터링 자동화 작업 등록 진행 중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(~11/7)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</a:br>
                      <a:endParaRPr lang="en-US" altLang="ko-KR" sz="900" kern="1200">
                        <a:solidFill>
                          <a:srgbClr val="000000"/>
                        </a:solidFill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indent="0" algn="l">
                        <a:buFont typeface="Wingdings" panose="05000000000000000000" pitchFamily="2" charset="2"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② 데이터 수집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수동보정 파라미터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):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→ 패키지를 제외한 나머지 공정은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FDC/e-IoT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시스템에서 수집하는 것으로 결정 함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. (9/22, w. FDC PI).</a:t>
                      </a:r>
                    </a:p>
                    <a:p>
                      <a:pPr marL="0" indent="0" algn="l">
                        <a:buFont typeface="Wingdings" panose="05000000000000000000" pitchFamily="2" charset="2"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indent="0" algn="l"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[e-IoT, FDC </a:t>
                      </a:r>
                      <a:r>
                        <a:rPr lang="ko-KR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설비 별 데이터 신규 추가 건수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]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     - </a:t>
                      </a:r>
                      <a:r>
                        <a:rPr lang="ko-KR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노칭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(FDC) : </a:t>
                      </a:r>
                      <a:r>
                        <a:rPr lang="ko-KR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신규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: 4</a:t>
                      </a:r>
                      <a:r>
                        <a:rPr lang="ko-KR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건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/ </a:t>
                      </a:r>
                      <a:r>
                        <a:rPr lang="ko-KR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수정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: 1</a:t>
                      </a:r>
                      <a:r>
                        <a:rPr lang="ko-KR" altLang="ko-KR" sz="9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건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</a:br>
                      <a:endParaRPr lang="ko-KR" altLang="en-US" sz="900" kern="1200">
                        <a:solidFill>
                          <a:schemeClr val="tx1"/>
                        </a:solidFill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lvl="0" indent="0" algn="l">
                        <a:buNone/>
                      </a:pP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[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적용 현황 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] </a:t>
                      </a:r>
                      <a:endParaRPr lang="en-US" sz="900" b="0" i="0" u="none" strike="noStrike" kern="1200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marL="0" lvl="0" indent="0" algn="l">
                        <a:buNone/>
                      </a:pP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- WA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NND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활용률 산출 시 수동보정 데이터 산출 완료(11/11), 모니터링 중 특이사항(자료형 불일치 등) 대응 완료(11/26)했습니다.</a:t>
                      </a: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- MI2, HD, ST RP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수동보정 현황 모니터링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Davinci WF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 적용 완료하였습니다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 (12/15)</a:t>
                      </a: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0A11B91-87FE-14C8-FD54-96226DFB564D}"/>
              </a:ext>
            </a:extLst>
          </p:cNvPr>
          <p:cNvSpPr txBox="1"/>
          <p:nvPr/>
        </p:nvSpPr>
        <p:spPr>
          <a:xfrm>
            <a:off x="1788468" y="1606401"/>
            <a:ext cx="67197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lang="ko-KR" altLang="en-US" sz="900">
                <a:solidFill>
                  <a:prstClr val="black"/>
                </a:solidFill>
                <a:latin typeface="Arial Narrow"/>
                <a:ea typeface="LG스마트체 Regular"/>
              </a:rPr>
              <a:t>과제 개요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088CF335-7124-F019-E5D6-84CF8A398AE5}"/>
              </a:ext>
            </a:extLst>
          </p:cNvPr>
          <p:cNvSpPr txBox="1"/>
          <p:nvPr/>
        </p:nvSpPr>
        <p:spPr>
          <a:xfrm>
            <a:off x="1788468" y="2272638"/>
            <a:ext cx="671979" cy="230832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 현황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</a:endParaRPr>
          </a:p>
        </p:txBody>
      </p:sp>
      <p:sp>
        <p:nvSpPr>
          <p:cNvPr id="5" name="제목 1">
            <a:extLst>
              <a:ext uri="{FF2B5EF4-FFF2-40B4-BE49-F238E27FC236}">
                <a16:creationId xmlns:a16="http://schemas.microsoft.com/office/drawing/2014/main" id="{1515318E-9F3A-3872-A705-7D0401A3B2F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721071B-4082-221B-9C56-E02FFAF6E3A6}"/>
              </a:ext>
            </a:extLst>
          </p:cNvPr>
          <p:cNvSpPr txBox="1"/>
          <p:nvPr/>
        </p:nvSpPr>
        <p:spPr>
          <a:xfrm>
            <a:off x="7921881" y="471885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algn="r"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12/16 10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시</a:t>
            </a: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0B3D8A7F-07AD-0F11-718F-05B951EE305D}"/>
              </a:ext>
            </a:extLst>
          </p:cNvPr>
          <p:cNvSpPr txBox="1">
            <a:spLocks/>
          </p:cNvSpPr>
          <p:nvPr/>
        </p:nvSpPr>
        <p:spPr>
          <a:xfrm>
            <a:off x="9200125" y="170214"/>
            <a:ext cx="503344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0" name="직사각형 13">
            <a:extLst>
              <a:ext uri="{FF2B5EF4-FFF2-40B4-BE49-F238E27FC236}">
                <a16:creationId xmlns:a16="http://schemas.microsoft.com/office/drawing/2014/main" id="{92B40111-619D-4210-005F-F542C304584B}"/>
              </a:ext>
            </a:extLst>
          </p:cNvPr>
          <p:cNvSpPr/>
          <p:nvPr/>
        </p:nvSpPr>
        <p:spPr>
          <a:xfrm>
            <a:off x="5993108" y="200993"/>
            <a:ext cx="2287806" cy="246221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</a:t>
            </a:r>
            <a:r>
              <a:rPr lang="en-US" altLang="ko-KR" sz="1000">
                <a:latin typeface="+mn-ea"/>
              </a:rPr>
              <a:t>14</a:t>
            </a:r>
            <a:r>
              <a:rPr lang="ko-KR" altLang="en-US" sz="1000">
                <a:latin typeface="+mn-ea"/>
              </a:rPr>
              <a:t>, 진행 상태 : </a:t>
            </a:r>
            <a:r>
              <a:rPr lang="ko-KR" sz="1000">
                <a:solidFill>
                  <a:srgbClr val="00B050"/>
                </a:solidFill>
                <a:latin typeface="+mn-ea"/>
                <a:ea typeface="LG Smart_H Regular"/>
              </a:rPr>
              <a:t>●</a:t>
            </a:r>
            <a:r>
              <a:rPr lang="ko-KR" altLang="en-US" sz="1000">
                <a:solidFill>
                  <a:srgbClr val="FF0000"/>
                </a:solidFill>
                <a:latin typeface="+mn-ea"/>
              </a:rPr>
              <a:t> </a:t>
            </a:r>
            <a:r>
              <a:rPr lang="ko-KR" altLang="en-US" sz="1000">
                <a:latin typeface="+mn-ea"/>
              </a:rPr>
              <a:t>]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0E94A915-3F2C-4788-AB04-94240B97AB2C}"/>
              </a:ext>
            </a:extLst>
          </p:cNvPr>
          <p:cNvSpPr txBox="1">
            <a:spLocks/>
          </p:cNvSpPr>
          <p:nvPr/>
        </p:nvSpPr>
        <p:spPr>
          <a:xfrm>
            <a:off x="8249545" y="170214"/>
            <a:ext cx="1453924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백승민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A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, </a:t>
            </a:r>
            <a:r>
              <a:rPr lang="en-US" altLang="ko-KR" sz="1000" err="1">
                <a:solidFill>
                  <a:prstClr val="black"/>
                </a:solidFill>
                <a:latin typeface="+mn-ea"/>
              </a:rPr>
              <a:t>박홍준A</a:t>
            </a:r>
            <a:endParaRPr lang="en-US" altLang="ko-KR" sz="1000" b="0" i="0" u="none" strike="noStrike" kern="1200" cap="none" spc="0" normalizeH="0" baseline="0" noProof="0" err="1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EA995242-846F-49C8-B5D3-B0B59869D2F4}"/>
              </a:ext>
            </a:extLst>
          </p:cNvPr>
          <p:cNvSpPr txBox="1">
            <a:spLocks/>
          </p:cNvSpPr>
          <p:nvPr/>
        </p:nvSpPr>
        <p:spPr>
          <a:xfrm>
            <a:off x="101208" y="511134"/>
            <a:ext cx="1875513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 </a:t>
            </a:r>
            <a:r>
              <a:rPr lang="ko-KR" altLang="en-US" sz="1400" b="1" kern="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수동보정 현황 모니터링</a:t>
            </a:r>
            <a:endParaRPr kumimoji="1" lang="en-US" altLang="ko-KR" sz="1400" b="1" kern="0">
              <a:latin typeface="+mj-ea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80520408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8509A2-E9E9-2415-377A-1CB4905455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1B538319-E744-914C-0D08-26296EEC9C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9826922"/>
              </p:ext>
            </p:extLst>
          </p:nvPr>
        </p:nvGraphicFramePr>
        <p:xfrm>
          <a:off x="114887" y="781841"/>
          <a:ext cx="9644176" cy="5595102"/>
        </p:xfrm>
        <a:graphic>
          <a:graphicData uri="http://schemas.openxmlformats.org/drawingml/2006/table">
            <a:tbl>
              <a:tblPr/>
              <a:tblGrid>
                <a:gridCol w="933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65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36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5147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latin typeface="+mn-ea"/>
                          <a:ea typeface="+mn-ea"/>
                        </a:rPr>
                        <a:t>Global </a:t>
                      </a:r>
                    </a:p>
                    <a:p>
                      <a:pPr algn="ctr" latinLnBrk="1"/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900" baseline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법인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자동보정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활용률 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900" baseline="0" err="1">
                          <a:latin typeface="+mn-ea"/>
                          <a:ea typeface="+mn-ea"/>
                        </a:rPr>
                        <a:t>Rerpot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latin typeface="+mn-ea"/>
                          <a:ea typeface="+mn-ea"/>
                        </a:rPr>
                        <a:t>관리 </a:t>
                      </a:r>
                      <a:endParaRPr lang="en-US" altLang="ko-KR" sz="900" baseline="0"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MI2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ST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HD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HG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MI_L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차영은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백승민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정소영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A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박홍준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C75B2E3A-6367-47F5-9C2E-36D1B1E1DC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5560565"/>
              </p:ext>
            </p:extLst>
          </p:nvPr>
        </p:nvGraphicFramePr>
        <p:xfrm>
          <a:off x="1647059" y="1048406"/>
          <a:ext cx="6972241" cy="52602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0218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032023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633343">
                <a:tc gridSpan="2">
                  <a:txBody>
                    <a:bodyPr/>
                    <a:lstStyle/>
                    <a:p>
                      <a:pPr algn="l"/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(W51)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특이사항 없습니다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  <a:cs typeface="Malgun Gothic Semilight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2870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398215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Calibri" panose="05000000000000000000" pitchFamily="2" charset="2"/>
                        <a:buChar char="-"/>
                      </a:pP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`25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년 다수의 신규 법인</a:t>
                      </a:r>
                      <a:r>
                        <a:rPr lang="en-US" altLang="ko-KR" sz="900" b="0"/>
                        <a:t>(ST,HD,HG,MI_L) </a:t>
                      </a:r>
                      <a:r>
                        <a:rPr lang="ko-KR" altLang="en-US" sz="900" b="0"/>
                        <a:t>증설에 따라 </a:t>
                      </a:r>
                      <a:r>
                        <a:rPr lang="en-US" altLang="ko-KR" sz="900" b="0"/>
                        <a:t>“</a:t>
                      </a:r>
                      <a:r>
                        <a:rPr lang="ko-KR" altLang="en-US" sz="900" b="0"/>
                        <a:t>자동보정 활용률 </a:t>
                      </a:r>
                      <a:r>
                        <a:rPr lang="en-US" altLang="ko-KR" sz="900" b="0"/>
                        <a:t>Report” </a:t>
                      </a:r>
                      <a:r>
                        <a:rPr lang="ko-KR" altLang="en-US" sz="900" b="0"/>
                        <a:t>추가 개발을 진행하고자 합니다</a:t>
                      </a:r>
                      <a:r>
                        <a:rPr lang="en-US" altLang="ko-KR" sz="900" b="0"/>
                        <a:t>.</a:t>
                      </a:r>
                    </a:p>
                    <a:p>
                      <a:pPr marL="171450" indent="-171450" algn="l">
                        <a:buFont typeface="Calibri" panose="05000000000000000000" pitchFamily="2" charset="2"/>
                        <a:buChar char="-"/>
                      </a:pPr>
                      <a:r>
                        <a:rPr lang="en-US" altLang="ko-KR" sz="900" b="0"/>
                        <a:t>RSND</a:t>
                      </a:r>
                      <a:r>
                        <a:rPr lang="ko-KR" altLang="en-US" sz="900" b="0"/>
                        <a:t>자동보정팀 내 공정</a:t>
                      </a:r>
                      <a:r>
                        <a:rPr lang="en-US" altLang="ko-KR" sz="900" b="0"/>
                        <a:t>/</a:t>
                      </a:r>
                      <a:r>
                        <a:rPr lang="ko-KR" altLang="en-US" sz="900" b="0"/>
                        <a:t>법인별 </a:t>
                      </a:r>
                      <a:r>
                        <a:rPr lang="en-US" altLang="ko-KR" sz="900" b="0"/>
                        <a:t>Report</a:t>
                      </a:r>
                      <a:r>
                        <a:rPr lang="ko-KR" altLang="en-US" sz="900" b="0"/>
                        <a:t> 담당자 선정하여 </a:t>
                      </a:r>
                      <a:r>
                        <a:rPr lang="en-US" altLang="ko-KR" sz="900" b="0"/>
                        <a:t>Davinci WF </a:t>
                      </a:r>
                      <a:r>
                        <a:rPr lang="ko-KR" altLang="en-US" sz="900" b="0"/>
                        <a:t>작성 진행중입니다</a:t>
                      </a:r>
                      <a:r>
                        <a:rPr lang="en-US" altLang="ko-KR" sz="900" b="0"/>
                        <a:t>.</a:t>
                      </a:r>
                    </a:p>
                    <a:p>
                      <a:pPr marL="171450" indent="-171450" algn="l">
                        <a:buFont typeface="Calibri" panose="05000000000000000000" pitchFamily="2" charset="2"/>
                        <a:buChar char="-"/>
                      </a:pP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171450" indent="-171450" algn="l">
                        <a:buFont typeface="Calibri" panose="05000000000000000000" pitchFamily="2" charset="2"/>
                        <a:buChar char="-"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법인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공정별 진행 현황 및 일정은 아래 표와 같습니다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. (*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향후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지속적으로 업데이트 하겠습니다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.)</a:t>
                      </a:r>
                    </a:p>
                    <a:p>
                      <a:pPr marL="171450" indent="-171450" algn="l">
                        <a:buFont typeface="Calibri" panose="05000000000000000000" pitchFamily="2" charset="2"/>
                        <a:buChar char="-"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삼익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THK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협력업체에 업무 인수인계를 통해 유지보수가 진행될 수 있도록 하겠습니다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indent="0" algn="l">
                        <a:buFont typeface="Wingdings" panose="05000000000000000000" pitchFamily="2" charset="2"/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  <a:cs typeface="Malgun Gothic Semilight"/>
                      </a:endParaRPr>
                    </a:p>
                    <a:p>
                      <a:pPr marL="0" indent="0" algn="l">
                        <a:buFont typeface="Wingdings" panose="05000000000000000000" pitchFamily="2" charset="2"/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  <a:cs typeface="Malgun Gothic Semilight"/>
                      </a:endParaRPr>
                    </a:p>
                    <a:p>
                      <a:pPr marL="0" indent="0" algn="l">
                        <a:buFont typeface="Wingdings" panose="05000000000000000000" pitchFamily="2" charset="2"/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  <a:cs typeface="Malgun Gothic Semilight"/>
                      </a:endParaRPr>
                    </a:p>
                    <a:p>
                      <a:pPr marL="0" indent="0" algn="l">
                        <a:buFont typeface="Wingdings" panose="05000000000000000000" pitchFamily="2" charset="2"/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  <a:cs typeface="Malgun Gothic Semilight"/>
                      </a:endParaRPr>
                    </a:p>
                    <a:p>
                      <a:pPr marL="0" indent="0" algn="l">
                        <a:buFont typeface="Wingdings" panose="05000000000000000000" pitchFamily="2" charset="2"/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  <a:cs typeface="Malgun Gothic Semilight"/>
                      </a:endParaRPr>
                    </a:p>
                    <a:p>
                      <a:pPr marL="0" indent="0" algn="l">
                        <a:buFont typeface="Wingdings" panose="05000000000000000000" pitchFamily="2" charset="2"/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  <a:cs typeface="Malgun Gothic Semilight"/>
                      </a:endParaRPr>
                    </a:p>
                    <a:p>
                      <a:pPr marL="0" indent="0" algn="l">
                        <a:buFont typeface="Wingdings" panose="05000000000000000000" pitchFamily="2" charset="2"/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  <a:cs typeface="Malgun Gothic Semilight"/>
                      </a:endParaRPr>
                    </a:p>
                    <a:p>
                      <a:pPr marL="0" indent="0" algn="l">
                        <a:buFont typeface="Wingdings" panose="05000000000000000000" pitchFamily="2" charset="2"/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  <a:cs typeface="Malgun Gothic Semilight"/>
                      </a:endParaRPr>
                    </a:p>
                    <a:p>
                      <a:pPr marL="171450" indent="-171450" algn="l">
                        <a:buFont typeface="Calibri" panose="020B0604020202020204" pitchFamily="34" charset="0"/>
                        <a:buChar char="-"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  <a:cs typeface="Malgun Gothic Semilight"/>
                      </a:endParaRPr>
                    </a:p>
                    <a:p>
                      <a:pPr marL="0" indent="0" algn="l"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[NND]</a:t>
                      </a:r>
                    </a:p>
                    <a:p>
                      <a:pPr marL="0" indent="0" algn="l"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- ESST,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ESHD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Davinci WF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등록하여 메일링 테스트 진행 중입니다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.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- ESMI, ESST, ESHD, ESMI_LS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데이터 정합성 오류 해결을 위하여 법인 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PLC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수정 중입니다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.</a:t>
                      </a:r>
                    </a:p>
                    <a:p>
                      <a:pPr marL="0" indent="0" algn="l"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- ESHG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의 경우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DNC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설비로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기존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NTC/NND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와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CTQ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항목이 상이하여 추가 개발이 필요합니다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.</a:t>
                      </a:r>
                    </a:p>
                    <a:p>
                      <a:pPr marL="0" lvl="0" indent="0" algn="l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- ESMI, ESMI_LS Davinci 가동 재개되어 재구축 진행중입니다(~11/28).</a:t>
                      </a:r>
                    </a:p>
                    <a:p>
                      <a:pPr marL="0" lvl="0" indent="0" algn="l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- ESWA,  ESST Davinci 수동보정 모니터링 개발 완료(11/25)했습니다.</a:t>
                      </a:r>
                    </a:p>
                    <a:p>
                      <a:pPr marL="0" indent="0" algn="l"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  <a:cs typeface="Malgun Gothic Semilight"/>
                      </a:endParaRPr>
                    </a:p>
                    <a:p>
                      <a:pPr marL="0" indent="0" algn="l"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[RP]</a:t>
                      </a:r>
                    </a:p>
                    <a:p>
                      <a:pPr marL="0" indent="0" algn="l"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- ESMI_LS, ESST, ESHD Davinci WF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구축 완료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(10/24)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하였으며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,</a:t>
                      </a:r>
                      <a:r>
                        <a:rPr lang="en-US" altLang="ko-KR" sz="900" b="0" i="0" u="none" strike="noStrike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메일링 테스트 진행 완료했습니다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(10/31)</a:t>
                      </a:r>
                    </a:p>
                    <a:p>
                      <a:pPr marL="0" indent="0" algn="l"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- ESMI2 Davinci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WF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복구 불가로 인해 재구축 완료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(11/18)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하였으며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메일링 테스트 진행 완료했습니다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.(12/8)</a:t>
                      </a:r>
                    </a:p>
                    <a:p>
                      <a:pPr marL="0" indent="0" algn="l"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- ESMI_LS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활용률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WF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재구축 진행 예정입니다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.(~12/31)</a:t>
                      </a:r>
                    </a:p>
                    <a:p>
                      <a:pPr marL="0" indent="0" algn="l"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  :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다반치 팀에 문의한 결과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,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 서비스 복구 중으로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WF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구축에 필요한 데이터 조회 불가하다고 답변 받았으며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복구 완료되면 진행 예정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   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   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입니다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  <a:cs typeface="Malgun Gothic Semilight"/>
                        </a:rPr>
                        <a:t>.</a:t>
                      </a: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0A11B91-87FE-14C8-FD54-96226DFB564D}"/>
              </a:ext>
            </a:extLst>
          </p:cNvPr>
          <p:cNvSpPr txBox="1"/>
          <p:nvPr/>
        </p:nvSpPr>
        <p:spPr>
          <a:xfrm>
            <a:off x="1788468" y="1870170"/>
            <a:ext cx="67197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lang="ko-KR" altLang="en-US" sz="900">
                <a:solidFill>
                  <a:prstClr val="black"/>
                </a:solidFill>
                <a:latin typeface="Arial Narrow"/>
                <a:ea typeface="LG스마트체 Regular"/>
              </a:rPr>
              <a:t>과제 개요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088CF335-7124-F019-E5D6-84CF8A398AE5}"/>
              </a:ext>
            </a:extLst>
          </p:cNvPr>
          <p:cNvSpPr txBox="1"/>
          <p:nvPr/>
        </p:nvSpPr>
        <p:spPr>
          <a:xfrm>
            <a:off x="1768690" y="2288461"/>
            <a:ext cx="671979" cy="230832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 현황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</a:endParaRPr>
          </a:p>
        </p:txBody>
      </p:sp>
      <p:sp>
        <p:nvSpPr>
          <p:cNvPr id="5" name="제목 1">
            <a:extLst>
              <a:ext uri="{FF2B5EF4-FFF2-40B4-BE49-F238E27FC236}">
                <a16:creationId xmlns:a16="http://schemas.microsoft.com/office/drawing/2014/main" id="{0C9B8F2F-E26F-5D20-94D1-0F54BD8E3AB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CF40E9A-E105-A5D8-5908-F03BBEE6B9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3370107"/>
              </p:ext>
            </p:extLst>
          </p:nvPr>
        </p:nvGraphicFramePr>
        <p:xfrm>
          <a:off x="2732032" y="2695550"/>
          <a:ext cx="5464867" cy="919163"/>
        </p:xfrm>
        <a:graphic>
          <a:graphicData uri="http://schemas.openxmlformats.org/drawingml/2006/table">
            <a:tbl>
              <a:tblPr/>
              <a:tblGrid>
                <a:gridCol w="573143">
                  <a:extLst>
                    <a:ext uri="{9D8B030D-6E8A-4147-A177-3AD203B41FA5}">
                      <a16:colId xmlns:a16="http://schemas.microsoft.com/office/drawing/2014/main" val="632886312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1501754160"/>
                    </a:ext>
                  </a:extLst>
                </a:gridCol>
                <a:gridCol w="994331">
                  <a:extLst>
                    <a:ext uri="{9D8B030D-6E8A-4147-A177-3AD203B41FA5}">
                      <a16:colId xmlns:a16="http://schemas.microsoft.com/office/drawing/2014/main" val="1611719016"/>
                    </a:ext>
                  </a:extLst>
                </a:gridCol>
                <a:gridCol w="994331">
                  <a:extLst>
                    <a:ext uri="{9D8B030D-6E8A-4147-A177-3AD203B41FA5}">
                      <a16:colId xmlns:a16="http://schemas.microsoft.com/office/drawing/2014/main" val="4075003826"/>
                    </a:ext>
                  </a:extLst>
                </a:gridCol>
                <a:gridCol w="994331">
                  <a:extLst>
                    <a:ext uri="{9D8B030D-6E8A-4147-A177-3AD203B41FA5}">
                      <a16:colId xmlns:a16="http://schemas.microsoft.com/office/drawing/2014/main" val="2781788954"/>
                    </a:ext>
                  </a:extLst>
                </a:gridCol>
                <a:gridCol w="994331">
                  <a:extLst>
                    <a:ext uri="{9D8B030D-6E8A-4147-A177-3AD203B41FA5}">
                      <a16:colId xmlns:a16="http://schemas.microsoft.com/office/drawing/2014/main" val="1318451635"/>
                    </a:ext>
                  </a:extLst>
                </a:gridCol>
              </a:tblGrid>
              <a:tr h="173925">
                <a:tc rowSpan="2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err="1"/>
                        <a:t>공정</a:t>
                      </a:r>
                      <a:endParaRPr lang="en-US" altLang="ko-KR" sz="900"/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/>
                        <a:t>담당자</a:t>
                      </a:r>
                      <a:endParaRPr lang="en-US" altLang="ko-KR" sz="900"/>
                    </a:p>
                  </a:txBody>
                  <a:tcPr marL="9524" marR="9524" marT="9524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altLang="ko-KR" sz="900" err="1"/>
                        <a:t>세부일정</a:t>
                      </a:r>
                      <a:endParaRPr lang="en-US" altLang="ko-KR" sz="900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293463">
                <a:tc vMerge="1">
                  <a:txBody>
                    <a:bodyPr/>
                    <a:lstStyle/>
                    <a:p>
                      <a:pPr defTabSz="914400"/>
                      <a:endParaRPr lang="en-US" altLang="ko-KR"/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ESST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ESHD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ESHG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ESMI_LS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225888"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롤프레스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chemeClr val="tx1"/>
                      </a:solidFill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정소영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A,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박홍준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A</a:t>
                      </a:r>
                    </a:p>
                  </a:txBody>
                  <a:tcPr marL="9524" marR="9524" marT="9524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~12/31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  <a:tr h="225887"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노칭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차영은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S,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백승민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A</a:t>
                      </a:r>
                    </a:p>
                  </a:txBody>
                  <a:tcPr marL="9524" marR="9524" marT="9524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~11/4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~10/31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~12/31</a:t>
                      </a: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완료</a:t>
                      </a:r>
                      <a:endParaRPr lang="en-US" sz="900">
                        <a:latin typeface="+mj-ea"/>
                        <a:ea typeface="+mj-ea"/>
                      </a:endParaRP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4540098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B00DF2C9-431D-6CB6-C306-046765BA9159}"/>
              </a:ext>
            </a:extLst>
          </p:cNvPr>
          <p:cNvSpPr txBox="1"/>
          <p:nvPr/>
        </p:nvSpPr>
        <p:spPr>
          <a:xfrm>
            <a:off x="7921881" y="471885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algn="r"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12/16 10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시</a:t>
            </a: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C8462A70-ED66-56E9-FF64-9B6083499F58}"/>
              </a:ext>
            </a:extLst>
          </p:cNvPr>
          <p:cNvSpPr txBox="1">
            <a:spLocks/>
          </p:cNvSpPr>
          <p:nvPr/>
        </p:nvSpPr>
        <p:spPr>
          <a:xfrm>
            <a:off x="9200125" y="170214"/>
            <a:ext cx="503344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1" name="직사각형 13">
            <a:extLst>
              <a:ext uri="{FF2B5EF4-FFF2-40B4-BE49-F238E27FC236}">
                <a16:creationId xmlns:a16="http://schemas.microsoft.com/office/drawing/2014/main" id="{F840B641-30B7-75A9-7E45-7AF0C424E752}"/>
              </a:ext>
            </a:extLst>
          </p:cNvPr>
          <p:cNvSpPr/>
          <p:nvPr/>
        </p:nvSpPr>
        <p:spPr>
          <a:xfrm>
            <a:off x="5993108" y="200993"/>
            <a:ext cx="2470548" cy="246221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</a:t>
            </a:r>
            <a:r>
              <a:rPr lang="en-US" altLang="ko-KR" sz="1000">
                <a:latin typeface="+mn-ea"/>
              </a:rPr>
              <a:t>15</a:t>
            </a:r>
            <a:r>
              <a:rPr lang="ko-KR" altLang="en-US" sz="1000">
                <a:latin typeface="+mn-ea"/>
              </a:rPr>
              <a:t>, 진행 상태 : </a:t>
            </a:r>
            <a:r>
              <a:rPr lang="ko-KR" sz="1000">
                <a:solidFill>
                  <a:srgbClr val="00B050"/>
                </a:solidFill>
                <a:latin typeface="+mn-ea"/>
                <a:ea typeface="LG Smart_H Regular"/>
              </a:rPr>
              <a:t>●</a:t>
            </a:r>
            <a:r>
              <a:rPr lang="ko-KR" altLang="en-US" sz="1000">
                <a:solidFill>
                  <a:srgbClr val="FF0000"/>
                </a:solidFill>
                <a:latin typeface="+mn-ea"/>
              </a:rPr>
              <a:t> </a:t>
            </a:r>
            <a:r>
              <a:rPr lang="ko-KR" altLang="en-US" sz="1000">
                <a:latin typeface="+mn-ea"/>
              </a:rPr>
              <a:t>]</a:t>
            </a: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DDE3AB36-1174-4356-24FA-101E4E598C36}"/>
              </a:ext>
            </a:extLst>
          </p:cNvPr>
          <p:cNvSpPr txBox="1">
            <a:spLocks/>
          </p:cNvSpPr>
          <p:nvPr/>
        </p:nvSpPr>
        <p:spPr>
          <a:xfrm>
            <a:off x="8348931" y="170214"/>
            <a:ext cx="1354538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백승민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A,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박홍준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A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3" name="내용 개체 틀 20">
            <a:extLst>
              <a:ext uri="{FF2B5EF4-FFF2-40B4-BE49-F238E27FC236}">
                <a16:creationId xmlns:a16="http://schemas.microsoft.com/office/drawing/2014/main" id="{1FA532B5-EE95-4944-ADEC-C94FC9F45A69}"/>
              </a:ext>
            </a:extLst>
          </p:cNvPr>
          <p:cNvSpPr txBox="1">
            <a:spLocks/>
          </p:cNvSpPr>
          <p:nvPr/>
        </p:nvSpPr>
        <p:spPr>
          <a:xfrm>
            <a:off x="101208" y="511134"/>
            <a:ext cx="3446456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 </a:t>
            </a:r>
            <a:r>
              <a:rPr lang="en-US" altLang="ko-KR" sz="1400" b="1" kern="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Global </a:t>
            </a:r>
            <a:r>
              <a:rPr lang="ko-KR" altLang="en-US" sz="1400" b="1" kern="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신규 법인 자동보정 활용률 </a:t>
            </a:r>
            <a:r>
              <a:rPr lang="en-US" altLang="ko-KR" sz="1400" b="1" kern="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Report </a:t>
            </a:r>
            <a:r>
              <a:rPr lang="ko-KR" altLang="en-US" sz="1400" b="1" kern="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관리</a:t>
            </a:r>
            <a:endParaRPr kumimoji="1" lang="en-US" altLang="ko-KR" sz="1400" b="1" kern="0">
              <a:latin typeface="+mj-ea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3227093882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8509A2-E9E9-2415-377A-1CB4905455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1">
            <a:extLst>
              <a:ext uri="{FF2B5EF4-FFF2-40B4-BE49-F238E27FC236}">
                <a16:creationId xmlns:a16="http://schemas.microsoft.com/office/drawing/2014/main" id="{0C9B8F2F-E26F-5D20-94D1-0F54BD8E3AB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00DF2C9-431D-6CB6-C306-046765BA9159}"/>
              </a:ext>
            </a:extLst>
          </p:cNvPr>
          <p:cNvSpPr txBox="1"/>
          <p:nvPr/>
        </p:nvSpPr>
        <p:spPr>
          <a:xfrm>
            <a:off x="7921881" y="471885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algn="r"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12/16 15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시</a:t>
            </a: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C8462A70-ED66-56E9-FF64-9B6083499F58}"/>
              </a:ext>
            </a:extLst>
          </p:cNvPr>
          <p:cNvSpPr txBox="1">
            <a:spLocks/>
          </p:cNvSpPr>
          <p:nvPr/>
        </p:nvSpPr>
        <p:spPr>
          <a:xfrm>
            <a:off x="9200125" y="170214"/>
            <a:ext cx="503344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DDE3AB36-1174-4356-24FA-101E4E598C36}"/>
              </a:ext>
            </a:extLst>
          </p:cNvPr>
          <p:cNvSpPr txBox="1">
            <a:spLocks/>
          </p:cNvSpPr>
          <p:nvPr/>
        </p:nvSpPr>
        <p:spPr>
          <a:xfrm>
            <a:off x="8850671" y="170214"/>
            <a:ext cx="852798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이상용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S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3" name="내용 개체 틀 20">
            <a:extLst>
              <a:ext uri="{FF2B5EF4-FFF2-40B4-BE49-F238E27FC236}">
                <a16:creationId xmlns:a16="http://schemas.microsoft.com/office/drawing/2014/main" id="{1FA532B5-EE95-4944-ADEC-C94FC9F45A69}"/>
              </a:ext>
            </a:extLst>
          </p:cNvPr>
          <p:cNvSpPr txBox="1">
            <a:spLocks/>
          </p:cNvSpPr>
          <p:nvPr/>
        </p:nvSpPr>
        <p:spPr>
          <a:xfrm>
            <a:off x="101208" y="511134"/>
            <a:ext cx="458779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 </a:t>
            </a:r>
            <a:r>
              <a:rPr lang="en-US" altLang="ko-KR" sz="1400" b="1" kern="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NND </a:t>
            </a:r>
            <a:r>
              <a:rPr lang="ko-KR" altLang="en-US" sz="1400" b="1" kern="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공정 </a:t>
            </a:r>
            <a:r>
              <a:rPr lang="en-US" altLang="ko-KR" sz="1400" b="1" kern="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Cutting Height </a:t>
            </a:r>
            <a:r>
              <a:rPr lang="ko-KR" altLang="en-US" sz="1400" b="1" kern="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항목 </a:t>
            </a:r>
            <a:r>
              <a:rPr lang="en-US" altLang="ko-KR" sz="1400" b="1" kern="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Tab/Bottom Spec </a:t>
            </a:r>
            <a:r>
              <a:rPr lang="ko-KR" altLang="en-US" sz="1400" b="1" kern="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공차변경 검토</a:t>
            </a:r>
            <a:endParaRPr kumimoji="1" lang="en-US" altLang="ko-KR" sz="1400" b="1" kern="0">
              <a:latin typeface="+mj-ea"/>
              <a:cs typeface="Malgun Gothic Semilight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480421C8-E427-CECF-A675-6665D99969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7003561"/>
              </p:ext>
            </p:extLst>
          </p:nvPr>
        </p:nvGraphicFramePr>
        <p:xfrm>
          <a:off x="125047" y="766800"/>
          <a:ext cx="9578422" cy="5727022"/>
        </p:xfrm>
        <a:graphic>
          <a:graphicData uri="http://schemas.openxmlformats.org/drawingml/2006/table">
            <a:tbl>
              <a:tblPr/>
              <a:tblGrid>
                <a:gridCol w="75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0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86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+mn-ea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</a:rPr>
                        <a:t>(W51)</a:t>
                      </a:r>
                      <a:endParaRPr lang="ko-KR" altLang="en-US"/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9834"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NND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공정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Cutting Height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항목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Tab/Bottom Spec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공차변경 검토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GM1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GM2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ST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HD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HG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MI_L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(NND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양극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Laser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설비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+mn-lt"/>
                          <a:ea typeface="LG Smart_H Regular"/>
                          <a:cs typeface="+mn-cs"/>
                        </a:rPr>
                        <a:t>금주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+mn-lt"/>
                          <a:ea typeface="LG Smart_H Regular"/>
                          <a:cs typeface="+mn-cs"/>
                        </a:rPr>
                        <a:t>(W51)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Tab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부 및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Bottom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부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Laser Cutting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을 개별제어를 대비하여 프로그램 개발 중 입니다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.(~12.31)</a:t>
                      </a:r>
                      <a:endParaRPr lang="en-US" altLang="ko-KR" sz="900" b="0" i="0" u="none" strike="noStrike" noProof="0">
                        <a:solidFill>
                          <a:srgbClr val="0000FF"/>
                        </a:solidFill>
                        <a:latin typeface="+mn-lt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‘26.05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이상용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차영은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백승민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86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5555967"/>
                  </a:ext>
                </a:extLst>
              </a:tr>
              <a:tr h="49688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[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</a:rPr>
                        <a:t>배경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]</a:t>
                      </a:r>
                      <a:endParaRPr lang="ko-KR" altLang="en-US" sz="90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</a:rPr>
                        <a:t>NND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</a:rPr>
                        <a:t>공정에서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</a:rPr>
                        <a:t>Cutting Height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</a:rPr>
                        <a:t>생성 시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</a:rPr>
                        <a:t>, R/P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</a:rPr>
                        <a:t>에서의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</a:rPr>
                        <a:t>Tab Press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</a:rPr>
                        <a:t>눌림 위치와 노칭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</a:rPr>
                        <a:t>Bottom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</a:rPr>
                        <a:t>부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</a:rPr>
                        <a:t>Cutting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</a:rPr>
                        <a:t>위치에 간섭이 존재합니다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</a:rPr>
                        <a:t>Tab Press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</a:rPr>
                        <a:t>눌림 위치에 노칭이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</a:rPr>
                        <a:t>Cutting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</a:rPr>
                        <a:t>을 진행하게 되면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</a:rPr>
                        <a:t>, Dross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</a:rPr>
                        <a:t>불량을 야기할 수 있습니다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 i="0" u="none" strike="noStrike" noProof="0">
                          <a:solidFill>
                            <a:srgbClr val="006600"/>
                          </a:solidFill>
                        </a:rPr>
                        <a:t>*Dross </a:t>
                      </a:r>
                      <a:r>
                        <a:rPr lang="ko-KR" altLang="en-US" sz="900" b="1" i="0" u="none" strike="noStrike" noProof="0">
                          <a:solidFill>
                            <a:srgbClr val="006600"/>
                          </a:solidFill>
                        </a:rPr>
                        <a:t>불량</a:t>
                      </a:r>
                      <a:r>
                        <a:rPr lang="en-US" altLang="ko-KR" sz="900" b="1" i="0" u="none" strike="noStrike" noProof="0">
                          <a:solidFill>
                            <a:srgbClr val="006600"/>
                          </a:solidFill>
                        </a:rPr>
                        <a:t>: Laser </a:t>
                      </a:r>
                      <a:r>
                        <a:rPr lang="ko-KR" altLang="en-US" sz="900" b="1" i="0" u="none" strike="noStrike" noProof="0">
                          <a:solidFill>
                            <a:srgbClr val="006600"/>
                          </a:solidFill>
                        </a:rPr>
                        <a:t>노칭 시</a:t>
                      </a:r>
                      <a:r>
                        <a:rPr lang="en-US" altLang="ko-KR" sz="900" b="1" i="0" u="none" strike="noStrike" noProof="0">
                          <a:solidFill>
                            <a:srgbClr val="006600"/>
                          </a:solidFill>
                        </a:rPr>
                        <a:t>, (</a:t>
                      </a:r>
                      <a:r>
                        <a:rPr lang="ko-KR" altLang="en-US" sz="900" b="1" i="0" u="none" strike="noStrike" noProof="0">
                          <a:solidFill>
                            <a:srgbClr val="006600"/>
                          </a:solidFill>
                        </a:rPr>
                        <a:t>절연이 얇음에 의해</a:t>
                      </a:r>
                      <a:r>
                        <a:rPr lang="en-US" altLang="ko-KR" sz="900" b="1" i="0" u="none" strike="noStrike" noProof="0">
                          <a:solidFill>
                            <a:srgbClr val="006600"/>
                          </a:solidFill>
                        </a:rPr>
                        <a:t>) Foil</a:t>
                      </a:r>
                      <a:r>
                        <a:rPr lang="ko-KR" altLang="en-US" sz="900" b="1" i="0" u="none" strike="noStrike" noProof="0">
                          <a:solidFill>
                            <a:srgbClr val="006600"/>
                          </a:solidFill>
                        </a:rPr>
                        <a:t>이 녹아 흘러내린 뒤 식으면서 고착화되는 불량</a:t>
                      </a:r>
                      <a:endParaRPr lang="en-US" altLang="ko-KR" sz="900" b="1" i="0" u="none" strike="noStrike" noProof="0">
                        <a:solidFill>
                          <a:srgbClr val="006600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</a:rPr>
                        <a:t>[현황]</a:t>
                      </a:r>
                      <a:endParaRPr lang="en-US" altLang="ko-KR" sz="900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</a:rPr>
                        <a:t>Bottom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</a:rPr>
                        <a:t>부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</a:rPr>
                        <a:t>Cutting Height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</a:rPr>
                        <a:t>공차를 축소 변경하여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</a:rPr>
                        <a:t>, Tab Press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</a:rPr>
                        <a:t>눌림부 간섭을 최소화하는 방향을 검토하고 있습니다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en-US" altLang="ko-KR" sz="900">
                        <a:solidFill>
                          <a:schemeClr val="tx1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기존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Cutting Height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자동보정 시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, Tab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부 및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Bottom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부의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Cutting Height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검사 데이터를 기반으로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 Cutting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위치 벗어남 정도를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EPC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Sensor Position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에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Offset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형태로 전달하여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Tab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부 및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Bottom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부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Cutting Height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를 동시제어 했습니다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.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하지만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Bottom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부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Cutting Height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공차를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Tight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하게 변경하게 되면 동시 제어가 힘들 수 있으므로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, Bottom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부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Laser Cutting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을 개별제어 할 수 있는 방향과 자동보정 로직 변경을 검토 및 협의하고 있습니다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. (w/ ND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공정기술팀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, DE&amp;T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설비社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[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진행사항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]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현재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3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가지 측면에서 개선을 검토하고 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Option1 - Bottom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부 절연코팅 폭 증가 →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Tab Press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및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Bottom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부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Cutting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간 간섭 축소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자동보정 대응 필요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X)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Option2 -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양극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Bottom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부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Spec(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중심 값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축소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(Tab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부 및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Bottom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부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Laser Cutting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개별제어 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자동보정 로직 변경 필요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기존 자동보정 로직을 사용하여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Option2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를 만족할 수 있는지 테스트 예정입니다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 (Tab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부 및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Bottom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부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Laser Cutting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개별제어 하지 않는 방향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Tab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부 및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Bottom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부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Laser Cutting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을 개별제어 할 수 있는지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,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공정기술팀 및 설비社 제어인원과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Pilot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6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호에서 기능검증 테스트 일정 협의 중입니다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.(~12/18)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Tab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부 및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Bottom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부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Laser Cutting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을 개별제어 하게 될 경우를 대비하여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,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</a:rPr>
                        <a:t>고도화 로직 개발 중입니다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</a:rPr>
                        <a:t>.(~12/31)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검토 로직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1) Tab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부 기준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1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차 보정 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Bottom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부 별도 추가 보정하는 방식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완전 개별 제어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                2) Tab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부 보정 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동일한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Offset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을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Bottom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부에 적용 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Bottom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부 별도 추가 보정하는 방식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동시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+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개별 제어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           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→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1), 2)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로직 모두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Tab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부 보정 시의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Bottom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부 영향도 고려 필요</a:t>
                      </a:r>
                      <a:endParaRPr lang="en-US" altLang="ko-KR" sz="900">
                        <a:solidFill>
                          <a:schemeClr val="tx1"/>
                        </a:solidFill>
                      </a:endParaRP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88958794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6B0D5F30-231B-7718-9C5A-D4336797D044}"/>
              </a:ext>
            </a:extLst>
          </p:cNvPr>
          <p:cNvSpPr/>
          <p:nvPr/>
        </p:nvSpPr>
        <p:spPr>
          <a:xfrm>
            <a:off x="5993108" y="200993"/>
            <a:ext cx="2287806" cy="246221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r>
              <a:rPr lang="ko-KR" altLang="en-US" sz="1000">
                <a:latin typeface="+mn-ea"/>
              </a:rPr>
              <a:t>[ 과제번호 : RSND-#</a:t>
            </a:r>
            <a:r>
              <a:rPr lang="en-US" altLang="ko-KR" sz="1000">
                <a:latin typeface="+mn-ea"/>
              </a:rPr>
              <a:t>16</a:t>
            </a:r>
            <a:r>
              <a:rPr lang="ko-KR" altLang="en-US" sz="1000">
                <a:latin typeface="+mn-ea"/>
              </a:rPr>
              <a:t>, 진행 상태 : </a:t>
            </a:r>
            <a:r>
              <a:rPr lang="ko-KR" sz="1000">
                <a:solidFill>
                  <a:srgbClr val="00B050"/>
                </a:solidFill>
                <a:latin typeface="+mn-ea"/>
                <a:ea typeface="LG Smart_H Regular"/>
              </a:rPr>
              <a:t>●</a:t>
            </a:r>
            <a:r>
              <a:rPr lang="ko-KR" altLang="en-US" sz="1000">
                <a:solidFill>
                  <a:srgbClr val="FF0000"/>
                </a:solidFill>
                <a:latin typeface="+mn-ea"/>
              </a:rPr>
              <a:t> </a:t>
            </a:r>
            <a:r>
              <a:rPr lang="ko-KR" altLang="en-US" sz="1000">
                <a:latin typeface="+mn-ea"/>
              </a:rPr>
              <a:t>]</a:t>
            </a:r>
          </a:p>
        </p:txBody>
      </p: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B1EDBCD8-D72D-E651-67CA-F947546A7996}"/>
              </a:ext>
            </a:extLst>
          </p:cNvPr>
          <p:cNvGrpSpPr/>
          <p:nvPr/>
        </p:nvGrpSpPr>
        <p:grpSpPr>
          <a:xfrm>
            <a:off x="1450973" y="2207014"/>
            <a:ext cx="4042957" cy="1764760"/>
            <a:chOff x="4605345" y="3264439"/>
            <a:chExt cx="4673429" cy="2189243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B4BE55EA-0D71-0F00-25B7-AE2E18E707C8}"/>
                </a:ext>
              </a:extLst>
            </p:cNvPr>
            <p:cNvSpPr txBox="1"/>
            <p:nvPr/>
          </p:nvSpPr>
          <p:spPr>
            <a:xfrm>
              <a:off x="7659398" y="4690688"/>
              <a:ext cx="105830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Bottom</a:t>
              </a:r>
              <a:r>
                <a:rPr lang="ko-KR" altLang="en-US" sz="10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코팅 끝단</a:t>
              </a:r>
            </a:p>
          </p:txBody>
        </p:sp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891C54F9-C8DC-F721-31EA-E66DFA16AD79}"/>
                </a:ext>
              </a:extLst>
            </p:cNvPr>
            <p:cNvGrpSpPr/>
            <p:nvPr/>
          </p:nvGrpSpPr>
          <p:grpSpPr>
            <a:xfrm rot="5400000">
              <a:off x="5090710" y="2779074"/>
              <a:ext cx="2189243" cy="3159973"/>
              <a:chOff x="5090709" y="2779073"/>
              <a:chExt cx="2189243" cy="3159973"/>
            </a:xfrm>
          </p:grpSpPr>
          <p:pic>
            <p:nvPicPr>
              <p:cNvPr id="16" name="Picture 2" descr="84c8e101-5924-4373-9c90-694c25b3ef57@lgensol">
                <a:extLst>
                  <a:ext uri="{FF2B5EF4-FFF2-40B4-BE49-F238E27FC236}">
                    <a16:creationId xmlns:a16="http://schemas.microsoft.com/office/drawing/2014/main" id="{E144BCDE-D24A-87A9-68CF-72061C287C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3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 bwMode="auto">
              <a:xfrm rot="5400000">
                <a:off x="4758278" y="3417371"/>
                <a:ext cx="2854106" cy="21892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cxnSp>
            <p:nvCxnSpPr>
              <p:cNvPr id="17" name="직선 연결선 16">
                <a:extLst>
                  <a:ext uri="{FF2B5EF4-FFF2-40B4-BE49-F238E27FC236}">
                    <a16:creationId xmlns:a16="http://schemas.microsoft.com/office/drawing/2014/main" id="{BD28CBE1-8682-2BCF-2A74-8CDAE68FB6F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358790" y="2779073"/>
                <a:ext cx="40824" cy="2499879"/>
              </a:xfrm>
              <a:prstGeom prst="line">
                <a:avLst/>
              </a:prstGeom>
              <a:ln>
                <a:solidFill>
                  <a:srgbClr val="00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직선 연결선 18">
                <a:extLst>
                  <a:ext uri="{FF2B5EF4-FFF2-40B4-BE49-F238E27FC236}">
                    <a16:creationId xmlns:a16="http://schemas.microsoft.com/office/drawing/2014/main" id="{9AA50222-4929-A178-A5E8-5FBA68FCDA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230453" y="2779073"/>
                <a:ext cx="40824" cy="2499879"/>
              </a:xfrm>
              <a:prstGeom prst="line">
                <a:avLst/>
              </a:prstGeom>
              <a:ln>
                <a:solidFill>
                  <a:schemeClr val="tx1"/>
                </a:solidFill>
                <a:prstDash val="dash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69CB58DA-7AB9-C727-3353-388AE60A4DDF}"/>
                </a:ext>
              </a:extLst>
            </p:cNvPr>
            <p:cNvSpPr txBox="1"/>
            <p:nvPr/>
          </p:nvSpPr>
          <p:spPr>
            <a:xfrm>
              <a:off x="6913119" y="4332278"/>
              <a:ext cx="165462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10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Bottom Cutting Height : 1.3</a:t>
              </a:r>
              <a:r>
                <a:rPr lang="ko-KR" altLang="en-US" sz="10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㎜</a:t>
              </a: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ABCF75F1-514C-5F61-D294-B4626E90847A}"/>
                </a:ext>
              </a:extLst>
            </p:cNvPr>
            <p:cNvSpPr/>
            <p:nvPr/>
          </p:nvSpPr>
          <p:spPr>
            <a:xfrm>
              <a:off x="5410200" y="3409951"/>
              <a:ext cx="962025" cy="1066800"/>
            </a:xfrm>
            <a:prstGeom prst="rect">
              <a:avLst/>
            </a:prstGeom>
            <a:noFill/>
            <a:ln>
              <a:solidFill>
                <a:srgbClr val="FF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500">
                <a:solidFill>
                  <a:schemeClr val="tx1"/>
                </a:solidFill>
              </a:endParaRPr>
            </a:p>
          </p:txBody>
        </p:sp>
        <p:cxnSp>
          <p:nvCxnSpPr>
            <p:cNvPr id="29" name="직선 화살표 연결선 28">
              <a:extLst>
                <a:ext uri="{FF2B5EF4-FFF2-40B4-BE49-F238E27FC236}">
                  <a16:creationId xmlns:a16="http://schemas.microsoft.com/office/drawing/2014/main" id="{6304B4C5-DDC5-FA00-A9F2-0E9C3A177E87}"/>
                </a:ext>
              </a:extLst>
            </p:cNvPr>
            <p:cNvCxnSpPr/>
            <p:nvPr/>
          </p:nvCxnSpPr>
          <p:spPr>
            <a:xfrm>
              <a:off x="6838950" y="4404182"/>
              <a:ext cx="0" cy="169162"/>
            </a:xfrm>
            <a:prstGeom prst="straightConnector1">
              <a:avLst/>
            </a:prstGeom>
            <a:ln>
              <a:solidFill>
                <a:srgbClr val="0000FF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화살표 연결선 30">
              <a:extLst>
                <a:ext uri="{FF2B5EF4-FFF2-40B4-BE49-F238E27FC236}">
                  <a16:creationId xmlns:a16="http://schemas.microsoft.com/office/drawing/2014/main" id="{315F3437-153E-0C96-54C2-0CBEFC78BC5A}"/>
                </a:ext>
              </a:extLst>
            </p:cNvPr>
            <p:cNvCxnSpPr>
              <a:cxnSpLocks/>
              <a:endCxn id="18" idx="1"/>
            </p:cNvCxnSpPr>
            <p:nvPr/>
          </p:nvCxnSpPr>
          <p:spPr>
            <a:xfrm>
              <a:off x="7502633" y="4613612"/>
              <a:ext cx="156764" cy="200187"/>
            </a:xfrm>
            <a:prstGeom prst="straightConnector1">
              <a:avLst/>
            </a:prstGeom>
            <a:ln>
              <a:solidFill>
                <a:srgbClr val="00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7CD5B66-75B5-34D1-133D-BE0C8D6DDCF3}"/>
                </a:ext>
              </a:extLst>
            </p:cNvPr>
            <p:cNvSpPr txBox="1"/>
            <p:nvPr/>
          </p:nvSpPr>
          <p:spPr>
            <a:xfrm>
              <a:off x="6408008" y="3783957"/>
              <a:ext cx="105028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10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Tab</a:t>
              </a:r>
              <a:r>
                <a:rPr lang="ko-KR" altLang="en-US" sz="10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en-US" altLang="ko-KR" sz="10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Press</a:t>
              </a:r>
              <a:r>
                <a:rPr lang="ko-KR" altLang="en-US" sz="10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lang="ko-KR" altLang="en-US" sz="1000" b="1" err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눌림부</a:t>
              </a:r>
              <a:endPara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69D74F42-62A6-2237-B75F-73D2C7EAC5CF}"/>
                </a:ext>
              </a:extLst>
            </p:cNvPr>
            <p:cNvSpPr txBox="1"/>
            <p:nvPr/>
          </p:nvSpPr>
          <p:spPr>
            <a:xfrm>
              <a:off x="7740428" y="3681816"/>
              <a:ext cx="1538346" cy="687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문제 구간</a:t>
              </a:r>
              <a:endPara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r>
                <a:rPr lang="en-US" altLang="ko-KR" sz="10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(Tab Press </a:t>
              </a:r>
              <a:r>
                <a:rPr lang="ko-KR" altLang="en-US" sz="10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눌림 위치 </a:t>
              </a:r>
              <a:r>
                <a:rPr lang="en-US" altLang="ko-KR" sz="10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&amp;</a:t>
              </a:r>
            </a:p>
            <a:p>
              <a:r>
                <a:rPr lang="en-US" altLang="ko-KR" sz="10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Cutting </a:t>
              </a:r>
              <a:r>
                <a:rPr lang="ko-KR" altLang="en-US" sz="10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구간 </a:t>
              </a:r>
              <a:r>
                <a:rPr lang="en-US" altLang="ko-KR" sz="10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Overlay)</a:t>
              </a:r>
              <a:endPara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7E3E05F-05DD-591E-843A-F2BD543A22D9}"/>
              </a:ext>
            </a:extLst>
          </p:cNvPr>
          <p:cNvSpPr/>
          <p:nvPr/>
        </p:nvSpPr>
        <p:spPr>
          <a:xfrm>
            <a:off x="2236902" y="3089397"/>
            <a:ext cx="832243" cy="60375"/>
          </a:xfrm>
          <a:prstGeom prst="rect">
            <a:avLst/>
          </a:prstGeom>
          <a:solidFill>
            <a:srgbClr val="FF0000">
              <a:alpha val="28000"/>
            </a:srgbClr>
          </a:solidFill>
          <a:ln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500">
              <a:solidFill>
                <a:schemeClr val="tx1"/>
              </a:solidFill>
            </a:endParaRPr>
          </a:p>
        </p:txBody>
      </p:sp>
      <p:cxnSp>
        <p:nvCxnSpPr>
          <p:cNvPr id="36" name="직선 화살표 연결선 35">
            <a:extLst>
              <a:ext uri="{FF2B5EF4-FFF2-40B4-BE49-F238E27FC236}">
                <a16:creationId xmlns:a16="http://schemas.microsoft.com/office/drawing/2014/main" id="{70D09103-4D38-A6DD-BAF9-F8D5656C6CEE}"/>
              </a:ext>
            </a:extLst>
          </p:cNvPr>
          <p:cNvCxnSpPr>
            <a:cxnSpLocks/>
            <a:stCxn id="35" idx="3"/>
          </p:cNvCxnSpPr>
          <p:nvPr/>
        </p:nvCxnSpPr>
        <p:spPr>
          <a:xfrm flipV="1">
            <a:off x="3069145" y="2867143"/>
            <a:ext cx="1183777" cy="252442"/>
          </a:xfrm>
          <a:prstGeom prst="straightConnector1">
            <a:avLst/>
          </a:prstGeom>
          <a:ln>
            <a:solidFill>
              <a:srgbClr val="00B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2" name="그림 41">
            <a:extLst>
              <a:ext uri="{FF2B5EF4-FFF2-40B4-BE49-F238E27FC236}">
                <a16:creationId xmlns:a16="http://schemas.microsoft.com/office/drawing/2014/main" id="{B6155FAE-C286-8A5A-F903-38EE074AF2FC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785171" y="2351444"/>
            <a:ext cx="2669857" cy="1069867"/>
          </a:xfrm>
          <a:prstGeom prst="rect">
            <a:avLst/>
          </a:prstGeom>
        </p:spPr>
      </p:pic>
      <p:sp>
        <p:nvSpPr>
          <p:cNvPr id="45" name="TextBox 44">
            <a:extLst>
              <a:ext uri="{FF2B5EF4-FFF2-40B4-BE49-F238E27FC236}">
                <a16:creationId xmlns:a16="http://schemas.microsoft.com/office/drawing/2014/main" id="{D1BAC83B-A03D-84F8-9F5B-A93A605DE423}"/>
              </a:ext>
            </a:extLst>
          </p:cNvPr>
          <p:cNvSpPr txBox="1"/>
          <p:nvPr/>
        </p:nvSpPr>
        <p:spPr>
          <a:xfrm>
            <a:off x="6769763" y="3424599"/>
            <a:ext cx="73449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Dross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불량</a:t>
            </a:r>
          </a:p>
        </p:txBody>
      </p:sp>
    </p:spTree>
    <p:extLst>
      <p:ext uri="{BB962C8B-B14F-4D97-AF65-F5344CB8AC3E}">
        <p14:creationId xmlns:p14="http://schemas.microsoft.com/office/powerpoint/2010/main" val="912516758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B1B440-5BC3-127F-5D0D-5EB21A6DBC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8823653C-1E4C-2AB3-B2C7-17A96027CDF5}"/>
              </a:ext>
            </a:extLst>
          </p:cNvPr>
          <p:cNvSpPr txBox="1"/>
          <p:nvPr/>
        </p:nvSpPr>
        <p:spPr>
          <a:xfrm>
            <a:off x="7921881" y="471885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algn="r">
              <a:defRPr/>
            </a:pPr>
            <a:r>
              <a:rPr lang="ko-KR" altLang="en-US" sz="1000">
                <a:solidFill>
                  <a:prstClr val="black"/>
                </a:solidFill>
                <a:latin typeface="+mn-ea"/>
              </a:rPr>
              <a:t>업데이트 시간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12/16 08</a:t>
            </a:r>
            <a:r>
              <a:rPr lang="ko-KR" altLang="en-US" sz="1000">
                <a:solidFill>
                  <a:prstClr val="black"/>
                </a:solidFill>
                <a:latin typeface="+mn-ea"/>
              </a:rPr>
              <a:t>시</a:t>
            </a: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6F70A909-8057-285D-B891-D22D9E281AC5}"/>
              </a:ext>
            </a:extLst>
          </p:cNvPr>
          <p:cNvSpPr txBox="1">
            <a:spLocks/>
          </p:cNvSpPr>
          <p:nvPr/>
        </p:nvSpPr>
        <p:spPr>
          <a:xfrm>
            <a:off x="8847465" y="170214"/>
            <a:ext cx="856004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+mn-ea"/>
              </a:rPr>
              <a:t>박세용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P</a:t>
            </a:r>
            <a:endParaRPr lang="en-US" altLang="ko-KR" sz="1000" b="0" i="0" u="none" strike="noStrike" kern="1200" cap="none" spc="0" normalizeH="0" baseline="0" noProof="0" err="1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7" name="제목 1">
            <a:extLst>
              <a:ext uri="{FF2B5EF4-FFF2-40B4-BE49-F238E27FC236}">
                <a16:creationId xmlns:a16="http://schemas.microsoft.com/office/drawing/2014/main" id="{D02788D5-E272-4E7A-C3E8-56E1E720F7D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216C8020-9958-8759-E98C-32B9DD2067BB}"/>
              </a:ext>
            </a:extLst>
          </p:cNvPr>
          <p:cNvSpPr txBox="1">
            <a:spLocks/>
          </p:cNvSpPr>
          <p:nvPr/>
        </p:nvSpPr>
        <p:spPr>
          <a:xfrm>
            <a:off x="101208" y="511134"/>
            <a:ext cx="4118115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 </a:t>
            </a:r>
            <a:r>
              <a:rPr lang="en-US" altLang="ko-KR" sz="1400" b="1" kern="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26</a:t>
            </a:r>
            <a:r>
              <a:rPr lang="ko-KR" altLang="en-US" sz="1400" b="1" kern="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년도 </a:t>
            </a:r>
            <a:r>
              <a:rPr lang="en-US" altLang="ko-KR" sz="1400" b="1" kern="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RSND </a:t>
            </a:r>
            <a:r>
              <a:rPr lang="ko-KR" altLang="en-US" sz="1400" b="1" kern="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자동보정팀 신규 과제 검토 리스트 및 상세</a:t>
            </a:r>
            <a:endParaRPr kumimoji="1" lang="en-US" altLang="ko-KR" sz="1400" b="1" kern="0">
              <a:latin typeface="+mj-ea"/>
              <a:cs typeface="Malgun Gothic Semilight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21D71E9-3437-A6BF-DC12-E6C5B9BEBC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4301351"/>
              </p:ext>
            </p:extLst>
          </p:nvPr>
        </p:nvGraphicFramePr>
        <p:xfrm>
          <a:off x="125047" y="765178"/>
          <a:ext cx="9578422" cy="5791230"/>
        </p:xfrm>
        <a:graphic>
          <a:graphicData uri="http://schemas.openxmlformats.org/drawingml/2006/table">
            <a:tbl>
              <a:tblPr/>
              <a:tblGrid>
                <a:gridCol w="75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0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86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+mn-ea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</a:rPr>
                        <a:t>(W50)</a:t>
                      </a:r>
                      <a:endParaRPr lang="ko-KR" altLang="en-US"/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9834"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26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년도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RSND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신규과제 검토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LG Smart_H Regular"/>
                          <a:cs typeface="+mn-cs"/>
                        </a:rPr>
                        <a:t>W51 :</a:t>
                      </a: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rgbClr val="0000FF"/>
                          </a:solidFill>
                          <a:latin typeface="+mn-lt"/>
                        </a:rPr>
                        <a:t>특이사항 없습니다</a:t>
                      </a:r>
                      <a:r>
                        <a:rPr lang="en-US" altLang="ko-KR" sz="900" b="0" i="0" u="none" strike="noStrike" noProof="0">
                          <a:solidFill>
                            <a:srgbClr val="0000FF"/>
                          </a:solidFill>
                          <a:latin typeface="+mn-lt"/>
                        </a:rPr>
                        <a:t>.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박세용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86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5555967"/>
                  </a:ext>
                </a:extLst>
              </a:tr>
              <a:tr h="503307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1. 4680 </a:t>
                      </a:r>
                      <a:r>
                        <a:rPr lang="ko-KR" altLang="en-US" sz="900" b="0" i="0" u="none" strike="noStrike" noProof="0" err="1">
                          <a:solidFill>
                            <a:schemeClr val="tx1"/>
                          </a:solidFill>
                          <a:latin typeface="+mn-lt"/>
                        </a:rPr>
                        <a:t>통합슬리터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 음극 드라이어 가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감속 구간 자동보정 개발</a:t>
                      </a:r>
                      <a:endParaRPr lang="en-US" altLang="ko-KR" sz="900" b="0" i="0" u="none" strike="noStrike" noProof="0">
                        <a:solidFill>
                          <a:schemeClr val="tx1"/>
                        </a:solidFill>
                        <a:latin typeface="+mn-lt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  -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가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감속 구간 건조램프 출력 및 위치 제어를 통하여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CTQ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항목인 전극수분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및 전극두께 </a:t>
                      </a:r>
                      <a:r>
                        <a:rPr lang="ko-KR" altLang="en-US" sz="900" b="0" i="0" u="none" strike="noStrike" noProof="0" err="1">
                          <a:solidFill>
                            <a:schemeClr val="tx1"/>
                          </a:solidFill>
                          <a:latin typeface="+mn-lt"/>
                        </a:rPr>
                        <a:t>불량율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 감소 목표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(OC9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기준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27.9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억원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년 효과 예상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n-lt"/>
                        </a:rPr>
                        <a:t>  -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향후 본 과제를 기반으로 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2170 R2R 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드라이어 과제도 병렬 진행 하고자 합니다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.(VD 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공정 삭제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  - 46RS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공정기술팀과 검토미팅 진행하였으며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현재 제어방식 및 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AI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팀 개발한 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NND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용 자동보정 소스코드 내재화 진행 중입니다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. (12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월 말까지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noProof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889587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6393564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D7013D-F840-8F38-A3BE-85F3555E27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8AD81CD-0759-8312-B1F9-13B54FD95F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543224"/>
              </p:ext>
            </p:extLst>
          </p:nvPr>
        </p:nvGraphicFramePr>
        <p:xfrm>
          <a:off x="125047" y="765178"/>
          <a:ext cx="9578422" cy="5797716"/>
        </p:xfrm>
        <a:graphic>
          <a:graphicData uri="http://schemas.openxmlformats.org/drawingml/2006/table">
            <a:tbl>
              <a:tblPr/>
              <a:tblGrid>
                <a:gridCol w="756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0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8661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+mn-ea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</a:rPr>
                        <a:t>(W51)</a:t>
                      </a:r>
                      <a:endParaRPr lang="ko-KR" altLang="en-US"/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9834"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Roll Press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단선 개선을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자동보정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고도화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WA4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LG Smart_H Regular"/>
                          <a:cs typeface="+mn-cs"/>
                        </a:rPr>
                        <a:t>W51 : Roll Press Tension PV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LG Smart_H Regular"/>
                          <a:cs typeface="+mn-cs"/>
                        </a:rPr>
                        <a:t>값의 데이터 습득하기 위해 로직 설계 완료 하였으며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LG Smart_H Regular"/>
                          <a:cs typeface="+mn-cs"/>
                        </a:rPr>
                        <a:t>, WA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LG Smart_H Regular"/>
                          <a:cs typeface="+mn-cs"/>
                        </a:rPr>
                        <a:t>법인 제어 담당자에게 공유 및 기준정보 요청 완료 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LG Smart_H Regular"/>
                          <a:cs typeface="+mn-cs"/>
                        </a:rPr>
                        <a:t>. (12/12)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LG Smart_H Regular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LG Smart_H Regular"/>
                          <a:cs typeface="+mn-cs"/>
                        </a:rPr>
                        <a:t>       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LG Smart_H Regular"/>
                          <a:cs typeface="+mn-cs"/>
                        </a:rPr>
                        <a:t>로직 변경 요청에 대한 완료 회신 대기 중 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LG Smart_H Regular"/>
                          <a:cs typeface="+mn-cs"/>
                        </a:rPr>
                        <a:t>.</a:t>
                      </a:r>
                      <a:endParaRPr lang="en-US" altLang="ko-KR" sz="900" b="0" i="0" u="none" strike="noStrike" noProof="0">
                        <a:solidFill>
                          <a:srgbClr val="0000FF"/>
                        </a:solidFill>
                        <a:latin typeface="+mn-lt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‘26.12</a:t>
                      </a:r>
                      <a:endParaRPr lang="en-US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정대영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86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5555967"/>
                  </a:ext>
                </a:extLst>
              </a:tr>
              <a:tr h="503307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defRPr/>
                      </a:pP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WA 대상 Roll Press 단선 개선을 위한 Tension 보정 로직 검토 </a:t>
                      </a:r>
                    </a:p>
                    <a:p>
                      <a:pPr>
                        <a:defRPr/>
                      </a:pPr>
                      <a:endParaRPr lang="en-US" altLang="ko-KR" sz="900">
                        <a:solidFill>
                          <a:srgbClr val="000000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defRPr/>
                      </a:pPr>
                      <a:r>
                        <a:rPr lang="en-US" altLang="ko-KR" sz="900" b="1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[배경]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: 전극FDC팀과 WA기술팀이 Roll Press OS / DS Tension 차이가 크게 날 때 단선 확률이 급격하게 올라가는 것을 분석하여 공유받았습니다.</a:t>
                      </a:r>
                    </a:p>
                    <a:p>
                      <a:pPr>
                        <a:defRPr/>
                      </a:pP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       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     현재 OS / DS Tension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차이가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20N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이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나면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알람을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발생시켜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작업자를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통해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수동으로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Gap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을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낮추는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제어를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진행하고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있습니다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.</a:t>
                      </a:r>
                      <a:endParaRPr lang="en-US" altLang="ko-KR" sz="900">
                        <a:solidFill>
                          <a:srgbClr val="000000"/>
                        </a:solidFill>
                      </a:endParaRPr>
                    </a:p>
                    <a:p>
                      <a:pPr>
                        <a:defRPr/>
                      </a:pP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            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압연롤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Gap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을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낮추면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연신률에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영향을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줘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Tension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을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조절 할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수 있음을 확인하였습니다. </a:t>
                      </a:r>
                      <a:endParaRPr lang="en-US" altLang="ko-KR" sz="900">
                        <a:solidFill>
                          <a:srgbClr val="000000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defRPr/>
                      </a:pPr>
                      <a:endParaRPr lang="en-US" altLang="ko-KR" sz="900">
                        <a:solidFill>
                          <a:srgbClr val="000000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defRPr/>
                      </a:pPr>
                      <a:endParaRPr lang="en-US" altLang="ko-KR" sz="90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defRPr/>
                      </a:pPr>
                      <a:endParaRPr lang="en-US" altLang="ko-KR" sz="90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defRPr/>
                      </a:pP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 </a:t>
                      </a:r>
                    </a:p>
                    <a:p>
                      <a:pPr>
                        <a:defRPr/>
                      </a:pPr>
                      <a:endParaRPr lang="en-US" altLang="ko-KR" sz="90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defRPr/>
                      </a:pPr>
                      <a:endParaRPr lang="en-US" altLang="ko-KR" sz="90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defRPr/>
                      </a:pPr>
                      <a:endParaRPr lang="en-US" altLang="ko-KR" sz="900" b="1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defRPr/>
                      </a:pPr>
                      <a:endParaRPr lang="en-US" altLang="ko-KR" sz="900" b="1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defRPr/>
                      </a:pPr>
                      <a:endParaRPr lang="en-US" altLang="ko-KR" sz="900" b="1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defRPr/>
                      </a:pPr>
                      <a:endParaRPr lang="en-US" altLang="ko-KR" sz="900" b="1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defRPr/>
                      </a:pPr>
                      <a:r>
                        <a:rPr lang="en-US" altLang="ko-KR" sz="900" b="1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 b="1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진행 현황</a:t>
                      </a:r>
                      <a:r>
                        <a:rPr lang="en-US" altLang="ko-KR" sz="900" b="1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]</a:t>
                      </a:r>
                      <a:r>
                        <a:rPr lang="ko-KR" altLang="en-US" sz="900" b="1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: 전극 FDC팀과 미팅을 통해 Tension OS / DS 편차와 단선의 관계에 대한 분석 결과 공유 받았습니다(11/14)</a:t>
                      </a:r>
                    </a:p>
                    <a:p>
                      <a:pPr>
                        <a:defRPr/>
                      </a:pP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                     팀 자체적으로 Tension PV 데이터에 대해 PLC프로그램을 분석하여 아날로그 데이터를 평균 처리 하고 2차로 이동평균처리를 통해서 </a:t>
                      </a:r>
                      <a:endParaRPr lang="en-US" altLang="ko-KR" sz="900">
                        <a:solidFill>
                          <a:srgbClr val="000000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defRPr/>
                      </a:pP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                    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PV값이 산출됨을 확인하였습니다.(11/20) 이동평균에 의해 PV가 둔감한 점을 감안하여 RAW 데이터를 FDC에 추가로 연동할 예정입니다. </a:t>
                      </a:r>
                      <a:endParaRPr lang="en-US" altLang="ko-KR" sz="900">
                        <a:solidFill>
                          <a:srgbClr val="000000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defRPr/>
                      </a:pP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                    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Data를 세분화해서 분석하고자  WA 기술팀에 현황을 공유하였습니다.(11/25)</a:t>
                      </a:r>
                      <a:endParaRPr lang="en-US" altLang="ko-KR" sz="900">
                        <a:solidFill>
                          <a:srgbClr val="000000"/>
                        </a:solidFill>
                        <a:latin typeface="+mn-lt"/>
                        <a:ea typeface="+mn-ea"/>
                      </a:endParaRPr>
                    </a:p>
                    <a:p>
                      <a:pPr>
                        <a:defRPr/>
                      </a:pP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                    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Tension Data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습득하기 위한 로직 설계 완료 하였으며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법인 제어 담당자 공유 하였으며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(12/11), APC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기준정보 등록 요청하였습니다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.(12/12)</a:t>
                      </a:r>
                      <a:br>
                        <a:rPr lang="en-US" altLang="ko-KR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                     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추가적으로 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MI2, ST </a:t>
                      </a:r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병렬로 프로그램 및 기준정보 수정 진행 중 입니다</a:t>
                      </a: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.(~12/19)         </a:t>
                      </a:r>
                      <a:endParaRPr lang="en-US" altLang="ko-KR" sz="900" b="0" i="0" u="none" strike="noStrike" noProof="0">
                        <a:solidFill>
                          <a:srgbClr val="0000FF"/>
                        </a:solidFill>
                        <a:latin typeface="+mn-lt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[Tension </a:t>
                      </a:r>
                      <a:r>
                        <a:rPr lang="ko-KR" altLang="en-US" sz="900" b="1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보정 검토를</a:t>
                      </a:r>
                      <a:r>
                        <a:rPr lang="en-US" altLang="ko-KR" sz="900" b="1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1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위한 추가 데이터 수집</a:t>
                      </a:r>
                      <a:r>
                        <a:rPr lang="en-US" altLang="ko-KR" sz="900" b="1" i="0" u="none" strike="noStrike" noProof="0">
                          <a:solidFill>
                            <a:srgbClr val="000000"/>
                          </a:solidFill>
                          <a:latin typeface="+mn-lt"/>
                        </a:rPr>
                        <a:t>]</a:t>
                      </a: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88958794"/>
                  </a:ext>
                </a:extLst>
              </a:tr>
            </a:tbl>
          </a:graphicData>
        </a:graphic>
      </p:graphicFrame>
      <p:sp>
        <p:nvSpPr>
          <p:cNvPr id="146" name="사각형: 둥근 모서리 145">
            <a:extLst>
              <a:ext uri="{FF2B5EF4-FFF2-40B4-BE49-F238E27FC236}">
                <a16:creationId xmlns:a16="http://schemas.microsoft.com/office/drawing/2014/main" id="{68A22633-D2DC-F883-6508-16C80A1BDF54}"/>
              </a:ext>
            </a:extLst>
          </p:cNvPr>
          <p:cNvSpPr/>
          <p:nvPr/>
        </p:nvSpPr>
        <p:spPr>
          <a:xfrm>
            <a:off x="3003003" y="2487949"/>
            <a:ext cx="2666277" cy="1050893"/>
          </a:xfrm>
          <a:prstGeom prst="roundRect">
            <a:avLst/>
          </a:prstGeom>
          <a:solidFill>
            <a:schemeClr val="accent1">
              <a:alpha val="2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 algn="ctr"/>
            <a:r>
              <a:rPr lang="en-US" altLang="ko-KR" sz="1100">
                <a:solidFill>
                  <a:schemeClr val="tx2"/>
                </a:solidFill>
              </a:rPr>
              <a:t>FDC </a:t>
            </a:r>
            <a:r>
              <a:rPr lang="ko-KR" altLang="en-US" sz="1100">
                <a:solidFill>
                  <a:schemeClr val="tx2"/>
                </a:solidFill>
              </a:rPr>
              <a:t>진행 현황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62265A4-66FC-0582-843B-E8CCC901D349}"/>
              </a:ext>
            </a:extLst>
          </p:cNvPr>
          <p:cNvSpPr txBox="1"/>
          <p:nvPr/>
        </p:nvSpPr>
        <p:spPr>
          <a:xfrm>
            <a:off x="7921881" y="471885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algn="r">
              <a:defRPr/>
            </a:pPr>
            <a:r>
              <a:rPr lang="ko-KR" altLang="en-US" sz="1000">
                <a:solidFill>
                  <a:prstClr val="black"/>
                </a:solidFill>
                <a:latin typeface="+mn-ea"/>
              </a:rPr>
              <a:t>업데이트 시간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12/16 15</a:t>
            </a:r>
            <a:r>
              <a:rPr lang="ko-KR" altLang="en-US" sz="1000">
                <a:solidFill>
                  <a:prstClr val="black"/>
                </a:solidFill>
                <a:latin typeface="+mn-ea"/>
              </a:rPr>
              <a:t>시</a:t>
            </a: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5F66A358-0E8F-B0DE-AFD4-2A7779CAEB10}"/>
              </a:ext>
            </a:extLst>
          </p:cNvPr>
          <p:cNvSpPr txBox="1">
            <a:spLocks/>
          </p:cNvSpPr>
          <p:nvPr/>
        </p:nvSpPr>
        <p:spPr>
          <a:xfrm>
            <a:off x="8847464" y="170214"/>
            <a:ext cx="856005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+mn-ea"/>
              </a:rPr>
              <a:t>정대영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P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7" name="제목 1">
            <a:extLst>
              <a:ext uri="{FF2B5EF4-FFF2-40B4-BE49-F238E27FC236}">
                <a16:creationId xmlns:a16="http://schemas.microsoft.com/office/drawing/2014/main" id="{D405E709-B360-2073-EB3D-C298179A783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8685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_RSND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자동보정팀</a:t>
            </a: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B56044BA-F623-F194-0F47-B4750CF54DD5}"/>
              </a:ext>
            </a:extLst>
          </p:cNvPr>
          <p:cNvSpPr txBox="1">
            <a:spLocks/>
          </p:cNvSpPr>
          <p:nvPr/>
        </p:nvSpPr>
        <p:spPr>
          <a:xfrm>
            <a:off x="101208" y="511134"/>
            <a:ext cx="22121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 </a:t>
            </a:r>
            <a:endParaRPr lang="en-US" altLang="ko-KR" sz="1400" b="1" kern="0">
              <a:solidFill>
                <a:prstClr val="black"/>
              </a:solidFill>
              <a:latin typeface="Arial Narrow"/>
              <a:cs typeface="Malgun Gothic Semilight"/>
            </a:endParaRPr>
          </a:p>
        </p:txBody>
      </p:sp>
      <p:sp>
        <p:nvSpPr>
          <p:cNvPr id="2" name="내용 개체 틀 20">
            <a:extLst>
              <a:ext uri="{FF2B5EF4-FFF2-40B4-BE49-F238E27FC236}">
                <a16:creationId xmlns:a16="http://schemas.microsoft.com/office/drawing/2014/main" id="{FF92F0F1-D37B-EA06-3D4E-14B1541377D2}"/>
              </a:ext>
            </a:extLst>
          </p:cNvPr>
          <p:cNvSpPr txBox="1">
            <a:spLocks/>
          </p:cNvSpPr>
          <p:nvPr/>
        </p:nvSpPr>
        <p:spPr>
          <a:xfrm>
            <a:off x="322422" y="511134"/>
            <a:ext cx="5556008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1" lang="en-US" altLang="ko-KR" sz="1400" b="1" kern="0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Roll Press </a:t>
            </a:r>
            <a:r>
              <a:rPr kumimoji="1" lang="ko-KR" altLang="en-US" sz="1400" b="1" kern="0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단선 개선을 위한 자동보정 </a:t>
            </a:r>
            <a:r>
              <a:rPr kumimoji="1" lang="en-US" altLang="ko-KR" sz="1400" b="1" kern="0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Tension</a:t>
            </a:r>
            <a:r>
              <a:rPr kumimoji="1" lang="ko-KR" altLang="en-US" sz="1400" b="1" kern="0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 인자 추가 검토</a:t>
            </a:r>
            <a:r>
              <a:rPr kumimoji="1" lang="en-US" altLang="ko-KR" sz="1400" b="1" kern="0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(26</a:t>
            </a:r>
            <a:r>
              <a:rPr kumimoji="1" lang="ko-KR" altLang="en-US" sz="1400" b="1" kern="0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년 과제</a:t>
            </a:r>
            <a:r>
              <a:rPr kumimoji="1" lang="en-US" altLang="ko-KR" sz="1400" b="1" kern="0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)</a:t>
            </a:r>
            <a:endParaRPr kumimoji="1" lang="en-US" altLang="ko-KR" sz="1400" b="1" kern="0">
              <a:latin typeface="+mj-ea"/>
              <a:cs typeface="Malgun Gothic Semilight"/>
            </a:endParaRPr>
          </a:p>
        </p:txBody>
      </p:sp>
      <p:sp>
        <p:nvSpPr>
          <p:cNvPr id="46" name="모서리가 둥근 직사각형 9">
            <a:extLst>
              <a:ext uri="{FF2B5EF4-FFF2-40B4-BE49-F238E27FC236}">
                <a16:creationId xmlns:a16="http://schemas.microsoft.com/office/drawing/2014/main" id="{E03FA467-B676-B024-E246-DCBBD3498BBF}"/>
              </a:ext>
            </a:extLst>
          </p:cNvPr>
          <p:cNvSpPr/>
          <p:nvPr/>
        </p:nvSpPr>
        <p:spPr>
          <a:xfrm>
            <a:off x="1549435" y="4665444"/>
            <a:ext cx="523390" cy="408888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-8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AS - </a:t>
            </a:r>
            <a:r>
              <a:rPr lang="en-US" altLang="ko-KR" sz="1100" b="1" kern="0" spc="-8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IS</a:t>
            </a:r>
            <a:endParaRPr kumimoji="0" lang="en-US" altLang="ko-KR" sz="1100" b="1" i="0" u="none" strike="noStrike" kern="0" cap="none" spc="-8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879B90A0-D8E4-E967-755F-7F1DD8AF3C0D}"/>
              </a:ext>
            </a:extLst>
          </p:cNvPr>
          <p:cNvSpPr txBox="1"/>
          <p:nvPr/>
        </p:nvSpPr>
        <p:spPr>
          <a:xfrm>
            <a:off x="2082800" y="4585584"/>
            <a:ext cx="6502400" cy="50783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lang="ko-KR" altLang="en-US" sz="900">
                <a:solidFill>
                  <a:srgbClr val="000000"/>
                </a:solidFill>
              </a:rPr>
              <a:t>① </a:t>
            </a:r>
            <a:r>
              <a:rPr lang="en-US" altLang="ko-KR" sz="900">
                <a:solidFill>
                  <a:srgbClr val="000000"/>
                </a:solidFill>
              </a:rPr>
              <a:t>Tension</a:t>
            </a:r>
            <a:r>
              <a:rPr lang="ko-KR" altLang="en-US" sz="900">
                <a:solidFill>
                  <a:srgbClr val="000000"/>
                </a:solidFill>
              </a:rPr>
              <a:t> 센서 → </a:t>
            </a:r>
            <a:r>
              <a:rPr lang="en-US" altLang="ko-KR" sz="900">
                <a:solidFill>
                  <a:srgbClr val="000000"/>
                </a:solidFill>
              </a:rPr>
              <a:t>AD </a:t>
            </a:r>
            <a:r>
              <a:rPr lang="ko-KR" altLang="en-US" sz="900">
                <a:solidFill>
                  <a:srgbClr val="000000"/>
                </a:solidFill>
              </a:rPr>
              <a:t>카드로 </a:t>
            </a:r>
            <a:r>
              <a:rPr lang="en-US" altLang="ko-KR" sz="900">
                <a:solidFill>
                  <a:srgbClr val="000000"/>
                </a:solidFill>
              </a:rPr>
              <a:t>0.1</a:t>
            </a:r>
            <a:r>
              <a:rPr lang="ko-KR" altLang="en-US" sz="900">
                <a:solidFill>
                  <a:srgbClr val="000000"/>
                </a:solidFill>
              </a:rPr>
              <a:t>초 주기로 평균 값을 전송 합니다</a:t>
            </a:r>
            <a:r>
              <a:rPr lang="en-US" altLang="ko-KR" sz="900">
                <a:solidFill>
                  <a:srgbClr val="000000"/>
                </a:solidFill>
              </a:rPr>
              <a:t>. (AD</a:t>
            </a:r>
            <a:r>
              <a:rPr lang="ko-KR" altLang="en-US" sz="900">
                <a:solidFill>
                  <a:srgbClr val="000000"/>
                </a:solidFill>
              </a:rPr>
              <a:t>카드에서 </a:t>
            </a:r>
            <a:r>
              <a:rPr lang="en-US" altLang="ko-KR" sz="900">
                <a:solidFill>
                  <a:srgbClr val="000000"/>
                </a:solidFill>
              </a:rPr>
              <a:t>0.1</a:t>
            </a:r>
            <a:r>
              <a:rPr lang="ko-KR" altLang="en-US" sz="900">
                <a:solidFill>
                  <a:srgbClr val="000000"/>
                </a:solidFill>
              </a:rPr>
              <a:t>초 주기로 </a:t>
            </a:r>
            <a:r>
              <a:rPr lang="en-US" altLang="ko-KR" sz="900">
                <a:solidFill>
                  <a:srgbClr val="000000"/>
                </a:solidFill>
              </a:rPr>
              <a:t>1</a:t>
            </a:r>
            <a:r>
              <a:rPr lang="ko-KR" altLang="en-US" sz="900">
                <a:solidFill>
                  <a:srgbClr val="000000"/>
                </a:solidFill>
              </a:rPr>
              <a:t>차 평균 처리</a:t>
            </a:r>
            <a:r>
              <a:rPr lang="en-US" altLang="ko-KR" sz="900">
                <a:solidFill>
                  <a:srgbClr val="000000"/>
                </a:solidFill>
              </a:rPr>
              <a:t>)</a:t>
            </a:r>
          </a:p>
          <a:p>
            <a:pPr>
              <a:defRPr/>
            </a:pPr>
            <a:r>
              <a:rPr lang="ko-KR" altLang="en-US" sz="900">
                <a:solidFill>
                  <a:srgbClr val="000000"/>
                </a:solidFill>
              </a:rPr>
              <a:t>② </a:t>
            </a:r>
            <a:r>
              <a:rPr lang="en-US" altLang="ko-KR" sz="900">
                <a:solidFill>
                  <a:srgbClr val="000000"/>
                </a:solidFill>
              </a:rPr>
              <a:t>PLC</a:t>
            </a:r>
            <a:r>
              <a:rPr lang="ko-KR" altLang="en-US" sz="900">
                <a:solidFill>
                  <a:srgbClr val="000000"/>
                </a:solidFill>
              </a:rPr>
              <a:t>에서는 </a:t>
            </a:r>
            <a:r>
              <a:rPr lang="en-US" altLang="ko-KR" sz="900">
                <a:solidFill>
                  <a:srgbClr val="000000"/>
                </a:solidFill>
              </a:rPr>
              <a:t>Tension</a:t>
            </a:r>
            <a:r>
              <a:rPr lang="ko-KR" altLang="en-US" sz="900">
                <a:solidFill>
                  <a:srgbClr val="000000"/>
                </a:solidFill>
              </a:rPr>
              <a:t> 센서로부터 들어오는 데이터를 </a:t>
            </a:r>
            <a:r>
              <a:rPr lang="en-US" altLang="ko-KR" sz="900">
                <a:solidFill>
                  <a:srgbClr val="000000"/>
                </a:solidFill>
              </a:rPr>
              <a:t>0.2</a:t>
            </a:r>
            <a:r>
              <a:rPr lang="ko-KR" altLang="en-US" sz="900">
                <a:solidFill>
                  <a:srgbClr val="000000"/>
                </a:solidFill>
              </a:rPr>
              <a:t>초 주기로 </a:t>
            </a:r>
            <a:r>
              <a:rPr lang="en-US" altLang="ko-KR" sz="900">
                <a:solidFill>
                  <a:srgbClr val="000000"/>
                </a:solidFill>
              </a:rPr>
              <a:t>14</a:t>
            </a:r>
            <a:r>
              <a:rPr lang="ko-KR" altLang="en-US" sz="900">
                <a:solidFill>
                  <a:srgbClr val="000000"/>
                </a:solidFill>
              </a:rPr>
              <a:t>개 버퍼에 저장 합니다</a:t>
            </a:r>
            <a:r>
              <a:rPr lang="en-US" altLang="ko-KR" sz="900">
                <a:solidFill>
                  <a:srgbClr val="000000"/>
                </a:solidFill>
              </a:rPr>
              <a:t>. (Shift </a:t>
            </a:r>
            <a:r>
              <a:rPr lang="ko-KR" altLang="en-US" sz="900">
                <a:solidFill>
                  <a:srgbClr val="000000"/>
                </a:solidFill>
              </a:rPr>
              <a:t>방식</a:t>
            </a:r>
            <a:r>
              <a:rPr lang="en-US" altLang="ko-KR" sz="900">
                <a:solidFill>
                  <a:srgbClr val="000000"/>
                </a:solidFill>
              </a:rPr>
              <a:t>)</a:t>
            </a:r>
          </a:p>
          <a:p>
            <a:pPr>
              <a:defRPr/>
            </a:pPr>
            <a:r>
              <a:rPr lang="ko-KR" altLang="en-US" sz="900">
                <a:solidFill>
                  <a:srgbClr val="000000"/>
                </a:solidFill>
              </a:rPr>
              <a:t>③ 단선 발생 시 </a:t>
            </a:r>
            <a:r>
              <a:rPr lang="en-US" altLang="ko-KR" sz="900">
                <a:solidFill>
                  <a:srgbClr val="000000"/>
                </a:solidFill>
              </a:rPr>
              <a:t>AD </a:t>
            </a:r>
            <a:r>
              <a:rPr lang="ko-KR" altLang="en-US" sz="900">
                <a:solidFill>
                  <a:srgbClr val="000000"/>
                </a:solidFill>
              </a:rPr>
              <a:t>카드에서 이미 평균화 된 데이터에 </a:t>
            </a:r>
            <a:r>
              <a:rPr lang="en-US" altLang="ko-KR" sz="900">
                <a:solidFill>
                  <a:srgbClr val="000000"/>
                </a:solidFill>
              </a:rPr>
              <a:t>PLC</a:t>
            </a:r>
            <a:r>
              <a:rPr lang="ko-KR" altLang="en-US" sz="900">
                <a:solidFill>
                  <a:srgbClr val="000000"/>
                </a:solidFill>
              </a:rPr>
              <a:t>에서 또 다시 평균화 된 데이터로</a:t>
            </a:r>
            <a:r>
              <a:rPr lang="en-US" altLang="ko-KR" sz="900">
                <a:solidFill>
                  <a:srgbClr val="000000"/>
                </a:solidFill>
              </a:rPr>
              <a:t>  </a:t>
            </a:r>
            <a:r>
              <a:rPr lang="ko-KR" altLang="en-US" sz="900">
                <a:solidFill>
                  <a:srgbClr val="000000"/>
                </a:solidFill>
              </a:rPr>
              <a:t>실시간 장력 변화를 모니터링 할 수 없습니다</a:t>
            </a:r>
            <a:r>
              <a:rPr lang="en-US" altLang="ko-KR" sz="900">
                <a:solidFill>
                  <a:srgbClr val="000000"/>
                </a:solidFill>
              </a:rPr>
              <a:t>.</a:t>
            </a:r>
            <a:endParaRPr lang="ko-KR" altLang="en-US" sz="900">
              <a:solidFill>
                <a:srgbClr val="000000"/>
              </a:solidFill>
            </a:endParaRPr>
          </a:p>
        </p:txBody>
      </p:sp>
      <p:sp>
        <p:nvSpPr>
          <p:cNvPr id="48" name="모서리가 둥근 직사각형 9">
            <a:extLst>
              <a:ext uri="{FF2B5EF4-FFF2-40B4-BE49-F238E27FC236}">
                <a16:creationId xmlns:a16="http://schemas.microsoft.com/office/drawing/2014/main" id="{BCAF3F98-348D-0A71-BE01-24C2383B1D35}"/>
              </a:ext>
            </a:extLst>
          </p:cNvPr>
          <p:cNvSpPr/>
          <p:nvPr/>
        </p:nvSpPr>
        <p:spPr>
          <a:xfrm>
            <a:off x="1549435" y="5091457"/>
            <a:ext cx="523390" cy="348994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0" fontAlgn="base" latinLnBrk="0" hangingPunct="0">
              <a:spcBef>
                <a:spcPts val="200"/>
              </a:spcBef>
              <a:spcAft>
                <a:spcPct val="0"/>
              </a:spcAft>
              <a:defRPr/>
            </a:pPr>
            <a:r>
              <a:rPr lang="en-US" altLang="ko-KR" sz="1100" b="1" kern="0" spc="-8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TO - BE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9387F49-6FA0-E659-E768-2CB02D07D799}"/>
              </a:ext>
            </a:extLst>
          </p:cNvPr>
          <p:cNvSpPr txBox="1"/>
          <p:nvPr/>
        </p:nvSpPr>
        <p:spPr>
          <a:xfrm>
            <a:off x="2082800" y="5070331"/>
            <a:ext cx="6502400" cy="369332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lang="ko-KR" altLang="en-US" sz="900">
                <a:solidFill>
                  <a:srgbClr val="000000"/>
                </a:solidFill>
              </a:rPr>
              <a:t>① 평균 값으로 변환되는 방식을 샘플링 또는 </a:t>
            </a:r>
            <a:r>
              <a:rPr lang="en-US" altLang="ko-KR" sz="900">
                <a:solidFill>
                  <a:srgbClr val="000000"/>
                </a:solidFill>
              </a:rPr>
              <a:t>1</a:t>
            </a:r>
            <a:r>
              <a:rPr lang="ko-KR" altLang="en-US" sz="900">
                <a:solidFill>
                  <a:srgbClr val="000000"/>
                </a:solidFill>
              </a:rPr>
              <a:t>차 평균처리만 하여</a:t>
            </a:r>
            <a:r>
              <a:rPr lang="en-US" altLang="ko-KR" sz="900">
                <a:solidFill>
                  <a:srgbClr val="000000"/>
                </a:solidFill>
              </a:rPr>
              <a:t>,</a:t>
            </a:r>
            <a:r>
              <a:rPr lang="ko-KR" altLang="en-US" sz="900">
                <a:solidFill>
                  <a:srgbClr val="000000"/>
                </a:solidFill>
              </a:rPr>
              <a:t> 데이터 처리하는 방식으로 분리 구조로 나누는 것으로 검토가 필요 합니다</a:t>
            </a:r>
            <a:r>
              <a:rPr lang="en-US" altLang="ko-KR" sz="900">
                <a:solidFill>
                  <a:srgbClr val="000000"/>
                </a:solidFill>
              </a:rPr>
              <a:t>.</a:t>
            </a:r>
          </a:p>
          <a:p>
            <a:pPr>
              <a:defRPr/>
            </a:pPr>
            <a:r>
              <a:rPr lang="ko-KR" altLang="en-US" sz="900">
                <a:solidFill>
                  <a:srgbClr val="000000"/>
                </a:solidFill>
              </a:rPr>
              <a:t>② </a:t>
            </a:r>
            <a:r>
              <a:rPr lang="en-US" altLang="ko-KR" sz="900">
                <a:solidFill>
                  <a:srgbClr val="000000"/>
                </a:solidFill>
              </a:rPr>
              <a:t>Tension </a:t>
            </a:r>
            <a:r>
              <a:rPr lang="ko-KR" altLang="en-US" sz="900">
                <a:solidFill>
                  <a:srgbClr val="000000"/>
                </a:solidFill>
              </a:rPr>
              <a:t>데이터  세분화를 통해서 평균과 실시간 기반의 데이터를 동시에 모니터링 할 수 있도록 하여</a:t>
            </a:r>
            <a:r>
              <a:rPr lang="en-US" altLang="ko-KR" sz="900">
                <a:solidFill>
                  <a:srgbClr val="000000"/>
                </a:solidFill>
              </a:rPr>
              <a:t>, </a:t>
            </a:r>
            <a:r>
              <a:rPr lang="ko-KR" altLang="en-US" sz="900">
                <a:solidFill>
                  <a:srgbClr val="000000"/>
                </a:solidFill>
              </a:rPr>
              <a:t>운영과 고도화를 진행할 수 있습니다</a:t>
            </a:r>
            <a:r>
              <a:rPr lang="en-US" altLang="ko-KR" sz="900">
                <a:solidFill>
                  <a:srgbClr val="000000"/>
                </a:solidFill>
              </a:rPr>
              <a:t>.</a:t>
            </a:r>
            <a:endParaRPr lang="ko-KR" altLang="en-US" sz="900">
              <a:solidFill>
                <a:srgbClr val="000000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BEDB92F2-0282-B88E-1313-09A3B1321789}"/>
              </a:ext>
            </a:extLst>
          </p:cNvPr>
          <p:cNvSpPr txBox="1"/>
          <p:nvPr/>
        </p:nvSpPr>
        <p:spPr>
          <a:xfrm>
            <a:off x="2132224" y="5423339"/>
            <a:ext cx="376091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AD</a:t>
            </a:r>
            <a:r>
              <a:rPr lang="ko-KR" altLang="en-US" sz="7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카드 </a:t>
            </a:r>
            <a:r>
              <a:rPr lang="en-US" altLang="ko-KR" sz="7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: </a:t>
            </a:r>
            <a:r>
              <a:rPr lang="ko-KR" altLang="en-US" sz="7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센서가 보내는 아날로그 값을 숫자로 바꿔서 </a:t>
            </a:r>
            <a:r>
              <a:rPr lang="en-US" altLang="ko-KR" sz="7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PLC</a:t>
            </a:r>
            <a:r>
              <a:rPr lang="ko-KR" altLang="en-US" sz="7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 읽을 수 있게 해주는 변환기</a:t>
            </a:r>
            <a:endParaRPr lang="en-US" altLang="ko-KR" sz="700">
              <a:solidFill>
                <a:srgbClr val="0066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FE9D869D-51DB-AD87-FAE6-A586878E7874}"/>
              </a:ext>
            </a:extLst>
          </p:cNvPr>
          <p:cNvSpPr/>
          <p:nvPr/>
        </p:nvSpPr>
        <p:spPr>
          <a:xfrm>
            <a:off x="2982868" y="5608651"/>
            <a:ext cx="3077058" cy="667385"/>
          </a:xfrm>
          <a:prstGeom prst="roundRect">
            <a:avLst/>
          </a:prstGeom>
          <a:solidFill>
            <a:schemeClr val="accent1">
              <a:alpha val="2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 algn="ctr"/>
            <a:r>
              <a:rPr lang="en-US" altLang="ko-KR" sz="1100">
                <a:solidFill>
                  <a:schemeClr val="tx2"/>
                </a:solidFill>
              </a:rPr>
              <a:t>PLC </a:t>
            </a:r>
            <a:r>
              <a:rPr lang="ko-KR" altLang="en-US" sz="1100">
                <a:solidFill>
                  <a:schemeClr val="tx2"/>
                </a:solidFill>
              </a:rPr>
              <a:t>영역</a:t>
            </a: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1B053374-8E65-7B89-B538-106C155536E9}"/>
              </a:ext>
            </a:extLst>
          </p:cNvPr>
          <p:cNvSpPr/>
          <p:nvPr/>
        </p:nvSpPr>
        <p:spPr>
          <a:xfrm>
            <a:off x="1621260" y="5869749"/>
            <a:ext cx="607010" cy="316605"/>
          </a:xfrm>
          <a:prstGeom prst="roundRect">
            <a:avLst/>
          </a:prstGeom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/>
              <a:t>Tension </a:t>
            </a:r>
            <a:r>
              <a:rPr lang="ko-KR" altLang="en-US" sz="1050"/>
              <a:t>센서</a:t>
            </a: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CA9EF10E-37FC-23E9-E7BD-3678E2A0198F}"/>
              </a:ext>
            </a:extLst>
          </p:cNvPr>
          <p:cNvSpPr/>
          <p:nvPr/>
        </p:nvSpPr>
        <p:spPr>
          <a:xfrm>
            <a:off x="3296295" y="5869749"/>
            <a:ext cx="607010" cy="316605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/>
              <a:t>AD</a:t>
            </a:r>
            <a:r>
              <a:rPr lang="ko-KR" altLang="en-US" sz="1050"/>
              <a:t>카드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BB18A7C4-2B67-F1DC-6FB0-895E90192363}"/>
              </a:ext>
            </a:extLst>
          </p:cNvPr>
          <p:cNvSpPr/>
          <p:nvPr/>
        </p:nvSpPr>
        <p:spPr>
          <a:xfrm>
            <a:off x="4971330" y="5869749"/>
            <a:ext cx="607010" cy="316605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/>
              <a:t>CPU</a:t>
            </a:r>
            <a:endParaRPr lang="ko-KR" altLang="en-US" sz="1050"/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365FEF84-EC1C-54F7-5C11-DF7E99A46B9A}"/>
              </a:ext>
            </a:extLst>
          </p:cNvPr>
          <p:cNvSpPr/>
          <p:nvPr/>
        </p:nvSpPr>
        <p:spPr>
          <a:xfrm>
            <a:off x="6646365" y="5884140"/>
            <a:ext cx="983809" cy="287823"/>
          </a:xfrm>
          <a:prstGeom prst="roundRect">
            <a:avLst/>
          </a:prstGeom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/>
              <a:t>Tension </a:t>
            </a:r>
            <a:r>
              <a:rPr lang="ko-KR" altLang="en-US" sz="1050"/>
              <a:t>평균 </a:t>
            </a:r>
            <a:r>
              <a:rPr lang="en-US" altLang="ko-KR" sz="1050"/>
              <a:t>PV </a:t>
            </a:r>
            <a:r>
              <a:rPr lang="ko-KR" altLang="en-US" sz="1050"/>
              <a:t>출력</a:t>
            </a:r>
          </a:p>
        </p:txBody>
      </p: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31708B61-385F-9C79-DA4F-0EE9823E5E8D}"/>
              </a:ext>
            </a:extLst>
          </p:cNvPr>
          <p:cNvCxnSpPr>
            <a:cxnSpLocks/>
            <a:stCxn id="67" idx="3"/>
            <a:endCxn id="68" idx="1"/>
          </p:cNvCxnSpPr>
          <p:nvPr/>
        </p:nvCxnSpPr>
        <p:spPr>
          <a:xfrm>
            <a:off x="2228270" y="6028052"/>
            <a:ext cx="1068025" cy="0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53409002-86FE-4AE3-CCEA-162334C2AE1F}"/>
              </a:ext>
            </a:extLst>
          </p:cNvPr>
          <p:cNvCxnSpPr>
            <a:cxnSpLocks/>
            <a:stCxn id="68" idx="3"/>
            <a:endCxn id="69" idx="1"/>
          </p:cNvCxnSpPr>
          <p:nvPr/>
        </p:nvCxnSpPr>
        <p:spPr>
          <a:xfrm>
            <a:off x="3903305" y="6028052"/>
            <a:ext cx="1068025" cy="0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TextBox 74">
            <a:extLst>
              <a:ext uri="{FF2B5EF4-FFF2-40B4-BE49-F238E27FC236}">
                <a16:creationId xmlns:a16="http://schemas.microsoft.com/office/drawing/2014/main" id="{C3DE05E7-BE40-3D09-74BF-C64A52580833}"/>
              </a:ext>
            </a:extLst>
          </p:cNvPr>
          <p:cNvSpPr txBox="1"/>
          <p:nvPr/>
        </p:nvSpPr>
        <p:spPr>
          <a:xfrm>
            <a:off x="5542615" y="5752817"/>
            <a:ext cx="115127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0.2</a:t>
            </a:r>
            <a:r>
              <a:rPr lang="ko-KR" altLang="en-US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초 주기 </a:t>
            </a:r>
            <a:r>
              <a:rPr lang="en-US" altLang="ko-KR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Tension</a:t>
            </a:r>
            <a:br>
              <a:rPr lang="en-US" altLang="ko-KR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en-US" altLang="ko-KR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14</a:t>
            </a:r>
            <a:r>
              <a:rPr lang="ko-KR" altLang="en-US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개 데이터</a:t>
            </a:r>
            <a:r>
              <a:rPr lang="en-US" altLang="ko-KR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2</a:t>
            </a:r>
            <a:r>
              <a:rPr lang="ko-KR" altLang="en-US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차 평균처리</a:t>
            </a:r>
          </a:p>
        </p:txBody>
      </p: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C3562693-273D-46B0-173C-F2F920F6130D}"/>
              </a:ext>
            </a:extLst>
          </p:cNvPr>
          <p:cNvCxnSpPr>
            <a:cxnSpLocks/>
            <a:stCxn id="69" idx="3"/>
            <a:endCxn id="70" idx="1"/>
          </p:cNvCxnSpPr>
          <p:nvPr/>
        </p:nvCxnSpPr>
        <p:spPr>
          <a:xfrm>
            <a:off x="5578340" y="6028052"/>
            <a:ext cx="1068025" cy="0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D226398B-ABF0-AA1D-9BC7-70ABD80CE70C}"/>
              </a:ext>
            </a:extLst>
          </p:cNvPr>
          <p:cNvSpPr/>
          <p:nvPr/>
        </p:nvSpPr>
        <p:spPr>
          <a:xfrm>
            <a:off x="6646365" y="6202954"/>
            <a:ext cx="983809" cy="287823"/>
          </a:xfrm>
          <a:prstGeom prst="roundRect">
            <a:avLst/>
          </a:prstGeom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>
                <a:solidFill>
                  <a:srgbClr val="0000FF"/>
                </a:solidFill>
              </a:rPr>
              <a:t>Tension </a:t>
            </a:r>
          </a:p>
          <a:p>
            <a:pPr algn="ctr"/>
            <a:r>
              <a:rPr lang="ko-KR" altLang="en-US" sz="1050">
                <a:solidFill>
                  <a:srgbClr val="0000FF"/>
                </a:solidFill>
              </a:rPr>
              <a:t>추가 </a:t>
            </a:r>
            <a:r>
              <a:rPr lang="en-US" altLang="ko-KR" sz="1050">
                <a:solidFill>
                  <a:srgbClr val="0000FF"/>
                </a:solidFill>
              </a:rPr>
              <a:t>PV </a:t>
            </a:r>
            <a:r>
              <a:rPr lang="ko-KR" altLang="en-US" sz="1050">
                <a:solidFill>
                  <a:srgbClr val="0000FF"/>
                </a:solidFill>
              </a:rPr>
              <a:t>생성 </a:t>
            </a:r>
          </a:p>
        </p:txBody>
      </p:sp>
      <p:cxnSp>
        <p:nvCxnSpPr>
          <p:cNvPr id="81" name="연결선: 꺾임 80">
            <a:extLst>
              <a:ext uri="{FF2B5EF4-FFF2-40B4-BE49-F238E27FC236}">
                <a16:creationId xmlns:a16="http://schemas.microsoft.com/office/drawing/2014/main" id="{215B42A4-8BAF-0D93-A8B9-175062A84250}"/>
              </a:ext>
            </a:extLst>
          </p:cNvPr>
          <p:cNvCxnSpPr>
            <a:cxnSpLocks/>
            <a:stCxn id="69" idx="3"/>
            <a:endCxn id="79" idx="1"/>
          </p:cNvCxnSpPr>
          <p:nvPr/>
        </p:nvCxnSpPr>
        <p:spPr>
          <a:xfrm>
            <a:off x="5578340" y="6028052"/>
            <a:ext cx="1068025" cy="318814"/>
          </a:xfrm>
          <a:prstGeom prst="bentConnector3">
            <a:avLst/>
          </a:prstGeom>
          <a:ln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>
            <a:extLst>
              <a:ext uri="{FF2B5EF4-FFF2-40B4-BE49-F238E27FC236}">
                <a16:creationId xmlns:a16="http://schemas.microsoft.com/office/drawing/2014/main" id="{1C0D1C0A-26E9-3E46-CAB8-7E4AAC2B1AB0}"/>
              </a:ext>
            </a:extLst>
          </p:cNvPr>
          <p:cNvSpPr txBox="1"/>
          <p:nvPr/>
        </p:nvSpPr>
        <p:spPr>
          <a:xfrm>
            <a:off x="5115771" y="6212717"/>
            <a:ext cx="109356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가공하지 않고 실시간 </a:t>
            </a:r>
            <a:br>
              <a:rPr lang="en-US" altLang="ko-KR" sz="8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ko-KR" altLang="en-US" sz="8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모니터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FB52526-FFAC-A078-2201-BB1F3EDADC39}"/>
              </a:ext>
            </a:extLst>
          </p:cNvPr>
          <p:cNvSpPr txBox="1"/>
          <p:nvPr/>
        </p:nvSpPr>
        <p:spPr>
          <a:xfrm>
            <a:off x="6640857" y="5702445"/>
            <a:ext cx="1862160" cy="11080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ko-KR" altLang="en-US" sz="800" b="1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기존 유지 </a:t>
            </a:r>
            <a:r>
              <a:rPr lang="en-US" altLang="ko-KR" sz="800" b="1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+ </a:t>
            </a:r>
            <a:r>
              <a:rPr lang="ko-KR" altLang="en-US" sz="800" b="1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신규 적용 추가 모니터링 후 분석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3F389787-E843-C5F3-9135-F1734E9098E3}"/>
              </a:ext>
            </a:extLst>
          </p:cNvPr>
          <p:cNvSpPr txBox="1"/>
          <p:nvPr/>
        </p:nvSpPr>
        <p:spPr>
          <a:xfrm>
            <a:off x="3981986" y="5730251"/>
            <a:ext cx="93326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0.1</a:t>
            </a:r>
            <a:r>
              <a:rPr lang="ko-KR" altLang="en-US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초 주기 </a:t>
            </a:r>
            <a:r>
              <a:rPr lang="en-US" altLang="ko-KR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Tension</a:t>
            </a:r>
            <a:br>
              <a:rPr lang="en-US" altLang="ko-KR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ko-KR" altLang="en-US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</a:t>
            </a:r>
            <a:r>
              <a:rPr lang="en-US" altLang="ko-KR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1</a:t>
            </a:r>
            <a:r>
              <a:rPr lang="ko-KR" altLang="en-US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차 평균처리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310AC156-525B-3619-00C0-C7A3DCEE54CC}"/>
              </a:ext>
            </a:extLst>
          </p:cNvPr>
          <p:cNvSpPr txBox="1"/>
          <p:nvPr/>
        </p:nvSpPr>
        <p:spPr>
          <a:xfrm>
            <a:off x="2258088" y="5730251"/>
            <a:ext cx="79701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Tension </a:t>
            </a:r>
            <a:r>
              <a:rPr lang="ko-KR" altLang="en-US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</a:t>
            </a:r>
            <a:br>
              <a:rPr lang="en-US" altLang="ko-KR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ko-KR" altLang="en-US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아날로그 값 전송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A794B374-808A-4DB7-7C60-8F81081F9987}"/>
              </a:ext>
            </a:extLst>
          </p:cNvPr>
          <p:cNvSpPr/>
          <p:nvPr/>
        </p:nvSpPr>
        <p:spPr>
          <a:xfrm>
            <a:off x="1425276" y="2283072"/>
            <a:ext cx="31140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914400" fontAlgn="base" latinLnBrk="1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ko-KR" sz="10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※ Tension(OS/DS) </a:t>
            </a:r>
            <a:r>
              <a:rPr lang="ko-KR" altLang="en-US" sz="10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편차 발생 시 알람 프로세스</a:t>
            </a:r>
            <a:endParaRPr lang="en-US" altLang="ko-KR" sz="1000" b="1">
              <a:solidFill>
                <a:prstClr val="black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AFAFC697-A5D4-48F7-5853-43F353A9A787}"/>
              </a:ext>
            </a:extLst>
          </p:cNvPr>
          <p:cNvSpPr/>
          <p:nvPr/>
        </p:nvSpPr>
        <p:spPr>
          <a:xfrm>
            <a:off x="1546634" y="2576365"/>
            <a:ext cx="1215648" cy="333649"/>
          </a:xfrm>
          <a:prstGeom prst="roundRect">
            <a:avLst/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Cooling</a:t>
            </a:r>
            <a:r>
              <a:rPr lang="ko-KR" altLang="en-US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TENSION </a:t>
            </a:r>
            <a:r>
              <a:rPr lang="ko-KR" altLang="en-US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차이 비교</a:t>
            </a:r>
            <a:endParaRPr lang="ko-KR" altLang="en-US" sz="800">
              <a:solidFill>
                <a:schemeClr val="tx1"/>
              </a:solidFill>
              <a:highlight>
                <a:srgbClr val="FFFF00"/>
              </a:highlight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93" name="직선 화살표 연결선 92">
            <a:extLst>
              <a:ext uri="{FF2B5EF4-FFF2-40B4-BE49-F238E27FC236}">
                <a16:creationId xmlns:a16="http://schemas.microsoft.com/office/drawing/2014/main" id="{3079887C-7E16-8375-7146-79EAD1B0A343}"/>
              </a:ext>
            </a:extLst>
          </p:cNvPr>
          <p:cNvCxnSpPr>
            <a:cxnSpLocks/>
            <a:stCxn id="92" idx="3"/>
            <a:endCxn id="94" idx="1"/>
          </p:cNvCxnSpPr>
          <p:nvPr/>
        </p:nvCxnSpPr>
        <p:spPr>
          <a:xfrm>
            <a:off x="2762282" y="2743190"/>
            <a:ext cx="416117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0EC1BE7C-06B1-744E-28BD-5E050DEF77EA}"/>
              </a:ext>
            </a:extLst>
          </p:cNvPr>
          <p:cNvSpPr/>
          <p:nvPr/>
        </p:nvSpPr>
        <p:spPr>
          <a:xfrm>
            <a:off x="3178399" y="2576365"/>
            <a:ext cx="1215650" cy="333649"/>
          </a:xfrm>
          <a:prstGeom prst="roundRect">
            <a:avLst/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OS / DS Tension</a:t>
            </a: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편차 </a:t>
            </a: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&gt; 20N</a:t>
            </a:r>
            <a:endParaRPr lang="ko-KR" altLang="en-US" sz="900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3CEAE332-C41F-68EA-D4BB-6502CC54AA28}"/>
              </a:ext>
            </a:extLst>
          </p:cNvPr>
          <p:cNvSpPr/>
          <p:nvPr/>
        </p:nvSpPr>
        <p:spPr>
          <a:xfrm>
            <a:off x="4810166" y="2582495"/>
            <a:ext cx="735812" cy="321388"/>
          </a:xfrm>
          <a:prstGeom prst="roundRect">
            <a:avLst/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HMI </a:t>
            </a:r>
            <a:r>
              <a:rPr lang="ko-KR" altLang="en-US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알람</a:t>
            </a:r>
          </a:p>
        </p:txBody>
      </p:sp>
      <p:sp>
        <p:nvSpPr>
          <p:cNvPr id="101" name="Text Box 2">
            <a:extLst>
              <a:ext uri="{FF2B5EF4-FFF2-40B4-BE49-F238E27FC236}">
                <a16:creationId xmlns:a16="http://schemas.microsoft.com/office/drawing/2014/main" id="{4B763C86-AA59-D417-1F92-0D5D674B31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2411" y="2938476"/>
            <a:ext cx="881819" cy="2000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1440" tIns="45720" rIns="91440" bIns="45720" anchor="t">
            <a:spAutoFit/>
          </a:bodyPr>
          <a:lstStyle/>
          <a:p>
            <a:pPr defTabSz="914400" fontAlgn="base" latinLnBrk="1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700">
                <a:solidFill>
                  <a:srgbClr val="000000"/>
                </a:solidFill>
                <a:highlight>
                  <a:srgbClr val="FFFF00"/>
                </a:highligh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법인과의 논의 사항</a:t>
            </a:r>
            <a:endParaRPr lang="en-US" altLang="ko-KR" sz="700">
              <a:solidFill>
                <a:srgbClr val="000000"/>
              </a:solidFill>
              <a:highlight>
                <a:srgbClr val="FFFF00"/>
              </a:highlight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사각형: 둥근 모서리 103">
                <a:extLst>
                  <a:ext uri="{FF2B5EF4-FFF2-40B4-BE49-F238E27FC236}">
                    <a16:creationId xmlns:a16="http://schemas.microsoft.com/office/drawing/2014/main" id="{79B55458-3901-F6A4-7161-4BB4D693BFA9}"/>
                  </a:ext>
                </a:extLst>
              </p:cNvPr>
              <p:cNvSpPr/>
              <p:nvPr/>
            </p:nvSpPr>
            <p:spPr>
              <a:xfrm>
                <a:off x="6524444" y="2567361"/>
                <a:ext cx="979786" cy="351656"/>
              </a:xfrm>
              <a:prstGeom prst="roundRect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900">
                    <a:solidFill>
                      <a:schemeClr val="tx1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OS / DS Gap </a:t>
                </a:r>
                <a:r>
                  <a:rPr lang="en-US" altLang="ko-KR" sz="900">
                    <a:solidFill>
                      <a:schemeClr val="tx1"/>
                    </a:solidFill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25</a:t>
                </a:r>
                <a14:m>
                  <m:oMath xmlns:m="http://schemas.openxmlformats.org/officeDocument/2006/math">
                    <m:r>
                      <a:rPr lang="ko-KR" altLang="en-US" sz="900" i="1" smtClean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  <a:latin typeface="Cambria Math" panose="02040503050406030204" pitchFamily="18" charset="0"/>
                        <a:ea typeface="LG스마트체 Regular" panose="020B0600000101010101" pitchFamily="50" charset="-127"/>
                      </a:rPr>
                      <m:t>𝜇</m:t>
                    </m:r>
                    <m:r>
                      <a:rPr lang="en-US" altLang="ko-KR" sz="900" b="0" i="1" smtClean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  <a:latin typeface="Cambria Math" panose="02040503050406030204" pitchFamily="18" charset="0"/>
                        <a:ea typeface="LG스마트체 Regular" panose="020B0600000101010101" pitchFamily="50" charset="-127"/>
                      </a:rPr>
                      <m:t>𝑚</m:t>
                    </m:r>
                  </m:oMath>
                </a14:m>
                <a:r>
                  <a:rPr lang="ko-KR" altLang="en-US" sz="900">
                    <a:solidFill>
                      <a:schemeClr val="tx1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 </a:t>
                </a:r>
                <a:r>
                  <a:rPr lang="en-US" altLang="ko-KR" sz="900">
                    <a:solidFill>
                      <a:schemeClr val="tx1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Down</a:t>
                </a:r>
                <a:endParaRPr lang="ko-KR" altLang="en-US" sz="90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</mc:Choice>
        <mc:Fallback xmlns="">
          <p:sp>
            <p:nvSpPr>
              <p:cNvPr id="104" name="사각형: 둥근 모서리 103">
                <a:extLst>
                  <a:ext uri="{FF2B5EF4-FFF2-40B4-BE49-F238E27FC236}">
                    <a16:creationId xmlns:a16="http://schemas.microsoft.com/office/drawing/2014/main" id="{79B55458-3901-F6A4-7161-4BB4D693BF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24444" y="2567361"/>
                <a:ext cx="979786" cy="351656"/>
              </a:xfrm>
              <a:prstGeom prst="roundRect">
                <a:avLst/>
              </a:prstGeom>
              <a:blipFill>
                <a:blip r:embed="rId2"/>
                <a:stretch>
                  <a:fillRect b="-645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2" name="직선 화살표 연결선 111">
            <a:extLst>
              <a:ext uri="{FF2B5EF4-FFF2-40B4-BE49-F238E27FC236}">
                <a16:creationId xmlns:a16="http://schemas.microsoft.com/office/drawing/2014/main" id="{16A8002D-B77C-CA62-65A0-4D11E19C8B34}"/>
              </a:ext>
            </a:extLst>
          </p:cNvPr>
          <p:cNvCxnSpPr>
            <a:cxnSpLocks/>
            <a:stCxn id="94" idx="3"/>
            <a:endCxn id="95" idx="1"/>
          </p:cNvCxnSpPr>
          <p:nvPr/>
        </p:nvCxnSpPr>
        <p:spPr>
          <a:xfrm flipV="1">
            <a:off x="4394049" y="2743189"/>
            <a:ext cx="416117" cy="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사각형: 둥근 모서리 139">
            <a:extLst>
              <a:ext uri="{FF2B5EF4-FFF2-40B4-BE49-F238E27FC236}">
                <a16:creationId xmlns:a16="http://schemas.microsoft.com/office/drawing/2014/main" id="{4584D16F-37AC-36A4-D739-A5AE02D2FE1E}"/>
              </a:ext>
            </a:extLst>
          </p:cNvPr>
          <p:cNvSpPr/>
          <p:nvPr/>
        </p:nvSpPr>
        <p:spPr>
          <a:xfrm>
            <a:off x="6525134" y="3187189"/>
            <a:ext cx="979096" cy="351656"/>
          </a:xfrm>
          <a:prstGeom prst="roundRect">
            <a:avLst/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자동보정 적용 검토</a:t>
            </a: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DB8819B4-7850-3060-1353-E271ED8931F7}"/>
              </a:ext>
            </a:extLst>
          </p:cNvPr>
          <p:cNvSpPr txBox="1"/>
          <p:nvPr/>
        </p:nvSpPr>
        <p:spPr>
          <a:xfrm>
            <a:off x="6523451" y="2415238"/>
            <a:ext cx="953813" cy="14542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ct val="90000"/>
              </a:lnSpc>
            </a:pPr>
            <a:r>
              <a:rPr lang="ko-KR" altLang="en-US" sz="1050">
                <a:solidFill>
                  <a:schemeClr val="bg1">
                    <a:lumMod val="65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수동 조작 진행</a:t>
            </a:r>
          </a:p>
        </p:txBody>
      </p:sp>
      <p:cxnSp>
        <p:nvCxnSpPr>
          <p:cNvPr id="164" name="직선 화살표 연결선 163">
            <a:extLst>
              <a:ext uri="{FF2B5EF4-FFF2-40B4-BE49-F238E27FC236}">
                <a16:creationId xmlns:a16="http://schemas.microsoft.com/office/drawing/2014/main" id="{0E887007-FA94-15CB-1579-B548E28F95B3}"/>
              </a:ext>
            </a:extLst>
          </p:cNvPr>
          <p:cNvCxnSpPr>
            <a:cxnSpLocks/>
            <a:stCxn id="95" idx="3"/>
            <a:endCxn id="104" idx="1"/>
          </p:cNvCxnSpPr>
          <p:nvPr/>
        </p:nvCxnSpPr>
        <p:spPr>
          <a:xfrm>
            <a:off x="5545978" y="2743189"/>
            <a:ext cx="978466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1" name="연결선: 꺾임 170">
            <a:extLst>
              <a:ext uri="{FF2B5EF4-FFF2-40B4-BE49-F238E27FC236}">
                <a16:creationId xmlns:a16="http://schemas.microsoft.com/office/drawing/2014/main" id="{8F64EA3C-7F5F-3E42-5A60-1836DF7DEACD}"/>
              </a:ext>
            </a:extLst>
          </p:cNvPr>
          <p:cNvCxnSpPr>
            <a:cxnSpLocks/>
            <a:stCxn id="95" idx="3"/>
            <a:endCxn id="140" idx="1"/>
          </p:cNvCxnSpPr>
          <p:nvPr/>
        </p:nvCxnSpPr>
        <p:spPr>
          <a:xfrm>
            <a:off x="5545978" y="2743189"/>
            <a:ext cx="979156" cy="619828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extBox 172">
            <a:extLst>
              <a:ext uri="{FF2B5EF4-FFF2-40B4-BE49-F238E27FC236}">
                <a16:creationId xmlns:a16="http://schemas.microsoft.com/office/drawing/2014/main" id="{0B8A48A9-EAEF-7644-DEEE-585AD682040B}"/>
              </a:ext>
            </a:extLst>
          </p:cNvPr>
          <p:cNvSpPr txBox="1"/>
          <p:nvPr/>
        </p:nvSpPr>
        <p:spPr>
          <a:xfrm>
            <a:off x="6160846" y="2590839"/>
            <a:ext cx="314960" cy="1246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900" b="1">
                <a:solidFill>
                  <a:schemeClr val="bg1">
                    <a:lumMod val="65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AS IS</a:t>
            </a:r>
            <a:endParaRPr lang="ko-KR" altLang="en-US" sz="900" b="1">
              <a:solidFill>
                <a:schemeClr val="bg1">
                  <a:lumMod val="65000"/>
                </a:schemeClr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E11E9D65-2339-7FE9-C465-DBAE62C989F7}"/>
              </a:ext>
            </a:extLst>
          </p:cNvPr>
          <p:cNvSpPr txBox="1"/>
          <p:nvPr/>
        </p:nvSpPr>
        <p:spPr>
          <a:xfrm>
            <a:off x="6160846" y="3209876"/>
            <a:ext cx="314960" cy="12465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l">
              <a:lnSpc>
                <a:spcPct val="90000"/>
              </a:lnSpc>
            </a:pPr>
            <a:r>
              <a:rPr lang="en-US" altLang="ko-KR" sz="900" b="1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TO BE</a:t>
            </a:r>
            <a:endParaRPr lang="ko-KR" altLang="en-US" sz="900" b="1">
              <a:solidFill>
                <a:srgbClr val="0000FF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40659674"/>
      </p:ext>
    </p:extLst>
  </p:cSld>
  <p:clrMapOvr>
    <a:masterClrMapping/>
  </p:clrMapOvr>
</p:sld>
</file>

<file path=ppt/theme/theme1.xml><?xml version="1.0" encoding="utf-8"?>
<a:theme xmlns:a="http://schemas.openxmlformats.org/drawingml/2006/main" name="3_Office 테마">
  <a:themeElements>
    <a:clrScheme name="사용자 지정 7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00"/>
      </a:hlink>
      <a:folHlink>
        <a:srgbClr val="000000"/>
      </a:folHlink>
    </a:clrScheme>
    <a:fontScheme name="우기글꼴">
      <a:majorFont>
        <a:latin typeface="Arial Narrow"/>
        <a:ea typeface="LG스마트체 Regular"/>
        <a:cs typeface=""/>
      </a:majorFont>
      <a:minorFont>
        <a:latin typeface="Arial Narrow"/>
        <a:ea typeface="LG스마트체 Regular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1"/>
        </a:solidFill>
        <a:ln>
          <a:noFill/>
        </a:ln>
      </a:spPr>
      <a:bodyPr lIns="0" tIns="0" rIns="0" bIns="0" rtlCol="0" anchor="ctr"/>
      <a:lstStyle>
        <a:defPPr algn="ctr">
          <a:defRPr sz="500" dirty="0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square" lIns="0" tIns="0" rIns="0" bIns="0" rtlCol="0" anchor="t">
        <a:spAutoFit/>
      </a:bodyPr>
      <a:lstStyle>
        <a:defPPr algn="l">
          <a:lnSpc>
            <a:spcPct val="90000"/>
          </a:lnSpc>
          <a:defRPr sz="800" dirty="0">
            <a:solidFill>
              <a:srgbClr val="008000"/>
            </a:solidFill>
            <a:latin typeface="Arial Narrow" panose="020B0606020202030204" pitchFamily="34" charset="0"/>
            <a:ea typeface="LG스마트체 Regular" panose="020B0600000101010101" pitchFamily="50" charset="-127"/>
          </a:defRPr>
        </a:defPPr>
      </a:lstStyle>
    </a:txDef>
  </a:objectDefaults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문서" ma:contentTypeID="0x0101003FF98EDD61FBD840A846F9616B640187" ma:contentTypeVersion="46" ma:contentTypeDescription="새 문서를 만듭니다." ma:contentTypeScope="" ma:versionID="4e4ab7c4822fc027149c5f1a0f052ff0">
  <xsd:schema xmlns:xsd="http://www.w3.org/2001/XMLSchema" xmlns:xs="http://www.w3.org/2001/XMLSchema" xmlns:p="http://schemas.microsoft.com/office/2006/metadata/properties" xmlns:ns2="77ab8ab7-d944-4b07-86c1-a8412d451223" xmlns:ns3="d1f844b5-60c6-4513-87d6-15fa0af311fc" xmlns:ns4="69aacc19-8f48-4ba8-bfc1-057a6d56306d" targetNamespace="http://schemas.microsoft.com/office/2006/metadata/properties" ma:root="true" ma:fieldsID="d5c4312dc2c4120bc1e2addc7c38cc9d" ns2:_="" ns3:_="" ns4:_="">
    <xsd:import namespace="77ab8ab7-d944-4b07-86c1-a8412d451223"/>
    <xsd:import namespace="d1f844b5-60c6-4513-87d6-15fa0af311fc"/>
    <xsd:import namespace="69aacc19-8f48-4ba8-bfc1-057a6d56306d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KeyPoints" minOccurs="0"/>
                <xsd:element ref="ns2:MediaServiceKeyPoints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OCR" minOccurs="0"/>
                <xsd:element ref="ns3:SharedWithUsers" minOccurs="0"/>
                <xsd:element ref="ns3:SharedWithDetails" minOccurs="0"/>
                <xsd:element ref="ns2:MediaServiceDateTaken" minOccurs="0"/>
                <xsd:element ref="ns2:MediaLengthInSeconds" minOccurs="0"/>
                <xsd:element ref="ns4:MediaServiceObjectDetectorVersions" minOccurs="0"/>
                <xsd:element ref="ns4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7ab8ab7-d944-4b07-86c1-a8412d451223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KeyPoints" ma:index="10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1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AutoTags" ma:index="12" nillable="true" ma:displayName="Tags" ma:internalName="MediaServiceAutoTags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4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MediaLengthInSeconds" ma:index="19" nillable="true" ma:displayName="MediaLengthInSeconds" ma:hidden="true" ma:internalName="MediaLengthInSeconds" ma:readOnly="true">
      <xsd:simpleType>
        <xsd:restriction base="dms:Unknown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1f844b5-60c6-4513-87d6-15fa0af311fc" elementFormDefault="qualified">
    <xsd:import namespace="http://schemas.microsoft.com/office/2006/documentManagement/types"/>
    <xsd:import namespace="http://schemas.microsoft.com/office/infopath/2007/PartnerControls"/>
    <xsd:element name="SharedWithUsers" ma:index="16" nillable="true" ma:displayName="공유 대상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7" nillable="true" ma:displayName="세부 정보 공유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9aacc19-8f48-4ba8-bfc1-057a6d56306d" elementFormDefault="qualified">
    <xsd:import namespace="http://schemas.microsoft.com/office/2006/documentManagement/types"/>
    <xsd:import namespace="http://schemas.microsoft.com/office/infopath/2007/PartnerControls"/>
    <xsd:element name="MediaServiceObjectDetectorVersions" ma:index="20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1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콘텐츠 형식"/>
        <xsd:element ref="dc:title" minOccurs="0" maxOccurs="1" ma:index="4" ma:displayName="제목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03D34513-0D7B-41A5-9E76-90939F410547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65A04347-BDD7-4B80-97C4-8F8F989971D4}">
  <ds:schemaRefs>
    <ds:schemaRef ds:uri="d1f844b5-60c6-4513-87d6-15fa0af311fc"/>
    <ds:schemaRef ds:uri="http://schemas.microsoft.com/office/2006/metadata/properties"/>
    <ds:schemaRef ds:uri="http://purl.org/dc/terms/"/>
    <ds:schemaRef ds:uri="http://purl.org/dc/elements/1.1/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77ab8ab7-d944-4b07-86c1-a8412d451223"/>
    <ds:schemaRef ds:uri="69aacc19-8f48-4ba8-bfc1-057a6d56306d"/>
    <ds:schemaRef ds:uri="http://www.w3.org/XML/1998/namespace"/>
    <ds:schemaRef ds:uri="http://purl.org/dc/dcmitype/"/>
  </ds:schemaRefs>
</ds:datastoreItem>
</file>

<file path=customXml/itemProps3.xml><?xml version="1.0" encoding="utf-8"?>
<ds:datastoreItem xmlns:ds="http://schemas.openxmlformats.org/officeDocument/2006/customXml" ds:itemID="{973CD70A-AF99-42FC-A76F-2717AA1F1934}">
  <ds:schemaRefs>
    <ds:schemaRef ds:uri="69aacc19-8f48-4ba8-bfc1-057a6d56306d"/>
    <ds:schemaRef ds:uri="77ab8ab7-d944-4b07-86c1-a8412d451223"/>
    <ds:schemaRef ds:uri="d1f844b5-60c6-4513-87d6-15fa0af311fc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</TotalTime>
  <Words>53191</Words>
  <Application>Microsoft Office PowerPoint</Application>
  <PresentationFormat>A4 용지(210x297mm)</PresentationFormat>
  <Paragraphs>8861</Paragraphs>
  <Slides>108</Slides>
  <Notes>88</Notes>
  <HiddenSlides>0</HiddenSlides>
  <MMClips>0</MMClips>
  <ScaleCrop>false</ScaleCrop>
  <HeadingPairs>
    <vt:vector size="8" baseType="variant">
      <vt:variant>
        <vt:lpstr>사용한 글꼴</vt:lpstr>
      </vt:variant>
      <vt:variant>
        <vt:i4>21</vt:i4>
      </vt:variant>
      <vt:variant>
        <vt:lpstr>테마</vt:lpstr>
      </vt:variant>
      <vt:variant>
        <vt:i4>1</vt:i4>
      </vt:variant>
      <vt:variant>
        <vt:lpstr>포함된 OLE 서버</vt:lpstr>
      </vt:variant>
      <vt:variant>
        <vt:i4>2</vt:i4>
      </vt:variant>
      <vt:variant>
        <vt:lpstr>슬라이드 제목</vt:lpstr>
      </vt:variant>
      <vt:variant>
        <vt:i4>108</vt:i4>
      </vt:variant>
    </vt:vector>
  </HeadingPairs>
  <TitlesOfParts>
    <vt:vector size="132" baseType="lpstr">
      <vt:lpstr>[tnrlLG스마트체 Regular (본문)</vt:lpstr>
      <vt:lpstr>D2Coding</vt:lpstr>
      <vt:lpstr>LG Smart_H Light</vt:lpstr>
      <vt:lpstr>LG Smart_H Regular</vt:lpstr>
      <vt:lpstr>LG Smart_H2.0 R</vt:lpstr>
      <vt:lpstr>LG스마트체 Regular</vt:lpstr>
      <vt:lpstr>LG스마트체2.0 Regular</vt:lpstr>
      <vt:lpstr>Malgun Gothic Semilight</vt:lpstr>
      <vt:lpstr>Pretendard</vt:lpstr>
      <vt:lpstr>굴림</vt:lpstr>
      <vt:lpstr>Malgun Gothic</vt:lpstr>
      <vt:lpstr>Malgun Gothic</vt:lpstr>
      <vt:lpstr>Aptos Narrow</vt:lpstr>
      <vt:lpstr>Arial</vt:lpstr>
      <vt:lpstr>Arial monospaced for SAP</vt:lpstr>
      <vt:lpstr>Arial Narrow</vt:lpstr>
      <vt:lpstr>Baguet Script</vt:lpstr>
      <vt:lpstr>Calibri</vt:lpstr>
      <vt:lpstr>Cambria Math</vt:lpstr>
      <vt:lpstr>wingdings</vt:lpstr>
      <vt:lpstr>wingdings</vt:lpstr>
      <vt:lpstr>3_Office 테마</vt:lpstr>
      <vt:lpstr>Presentation</vt:lpstr>
      <vt:lpstr>Worksheet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4695 음극 N33Q 개도율 자동보정 결과 (Top)</vt:lpstr>
      <vt:lpstr>4695 음극 N33Q 개도율 자동보정 결과 (Back)</vt:lpstr>
      <vt:lpstr>4695 양극 N32S 개도율 자동보정 결과 (Top)</vt:lpstr>
      <vt:lpstr>4695 양극 N32S 개도율 자동보정 결과 (Back)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parkjonghyun@lgensol.com</dc:creator>
  <cp:lastModifiedBy>이재후(JAEHU LEE)[jaehu]/사원/제조DX.기획팀</cp:lastModifiedBy>
  <cp:revision>3</cp:revision>
  <cp:lastPrinted>2022-03-03T00:02:18Z</cp:lastPrinted>
  <dcterms:modified xsi:type="dcterms:W3CDTF">2025-12-20T15:11:16Z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0x0101003FF98EDD61FBD840A846F9616B640187</vt:lpwstr>
  </property>
</Properties>
</file>